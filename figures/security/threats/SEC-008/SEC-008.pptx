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9e2cfeb9934850" /><Relationship Type="http://schemas.openxmlformats.org/officeDocument/2006/relationships/extended-properties" Target="/docProps/app.xml" Id="R45915a9b7b1a49cb" /><Relationship Type="http://schemas.openxmlformats.org/officeDocument/2006/relationships/officeDocument" Target="/ppt/presentation.xml" Id="R6f2145291e0240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eecd228485429b"/>
  </p:sldMasterIdLst>
  <p:notesMasterIdLst>
    <p:notesMasterId xmlns:r="http://schemas.openxmlformats.org/officeDocument/2006/relationships" r:id="Ra4c22c95215340f9"/>
  </p:notesMasterIdLst>
  <p:sldIdLst>
    <p:sldId xmlns:r="http://schemas.openxmlformats.org/officeDocument/2006/relationships" id="256" r:id="R770c3bccbdc54057"/>
  </p:sldIdLst>
  <p:sldSz cx="12687300" cy="5543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8f0b85047a44e5" /><Relationship Type="http://schemas.openxmlformats.org/officeDocument/2006/relationships/slideMaster" Target="/ppt/slideMasters/slideMaster1.xml" Id="R7eeecd228485429b" /><Relationship Type="http://schemas.openxmlformats.org/officeDocument/2006/relationships/notesMaster" Target="/ppt/notesMasters/notesMaster1.xml" Id="Ra4c22c95215340f9" /><Relationship Type="http://schemas.openxmlformats.org/officeDocument/2006/relationships/presProps" Target="/ppt/presProps.xml" Id="Rce15367cbd2e457a" /><Relationship Type="http://schemas.openxmlformats.org/officeDocument/2006/relationships/tableStyles" Target="/ppt/tableStyles.xml" Id="Rc03cfff8a63a49d4" /><Relationship Type="http://schemas.openxmlformats.org/officeDocument/2006/relationships/slide" Target="/ppt/slides/slide1.xml" Id="R770c3bccbdc540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670d620a044e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0cc6602a24a53" /><Relationship Type="http://schemas.openxmlformats.org/officeDocument/2006/relationships/notesMaster" Target="/ppt/notesMasters/notesMaster1.xml" Id="R3363f6e43abf40f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素材ID：SEC-008</ns1:t>
            </ns1:r>
          </ns1:p>
          <ns1:p>
            <ns1:r>
              <ns1:t>论文：We Have a Package for You! A Comprehensive Analysis of Package Hallucinations by Code Generating LLMs</ns1:t>
            </ns1:r>
          </ns1:p>
          <ns1:p>
            <ns1:r>
              <ns1:t>会议：USENIX Security 2025</ns1:t>
            </ns1:r>
          </ns1:p>
          <ns1:p>
            <ns1:r>
              <ns1:t>奖项：Distinguished Paper Award</ns1:t>
            </ns1:r>
          </ns1:p>
          <ns1:p>
            <ns1:r>
              <ns1:t>图号：Figure 1，PDF第5页</ns1:t>
            </ns1:r>
          </ns1:p>
          <ns1:p>
            <ns1:r>
              <ns1:t>类型：威胁模型</ns1:t>
            </ns1:r>
          </ns1:p>
          <ns1:p>
            <ns1:r>
              <ns1:t>借鉴点：攻击者、正常用户、模型、仓库四角色，黑色正常链与红色污染路径，加序号讲完整真实威胁。</ns1:t>
            </ns1:r>
          </ns1:p>
          <ns1:p>
            <ns1:r>
              <ns1:t>论文URL：https://www.usenix.org/system/files/usenixsecurity25-spracklen.pdf</ns1:t>
            </ns1:r>
          </ns1:p>
          <ns1:p>
            <ns1:r>
              <ns1:t>官方获奖URL：https://www.usenix.org/conferences/best-papers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e364537f949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6dcd191ee4ff7" /><Relationship Type="http://schemas.openxmlformats.org/officeDocument/2006/relationships/slideLayout" Target="/ppt/slideLayouts/slideLayout1.xml" Id="Rb75bef5d634a4e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5bef5d634a4e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f6e910d1a43c7" /><Relationship Type="http://schemas.openxmlformats.org/officeDocument/2006/relationships/image" Target="/ppt/media/image.png" Id="R50ab517212a2469d" /><Relationship Type="http://schemas.openxmlformats.org/officeDocument/2006/relationships/image" Target="/ppt/media/image2.png" Id="Rad0838364dc64932" /><Relationship Type="http://schemas.openxmlformats.org/officeDocument/2006/relationships/image" Target="/ppt/media/image3.png" Id="R89ee5586b16842d0" /><Relationship Type="http://schemas.openxmlformats.org/officeDocument/2006/relationships/image" Target="/ppt/media/image4.png" Id="R4d59f29c970b4534" /><Relationship Type="http://schemas.openxmlformats.org/officeDocument/2006/relationships/image" Target="/ppt/media/image5.png" Id="R9a87d257f1be461e" /><Relationship Type="http://schemas.openxmlformats.org/officeDocument/2006/relationships/notesSlide" Target="/ppt/notesSlides/notesSlide1.xml" Id="R81be899111e7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E5DBD-6511-4855-910F-25F72102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"/>
            <a:ext cx="12687300" cy="5476717"/>
          </a:xfrm>
          <a:custGeom xmlns:a="http://schemas.openxmlformats.org/drawingml/2006/main">
            <a:pathLst>
              <a:path w="12687300" h="5476717">
                <a:moveTo>
                  <a:pt x="0" y="0"/>
                </a:moveTo>
                <a:lnTo>
                  <a:pt x="0" y="5476717"/>
                </a:lnTo>
                <a:lnTo>
                  <a:pt x="12687300" y="5476717"/>
                </a:lnTo>
                <a:lnTo>
                  <a:pt x="12687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LargeLanguageModel">
            <a:extLst xmlns:a="http://schemas.openxmlformats.org/drawingml/2006/main">
              <a:ext uri="{FF2B5EF4-FFF2-40B4-BE49-F238E27FC236}">
                <a16:creationId xmlns:a16="http://schemas.microsoft.com/office/drawing/2014/main" id="{291B8A7A-BEF4-4FA7-A085-91A0B4FF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074" y="2018111"/>
            <a:ext cx="3144797" cy="360422"/>
          </a:xfrm>
          <a:custGeom xmlns:a="http://schemas.openxmlformats.org/drawingml/2006/main">
            <a:pathLst>
              <a:path w="3144797" h="360422">
                <a:moveTo>
                  <a:pt x="57800" y="23931"/>
                </a:moveTo>
                <a:lnTo>
                  <a:pt x="57800" y="233413"/>
                </a:lnTo>
                <a:lnTo>
                  <a:pt x="138059" y="233413"/>
                </a:lnTo>
                <a:lnTo>
                  <a:pt x="132166" y="279061"/>
                </a:lnTo>
                <a:lnTo>
                  <a:pt x="0" y="279061"/>
                </a:lnTo>
                <a:lnTo>
                  <a:pt x="0" y="23931"/>
                </a:lnTo>
                <a:lnTo>
                  <a:pt x="57800" y="23931"/>
                </a:lnTo>
                <a:close/>
                <a:moveTo>
                  <a:pt x="290697" y="227149"/>
                </a:moveTo>
                <a:cubicBezTo>
                  <a:pt x="290697" y="233287"/>
                  <a:pt x="291433" y="237830"/>
                  <a:pt x="292904" y="240777"/>
                </a:cubicBezTo>
                <a:cubicBezTo>
                  <a:pt x="294376" y="243721"/>
                  <a:pt x="296953" y="246050"/>
                  <a:pt x="300634" y="247766"/>
                </a:cubicBezTo>
                <a:lnTo>
                  <a:pt x="289225" y="284218"/>
                </a:lnTo>
                <a:cubicBezTo>
                  <a:pt x="278671" y="283233"/>
                  <a:pt x="270018" y="280717"/>
                  <a:pt x="263266" y="276668"/>
                </a:cubicBezTo>
                <a:cubicBezTo>
                  <a:pt x="256517" y="272620"/>
                  <a:pt x="251302" y="266300"/>
                  <a:pt x="247621" y="257709"/>
                </a:cubicBezTo>
                <a:cubicBezTo>
                  <a:pt x="236329" y="276116"/>
                  <a:pt x="220254" y="285319"/>
                  <a:pt x="199393" y="285319"/>
                </a:cubicBezTo>
                <a:cubicBezTo>
                  <a:pt x="183192" y="285319"/>
                  <a:pt x="170305" y="279736"/>
                  <a:pt x="160733" y="268568"/>
                </a:cubicBezTo>
                <a:cubicBezTo>
                  <a:pt x="151164" y="257400"/>
                  <a:pt x="146380" y="242612"/>
                  <a:pt x="146380" y="224205"/>
                </a:cubicBezTo>
                <a:cubicBezTo>
                  <a:pt x="146380" y="202855"/>
                  <a:pt x="153007" y="186595"/>
                  <a:pt x="166261" y="175427"/>
                </a:cubicBezTo>
                <a:cubicBezTo>
                  <a:pt x="179514" y="164260"/>
                  <a:pt x="198903" y="158676"/>
                  <a:pt x="224426" y="158676"/>
                </a:cubicBezTo>
                <a:lnTo>
                  <a:pt x="236206" y="158676"/>
                </a:lnTo>
                <a:lnTo>
                  <a:pt x="236206" y="148367"/>
                </a:lnTo>
                <a:cubicBezTo>
                  <a:pt x="236206" y="136585"/>
                  <a:pt x="234427" y="128425"/>
                  <a:pt x="230869" y="123886"/>
                </a:cubicBezTo>
                <a:cubicBezTo>
                  <a:pt x="227311" y="119343"/>
                  <a:pt x="220991" y="117071"/>
                  <a:pt x="211909" y="117071"/>
                </a:cubicBezTo>
                <a:cubicBezTo>
                  <a:pt x="200618" y="117071"/>
                  <a:pt x="186628" y="120386"/>
                  <a:pt x="169940" y="127015"/>
                </a:cubicBezTo>
                <a:lnTo>
                  <a:pt x="157424" y="91668"/>
                </a:lnTo>
                <a:cubicBezTo>
                  <a:pt x="167487" y="87006"/>
                  <a:pt x="178224" y="83448"/>
                  <a:pt x="189636" y="80995"/>
                </a:cubicBezTo>
                <a:cubicBezTo>
                  <a:pt x="201051" y="78538"/>
                  <a:pt x="211911" y="77310"/>
                  <a:pt x="222218" y="77310"/>
                </a:cubicBezTo>
                <a:cubicBezTo>
                  <a:pt x="245288" y="77310"/>
                  <a:pt x="262468" y="82894"/>
                  <a:pt x="273760" y="94062"/>
                </a:cubicBezTo>
                <a:cubicBezTo>
                  <a:pt x="285051" y="105229"/>
                  <a:pt x="290697" y="122348"/>
                  <a:pt x="290697" y="145418"/>
                </a:cubicBezTo>
                <a:lnTo>
                  <a:pt x="290697" y="227149"/>
                </a:lnTo>
                <a:moveTo>
                  <a:pt x="216325" y="245929"/>
                </a:moveTo>
                <a:cubicBezTo>
                  <a:pt x="220501" y="245929"/>
                  <a:pt x="224306" y="244333"/>
                  <a:pt x="227740" y="241142"/>
                </a:cubicBezTo>
                <a:cubicBezTo>
                  <a:pt x="231178" y="237952"/>
                  <a:pt x="234000" y="233411"/>
                  <a:pt x="236206" y="227520"/>
                </a:cubicBezTo>
                <a:lnTo>
                  <a:pt x="236206" y="189601"/>
                </a:lnTo>
                <a:lnTo>
                  <a:pt x="229583" y="189601"/>
                </a:lnTo>
                <a:cubicBezTo>
                  <a:pt x="219519" y="189601"/>
                  <a:pt x="212217" y="191994"/>
                  <a:pt x="207674" y="196780"/>
                </a:cubicBezTo>
                <a:cubicBezTo>
                  <a:pt x="203135" y="201566"/>
                  <a:pt x="200865" y="209113"/>
                  <a:pt x="200865" y="219419"/>
                </a:cubicBezTo>
                <a:cubicBezTo>
                  <a:pt x="200865" y="228010"/>
                  <a:pt x="202215" y="234577"/>
                  <a:pt x="204916" y="239120"/>
                </a:cubicBezTo>
                <a:cubicBezTo>
                  <a:pt x="207616" y="243659"/>
                  <a:pt x="211419" y="245929"/>
                  <a:pt x="216325" y="245929"/>
                </a:cubicBezTo>
                <a:close/>
                <a:moveTo>
                  <a:pt x="419809" y="78046"/>
                </a:moveTo>
                <a:cubicBezTo>
                  <a:pt x="424962" y="78046"/>
                  <a:pt x="430116" y="79029"/>
                  <a:pt x="435269" y="80995"/>
                </a:cubicBezTo>
                <a:lnTo>
                  <a:pt x="426067" y="134374"/>
                </a:lnTo>
                <a:cubicBezTo>
                  <a:pt x="421648" y="132902"/>
                  <a:pt x="417107" y="132166"/>
                  <a:pt x="412444" y="132166"/>
                </a:cubicBezTo>
                <a:cubicBezTo>
                  <a:pt x="403363" y="132166"/>
                  <a:pt x="396550" y="135664"/>
                  <a:pt x="392007" y="142660"/>
                </a:cubicBezTo>
                <a:cubicBezTo>
                  <a:pt x="387468" y="149656"/>
                  <a:pt x="383727" y="160147"/>
                  <a:pt x="380783" y="174135"/>
                </a:cubicBezTo>
                <a:lnTo>
                  <a:pt x="380783" y="279061"/>
                </a:lnTo>
                <a:lnTo>
                  <a:pt x="325191" y="279061"/>
                </a:lnTo>
                <a:lnTo>
                  <a:pt x="325191" y="83568"/>
                </a:lnTo>
                <a:lnTo>
                  <a:pt x="373419" y="83568"/>
                </a:lnTo>
                <a:lnTo>
                  <a:pt x="377469" y="115600"/>
                </a:lnTo>
                <a:cubicBezTo>
                  <a:pt x="386798" y="90564"/>
                  <a:pt x="400911" y="78046"/>
                  <a:pt x="419809" y="78046"/>
                </a:cubicBezTo>
                <a:close/>
                <a:moveTo>
                  <a:pt x="602785" y="94612"/>
                </a:moveTo>
                <a:cubicBezTo>
                  <a:pt x="593703" y="99522"/>
                  <a:pt x="578485" y="101977"/>
                  <a:pt x="557131" y="101977"/>
                </a:cubicBezTo>
                <a:cubicBezTo>
                  <a:pt x="567932" y="106887"/>
                  <a:pt x="575909" y="113454"/>
                  <a:pt x="581062" y="121678"/>
                </a:cubicBezTo>
                <a:cubicBezTo>
                  <a:pt x="586215" y="129898"/>
                  <a:pt x="588792" y="140267"/>
                  <a:pt x="588792" y="152783"/>
                </a:cubicBezTo>
                <a:cubicBezTo>
                  <a:pt x="588792" y="172171"/>
                  <a:pt x="582472" y="187880"/>
                  <a:pt x="569832" y="199909"/>
                </a:cubicBezTo>
                <a:cubicBezTo>
                  <a:pt x="557193" y="211934"/>
                  <a:pt x="539950" y="217947"/>
                  <a:pt x="518105" y="217947"/>
                </a:cubicBezTo>
                <a:cubicBezTo>
                  <a:pt x="511233" y="217947"/>
                  <a:pt x="505344" y="217211"/>
                  <a:pt x="500438" y="215739"/>
                </a:cubicBezTo>
                <a:cubicBezTo>
                  <a:pt x="496509" y="218440"/>
                  <a:pt x="494545" y="222612"/>
                  <a:pt x="494545" y="228256"/>
                </a:cubicBezTo>
                <a:cubicBezTo>
                  <a:pt x="494545" y="232428"/>
                  <a:pt x="495833" y="235618"/>
                  <a:pt x="498410" y="237828"/>
                </a:cubicBezTo>
                <a:cubicBezTo>
                  <a:pt x="500986" y="240038"/>
                  <a:pt x="505711" y="241142"/>
                  <a:pt x="512583" y="241142"/>
                </a:cubicBezTo>
                <a:lnTo>
                  <a:pt x="532464" y="241142"/>
                </a:lnTo>
                <a:cubicBezTo>
                  <a:pt x="553571" y="241142"/>
                  <a:pt x="570076" y="246298"/>
                  <a:pt x="581978" y="256608"/>
                </a:cubicBezTo>
                <a:cubicBezTo>
                  <a:pt x="593883" y="266914"/>
                  <a:pt x="599836" y="280166"/>
                  <a:pt x="599836" y="296364"/>
                </a:cubicBezTo>
                <a:cubicBezTo>
                  <a:pt x="599836" y="315756"/>
                  <a:pt x="592288" y="331279"/>
                  <a:pt x="577191" y="342934"/>
                </a:cubicBezTo>
                <a:cubicBezTo>
                  <a:pt x="562099" y="354592"/>
                  <a:pt x="540563" y="360422"/>
                  <a:pt x="512583" y="360422"/>
                </a:cubicBezTo>
                <a:cubicBezTo>
                  <a:pt x="482394" y="360422"/>
                  <a:pt x="461532" y="355145"/>
                  <a:pt x="449997" y="344591"/>
                </a:cubicBezTo>
                <a:cubicBezTo>
                  <a:pt x="438462" y="334037"/>
                  <a:pt x="432695" y="318452"/>
                  <a:pt x="432695" y="297836"/>
                </a:cubicBezTo>
                <a:lnTo>
                  <a:pt x="482029" y="297836"/>
                </a:lnTo>
                <a:cubicBezTo>
                  <a:pt x="482029" y="307165"/>
                  <a:pt x="484176" y="313853"/>
                  <a:pt x="488472" y="317902"/>
                </a:cubicBezTo>
                <a:cubicBezTo>
                  <a:pt x="492768" y="321950"/>
                  <a:pt x="500928" y="323974"/>
                  <a:pt x="512954" y="323974"/>
                </a:cubicBezTo>
                <a:cubicBezTo>
                  <a:pt x="534061" y="323974"/>
                  <a:pt x="544615" y="316121"/>
                  <a:pt x="544615" y="300414"/>
                </a:cubicBezTo>
                <a:cubicBezTo>
                  <a:pt x="544615" y="293298"/>
                  <a:pt x="542589" y="287960"/>
                  <a:pt x="538536" y="284398"/>
                </a:cubicBezTo>
                <a:cubicBezTo>
                  <a:pt x="534488" y="280840"/>
                  <a:pt x="528292" y="279061"/>
                  <a:pt x="519948" y="279061"/>
                </a:cubicBezTo>
                <a:lnTo>
                  <a:pt x="505224" y="279061"/>
                </a:lnTo>
                <a:cubicBezTo>
                  <a:pt x="485832" y="279061"/>
                  <a:pt x="471718" y="275687"/>
                  <a:pt x="462884" y="268938"/>
                </a:cubicBezTo>
                <a:cubicBezTo>
                  <a:pt x="454049" y="262190"/>
                  <a:pt x="449632" y="252924"/>
                  <a:pt x="449632" y="241142"/>
                </a:cubicBezTo>
                <a:cubicBezTo>
                  <a:pt x="449632" y="234023"/>
                  <a:pt x="451473" y="227334"/>
                  <a:pt x="455154" y="221076"/>
                </a:cubicBezTo>
                <a:cubicBezTo>
                  <a:pt x="458835" y="214818"/>
                  <a:pt x="463867" y="209480"/>
                  <a:pt x="470249" y="205060"/>
                </a:cubicBezTo>
                <a:cubicBezTo>
                  <a:pt x="459695" y="198435"/>
                  <a:pt x="452025" y="190705"/>
                  <a:pt x="447239" y="181871"/>
                </a:cubicBezTo>
                <a:cubicBezTo>
                  <a:pt x="442452" y="173032"/>
                  <a:pt x="440059" y="161986"/>
                  <a:pt x="440059" y="148732"/>
                </a:cubicBezTo>
                <a:cubicBezTo>
                  <a:pt x="440059" y="126644"/>
                  <a:pt x="446808" y="109342"/>
                  <a:pt x="460305" y="96825"/>
                </a:cubicBezTo>
                <a:cubicBezTo>
                  <a:pt x="473806" y="84306"/>
                  <a:pt x="492215" y="78046"/>
                  <a:pt x="515532" y="78046"/>
                </a:cubicBezTo>
                <a:cubicBezTo>
                  <a:pt x="530992" y="78046"/>
                  <a:pt x="544060" y="76083"/>
                  <a:pt x="554738" y="72158"/>
                </a:cubicBezTo>
                <a:cubicBezTo>
                  <a:pt x="565415" y="68230"/>
                  <a:pt x="576890" y="62462"/>
                  <a:pt x="589163" y="54856"/>
                </a:cubicBezTo>
                <a:lnTo>
                  <a:pt x="602785" y="94612"/>
                </a:lnTo>
                <a:moveTo>
                  <a:pt x="515897" y="114128"/>
                </a:moveTo>
                <a:cubicBezTo>
                  <a:pt x="508782" y="114128"/>
                  <a:pt x="503443" y="116766"/>
                  <a:pt x="499882" y="122043"/>
                </a:cubicBezTo>
                <a:cubicBezTo>
                  <a:pt x="496324" y="127320"/>
                  <a:pt x="494545" y="135971"/>
                  <a:pt x="494545" y="147996"/>
                </a:cubicBezTo>
                <a:cubicBezTo>
                  <a:pt x="494545" y="170823"/>
                  <a:pt x="501541" y="182236"/>
                  <a:pt x="515532" y="182236"/>
                </a:cubicBezTo>
                <a:cubicBezTo>
                  <a:pt x="522404" y="182236"/>
                  <a:pt x="527558" y="179659"/>
                  <a:pt x="530992" y="174506"/>
                </a:cubicBezTo>
                <a:cubicBezTo>
                  <a:pt x="534430" y="169353"/>
                  <a:pt x="536149" y="160271"/>
                  <a:pt x="536149" y="147261"/>
                </a:cubicBezTo>
                <a:cubicBezTo>
                  <a:pt x="536149" y="135479"/>
                  <a:pt x="534492" y="127011"/>
                  <a:pt x="531177" y="121858"/>
                </a:cubicBezTo>
                <a:cubicBezTo>
                  <a:pt x="527863" y="116704"/>
                  <a:pt x="522770" y="114128"/>
                  <a:pt x="515897" y="114128"/>
                </a:cubicBezTo>
                <a:close/>
                <a:moveTo>
                  <a:pt x="766246" y="177450"/>
                </a:moveTo>
                <a:cubicBezTo>
                  <a:pt x="766246" y="185303"/>
                  <a:pt x="765877" y="192054"/>
                  <a:pt x="765139" y="197701"/>
                </a:cubicBezTo>
                <a:lnTo>
                  <a:pt x="665735" y="197701"/>
                </a:lnTo>
                <a:cubicBezTo>
                  <a:pt x="666964" y="215371"/>
                  <a:pt x="670216" y="227581"/>
                  <a:pt x="675493" y="234334"/>
                </a:cubicBezTo>
                <a:cubicBezTo>
                  <a:pt x="680770" y="241082"/>
                  <a:pt x="688440" y="244457"/>
                  <a:pt x="698503" y="244457"/>
                </a:cubicBezTo>
                <a:cubicBezTo>
                  <a:pt x="705132" y="244457"/>
                  <a:pt x="711513" y="243169"/>
                  <a:pt x="717648" y="240592"/>
                </a:cubicBezTo>
                <a:cubicBezTo>
                  <a:pt x="723782" y="238012"/>
                  <a:pt x="730409" y="234023"/>
                  <a:pt x="737529" y="228626"/>
                </a:cubicBezTo>
                <a:lnTo>
                  <a:pt x="760353" y="258815"/>
                </a:lnTo>
                <a:cubicBezTo>
                  <a:pt x="742189" y="276485"/>
                  <a:pt x="720223" y="285319"/>
                  <a:pt x="694453" y="285319"/>
                </a:cubicBezTo>
                <a:cubicBezTo>
                  <a:pt x="666964" y="285319"/>
                  <a:pt x="646102" y="276299"/>
                  <a:pt x="631867" y="258259"/>
                </a:cubicBezTo>
                <a:cubicBezTo>
                  <a:pt x="617631" y="240219"/>
                  <a:pt x="610514" y="215002"/>
                  <a:pt x="610514" y="182607"/>
                </a:cubicBezTo>
                <a:cubicBezTo>
                  <a:pt x="610514" y="150208"/>
                  <a:pt x="617324" y="124560"/>
                  <a:pt x="630945" y="105662"/>
                </a:cubicBezTo>
                <a:cubicBezTo>
                  <a:pt x="644566" y="86761"/>
                  <a:pt x="664018" y="77310"/>
                  <a:pt x="689301" y="77310"/>
                </a:cubicBezTo>
                <a:cubicBezTo>
                  <a:pt x="713352" y="77310"/>
                  <a:pt x="732188" y="85839"/>
                  <a:pt x="745809" y="102898"/>
                </a:cubicBezTo>
                <a:cubicBezTo>
                  <a:pt x="759434" y="119957"/>
                  <a:pt x="766246" y="144808"/>
                  <a:pt x="766246" y="177450"/>
                </a:cubicBezTo>
                <a:moveTo>
                  <a:pt x="712126" y="161619"/>
                </a:moveTo>
                <a:cubicBezTo>
                  <a:pt x="712126" y="144931"/>
                  <a:pt x="710468" y="132844"/>
                  <a:pt x="707154" y="125357"/>
                </a:cubicBezTo>
                <a:cubicBezTo>
                  <a:pt x="703840" y="117871"/>
                  <a:pt x="698010" y="114128"/>
                  <a:pt x="689666" y="114128"/>
                </a:cubicBezTo>
                <a:cubicBezTo>
                  <a:pt x="682304" y="114128"/>
                  <a:pt x="676720" y="117747"/>
                  <a:pt x="672915" y="124987"/>
                </a:cubicBezTo>
                <a:cubicBezTo>
                  <a:pt x="669110" y="132226"/>
                  <a:pt x="666716" y="145296"/>
                  <a:pt x="665735" y="164198"/>
                </a:cubicBezTo>
                <a:lnTo>
                  <a:pt x="712126" y="164198"/>
                </a:lnTo>
                <a:lnTo>
                  <a:pt x="712126" y="161619"/>
                </a:lnTo>
                <a:close/>
                <a:moveTo>
                  <a:pt x="917557" y="23931"/>
                </a:moveTo>
                <a:lnTo>
                  <a:pt x="917557" y="233413"/>
                </a:lnTo>
                <a:lnTo>
                  <a:pt x="997816" y="233413"/>
                </a:lnTo>
                <a:lnTo>
                  <a:pt x="991923" y="279061"/>
                </a:lnTo>
                <a:lnTo>
                  <a:pt x="859757" y="279061"/>
                </a:lnTo>
                <a:lnTo>
                  <a:pt x="859757" y="23931"/>
                </a:lnTo>
                <a:lnTo>
                  <a:pt x="917557" y="23931"/>
                </a:lnTo>
                <a:close/>
                <a:moveTo>
                  <a:pt x="1150454" y="227149"/>
                </a:moveTo>
                <a:cubicBezTo>
                  <a:pt x="1150454" y="233287"/>
                  <a:pt x="1151190" y="237830"/>
                  <a:pt x="1152662" y="240777"/>
                </a:cubicBezTo>
                <a:cubicBezTo>
                  <a:pt x="1154133" y="243721"/>
                  <a:pt x="1156710" y="246050"/>
                  <a:pt x="1160391" y="247766"/>
                </a:cubicBezTo>
                <a:lnTo>
                  <a:pt x="1148982" y="284218"/>
                </a:lnTo>
                <a:cubicBezTo>
                  <a:pt x="1138428" y="283233"/>
                  <a:pt x="1129775" y="280717"/>
                  <a:pt x="1123023" y="276668"/>
                </a:cubicBezTo>
                <a:cubicBezTo>
                  <a:pt x="1116274" y="272620"/>
                  <a:pt x="1111059" y="266300"/>
                  <a:pt x="1107378" y="257709"/>
                </a:cubicBezTo>
                <a:cubicBezTo>
                  <a:pt x="1096086" y="276116"/>
                  <a:pt x="1080011" y="285319"/>
                  <a:pt x="1059151" y="285319"/>
                </a:cubicBezTo>
                <a:cubicBezTo>
                  <a:pt x="1042949" y="285319"/>
                  <a:pt x="1030062" y="279736"/>
                  <a:pt x="1020490" y="268568"/>
                </a:cubicBezTo>
                <a:cubicBezTo>
                  <a:pt x="1010921" y="257400"/>
                  <a:pt x="1006137" y="242612"/>
                  <a:pt x="1006137" y="224205"/>
                </a:cubicBezTo>
                <a:cubicBezTo>
                  <a:pt x="1006137" y="202855"/>
                  <a:pt x="1012764" y="186595"/>
                  <a:pt x="1026018" y="175427"/>
                </a:cubicBezTo>
                <a:cubicBezTo>
                  <a:pt x="1039272" y="164260"/>
                  <a:pt x="1058660" y="158676"/>
                  <a:pt x="1084183" y="158676"/>
                </a:cubicBezTo>
                <a:lnTo>
                  <a:pt x="1095963" y="158676"/>
                </a:lnTo>
                <a:lnTo>
                  <a:pt x="1095963" y="148367"/>
                </a:lnTo>
                <a:cubicBezTo>
                  <a:pt x="1095963" y="136585"/>
                  <a:pt x="1094184" y="128425"/>
                  <a:pt x="1090626" y="123886"/>
                </a:cubicBezTo>
                <a:cubicBezTo>
                  <a:pt x="1087068" y="119343"/>
                  <a:pt x="1080748" y="117071"/>
                  <a:pt x="1071667" y="117071"/>
                </a:cubicBezTo>
                <a:cubicBezTo>
                  <a:pt x="1060375" y="117071"/>
                  <a:pt x="1046385" y="120386"/>
                  <a:pt x="1029697" y="127015"/>
                </a:cubicBezTo>
                <a:lnTo>
                  <a:pt x="1017181" y="91668"/>
                </a:lnTo>
                <a:cubicBezTo>
                  <a:pt x="1027244" y="87006"/>
                  <a:pt x="1037981" y="83448"/>
                  <a:pt x="1049393" y="80995"/>
                </a:cubicBezTo>
                <a:cubicBezTo>
                  <a:pt x="1060808" y="78538"/>
                  <a:pt x="1071669" y="77310"/>
                  <a:pt x="1081975" y="77310"/>
                </a:cubicBezTo>
                <a:cubicBezTo>
                  <a:pt x="1105045" y="77310"/>
                  <a:pt x="1122225" y="82894"/>
                  <a:pt x="1133517" y="94062"/>
                </a:cubicBezTo>
                <a:cubicBezTo>
                  <a:pt x="1144808" y="105229"/>
                  <a:pt x="1150454" y="122348"/>
                  <a:pt x="1150454" y="145418"/>
                </a:cubicBezTo>
                <a:lnTo>
                  <a:pt x="1150454" y="227149"/>
                </a:lnTo>
                <a:moveTo>
                  <a:pt x="1076082" y="245929"/>
                </a:moveTo>
                <a:cubicBezTo>
                  <a:pt x="1080258" y="245929"/>
                  <a:pt x="1084063" y="244333"/>
                  <a:pt x="1087497" y="241142"/>
                </a:cubicBezTo>
                <a:cubicBezTo>
                  <a:pt x="1090935" y="237952"/>
                  <a:pt x="1093757" y="233411"/>
                  <a:pt x="1095963" y="227520"/>
                </a:cubicBezTo>
                <a:lnTo>
                  <a:pt x="1095963" y="189601"/>
                </a:lnTo>
                <a:lnTo>
                  <a:pt x="1089340" y="189601"/>
                </a:lnTo>
                <a:cubicBezTo>
                  <a:pt x="1079277" y="189601"/>
                  <a:pt x="1071974" y="191994"/>
                  <a:pt x="1067431" y="196780"/>
                </a:cubicBezTo>
                <a:cubicBezTo>
                  <a:pt x="1062892" y="201566"/>
                  <a:pt x="1060622" y="209113"/>
                  <a:pt x="1060622" y="219419"/>
                </a:cubicBezTo>
                <a:cubicBezTo>
                  <a:pt x="1060622" y="228010"/>
                  <a:pt x="1061972" y="234577"/>
                  <a:pt x="1064673" y="239120"/>
                </a:cubicBezTo>
                <a:cubicBezTo>
                  <a:pt x="1067373" y="243659"/>
                  <a:pt x="1071176" y="245929"/>
                  <a:pt x="1076082" y="245929"/>
                </a:cubicBezTo>
                <a:close/>
                <a:moveTo>
                  <a:pt x="1285051" y="77310"/>
                </a:moveTo>
                <a:cubicBezTo>
                  <a:pt x="1299039" y="77310"/>
                  <a:pt x="1310021" y="82341"/>
                  <a:pt x="1317998" y="92404"/>
                </a:cubicBezTo>
                <a:cubicBezTo>
                  <a:pt x="1325975" y="102467"/>
                  <a:pt x="1329964" y="115967"/>
                  <a:pt x="1329964" y="132902"/>
                </a:cubicBezTo>
                <a:lnTo>
                  <a:pt x="1329964" y="279061"/>
                </a:lnTo>
                <a:lnTo>
                  <a:pt x="1274372" y="279061"/>
                </a:lnTo>
                <a:lnTo>
                  <a:pt x="1274372" y="138795"/>
                </a:lnTo>
                <a:cubicBezTo>
                  <a:pt x="1274372" y="126032"/>
                  <a:pt x="1270814" y="119650"/>
                  <a:pt x="1263698" y="119650"/>
                </a:cubicBezTo>
                <a:cubicBezTo>
                  <a:pt x="1256579" y="119650"/>
                  <a:pt x="1248847" y="127503"/>
                  <a:pt x="1240503" y="143210"/>
                </a:cubicBezTo>
                <a:lnTo>
                  <a:pt x="1240503" y="279061"/>
                </a:lnTo>
                <a:lnTo>
                  <a:pt x="1184911" y="279061"/>
                </a:lnTo>
                <a:lnTo>
                  <a:pt x="1184911" y="83568"/>
                </a:lnTo>
                <a:lnTo>
                  <a:pt x="1233138" y="83568"/>
                </a:lnTo>
                <a:lnTo>
                  <a:pt x="1237189" y="106763"/>
                </a:lnTo>
                <a:cubicBezTo>
                  <a:pt x="1243570" y="96947"/>
                  <a:pt x="1250564" y="89584"/>
                  <a:pt x="1258171" y="84675"/>
                </a:cubicBezTo>
                <a:cubicBezTo>
                  <a:pt x="1265781" y="79765"/>
                  <a:pt x="1274741" y="77310"/>
                  <a:pt x="1285051" y="77310"/>
                </a:cubicBezTo>
                <a:close/>
                <a:moveTo>
                  <a:pt x="1514194" y="94612"/>
                </a:moveTo>
                <a:cubicBezTo>
                  <a:pt x="1505112" y="99522"/>
                  <a:pt x="1489894" y="101977"/>
                  <a:pt x="1468540" y="101977"/>
                </a:cubicBezTo>
                <a:cubicBezTo>
                  <a:pt x="1479340" y="106887"/>
                  <a:pt x="1487317" y="113454"/>
                  <a:pt x="1492471" y="121678"/>
                </a:cubicBezTo>
                <a:cubicBezTo>
                  <a:pt x="1497624" y="129898"/>
                  <a:pt x="1500201" y="140267"/>
                  <a:pt x="1500201" y="152783"/>
                </a:cubicBezTo>
                <a:cubicBezTo>
                  <a:pt x="1500201" y="172171"/>
                  <a:pt x="1493881" y="187880"/>
                  <a:pt x="1481241" y="199909"/>
                </a:cubicBezTo>
                <a:cubicBezTo>
                  <a:pt x="1468601" y="211934"/>
                  <a:pt x="1451359" y="217947"/>
                  <a:pt x="1429514" y="217947"/>
                </a:cubicBezTo>
                <a:cubicBezTo>
                  <a:pt x="1422642" y="217947"/>
                  <a:pt x="1416752" y="217211"/>
                  <a:pt x="1411846" y="215739"/>
                </a:cubicBezTo>
                <a:cubicBezTo>
                  <a:pt x="1407918" y="218440"/>
                  <a:pt x="1405954" y="222612"/>
                  <a:pt x="1405954" y="228256"/>
                </a:cubicBezTo>
                <a:cubicBezTo>
                  <a:pt x="1405954" y="232428"/>
                  <a:pt x="1407242" y="235618"/>
                  <a:pt x="1409818" y="237828"/>
                </a:cubicBezTo>
                <a:cubicBezTo>
                  <a:pt x="1412395" y="240038"/>
                  <a:pt x="1417120" y="241142"/>
                  <a:pt x="1423992" y="241142"/>
                </a:cubicBezTo>
                <a:lnTo>
                  <a:pt x="1443873" y="241142"/>
                </a:lnTo>
                <a:cubicBezTo>
                  <a:pt x="1464980" y="241142"/>
                  <a:pt x="1481484" y="246298"/>
                  <a:pt x="1493386" y="256608"/>
                </a:cubicBezTo>
                <a:cubicBezTo>
                  <a:pt x="1505292" y="266914"/>
                  <a:pt x="1511245" y="280166"/>
                  <a:pt x="1511245" y="296364"/>
                </a:cubicBezTo>
                <a:cubicBezTo>
                  <a:pt x="1511245" y="315756"/>
                  <a:pt x="1503697" y="331279"/>
                  <a:pt x="1488600" y="342934"/>
                </a:cubicBezTo>
                <a:cubicBezTo>
                  <a:pt x="1473507" y="354592"/>
                  <a:pt x="1451971" y="360422"/>
                  <a:pt x="1423992" y="360422"/>
                </a:cubicBezTo>
                <a:cubicBezTo>
                  <a:pt x="1393803" y="360422"/>
                  <a:pt x="1372941" y="355145"/>
                  <a:pt x="1361406" y="344591"/>
                </a:cubicBezTo>
                <a:cubicBezTo>
                  <a:pt x="1349871" y="334037"/>
                  <a:pt x="1344103" y="318452"/>
                  <a:pt x="1344103" y="297836"/>
                </a:cubicBezTo>
                <a:lnTo>
                  <a:pt x="1393437" y="297836"/>
                </a:lnTo>
                <a:cubicBezTo>
                  <a:pt x="1393437" y="307165"/>
                  <a:pt x="1395585" y="313853"/>
                  <a:pt x="1399881" y="317902"/>
                </a:cubicBezTo>
                <a:cubicBezTo>
                  <a:pt x="1404176" y="321950"/>
                  <a:pt x="1412337" y="323974"/>
                  <a:pt x="1424363" y="323974"/>
                </a:cubicBezTo>
                <a:cubicBezTo>
                  <a:pt x="1445470" y="323974"/>
                  <a:pt x="1456023" y="316121"/>
                  <a:pt x="1456023" y="300414"/>
                </a:cubicBezTo>
                <a:cubicBezTo>
                  <a:pt x="1456023" y="293298"/>
                  <a:pt x="1453997" y="287960"/>
                  <a:pt x="1449945" y="284398"/>
                </a:cubicBezTo>
                <a:cubicBezTo>
                  <a:pt x="1445897" y="280840"/>
                  <a:pt x="1439701" y="279061"/>
                  <a:pt x="1431356" y="279061"/>
                </a:cubicBezTo>
                <a:lnTo>
                  <a:pt x="1416633" y="279061"/>
                </a:lnTo>
                <a:cubicBezTo>
                  <a:pt x="1397241" y="279061"/>
                  <a:pt x="1383127" y="275687"/>
                  <a:pt x="1374293" y="268938"/>
                </a:cubicBezTo>
                <a:cubicBezTo>
                  <a:pt x="1365458" y="262190"/>
                  <a:pt x="1361041" y="252924"/>
                  <a:pt x="1361041" y="241142"/>
                </a:cubicBezTo>
                <a:cubicBezTo>
                  <a:pt x="1361041" y="234023"/>
                  <a:pt x="1362881" y="227334"/>
                  <a:pt x="1366563" y="221076"/>
                </a:cubicBezTo>
                <a:cubicBezTo>
                  <a:pt x="1370244" y="214818"/>
                  <a:pt x="1375276" y="209480"/>
                  <a:pt x="1381657" y="205060"/>
                </a:cubicBezTo>
                <a:cubicBezTo>
                  <a:pt x="1371104" y="198435"/>
                  <a:pt x="1363434" y="190705"/>
                  <a:pt x="1358647" y="181871"/>
                </a:cubicBezTo>
                <a:cubicBezTo>
                  <a:pt x="1353861" y="173032"/>
                  <a:pt x="1351468" y="161986"/>
                  <a:pt x="1351468" y="148732"/>
                </a:cubicBezTo>
                <a:cubicBezTo>
                  <a:pt x="1351468" y="126644"/>
                  <a:pt x="1358217" y="109342"/>
                  <a:pt x="1371714" y="96825"/>
                </a:cubicBezTo>
                <a:cubicBezTo>
                  <a:pt x="1385215" y="84306"/>
                  <a:pt x="1403624" y="78046"/>
                  <a:pt x="1426941" y="78046"/>
                </a:cubicBezTo>
                <a:cubicBezTo>
                  <a:pt x="1442401" y="78046"/>
                  <a:pt x="1455469" y="76083"/>
                  <a:pt x="1466146" y="72158"/>
                </a:cubicBezTo>
                <a:cubicBezTo>
                  <a:pt x="1476824" y="68230"/>
                  <a:pt x="1488299" y="62462"/>
                  <a:pt x="1500571" y="54856"/>
                </a:cubicBezTo>
                <a:lnTo>
                  <a:pt x="1514194" y="94612"/>
                </a:lnTo>
                <a:moveTo>
                  <a:pt x="1427306" y="114128"/>
                </a:moveTo>
                <a:cubicBezTo>
                  <a:pt x="1420190" y="114128"/>
                  <a:pt x="1414852" y="116766"/>
                  <a:pt x="1411290" y="122043"/>
                </a:cubicBezTo>
                <a:cubicBezTo>
                  <a:pt x="1407732" y="127320"/>
                  <a:pt x="1405954" y="135971"/>
                  <a:pt x="1405954" y="147996"/>
                </a:cubicBezTo>
                <a:cubicBezTo>
                  <a:pt x="1405954" y="170823"/>
                  <a:pt x="1412949" y="182236"/>
                  <a:pt x="1426941" y="182236"/>
                </a:cubicBezTo>
                <a:cubicBezTo>
                  <a:pt x="1433813" y="182236"/>
                  <a:pt x="1438966" y="179659"/>
                  <a:pt x="1442401" y="174506"/>
                </a:cubicBezTo>
                <a:cubicBezTo>
                  <a:pt x="1445839" y="169353"/>
                  <a:pt x="1447558" y="160271"/>
                  <a:pt x="1447558" y="147261"/>
                </a:cubicBezTo>
                <a:cubicBezTo>
                  <a:pt x="1447558" y="135479"/>
                  <a:pt x="1445901" y="127011"/>
                  <a:pt x="1442586" y="121858"/>
                </a:cubicBezTo>
                <a:cubicBezTo>
                  <a:pt x="1439272" y="116704"/>
                  <a:pt x="1434178" y="114128"/>
                  <a:pt x="1427306" y="114128"/>
                </a:cubicBezTo>
                <a:close/>
                <a:moveTo>
                  <a:pt x="1670842" y="279061"/>
                </a:moveTo>
                <a:lnTo>
                  <a:pt x="1622244" y="279061"/>
                </a:lnTo>
                <a:lnTo>
                  <a:pt x="1620036" y="256602"/>
                </a:lnTo>
                <a:cubicBezTo>
                  <a:pt x="1608254" y="275747"/>
                  <a:pt x="1592669" y="285319"/>
                  <a:pt x="1573281" y="285319"/>
                </a:cubicBezTo>
                <a:cubicBezTo>
                  <a:pt x="1559046" y="285319"/>
                  <a:pt x="1547816" y="280166"/>
                  <a:pt x="1539592" y="269860"/>
                </a:cubicBezTo>
                <a:cubicBezTo>
                  <a:pt x="1531371" y="259550"/>
                  <a:pt x="1527261" y="245927"/>
                  <a:pt x="1527261" y="228991"/>
                </a:cubicBezTo>
                <a:lnTo>
                  <a:pt x="1527261" y="83568"/>
                </a:lnTo>
                <a:lnTo>
                  <a:pt x="1582853" y="83568"/>
                </a:lnTo>
                <a:lnTo>
                  <a:pt x="1582853" y="226784"/>
                </a:lnTo>
                <a:cubicBezTo>
                  <a:pt x="1582853" y="232428"/>
                  <a:pt x="1583834" y="236723"/>
                  <a:pt x="1585797" y="239671"/>
                </a:cubicBezTo>
                <a:cubicBezTo>
                  <a:pt x="1587759" y="242614"/>
                  <a:pt x="1590583" y="244086"/>
                  <a:pt x="1594268" y="244086"/>
                </a:cubicBezTo>
                <a:cubicBezTo>
                  <a:pt x="1602122" y="244086"/>
                  <a:pt x="1609116" y="237214"/>
                  <a:pt x="1615250" y="223469"/>
                </a:cubicBezTo>
                <a:lnTo>
                  <a:pt x="1615250" y="83568"/>
                </a:lnTo>
                <a:lnTo>
                  <a:pt x="1670842" y="83568"/>
                </a:lnTo>
                <a:lnTo>
                  <a:pt x="1670842" y="279061"/>
                </a:lnTo>
                <a:close/>
                <a:moveTo>
                  <a:pt x="1838061" y="227149"/>
                </a:moveTo>
                <a:cubicBezTo>
                  <a:pt x="1838061" y="233287"/>
                  <a:pt x="1838797" y="237830"/>
                  <a:pt x="1840268" y="240777"/>
                </a:cubicBezTo>
                <a:cubicBezTo>
                  <a:pt x="1841740" y="243721"/>
                  <a:pt x="1844317" y="246050"/>
                  <a:pt x="1847998" y="247766"/>
                </a:cubicBezTo>
                <a:lnTo>
                  <a:pt x="1836589" y="284218"/>
                </a:lnTo>
                <a:cubicBezTo>
                  <a:pt x="1826035" y="283233"/>
                  <a:pt x="1817382" y="280717"/>
                  <a:pt x="1810630" y="276668"/>
                </a:cubicBezTo>
                <a:cubicBezTo>
                  <a:pt x="1803881" y="272620"/>
                  <a:pt x="1798666" y="266300"/>
                  <a:pt x="1794985" y="257709"/>
                </a:cubicBezTo>
                <a:cubicBezTo>
                  <a:pt x="1783693" y="276116"/>
                  <a:pt x="1767617" y="285319"/>
                  <a:pt x="1746757" y="285319"/>
                </a:cubicBezTo>
                <a:cubicBezTo>
                  <a:pt x="1730556" y="285319"/>
                  <a:pt x="1717669" y="279736"/>
                  <a:pt x="1708097" y="268568"/>
                </a:cubicBezTo>
                <a:cubicBezTo>
                  <a:pt x="1698528" y="257400"/>
                  <a:pt x="1693744" y="242612"/>
                  <a:pt x="1693744" y="224205"/>
                </a:cubicBezTo>
                <a:cubicBezTo>
                  <a:pt x="1693744" y="202855"/>
                  <a:pt x="1700371" y="186595"/>
                  <a:pt x="1713625" y="175427"/>
                </a:cubicBezTo>
                <a:cubicBezTo>
                  <a:pt x="1726878" y="164260"/>
                  <a:pt x="1746267" y="158676"/>
                  <a:pt x="1771790" y="158676"/>
                </a:cubicBezTo>
                <a:lnTo>
                  <a:pt x="1783570" y="158676"/>
                </a:lnTo>
                <a:lnTo>
                  <a:pt x="1783570" y="148367"/>
                </a:lnTo>
                <a:cubicBezTo>
                  <a:pt x="1783570" y="136585"/>
                  <a:pt x="1781791" y="128425"/>
                  <a:pt x="1778233" y="123886"/>
                </a:cubicBezTo>
                <a:cubicBezTo>
                  <a:pt x="1774675" y="119343"/>
                  <a:pt x="1768355" y="117071"/>
                  <a:pt x="1759273" y="117071"/>
                </a:cubicBezTo>
                <a:cubicBezTo>
                  <a:pt x="1747982" y="117071"/>
                  <a:pt x="1733992" y="120386"/>
                  <a:pt x="1717304" y="127015"/>
                </a:cubicBezTo>
                <a:lnTo>
                  <a:pt x="1704788" y="91668"/>
                </a:lnTo>
                <a:cubicBezTo>
                  <a:pt x="1714851" y="87006"/>
                  <a:pt x="1725588" y="83448"/>
                  <a:pt x="1737000" y="80995"/>
                </a:cubicBezTo>
                <a:cubicBezTo>
                  <a:pt x="1748415" y="78538"/>
                  <a:pt x="1759275" y="77310"/>
                  <a:pt x="1769582" y="77310"/>
                </a:cubicBezTo>
                <a:cubicBezTo>
                  <a:pt x="1792652" y="77310"/>
                  <a:pt x="1809832" y="82894"/>
                  <a:pt x="1821124" y="94062"/>
                </a:cubicBezTo>
                <a:cubicBezTo>
                  <a:pt x="1832415" y="105229"/>
                  <a:pt x="1838061" y="122348"/>
                  <a:pt x="1838061" y="145418"/>
                </a:cubicBezTo>
                <a:lnTo>
                  <a:pt x="1838061" y="227149"/>
                </a:lnTo>
                <a:moveTo>
                  <a:pt x="1763689" y="245929"/>
                </a:moveTo>
                <a:cubicBezTo>
                  <a:pt x="1767865" y="245929"/>
                  <a:pt x="1771670" y="244333"/>
                  <a:pt x="1775104" y="241142"/>
                </a:cubicBezTo>
                <a:cubicBezTo>
                  <a:pt x="1778542" y="237952"/>
                  <a:pt x="1781364" y="233411"/>
                  <a:pt x="1783570" y="227520"/>
                </a:cubicBezTo>
                <a:lnTo>
                  <a:pt x="1783570" y="189601"/>
                </a:lnTo>
                <a:lnTo>
                  <a:pt x="1776946" y="189601"/>
                </a:lnTo>
                <a:cubicBezTo>
                  <a:pt x="1766883" y="189601"/>
                  <a:pt x="1759581" y="191994"/>
                  <a:pt x="1755038" y="196780"/>
                </a:cubicBezTo>
                <a:cubicBezTo>
                  <a:pt x="1750499" y="201566"/>
                  <a:pt x="1748229" y="209113"/>
                  <a:pt x="1748229" y="219419"/>
                </a:cubicBezTo>
                <a:cubicBezTo>
                  <a:pt x="1748229" y="228010"/>
                  <a:pt x="1749579" y="234577"/>
                  <a:pt x="1752279" y="239120"/>
                </a:cubicBezTo>
                <a:cubicBezTo>
                  <a:pt x="1754980" y="243659"/>
                  <a:pt x="1758783" y="245929"/>
                  <a:pt x="1763689" y="245929"/>
                </a:cubicBezTo>
                <a:close/>
                <a:moveTo>
                  <a:pt x="2025343" y="94612"/>
                </a:moveTo>
                <a:cubicBezTo>
                  <a:pt x="2016261" y="99522"/>
                  <a:pt x="2001043" y="101977"/>
                  <a:pt x="1979688" y="101977"/>
                </a:cubicBezTo>
                <a:cubicBezTo>
                  <a:pt x="1990489" y="106887"/>
                  <a:pt x="1998466" y="113454"/>
                  <a:pt x="2003619" y="121678"/>
                </a:cubicBezTo>
                <a:cubicBezTo>
                  <a:pt x="2008773" y="129898"/>
                  <a:pt x="2011349" y="140267"/>
                  <a:pt x="2011349" y="152783"/>
                </a:cubicBezTo>
                <a:cubicBezTo>
                  <a:pt x="2011349" y="172171"/>
                  <a:pt x="2005029" y="187880"/>
                  <a:pt x="1992390" y="199909"/>
                </a:cubicBezTo>
                <a:cubicBezTo>
                  <a:pt x="1979750" y="211934"/>
                  <a:pt x="1962508" y="217947"/>
                  <a:pt x="1940663" y="217947"/>
                </a:cubicBezTo>
                <a:cubicBezTo>
                  <a:pt x="1933790" y="217947"/>
                  <a:pt x="1927901" y="217211"/>
                  <a:pt x="1922995" y="215739"/>
                </a:cubicBezTo>
                <a:cubicBezTo>
                  <a:pt x="1919067" y="218440"/>
                  <a:pt x="1917102" y="222612"/>
                  <a:pt x="1917102" y="228256"/>
                </a:cubicBezTo>
                <a:cubicBezTo>
                  <a:pt x="1917102" y="232428"/>
                  <a:pt x="1918391" y="235618"/>
                  <a:pt x="1920967" y="237828"/>
                </a:cubicBezTo>
                <a:cubicBezTo>
                  <a:pt x="1923544" y="240038"/>
                  <a:pt x="1928268" y="241142"/>
                  <a:pt x="1935140" y="241142"/>
                </a:cubicBezTo>
                <a:lnTo>
                  <a:pt x="1955021" y="241142"/>
                </a:lnTo>
                <a:cubicBezTo>
                  <a:pt x="1976129" y="241142"/>
                  <a:pt x="1992633" y="246298"/>
                  <a:pt x="2004535" y="256608"/>
                </a:cubicBezTo>
                <a:cubicBezTo>
                  <a:pt x="2016441" y="266914"/>
                  <a:pt x="2022394" y="280166"/>
                  <a:pt x="2022394" y="296364"/>
                </a:cubicBezTo>
                <a:cubicBezTo>
                  <a:pt x="2022394" y="315756"/>
                  <a:pt x="2014845" y="331279"/>
                  <a:pt x="1999749" y="342934"/>
                </a:cubicBezTo>
                <a:cubicBezTo>
                  <a:pt x="1984656" y="354592"/>
                  <a:pt x="1963120" y="360422"/>
                  <a:pt x="1935140" y="360422"/>
                </a:cubicBezTo>
                <a:cubicBezTo>
                  <a:pt x="1904951" y="360422"/>
                  <a:pt x="1884089" y="355145"/>
                  <a:pt x="1872554" y="344591"/>
                </a:cubicBezTo>
                <a:cubicBezTo>
                  <a:pt x="1861020" y="334037"/>
                  <a:pt x="1855252" y="318452"/>
                  <a:pt x="1855252" y="297836"/>
                </a:cubicBezTo>
                <a:lnTo>
                  <a:pt x="1904586" y="297836"/>
                </a:lnTo>
                <a:cubicBezTo>
                  <a:pt x="1904586" y="307165"/>
                  <a:pt x="1906734" y="313853"/>
                  <a:pt x="1911030" y="317902"/>
                </a:cubicBezTo>
                <a:cubicBezTo>
                  <a:pt x="1915325" y="321950"/>
                  <a:pt x="1923486" y="323974"/>
                  <a:pt x="1935511" y="323974"/>
                </a:cubicBezTo>
                <a:cubicBezTo>
                  <a:pt x="1956619" y="323974"/>
                  <a:pt x="1967172" y="316121"/>
                  <a:pt x="1967172" y="300414"/>
                </a:cubicBezTo>
                <a:cubicBezTo>
                  <a:pt x="1967172" y="293298"/>
                  <a:pt x="1965146" y="287960"/>
                  <a:pt x="1961094" y="284398"/>
                </a:cubicBezTo>
                <a:cubicBezTo>
                  <a:pt x="1957046" y="280840"/>
                  <a:pt x="1950849" y="279061"/>
                  <a:pt x="1942505" y="279061"/>
                </a:cubicBezTo>
                <a:lnTo>
                  <a:pt x="1927781" y="279061"/>
                </a:lnTo>
                <a:cubicBezTo>
                  <a:pt x="1908389" y="279061"/>
                  <a:pt x="1894276" y="275687"/>
                  <a:pt x="1885441" y="268938"/>
                </a:cubicBezTo>
                <a:cubicBezTo>
                  <a:pt x="1876607" y="262190"/>
                  <a:pt x="1872189" y="252924"/>
                  <a:pt x="1872189" y="241142"/>
                </a:cubicBezTo>
                <a:cubicBezTo>
                  <a:pt x="1872189" y="234023"/>
                  <a:pt x="1874030" y="227334"/>
                  <a:pt x="1877711" y="221076"/>
                </a:cubicBezTo>
                <a:cubicBezTo>
                  <a:pt x="1881393" y="214818"/>
                  <a:pt x="1886424" y="209480"/>
                  <a:pt x="1892806" y="205060"/>
                </a:cubicBezTo>
                <a:cubicBezTo>
                  <a:pt x="1882252" y="198435"/>
                  <a:pt x="1874582" y="190705"/>
                  <a:pt x="1869796" y="181871"/>
                </a:cubicBezTo>
                <a:cubicBezTo>
                  <a:pt x="1865010" y="173032"/>
                  <a:pt x="1862617" y="161986"/>
                  <a:pt x="1862617" y="148732"/>
                </a:cubicBezTo>
                <a:cubicBezTo>
                  <a:pt x="1862617" y="126644"/>
                  <a:pt x="1869366" y="109342"/>
                  <a:pt x="1882863" y="96825"/>
                </a:cubicBezTo>
                <a:cubicBezTo>
                  <a:pt x="1896364" y="84306"/>
                  <a:pt x="1914773" y="78046"/>
                  <a:pt x="1938090" y="78046"/>
                </a:cubicBezTo>
                <a:cubicBezTo>
                  <a:pt x="1953549" y="78046"/>
                  <a:pt x="1966618" y="76083"/>
                  <a:pt x="1977295" y="72158"/>
                </a:cubicBezTo>
                <a:cubicBezTo>
                  <a:pt x="1987972" y="68230"/>
                  <a:pt x="1999447" y="62462"/>
                  <a:pt x="2011720" y="54856"/>
                </a:cubicBezTo>
                <a:lnTo>
                  <a:pt x="2025343" y="94612"/>
                </a:lnTo>
                <a:moveTo>
                  <a:pt x="1938455" y="114128"/>
                </a:moveTo>
                <a:cubicBezTo>
                  <a:pt x="1931339" y="114128"/>
                  <a:pt x="1926001" y="116766"/>
                  <a:pt x="1922439" y="122043"/>
                </a:cubicBezTo>
                <a:cubicBezTo>
                  <a:pt x="1918881" y="127320"/>
                  <a:pt x="1917102" y="135971"/>
                  <a:pt x="1917102" y="147996"/>
                </a:cubicBezTo>
                <a:cubicBezTo>
                  <a:pt x="1917102" y="170823"/>
                  <a:pt x="1924098" y="182236"/>
                  <a:pt x="1938090" y="182236"/>
                </a:cubicBezTo>
                <a:cubicBezTo>
                  <a:pt x="1944962" y="182236"/>
                  <a:pt x="1950115" y="179659"/>
                  <a:pt x="1953549" y="174506"/>
                </a:cubicBezTo>
                <a:cubicBezTo>
                  <a:pt x="1956987" y="169353"/>
                  <a:pt x="1958706" y="160271"/>
                  <a:pt x="1958706" y="147261"/>
                </a:cubicBezTo>
                <a:cubicBezTo>
                  <a:pt x="1958706" y="135479"/>
                  <a:pt x="1957049" y="127011"/>
                  <a:pt x="1953735" y="121858"/>
                </a:cubicBezTo>
                <a:cubicBezTo>
                  <a:pt x="1950420" y="116704"/>
                  <a:pt x="1945327" y="114128"/>
                  <a:pt x="1938455" y="114128"/>
                </a:cubicBezTo>
                <a:close/>
                <a:moveTo>
                  <a:pt x="2188620" y="177450"/>
                </a:moveTo>
                <a:cubicBezTo>
                  <a:pt x="2188620" y="185303"/>
                  <a:pt x="2188251" y="192054"/>
                  <a:pt x="2187513" y="197701"/>
                </a:cubicBezTo>
                <a:lnTo>
                  <a:pt x="2088109" y="197701"/>
                </a:lnTo>
                <a:cubicBezTo>
                  <a:pt x="2089337" y="215371"/>
                  <a:pt x="2092590" y="227581"/>
                  <a:pt x="2097867" y="234334"/>
                </a:cubicBezTo>
                <a:cubicBezTo>
                  <a:pt x="2103144" y="241082"/>
                  <a:pt x="2110814" y="244457"/>
                  <a:pt x="2120877" y="244457"/>
                </a:cubicBezTo>
                <a:cubicBezTo>
                  <a:pt x="2127505" y="244457"/>
                  <a:pt x="2133887" y="243169"/>
                  <a:pt x="2140022" y="240592"/>
                </a:cubicBezTo>
                <a:cubicBezTo>
                  <a:pt x="2146156" y="238012"/>
                  <a:pt x="2152783" y="234023"/>
                  <a:pt x="2159902" y="228626"/>
                </a:cubicBezTo>
                <a:lnTo>
                  <a:pt x="2182727" y="258815"/>
                </a:lnTo>
                <a:cubicBezTo>
                  <a:pt x="2164563" y="276485"/>
                  <a:pt x="2142596" y="285319"/>
                  <a:pt x="2116826" y="285319"/>
                </a:cubicBezTo>
                <a:cubicBezTo>
                  <a:pt x="2089337" y="285319"/>
                  <a:pt x="2068475" y="276299"/>
                  <a:pt x="2054240" y="258259"/>
                </a:cubicBezTo>
                <a:cubicBezTo>
                  <a:pt x="2040005" y="240219"/>
                  <a:pt x="2032888" y="215002"/>
                  <a:pt x="2032888" y="182607"/>
                </a:cubicBezTo>
                <a:cubicBezTo>
                  <a:pt x="2032888" y="150208"/>
                  <a:pt x="2039698" y="124560"/>
                  <a:pt x="2053319" y="105662"/>
                </a:cubicBezTo>
                <a:cubicBezTo>
                  <a:pt x="2066940" y="86761"/>
                  <a:pt x="2086392" y="77310"/>
                  <a:pt x="2111675" y="77310"/>
                </a:cubicBezTo>
                <a:cubicBezTo>
                  <a:pt x="2135726" y="77310"/>
                  <a:pt x="2154562" y="85839"/>
                  <a:pt x="2168183" y="102898"/>
                </a:cubicBezTo>
                <a:cubicBezTo>
                  <a:pt x="2181807" y="119957"/>
                  <a:pt x="2188620" y="144808"/>
                  <a:pt x="2188620" y="177450"/>
                </a:cubicBezTo>
                <a:moveTo>
                  <a:pt x="2134499" y="161619"/>
                </a:moveTo>
                <a:cubicBezTo>
                  <a:pt x="2134499" y="144931"/>
                  <a:pt x="2132842" y="132844"/>
                  <a:pt x="2129528" y="125357"/>
                </a:cubicBezTo>
                <a:cubicBezTo>
                  <a:pt x="2126213" y="117871"/>
                  <a:pt x="2120384" y="114128"/>
                  <a:pt x="2112040" y="114128"/>
                </a:cubicBezTo>
                <a:cubicBezTo>
                  <a:pt x="2104677" y="114128"/>
                  <a:pt x="2099093" y="117747"/>
                  <a:pt x="2095288" y="124987"/>
                </a:cubicBezTo>
                <a:cubicBezTo>
                  <a:pt x="2091483" y="132226"/>
                  <a:pt x="2089090" y="145296"/>
                  <a:pt x="2088109" y="164198"/>
                </a:cubicBezTo>
                <a:lnTo>
                  <a:pt x="2134499" y="164198"/>
                </a:lnTo>
                <a:lnTo>
                  <a:pt x="2134499" y="161619"/>
                </a:lnTo>
                <a:close/>
                <a:moveTo>
                  <a:pt x="2500815" y="279061"/>
                </a:moveTo>
                <a:lnTo>
                  <a:pt x="2446330" y="279061"/>
                </a:lnTo>
                <a:lnTo>
                  <a:pt x="2444116" y="177820"/>
                </a:lnTo>
                <a:cubicBezTo>
                  <a:pt x="2443382" y="154504"/>
                  <a:pt x="2443015" y="131799"/>
                  <a:pt x="2443015" y="109707"/>
                </a:cubicBezTo>
                <a:cubicBezTo>
                  <a:pt x="2443015" y="94247"/>
                  <a:pt x="2443137" y="82836"/>
                  <a:pt x="2443380" y="75473"/>
                </a:cubicBezTo>
                <a:lnTo>
                  <a:pt x="2415034" y="251816"/>
                </a:lnTo>
                <a:lnTo>
                  <a:pt x="2360913" y="251816"/>
                </a:lnTo>
                <a:lnTo>
                  <a:pt x="2331095" y="75102"/>
                </a:lnTo>
                <a:cubicBezTo>
                  <a:pt x="2331586" y="88847"/>
                  <a:pt x="2331831" y="107991"/>
                  <a:pt x="2331831" y="132537"/>
                </a:cubicBezTo>
                <a:cubicBezTo>
                  <a:pt x="2331831" y="152416"/>
                  <a:pt x="2331707" y="167756"/>
                  <a:pt x="2331460" y="178556"/>
                </a:cubicBezTo>
                <a:lnTo>
                  <a:pt x="2329252" y="279061"/>
                </a:lnTo>
                <a:lnTo>
                  <a:pt x="2275132" y="279061"/>
                </a:lnTo>
                <a:lnTo>
                  <a:pt x="2290598" y="23931"/>
                </a:lnTo>
                <a:lnTo>
                  <a:pt x="2362020" y="23931"/>
                </a:lnTo>
                <a:lnTo>
                  <a:pt x="2388895" y="198437"/>
                </a:lnTo>
                <a:lnTo>
                  <a:pt x="2413191" y="23931"/>
                </a:lnTo>
                <a:lnTo>
                  <a:pt x="2485720" y="23931"/>
                </a:lnTo>
                <a:lnTo>
                  <a:pt x="2500815" y="279061"/>
                </a:lnTo>
                <a:close/>
                <a:moveTo>
                  <a:pt x="2601061" y="77310"/>
                </a:moveTo>
                <a:cubicBezTo>
                  <a:pt x="2626588" y="77310"/>
                  <a:pt x="2646530" y="86023"/>
                  <a:pt x="2660889" y="103449"/>
                </a:cubicBezTo>
                <a:cubicBezTo>
                  <a:pt x="2675248" y="120875"/>
                  <a:pt x="2682427" y="146892"/>
                  <a:pt x="2682427" y="181500"/>
                </a:cubicBezTo>
                <a:cubicBezTo>
                  <a:pt x="2682427" y="214633"/>
                  <a:pt x="2675248" y="240219"/>
                  <a:pt x="2660889" y="258259"/>
                </a:cubicBezTo>
                <a:cubicBezTo>
                  <a:pt x="2646530" y="276299"/>
                  <a:pt x="2626588" y="285319"/>
                  <a:pt x="2601061" y="285319"/>
                </a:cubicBezTo>
                <a:cubicBezTo>
                  <a:pt x="2575539" y="285319"/>
                  <a:pt x="2555598" y="276545"/>
                  <a:pt x="2541239" y="258995"/>
                </a:cubicBezTo>
                <a:cubicBezTo>
                  <a:pt x="2526880" y="241446"/>
                  <a:pt x="2519701" y="215490"/>
                  <a:pt x="2519701" y="181129"/>
                </a:cubicBezTo>
                <a:cubicBezTo>
                  <a:pt x="2519701" y="147506"/>
                  <a:pt x="2526880" y="121798"/>
                  <a:pt x="2541239" y="104005"/>
                </a:cubicBezTo>
                <a:cubicBezTo>
                  <a:pt x="2555598" y="86208"/>
                  <a:pt x="2575539" y="77310"/>
                  <a:pt x="2601061" y="77310"/>
                </a:cubicBezTo>
                <a:moveTo>
                  <a:pt x="2601061" y="118543"/>
                </a:moveTo>
                <a:cubicBezTo>
                  <a:pt x="2592474" y="118543"/>
                  <a:pt x="2586278" y="123270"/>
                  <a:pt x="2582473" y="132722"/>
                </a:cubicBezTo>
                <a:cubicBezTo>
                  <a:pt x="2578668" y="142171"/>
                  <a:pt x="2576765" y="158307"/>
                  <a:pt x="2576765" y="181129"/>
                </a:cubicBezTo>
                <a:cubicBezTo>
                  <a:pt x="2576765" y="204693"/>
                  <a:pt x="2578668" y="221140"/>
                  <a:pt x="2582473" y="230469"/>
                </a:cubicBezTo>
                <a:cubicBezTo>
                  <a:pt x="2586278" y="239794"/>
                  <a:pt x="2592474" y="244457"/>
                  <a:pt x="2601061" y="244457"/>
                </a:cubicBezTo>
                <a:cubicBezTo>
                  <a:pt x="2609653" y="244457"/>
                  <a:pt x="2615851" y="239732"/>
                  <a:pt x="2619656" y="230284"/>
                </a:cubicBezTo>
                <a:cubicBezTo>
                  <a:pt x="2623461" y="220831"/>
                  <a:pt x="2625363" y="204570"/>
                  <a:pt x="2625363" y="181500"/>
                </a:cubicBezTo>
                <a:cubicBezTo>
                  <a:pt x="2625363" y="158183"/>
                  <a:pt x="2623461" y="141862"/>
                  <a:pt x="2619656" y="132537"/>
                </a:cubicBezTo>
                <a:cubicBezTo>
                  <a:pt x="2615851" y="123208"/>
                  <a:pt x="2609653" y="118543"/>
                  <a:pt x="2601061" y="118543"/>
                </a:cubicBezTo>
                <a:close/>
                <a:moveTo>
                  <a:pt x="2860576" y="5887"/>
                </a:moveTo>
                <a:lnTo>
                  <a:pt x="2860576" y="279061"/>
                </a:lnTo>
                <a:lnTo>
                  <a:pt x="2810876" y="279061"/>
                </a:lnTo>
                <a:lnTo>
                  <a:pt x="2809034" y="258445"/>
                </a:lnTo>
                <a:cubicBezTo>
                  <a:pt x="2803390" y="266789"/>
                  <a:pt x="2797008" y="273354"/>
                  <a:pt x="2789889" y="278140"/>
                </a:cubicBezTo>
                <a:cubicBezTo>
                  <a:pt x="2782773" y="282926"/>
                  <a:pt x="2774184" y="285319"/>
                  <a:pt x="2764121" y="285319"/>
                </a:cubicBezTo>
                <a:cubicBezTo>
                  <a:pt x="2743995" y="285319"/>
                  <a:pt x="2728655" y="276299"/>
                  <a:pt x="2718101" y="258259"/>
                </a:cubicBezTo>
                <a:cubicBezTo>
                  <a:pt x="2707548" y="240219"/>
                  <a:pt x="2702271" y="214509"/>
                  <a:pt x="2702271" y="181129"/>
                </a:cubicBezTo>
                <a:cubicBezTo>
                  <a:pt x="2702271" y="160269"/>
                  <a:pt x="2705093" y="141986"/>
                  <a:pt x="2710737" y="126279"/>
                </a:cubicBezTo>
                <a:cubicBezTo>
                  <a:pt x="2716384" y="110568"/>
                  <a:pt x="2724239" y="98479"/>
                  <a:pt x="2734303" y="90011"/>
                </a:cubicBezTo>
                <a:cubicBezTo>
                  <a:pt x="2744366" y="81544"/>
                  <a:pt x="2755777" y="77310"/>
                  <a:pt x="2768536" y="77310"/>
                </a:cubicBezTo>
                <a:cubicBezTo>
                  <a:pt x="2783266" y="77310"/>
                  <a:pt x="2795415" y="83324"/>
                  <a:pt x="2804984" y="95354"/>
                </a:cubicBezTo>
                <a:lnTo>
                  <a:pt x="2804984" y="0"/>
                </a:lnTo>
                <a:lnTo>
                  <a:pt x="2860576" y="5887"/>
                </a:lnTo>
                <a:moveTo>
                  <a:pt x="2782159" y="244457"/>
                </a:moveTo>
                <a:cubicBezTo>
                  <a:pt x="2790750" y="244457"/>
                  <a:pt x="2798359" y="238075"/>
                  <a:pt x="2804984" y="225312"/>
                </a:cubicBezTo>
                <a:lnTo>
                  <a:pt x="2804984" y="134009"/>
                </a:lnTo>
                <a:cubicBezTo>
                  <a:pt x="2801796" y="128608"/>
                  <a:pt x="2798608" y="124620"/>
                  <a:pt x="2795417" y="122043"/>
                </a:cubicBezTo>
                <a:cubicBezTo>
                  <a:pt x="2792226" y="119466"/>
                  <a:pt x="2788543" y="118178"/>
                  <a:pt x="2784367" y="118178"/>
                </a:cubicBezTo>
                <a:cubicBezTo>
                  <a:pt x="2767679" y="118178"/>
                  <a:pt x="2759335" y="139162"/>
                  <a:pt x="2759335" y="181129"/>
                </a:cubicBezTo>
                <a:cubicBezTo>
                  <a:pt x="2759335" y="204937"/>
                  <a:pt x="2761359" y="221443"/>
                  <a:pt x="2765407" y="230649"/>
                </a:cubicBezTo>
                <a:cubicBezTo>
                  <a:pt x="2769460" y="239854"/>
                  <a:pt x="2775043" y="244457"/>
                  <a:pt x="2782159" y="244457"/>
                </a:cubicBezTo>
                <a:close/>
                <a:moveTo>
                  <a:pt x="3042081" y="177450"/>
                </a:moveTo>
                <a:cubicBezTo>
                  <a:pt x="3042081" y="185303"/>
                  <a:pt x="3041712" y="192054"/>
                  <a:pt x="3040974" y="197701"/>
                </a:cubicBezTo>
                <a:lnTo>
                  <a:pt x="2941570" y="197701"/>
                </a:lnTo>
                <a:cubicBezTo>
                  <a:pt x="2942798" y="215371"/>
                  <a:pt x="2946051" y="227581"/>
                  <a:pt x="2951328" y="234334"/>
                </a:cubicBezTo>
                <a:cubicBezTo>
                  <a:pt x="2956605" y="241082"/>
                  <a:pt x="2964275" y="244457"/>
                  <a:pt x="2974338" y="244457"/>
                </a:cubicBezTo>
                <a:cubicBezTo>
                  <a:pt x="2980966" y="244457"/>
                  <a:pt x="2987348" y="243169"/>
                  <a:pt x="2993483" y="240592"/>
                </a:cubicBezTo>
                <a:cubicBezTo>
                  <a:pt x="2999617" y="238012"/>
                  <a:pt x="3006244" y="234023"/>
                  <a:pt x="3013363" y="228626"/>
                </a:cubicBezTo>
                <a:lnTo>
                  <a:pt x="3036188" y="258815"/>
                </a:lnTo>
                <a:cubicBezTo>
                  <a:pt x="3018024" y="276485"/>
                  <a:pt x="2996057" y="285319"/>
                  <a:pt x="2970287" y="285319"/>
                </a:cubicBezTo>
                <a:cubicBezTo>
                  <a:pt x="2942798" y="285319"/>
                  <a:pt x="2921936" y="276299"/>
                  <a:pt x="2907701" y="258259"/>
                </a:cubicBezTo>
                <a:cubicBezTo>
                  <a:pt x="2893466" y="240219"/>
                  <a:pt x="2886349" y="215002"/>
                  <a:pt x="2886349" y="182607"/>
                </a:cubicBezTo>
                <a:cubicBezTo>
                  <a:pt x="2886349" y="150208"/>
                  <a:pt x="2893159" y="124560"/>
                  <a:pt x="2906780" y="105662"/>
                </a:cubicBezTo>
                <a:cubicBezTo>
                  <a:pt x="2920401" y="86761"/>
                  <a:pt x="2939853" y="77310"/>
                  <a:pt x="2965136" y="77310"/>
                </a:cubicBezTo>
                <a:cubicBezTo>
                  <a:pt x="2989187" y="77310"/>
                  <a:pt x="3008023" y="85839"/>
                  <a:pt x="3021644" y="102898"/>
                </a:cubicBezTo>
                <a:cubicBezTo>
                  <a:pt x="3035268" y="119957"/>
                  <a:pt x="3042081" y="144808"/>
                  <a:pt x="3042081" y="177450"/>
                </a:cubicBezTo>
                <a:moveTo>
                  <a:pt x="2987960" y="161619"/>
                </a:moveTo>
                <a:cubicBezTo>
                  <a:pt x="2987960" y="144931"/>
                  <a:pt x="2986303" y="132844"/>
                  <a:pt x="2982989" y="125357"/>
                </a:cubicBezTo>
                <a:cubicBezTo>
                  <a:pt x="2979674" y="117871"/>
                  <a:pt x="2973845" y="114128"/>
                  <a:pt x="2965501" y="114128"/>
                </a:cubicBezTo>
                <a:cubicBezTo>
                  <a:pt x="2958138" y="114128"/>
                  <a:pt x="2952554" y="117747"/>
                  <a:pt x="2948749" y="124987"/>
                </a:cubicBezTo>
                <a:cubicBezTo>
                  <a:pt x="2944944" y="132226"/>
                  <a:pt x="2942551" y="145296"/>
                  <a:pt x="2941570" y="164198"/>
                </a:cubicBezTo>
                <a:lnTo>
                  <a:pt x="2987960" y="164198"/>
                </a:lnTo>
                <a:lnTo>
                  <a:pt x="2987960" y="161619"/>
                </a:lnTo>
                <a:close/>
                <a:moveTo>
                  <a:pt x="3113871" y="285319"/>
                </a:moveTo>
                <a:cubicBezTo>
                  <a:pt x="3098408" y="285319"/>
                  <a:pt x="3086381" y="280779"/>
                  <a:pt x="3077789" y="271697"/>
                </a:cubicBezTo>
                <a:cubicBezTo>
                  <a:pt x="3069198" y="262615"/>
                  <a:pt x="3064903" y="250221"/>
                  <a:pt x="3064903" y="234514"/>
                </a:cubicBezTo>
                <a:lnTo>
                  <a:pt x="3064903" y="5887"/>
                </a:lnTo>
                <a:lnTo>
                  <a:pt x="3120495" y="0"/>
                </a:lnTo>
                <a:lnTo>
                  <a:pt x="3120495" y="231935"/>
                </a:lnTo>
                <a:cubicBezTo>
                  <a:pt x="3120495" y="238073"/>
                  <a:pt x="3123073" y="241142"/>
                  <a:pt x="3128230" y="241142"/>
                </a:cubicBezTo>
                <a:cubicBezTo>
                  <a:pt x="3129702" y="241142"/>
                  <a:pt x="3131910" y="240774"/>
                  <a:pt x="3134853" y="240036"/>
                </a:cubicBezTo>
                <a:lnTo>
                  <a:pt x="3144797" y="278326"/>
                </a:lnTo>
                <a:cubicBezTo>
                  <a:pt x="3140868" y="280288"/>
                  <a:pt x="3136203" y="281943"/>
                  <a:pt x="3130803" y="283291"/>
                </a:cubicBezTo>
                <a:cubicBezTo>
                  <a:pt x="3125406" y="284643"/>
                  <a:pt x="3119762" y="285319"/>
                  <a:pt x="3113871" y="285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NormalUser">
            <a:extLst xmlns:a="http://schemas.openxmlformats.org/drawingml/2006/main">
              <a:ext uri="{FF2B5EF4-FFF2-40B4-BE49-F238E27FC236}">
                <a16:creationId xmlns:a16="http://schemas.microsoft.com/office/drawing/2014/main" id="{59B97647-9EB4-47FB-8A2E-AAF9F3EF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4364" y="1802370"/>
            <a:ext cx="1723817" cy="285319"/>
          </a:xfrm>
          <a:custGeom xmlns:a="http://schemas.openxmlformats.org/drawingml/2006/main">
            <a:pathLst>
              <a:path w="1723817" h="285319">
                <a:moveTo>
                  <a:pt x="167512" y="279061"/>
                </a:moveTo>
                <a:lnTo>
                  <a:pt x="96090" y="279061"/>
                </a:lnTo>
                <a:lnTo>
                  <a:pt x="42334" y="76945"/>
                </a:lnTo>
                <a:cubicBezTo>
                  <a:pt x="44791" y="98295"/>
                  <a:pt x="46632" y="116150"/>
                  <a:pt x="47857" y="130509"/>
                </a:cubicBezTo>
                <a:cubicBezTo>
                  <a:pt x="49085" y="144867"/>
                  <a:pt x="49699" y="162233"/>
                  <a:pt x="49699" y="182607"/>
                </a:cubicBezTo>
                <a:lnTo>
                  <a:pt x="49699" y="279061"/>
                </a:lnTo>
                <a:lnTo>
                  <a:pt x="0" y="279061"/>
                </a:lnTo>
                <a:lnTo>
                  <a:pt x="0" y="23931"/>
                </a:lnTo>
                <a:lnTo>
                  <a:pt x="71423" y="23931"/>
                </a:lnTo>
                <a:lnTo>
                  <a:pt x="125172" y="226048"/>
                </a:lnTo>
                <a:cubicBezTo>
                  <a:pt x="120019" y="192177"/>
                  <a:pt x="117442" y="160393"/>
                  <a:pt x="117442" y="130694"/>
                </a:cubicBezTo>
                <a:lnTo>
                  <a:pt x="117442" y="23931"/>
                </a:lnTo>
                <a:lnTo>
                  <a:pt x="167512" y="23931"/>
                </a:lnTo>
                <a:lnTo>
                  <a:pt x="167512" y="279061"/>
                </a:lnTo>
                <a:close/>
                <a:moveTo>
                  <a:pt x="274788" y="77310"/>
                </a:moveTo>
                <a:cubicBezTo>
                  <a:pt x="300314" y="77310"/>
                  <a:pt x="320257" y="86023"/>
                  <a:pt x="334615" y="103449"/>
                </a:cubicBezTo>
                <a:cubicBezTo>
                  <a:pt x="348974" y="120875"/>
                  <a:pt x="356153" y="146892"/>
                  <a:pt x="356153" y="181500"/>
                </a:cubicBezTo>
                <a:cubicBezTo>
                  <a:pt x="356153" y="214633"/>
                  <a:pt x="348974" y="240219"/>
                  <a:pt x="334615" y="258259"/>
                </a:cubicBezTo>
                <a:cubicBezTo>
                  <a:pt x="320257" y="276299"/>
                  <a:pt x="300314" y="285319"/>
                  <a:pt x="274788" y="285319"/>
                </a:cubicBezTo>
                <a:cubicBezTo>
                  <a:pt x="249265" y="285319"/>
                  <a:pt x="229324" y="276545"/>
                  <a:pt x="214966" y="258995"/>
                </a:cubicBezTo>
                <a:cubicBezTo>
                  <a:pt x="200607" y="241446"/>
                  <a:pt x="193428" y="215490"/>
                  <a:pt x="193428" y="181129"/>
                </a:cubicBezTo>
                <a:cubicBezTo>
                  <a:pt x="193428" y="147506"/>
                  <a:pt x="200607" y="121798"/>
                  <a:pt x="214966" y="104005"/>
                </a:cubicBezTo>
                <a:cubicBezTo>
                  <a:pt x="229324" y="86208"/>
                  <a:pt x="249265" y="77310"/>
                  <a:pt x="274788" y="77310"/>
                </a:cubicBezTo>
                <a:moveTo>
                  <a:pt x="274788" y="118543"/>
                </a:moveTo>
                <a:cubicBezTo>
                  <a:pt x="266200" y="118543"/>
                  <a:pt x="260004" y="123270"/>
                  <a:pt x="256199" y="132722"/>
                </a:cubicBezTo>
                <a:cubicBezTo>
                  <a:pt x="252394" y="142171"/>
                  <a:pt x="250491" y="158307"/>
                  <a:pt x="250491" y="181129"/>
                </a:cubicBezTo>
                <a:cubicBezTo>
                  <a:pt x="250491" y="204693"/>
                  <a:pt x="252394" y="221140"/>
                  <a:pt x="256199" y="230469"/>
                </a:cubicBezTo>
                <a:cubicBezTo>
                  <a:pt x="260004" y="239794"/>
                  <a:pt x="266200" y="244457"/>
                  <a:pt x="274788" y="244457"/>
                </a:cubicBezTo>
                <a:cubicBezTo>
                  <a:pt x="283379" y="244457"/>
                  <a:pt x="289577" y="239732"/>
                  <a:pt x="293382" y="230284"/>
                </a:cubicBezTo>
                <a:cubicBezTo>
                  <a:pt x="297187" y="220831"/>
                  <a:pt x="299090" y="204570"/>
                  <a:pt x="299090" y="181500"/>
                </a:cubicBezTo>
                <a:cubicBezTo>
                  <a:pt x="299090" y="158183"/>
                  <a:pt x="297187" y="141862"/>
                  <a:pt x="293382" y="132537"/>
                </a:cubicBezTo>
                <a:cubicBezTo>
                  <a:pt x="289577" y="123208"/>
                  <a:pt x="283379" y="118543"/>
                  <a:pt x="274788" y="118543"/>
                </a:cubicBezTo>
                <a:close/>
                <a:moveTo>
                  <a:pt x="477609" y="78046"/>
                </a:moveTo>
                <a:cubicBezTo>
                  <a:pt x="482762" y="78046"/>
                  <a:pt x="487915" y="79029"/>
                  <a:pt x="493068" y="80995"/>
                </a:cubicBezTo>
                <a:lnTo>
                  <a:pt x="483867" y="134374"/>
                </a:lnTo>
                <a:cubicBezTo>
                  <a:pt x="479447" y="132902"/>
                  <a:pt x="474907" y="132166"/>
                  <a:pt x="470244" y="132166"/>
                </a:cubicBezTo>
                <a:cubicBezTo>
                  <a:pt x="461162" y="132166"/>
                  <a:pt x="454350" y="135664"/>
                  <a:pt x="449807" y="142660"/>
                </a:cubicBezTo>
                <a:cubicBezTo>
                  <a:pt x="445268" y="149656"/>
                  <a:pt x="441527" y="160147"/>
                  <a:pt x="438583" y="174135"/>
                </a:cubicBezTo>
                <a:lnTo>
                  <a:pt x="438583" y="279061"/>
                </a:lnTo>
                <a:lnTo>
                  <a:pt x="382991" y="279061"/>
                </a:lnTo>
                <a:lnTo>
                  <a:pt x="382991" y="83568"/>
                </a:lnTo>
                <a:lnTo>
                  <a:pt x="431218" y="83568"/>
                </a:lnTo>
                <a:lnTo>
                  <a:pt x="435269" y="115600"/>
                </a:lnTo>
                <a:cubicBezTo>
                  <a:pt x="444598" y="90564"/>
                  <a:pt x="458711" y="78046"/>
                  <a:pt x="477609" y="78046"/>
                </a:cubicBezTo>
                <a:close/>
                <a:moveTo>
                  <a:pt x="690403" y="77310"/>
                </a:moveTo>
                <a:cubicBezTo>
                  <a:pt x="703410" y="77310"/>
                  <a:pt x="713778" y="82341"/>
                  <a:pt x="721508" y="92404"/>
                </a:cubicBezTo>
                <a:cubicBezTo>
                  <a:pt x="729241" y="102467"/>
                  <a:pt x="733108" y="115967"/>
                  <a:pt x="733108" y="132902"/>
                </a:cubicBezTo>
                <a:lnTo>
                  <a:pt x="733108" y="279061"/>
                </a:lnTo>
                <a:lnTo>
                  <a:pt x="678623" y="279061"/>
                </a:lnTo>
                <a:lnTo>
                  <a:pt x="678623" y="138424"/>
                </a:lnTo>
                <a:cubicBezTo>
                  <a:pt x="678623" y="131799"/>
                  <a:pt x="677763" y="126953"/>
                  <a:pt x="676044" y="123886"/>
                </a:cubicBezTo>
                <a:cubicBezTo>
                  <a:pt x="674325" y="120815"/>
                  <a:pt x="671749" y="119279"/>
                  <a:pt x="668314" y="119279"/>
                </a:cubicBezTo>
                <a:cubicBezTo>
                  <a:pt x="661442" y="119279"/>
                  <a:pt x="654446" y="126520"/>
                  <a:pt x="647327" y="141003"/>
                </a:cubicBezTo>
                <a:lnTo>
                  <a:pt x="647327" y="279061"/>
                </a:lnTo>
                <a:lnTo>
                  <a:pt x="593577" y="279061"/>
                </a:lnTo>
                <a:lnTo>
                  <a:pt x="593577" y="138424"/>
                </a:lnTo>
                <a:cubicBezTo>
                  <a:pt x="593577" y="125661"/>
                  <a:pt x="590141" y="119279"/>
                  <a:pt x="583269" y="119279"/>
                </a:cubicBezTo>
                <a:cubicBezTo>
                  <a:pt x="576150" y="119279"/>
                  <a:pt x="569032" y="126520"/>
                  <a:pt x="561916" y="141003"/>
                </a:cubicBezTo>
                <a:lnTo>
                  <a:pt x="561916" y="279061"/>
                </a:lnTo>
                <a:lnTo>
                  <a:pt x="507796" y="279061"/>
                </a:lnTo>
                <a:lnTo>
                  <a:pt x="507796" y="83568"/>
                </a:lnTo>
                <a:lnTo>
                  <a:pt x="556024" y="83568"/>
                </a:lnTo>
                <a:lnTo>
                  <a:pt x="559338" y="107134"/>
                </a:lnTo>
                <a:cubicBezTo>
                  <a:pt x="571854" y="87251"/>
                  <a:pt x="587194" y="77310"/>
                  <a:pt x="605358" y="77310"/>
                </a:cubicBezTo>
                <a:cubicBezTo>
                  <a:pt x="614192" y="77310"/>
                  <a:pt x="621862" y="80010"/>
                  <a:pt x="628367" y="85410"/>
                </a:cubicBezTo>
                <a:cubicBezTo>
                  <a:pt x="634873" y="90811"/>
                  <a:pt x="639842" y="98543"/>
                  <a:pt x="643277" y="108606"/>
                </a:cubicBezTo>
                <a:cubicBezTo>
                  <a:pt x="656040" y="87742"/>
                  <a:pt x="671749" y="77310"/>
                  <a:pt x="690403" y="77310"/>
                </a:cubicBezTo>
                <a:close/>
                <a:moveTo>
                  <a:pt x="899296" y="227149"/>
                </a:moveTo>
                <a:cubicBezTo>
                  <a:pt x="899296" y="233287"/>
                  <a:pt x="900032" y="237830"/>
                  <a:pt x="901504" y="240777"/>
                </a:cubicBezTo>
                <a:cubicBezTo>
                  <a:pt x="902976" y="243721"/>
                  <a:pt x="905552" y="246050"/>
                  <a:pt x="909234" y="247766"/>
                </a:cubicBezTo>
                <a:lnTo>
                  <a:pt x="897824" y="284218"/>
                </a:lnTo>
                <a:cubicBezTo>
                  <a:pt x="887271" y="283233"/>
                  <a:pt x="878618" y="280717"/>
                  <a:pt x="871865" y="276668"/>
                </a:cubicBezTo>
                <a:cubicBezTo>
                  <a:pt x="865117" y="272620"/>
                  <a:pt x="859902" y="266300"/>
                  <a:pt x="856220" y="257709"/>
                </a:cubicBezTo>
                <a:cubicBezTo>
                  <a:pt x="844929" y="276116"/>
                  <a:pt x="828853" y="285319"/>
                  <a:pt x="807993" y="285319"/>
                </a:cubicBezTo>
                <a:cubicBezTo>
                  <a:pt x="791792" y="285319"/>
                  <a:pt x="778905" y="279736"/>
                  <a:pt x="769332" y="268568"/>
                </a:cubicBezTo>
                <a:cubicBezTo>
                  <a:pt x="759764" y="257400"/>
                  <a:pt x="754979" y="242612"/>
                  <a:pt x="754979" y="224205"/>
                </a:cubicBezTo>
                <a:cubicBezTo>
                  <a:pt x="754979" y="202855"/>
                  <a:pt x="761606" y="186595"/>
                  <a:pt x="774860" y="175427"/>
                </a:cubicBezTo>
                <a:cubicBezTo>
                  <a:pt x="788114" y="164260"/>
                  <a:pt x="807502" y="158676"/>
                  <a:pt x="833025" y="158676"/>
                </a:cubicBezTo>
                <a:lnTo>
                  <a:pt x="844805" y="158676"/>
                </a:lnTo>
                <a:lnTo>
                  <a:pt x="844805" y="148367"/>
                </a:lnTo>
                <a:cubicBezTo>
                  <a:pt x="844805" y="136585"/>
                  <a:pt x="843026" y="128425"/>
                  <a:pt x="839468" y="123886"/>
                </a:cubicBezTo>
                <a:cubicBezTo>
                  <a:pt x="835911" y="119343"/>
                  <a:pt x="829591" y="117071"/>
                  <a:pt x="820509" y="117071"/>
                </a:cubicBezTo>
                <a:cubicBezTo>
                  <a:pt x="809218" y="117071"/>
                  <a:pt x="795228" y="120386"/>
                  <a:pt x="778540" y="127015"/>
                </a:cubicBezTo>
                <a:lnTo>
                  <a:pt x="766024" y="91668"/>
                </a:lnTo>
                <a:cubicBezTo>
                  <a:pt x="776087" y="87006"/>
                  <a:pt x="786824" y="83448"/>
                  <a:pt x="798235" y="80995"/>
                </a:cubicBezTo>
                <a:cubicBezTo>
                  <a:pt x="809650" y="78538"/>
                  <a:pt x="820511" y="77310"/>
                  <a:pt x="830817" y="77310"/>
                </a:cubicBezTo>
                <a:cubicBezTo>
                  <a:pt x="853887" y="77310"/>
                  <a:pt x="871068" y="82894"/>
                  <a:pt x="882359" y="94062"/>
                </a:cubicBezTo>
                <a:cubicBezTo>
                  <a:pt x="893651" y="105229"/>
                  <a:pt x="899296" y="122348"/>
                  <a:pt x="899296" y="145418"/>
                </a:cubicBezTo>
                <a:lnTo>
                  <a:pt x="899296" y="227149"/>
                </a:lnTo>
                <a:moveTo>
                  <a:pt x="824924" y="245929"/>
                </a:moveTo>
                <a:cubicBezTo>
                  <a:pt x="829100" y="245929"/>
                  <a:pt x="832905" y="244333"/>
                  <a:pt x="836339" y="241142"/>
                </a:cubicBezTo>
                <a:cubicBezTo>
                  <a:pt x="839777" y="237952"/>
                  <a:pt x="842599" y="233411"/>
                  <a:pt x="844805" y="227520"/>
                </a:cubicBezTo>
                <a:lnTo>
                  <a:pt x="844805" y="189601"/>
                </a:lnTo>
                <a:lnTo>
                  <a:pt x="838182" y="189601"/>
                </a:lnTo>
                <a:cubicBezTo>
                  <a:pt x="828119" y="189601"/>
                  <a:pt x="820816" y="191994"/>
                  <a:pt x="816273" y="196780"/>
                </a:cubicBezTo>
                <a:cubicBezTo>
                  <a:pt x="811734" y="201566"/>
                  <a:pt x="809465" y="209113"/>
                  <a:pt x="809465" y="219419"/>
                </a:cubicBezTo>
                <a:cubicBezTo>
                  <a:pt x="809465" y="228010"/>
                  <a:pt x="810815" y="234577"/>
                  <a:pt x="813515" y="239120"/>
                </a:cubicBezTo>
                <a:cubicBezTo>
                  <a:pt x="816215" y="243659"/>
                  <a:pt x="820018" y="245929"/>
                  <a:pt x="824924" y="245929"/>
                </a:cubicBezTo>
                <a:close/>
                <a:moveTo>
                  <a:pt x="980879" y="285319"/>
                </a:moveTo>
                <a:cubicBezTo>
                  <a:pt x="965415" y="285319"/>
                  <a:pt x="953388" y="280779"/>
                  <a:pt x="944797" y="271697"/>
                </a:cubicBezTo>
                <a:cubicBezTo>
                  <a:pt x="936205" y="262615"/>
                  <a:pt x="931910" y="250221"/>
                  <a:pt x="931910" y="234514"/>
                </a:cubicBezTo>
                <a:lnTo>
                  <a:pt x="931910" y="5887"/>
                </a:lnTo>
                <a:lnTo>
                  <a:pt x="987502" y="0"/>
                </a:lnTo>
                <a:lnTo>
                  <a:pt x="987502" y="231935"/>
                </a:lnTo>
                <a:cubicBezTo>
                  <a:pt x="987502" y="238073"/>
                  <a:pt x="990080" y="241142"/>
                  <a:pt x="995237" y="241142"/>
                </a:cubicBezTo>
                <a:cubicBezTo>
                  <a:pt x="996709" y="241142"/>
                  <a:pt x="998917" y="240774"/>
                  <a:pt x="1001860" y="240036"/>
                </a:cubicBezTo>
                <a:lnTo>
                  <a:pt x="1011804" y="278326"/>
                </a:lnTo>
                <a:cubicBezTo>
                  <a:pt x="1007875" y="280288"/>
                  <a:pt x="1003211" y="281943"/>
                  <a:pt x="997810" y="283291"/>
                </a:cubicBezTo>
                <a:cubicBezTo>
                  <a:pt x="992413" y="284643"/>
                  <a:pt x="986770" y="285319"/>
                  <a:pt x="980879" y="285319"/>
                </a:cubicBezTo>
                <a:close/>
                <a:moveTo>
                  <a:pt x="1262555" y="205431"/>
                </a:moveTo>
                <a:cubicBezTo>
                  <a:pt x="1262555" y="220647"/>
                  <a:pt x="1259364" y="234208"/>
                  <a:pt x="1252982" y="246114"/>
                </a:cubicBezTo>
                <a:cubicBezTo>
                  <a:pt x="1246601" y="258016"/>
                  <a:pt x="1237028" y="267465"/>
                  <a:pt x="1224265" y="274461"/>
                </a:cubicBezTo>
                <a:cubicBezTo>
                  <a:pt x="1211502" y="281456"/>
                  <a:pt x="1195795" y="284954"/>
                  <a:pt x="1177144" y="284954"/>
                </a:cubicBezTo>
                <a:cubicBezTo>
                  <a:pt x="1149165" y="284954"/>
                  <a:pt x="1127934" y="277713"/>
                  <a:pt x="1113452" y="263231"/>
                </a:cubicBezTo>
                <a:cubicBezTo>
                  <a:pt x="1098969" y="248749"/>
                  <a:pt x="1091728" y="229482"/>
                  <a:pt x="1091728" y="205431"/>
                </a:cubicBezTo>
                <a:lnTo>
                  <a:pt x="1091728" y="23931"/>
                </a:lnTo>
                <a:lnTo>
                  <a:pt x="1149528" y="23931"/>
                </a:lnTo>
                <a:lnTo>
                  <a:pt x="1149528" y="202853"/>
                </a:lnTo>
                <a:cubicBezTo>
                  <a:pt x="1149528" y="216107"/>
                  <a:pt x="1151676" y="225924"/>
                  <a:pt x="1155972" y="232306"/>
                </a:cubicBezTo>
                <a:cubicBezTo>
                  <a:pt x="1160267" y="238688"/>
                  <a:pt x="1167325" y="241878"/>
                  <a:pt x="1177144" y="241878"/>
                </a:cubicBezTo>
                <a:cubicBezTo>
                  <a:pt x="1186960" y="241878"/>
                  <a:pt x="1194016" y="238688"/>
                  <a:pt x="1198312" y="232306"/>
                </a:cubicBezTo>
                <a:cubicBezTo>
                  <a:pt x="1202607" y="225924"/>
                  <a:pt x="1204755" y="216107"/>
                  <a:pt x="1204755" y="202853"/>
                </a:cubicBezTo>
                <a:lnTo>
                  <a:pt x="1204755" y="23931"/>
                </a:lnTo>
                <a:lnTo>
                  <a:pt x="1262555" y="23931"/>
                </a:lnTo>
                <a:lnTo>
                  <a:pt x="1262555" y="205431"/>
                </a:lnTo>
                <a:close/>
                <a:moveTo>
                  <a:pt x="1352385" y="77310"/>
                </a:moveTo>
                <a:cubicBezTo>
                  <a:pt x="1364411" y="77310"/>
                  <a:pt x="1375700" y="79396"/>
                  <a:pt x="1386254" y="83568"/>
                </a:cubicBezTo>
                <a:cubicBezTo>
                  <a:pt x="1396808" y="87740"/>
                  <a:pt x="1406011" y="93631"/>
                  <a:pt x="1413865" y="101241"/>
                </a:cubicBezTo>
                <a:lnTo>
                  <a:pt x="1393619" y="131065"/>
                </a:lnTo>
                <a:cubicBezTo>
                  <a:pt x="1380121" y="121736"/>
                  <a:pt x="1367972" y="117071"/>
                  <a:pt x="1357171" y="117071"/>
                </a:cubicBezTo>
                <a:cubicBezTo>
                  <a:pt x="1351280" y="117071"/>
                  <a:pt x="1346678" y="118545"/>
                  <a:pt x="1343363" y="121492"/>
                </a:cubicBezTo>
                <a:cubicBezTo>
                  <a:pt x="1340053" y="124436"/>
                  <a:pt x="1338397" y="128485"/>
                  <a:pt x="1338397" y="133638"/>
                </a:cubicBezTo>
                <a:cubicBezTo>
                  <a:pt x="1338397" y="139285"/>
                  <a:pt x="1340483" y="143888"/>
                  <a:pt x="1344655" y="147446"/>
                </a:cubicBezTo>
                <a:cubicBezTo>
                  <a:pt x="1348827" y="151004"/>
                  <a:pt x="1357786" y="155605"/>
                  <a:pt x="1371530" y="161248"/>
                </a:cubicBezTo>
                <a:cubicBezTo>
                  <a:pt x="1387975" y="168121"/>
                  <a:pt x="1400124" y="176098"/>
                  <a:pt x="1407977" y="185180"/>
                </a:cubicBezTo>
                <a:cubicBezTo>
                  <a:pt x="1415831" y="194261"/>
                  <a:pt x="1419757" y="206410"/>
                  <a:pt x="1419757" y="221627"/>
                </a:cubicBezTo>
                <a:cubicBezTo>
                  <a:pt x="1419757" y="241262"/>
                  <a:pt x="1412823" y="256788"/>
                  <a:pt x="1398955" y="268203"/>
                </a:cubicBezTo>
                <a:cubicBezTo>
                  <a:pt x="1385087" y="279614"/>
                  <a:pt x="1367109" y="285319"/>
                  <a:pt x="1345021" y="285319"/>
                </a:cubicBezTo>
                <a:cubicBezTo>
                  <a:pt x="1331276" y="285319"/>
                  <a:pt x="1318391" y="282805"/>
                  <a:pt x="1306366" y="277775"/>
                </a:cubicBezTo>
                <a:cubicBezTo>
                  <a:pt x="1294340" y="272742"/>
                  <a:pt x="1284032" y="265684"/>
                  <a:pt x="1275441" y="256602"/>
                </a:cubicBezTo>
                <a:lnTo>
                  <a:pt x="1301579" y="227885"/>
                </a:lnTo>
                <a:cubicBezTo>
                  <a:pt x="1316305" y="239914"/>
                  <a:pt x="1329804" y="245929"/>
                  <a:pt x="1342077" y="245929"/>
                </a:cubicBezTo>
                <a:cubicBezTo>
                  <a:pt x="1348702" y="245929"/>
                  <a:pt x="1353917" y="244212"/>
                  <a:pt x="1357722" y="240777"/>
                </a:cubicBezTo>
                <a:cubicBezTo>
                  <a:pt x="1361527" y="237339"/>
                  <a:pt x="1363430" y="232551"/>
                  <a:pt x="1363430" y="226413"/>
                </a:cubicBezTo>
                <a:cubicBezTo>
                  <a:pt x="1363430" y="219541"/>
                  <a:pt x="1361282" y="214080"/>
                  <a:pt x="1356986" y="210032"/>
                </a:cubicBezTo>
                <a:cubicBezTo>
                  <a:pt x="1352690" y="205984"/>
                  <a:pt x="1343916" y="201259"/>
                  <a:pt x="1330662" y="195859"/>
                </a:cubicBezTo>
                <a:cubicBezTo>
                  <a:pt x="1313974" y="188986"/>
                  <a:pt x="1301948" y="181071"/>
                  <a:pt x="1294585" y="172113"/>
                </a:cubicBezTo>
                <a:cubicBezTo>
                  <a:pt x="1287223" y="163155"/>
                  <a:pt x="1283541" y="151680"/>
                  <a:pt x="1283541" y="137688"/>
                </a:cubicBezTo>
                <a:cubicBezTo>
                  <a:pt x="1283541" y="120019"/>
                  <a:pt x="1289676" y="105538"/>
                  <a:pt x="1301945" y="94247"/>
                </a:cubicBezTo>
                <a:cubicBezTo>
                  <a:pt x="1314217" y="82956"/>
                  <a:pt x="1331031" y="77310"/>
                  <a:pt x="1352385" y="77310"/>
                </a:cubicBezTo>
                <a:close/>
                <a:moveTo>
                  <a:pt x="1589075" y="177450"/>
                </a:moveTo>
                <a:cubicBezTo>
                  <a:pt x="1589075" y="185303"/>
                  <a:pt x="1588706" y="192054"/>
                  <a:pt x="1587969" y="197701"/>
                </a:cubicBezTo>
                <a:lnTo>
                  <a:pt x="1488565" y="197701"/>
                </a:lnTo>
                <a:cubicBezTo>
                  <a:pt x="1489793" y="215371"/>
                  <a:pt x="1493046" y="227581"/>
                  <a:pt x="1498322" y="234334"/>
                </a:cubicBezTo>
                <a:cubicBezTo>
                  <a:pt x="1503599" y="241082"/>
                  <a:pt x="1511269" y="244457"/>
                  <a:pt x="1521332" y="244457"/>
                </a:cubicBezTo>
                <a:cubicBezTo>
                  <a:pt x="1527961" y="244457"/>
                  <a:pt x="1534343" y="243169"/>
                  <a:pt x="1540477" y="240592"/>
                </a:cubicBezTo>
                <a:cubicBezTo>
                  <a:pt x="1546612" y="238012"/>
                  <a:pt x="1553239" y="234023"/>
                  <a:pt x="1560358" y="228626"/>
                </a:cubicBezTo>
                <a:lnTo>
                  <a:pt x="1583182" y="258815"/>
                </a:lnTo>
                <a:cubicBezTo>
                  <a:pt x="1565019" y="276485"/>
                  <a:pt x="1543052" y="285319"/>
                  <a:pt x="1517282" y="285319"/>
                </a:cubicBezTo>
                <a:cubicBezTo>
                  <a:pt x="1489793" y="285319"/>
                  <a:pt x="1468931" y="276299"/>
                  <a:pt x="1454696" y="258259"/>
                </a:cubicBezTo>
                <a:cubicBezTo>
                  <a:pt x="1440461" y="240219"/>
                  <a:pt x="1433343" y="215002"/>
                  <a:pt x="1433343" y="182607"/>
                </a:cubicBezTo>
                <a:cubicBezTo>
                  <a:pt x="1433343" y="150208"/>
                  <a:pt x="1440154" y="124560"/>
                  <a:pt x="1453775" y="105662"/>
                </a:cubicBezTo>
                <a:cubicBezTo>
                  <a:pt x="1467396" y="86761"/>
                  <a:pt x="1486848" y="77310"/>
                  <a:pt x="1512131" y="77310"/>
                </a:cubicBezTo>
                <a:cubicBezTo>
                  <a:pt x="1536182" y="77310"/>
                  <a:pt x="1555017" y="85839"/>
                  <a:pt x="1568638" y="102898"/>
                </a:cubicBezTo>
                <a:cubicBezTo>
                  <a:pt x="1582263" y="119957"/>
                  <a:pt x="1589075" y="144808"/>
                  <a:pt x="1589075" y="177450"/>
                </a:cubicBezTo>
                <a:moveTo>
                  <a:pt x="1534955" y="161619"/>
                </a:moveTo>
                <a:cubicBezTo>
                  <a:pt x="1534955" y="144931"/>
                  <a:pt x="1533298" y="132844"/>
                  <a:pt x="1529983" y="125357"/>
                </a:cubicBezTo>
                <a:cubicBezTo>
                  <a:pt x="1526669" y="117871"/>
                  <a:pt x="1520840" y="114128"/>
                  <a:pt x="1512496" y="114128"/>
                </a:cubicBezTo>
                <a:cubicBezTo>
                  <a:pt x="1505133" y="114128"/>
                  <a:pt x="1499549" y="117747"/>
                  <a:pt x="1495744" y="124987"/>
                </a:cubicBezTo>
                <a:cubicBezTo>
                  <a:pt x="1491939" y="132226"/>
                  <a:pt x="1489546" y="145296"/>
                  <a:pt x="1488565" y="164198"/>
                </a:cubicBezTo>
                <a:lnTo>
                  <a:pt x="1534955" y="164198"/>
                </a:lnTo>
                <a:lnTo>
                  <a:pt x="1534955" y="161619"/>
                </a:lnTo>
                <a:close/>
                <a:moveTo>
                  <a:pt x="1708358" y="78046"/>
                </a:moveTo>
                <a:cubicBezTo>
                  <a:pt x="1713511" y="78046"/>
                  <a:pt x="1718664" y="79029"/>
                  <a:pt x="1723817" y="80995"/>
                </a:cubicBezTo>
                <a:lnTo>
                  <a:pt x="1714616" y="134374"/>
                </a:lnTo>
                <a:cubicBezTo>
                  <a:pt x="1710196" y="132902"/>
                  <a:pt x="1705656" y="132166"/>
                  <a:pt x="1700993" y="132166"/>
                </a:cubicBezTo>
                <a:cubicBezTo>
                  <a:pt x="1691911" y="132166"/>
                  <a:pt x="1685099" y="135664"/>
                  <a:pt x="1680556" y="142660"/>
                </a:cubicBezTo>
                <a:cubicBezTo>
                  <a:pt x="1676017" y="149656"/>
                  <a:pt x="1672276" y="160147"/>
                  <a:pt x="1669332" y="174135"/>
                </a:cubicBezTo>
                <a:lnTo>
                  <a:pt x="1669332" y="279061"/>
                </a:lnTo>
                <a:lnTo>
                  <a:pt x="1613740" y="279061"/>
                </a:lnTo>
                <a:lnTo>
                  <a:pt x="1613740" y="83568"/>
                </a:lnTo>
                <a:lnTo>
                  <a:pt x="1661967" y="83568"/>
                </a:lnTo>
                <a:lnTo>
                  <a:pt x="1666018" y="115600"/>
                </a:lnTo>
                <a:cubicBezTo>
                  <a:pt x="1675347" y="90564"/>
                  <a:pt x="1689460" y="78046"/>
                  <a:pt x="1708358" y="780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Text PackageRepository">
            <a:extLst xmlns:a="http://schemas.openxmlformats.org/drawingml/2006/main">
              <a:ext uri="{FF2B5EF4-FFF2-40B4-BE49-F238E27FC236}">
                <a16:creationId xmlns:a16="http://schemas.microsoft.com/office/drawing/2014/main" id="{FF861DF0-B60E-497D-918E-E6C032D0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6157" y="3246647"/>
            <a:ext cx="2791879" cy="378465"/>
          </a:xfrm>
          <a:custGeom xmlns:a="http://schemas.openxmlformats.org/drawingml/2006/main">
            <a:pathLst>
              <a:path w="2791879" h="378465">
                <a:moveTo>
                  <a:pt x="555731" y="18044"/>
                </a:moveTo>
                <a:lnTo>
                  <a:pt x="500139" y="23931"/>
                </a:lnTo>
                <a:lnTo>
                  <a:pt x="500139" y="297105"/>
                </a:lnTo>
                <a:lnTo>
                  <a:pt x="555731" y="297105"/>
                </a:lnTo>
                <a:lnTo>
                  <a:pt x="555731" y="18044"/>
                </a:lnTo>
                <a:close/>
                <a:moveTo>
                  <a:pt x="57800" y="211324"/>
                </a:moveTo>
                <a:lnTo>
                  <a:pt x="71423" y="211324"/>
                </a:lnTo>
                <a:lnTo>
                  <a:pt x="75039" y="211286"/>
                </a:lnTo>
                <a:lnTo>
                  <a:pt x="78586" y="211172"/>
                </a:lnTo>
                <a:lnTo>
                  <a:pt x="82064" y="210982"/>
                </a:lnTo>
                <a:lnTo>
                  <a:pt x="85473" y="210716"/>
                </a:lnTo>
                <a:lnTo>
                  <a:pt x="88813" y="210373"/>
                </a:lnTo>
                <a:lnTo>
                  <a:pt x="92083" y="209955"/>
                </a:lnTo>
                <a:lnTo>
                  <a:pt x="95285" y="209461"/>
                </a:lnTo>
                <a:lnTo>
                  <a:pt x="98418" y="208890"/>
                </a:lnTo>
                <a:lnTo>
                  <a:pt x="101482" y="208244"/>
                </a:lnTo>
                <a:lnTo>
                  <a:pt x="104477" y="207521"/>
                </a:lnTo>
                <a:lnTo>
                  <a:pt x="107403" y="206723"/>
                </a:lnTo>
                <a:lnTo>
                  <a:pt x="110260" y="205848"/>
                </a:lnTo>
                <a:lnTo>
                  <a:pt x="113048" y="204898"/>
                </a:lnTo>
                <a:lnTo>
                  <a:pt x="115767" y="203871"/>
                </a:lnTo>
                <a:lnTo>
                  <a:pt x="118417" y="202768"/>
                </a:lnTo>
                <a:lnTo>
                  <a:pt x="120998" y="201589"/>
                </a:lnTo>
                <a:lnTo>
                  <a:pt x="123509" y="200334"/>
                </a:lnTo>
                <a:lnTo>
                  <a:pt x="125952" y="199004"/>
                </a:lnTo>
                <a:lnTo>
                  <a:pt x="128326" y="197597"/>
                </a:lnTo>
                <a:lnTo>
                  <a:pt x="130631" y="196114"/>
                </a:lnTo>
                <a:lnTo>
                  <a:pt x="132867" y="194554"/>
                </a:lnTo>
                <a:lnTo>
                  <a:pt x="135033" y="192919"/>
                </a:lnTo>
                <a:lnTo>
                  <a:pt x="137131" y="191208"/>
                </a:lnTo>
                <a:lnTo>
                  <a:pt x="139160" y="189421"/>
                </a:lnTo>
                <a:lnTo>
                  <a:pt x="141113" y="187559"/>
                </a:lnTo>
                <a:lnTo>
                  <a:pt x="142982" y="185625"/>
                </a:lnTo>
                <a:lnTo>
                  <a:pt x="144769" y="183619"/>
                </a:lnTo>
                <a:lnTo>
                  <a:pt x="146472" y="181540"/>
                </a:lnTo>
                <a:lnTo>
                  <a:pt x="148093" y="179390"/>
                </a:lnTo>
                <a:lnTo>
                  <a:pt x="149630" y="177167"/>
                </a:lnTo>
                <a:lnTo>
                  <a:pt x="151084" y="174872"/>
                </a:lnTo>
                <a:lnTo>
                  <a:pt x="152455" y="172504"/>
                </a:lnTo>
                <a:lnTo>
                  <a:pt x="153743" y="170065"/>
                </a:lnTo>
                <a:lnTo>
                  <a:pt x="154948" y="167553"/>
                </a:lnTo>
                <a:lnTo>
                  <a:pt x="156070" y="164969"/>
                </a:lnTo>
                <a:lnTo>
                  <a:pt x="157108" y="162313"/>
                </a:lnTo>
                <a:lnTo>
                  <a:pt x="158064" y="159585"/>
                </a:lnTo>
                <a:lnTo>
                  <a:pt x="158936" y="156784"/>
                </a:lnTo>
                <a:lnTo>
                  <a:pt x="159726" y="153911"/>
                </a:lnTo>
                <a:lnTo>
                  <a:pt x="160432" y="150966"/>
                </a:lnTo>
                <a:lnTo>
                  <a:pt x="161055" y="147949"/>
                </a:lnTo>
                <a:lnTo>
                  <a:pt x="161595" y="144860"/>
                </a:lnTo>
                <a:lnTo>
                  <a:pt x="162052" y="141698"/>
                </a:lnTo>
                <a:lnTo>
                  <a:pt x="162426" y="138464"/>
                </a:lnTo>
                <a:lnTo>
                  <a:pt x="162717" y="135158"/>
                </a:lnTo>
                <a:lnTo>
                  <a:pt x="162925" y="131780"/>
                </a:lnTo>
                <a:lnTo>
                  <a:pt x="163050" y="128330"/>
                </a:lnTo>
                <a:lnTo>
                  <a:pt x="163091" y="124807"/>
                </a:lnTo>
                <a:lnTo>
                  <a:pt x="163048" y="121436"/>
                </a:lnTo>
                <a:lnTo>
                  <a:pt x="162917" y="118135"/>
                </a:lnTo>
                <a:lnTo>
                  <a:pt x="162700" y="114902"/>
                </a:lnTo>
                <a:lnTo>
                  <a:pt x="162396" y="111738"/>
                </a:lnTo>
                <a:lnTo>
                  <a:pt x="162004" y="108644"/>
                </a:lnTo>
                <a:lnTo>
                  <a:pt x="161526" y="105618"/>
                </a:lnTo>
                <a:lnTo>
                  <a:pt x="160961" y="102662"/>
                </a:lnTo>
                <a:lnTo>
                  <a:pt x="160309" y="99774"/>
                </a:lnTo>
                <a:lnTo>
                  <a:pt x="159570" y="96956"/>
                </a:lnTo>
                <a:lnTo>
                  <a:pt x="158744" y="94206"/>
                </a:lnTo>
                <a:lnTo>
                  <a:pt x="157831" y="91526"/>
                </a:lnTo>
                <a:lnTo>
                  <a:pt x="156832" y="88914"/>
                </a:lnTo>
                <a:lnTo>
                  <a:pt x="155745" y="86372"/>
                </a:lnTo>
                <a:lnTo>
                  <a:pt x="154571" y="83899"/>
                </a:lnTo>
                <a:lnTo>
                  <a:pt x="153311" y="81495"/>
                </a:lnTo>
                <a:lnTo>
                  <a:pt x="151963" y="79159"/>
                </a:lnTo>
                <a:lnTo>
                  <a:pt x="150529" y="76893"/>
                </a:lnTo>
                <a:lnTo>
                  <a:pt x="149007" y="74696"/>
                </a:lnTo>
                <a:lnTo>
                  <a:pt x="147399" y="72568"/>
                </a:lnTo>
                <a:lnTo>
                  <a:pt x="145704" y="70509"/>
                </a:lnTo>
                <a:lnTo>
                  <a:pt x="143922" y="68519"/>
                </a:lnTo>
                <a:lnTo>
                  <a:pt x="142052" y="66597"/>
                </a:lnTo>
                <a:lnTo>
                  <a:pt x="140096" y="64745"/>
                </a:lnTo>
                <a:lnTo>
                  <a:pt x="138053" y="62962"/>
                </a:lnTo>
                <a:lnTo>
                  <a:pt x="135928" y="61250"/>
                </a:lnTo>
                <a:lnTo>
                  <a:pt x="133725" y="59610"/>
                </a:lnTo>
                <a:lnTo>
                  <a:pt x="131444" y="58043"/>
                </a:lnTo>
                <a:lnTo>
                  <a:pt x="129085" y="56550"/>
                </a:lnTo>
                <a:lnTo>
                  <a:pt x="126648" y="55129"/>
                </a:lnTo>
                <a:lnTo>
                  <a:pt x="124133" y="53780"/>
                </a:lnTo>
                <a:lnTo>
                  <a:pt x="121541" y="52505"/>
                </a:lnTo>
                <a:lnTo>
                  <a:pt x="118870" y="51303"/>
                </a:lnTo>
                <a:lnTo>
                  <a:pt x="116121" y="50173"/>
                </a:lnTo>
                <a:lnTo>
                  <a:pt x="113294" y="49117"/>
                </a:lnTo>
                <a:lnTo>
                  <a:pt x="110389" y="48133"/>
                </a:lnTo>
                <a:lnTo>
                  <a:pt x="107406" y="47222"/>
                </a:lnTo>
                <a:lnTo>
                  <a:pt x="104345" y="46384"/>
                </a:lnTo>
                <a:lnTo>
                  <a:pt x="101207" y="45619"/>
                </a:lnTo>
                <a:lnTo>
                  <a:pt x="97990" y="44926"/>
                </a:lnTo>
                <a:lnTo>
                  <a:pt x="94695" y="44307"/>
                </a:lnTo>
                <a:lnTo>
                  <a:pt x="91322" y="43760"/>
                </a:lnTo>
                <a:lnTo>
                  <a:pt x="87872" y="43287"/>
                </a:lnTo>
                <a:lnTo>
                  <a:pt x="84343" y="42886"/>
                </a:lnTo>
                <a:lnTo>
                  <a:pt x="80736" y="42558"/>
                </a:lnTo>
                <a:lnTo>
                  <a:pt x="77052" y="42303"/>
                </a:lnTo>
                <a:lnTo>
                  <a:pt x="73289" y="42121"/>
                </a:lnTo>
                <a:lnTo>
                  <a:pt x="69448" y="42011"/>
                </a:lnTo>
                <a:lnTo>
                  <a:pt x="65530" y="41975"/>
                </a:lnTo>
                <a:lnTo>
                  <a:pt x="0" y="41975"/>
                </a:lnTo>
                <a:lnTo>
                  <a:pt x="0" y="297105"/>
                </a:lnTo>
                <a:lnTo>
                  <a:pt x="57800" y="297105"/>
                </a:lnTo>
                <a:lnTo>
                  <a:pt x="57800" y="211324"/>
                </a:lnTo>
                <a:close/>
                <a:moveTo>
                  <a:pt x="69009" y="83226"/>
                </a:moveTo>
                <a:lnTo>
                  <a:pt x="70605" y="83279"/>
                </a:lnTo>
                <a:lnTo>
                  <a:pt x="72161" y="83367"/>
                </a:lnTo>
                <a:lnTo>
                  <a:pt x="73677" y="83490"/>
                </a:lnTo>
                <a:lnTo>
                  <a:pt x="75152" y="83648"/>
                </a:lnTo>
                <a:lnTo>
                  <a:pt x="76588" y="83841"/>
                </a:lnTo>
                <a:lnTo>
                  <a:pt x="77983" y="84070"/>
                </a:lnTo>
                <a:lnTo>
                  <a:pt x="79337" y="84333"/>
                </a:lnTo>
                <a:lnTo>
                  <a:pt x="80652" y="84632"/>
                </a:lnTo>
                <a:lnTo>
                  <a:pt x="81926" y="84966"/>
                </a:lnTo>
                <a:lnTo>
                  <a:pt x="83159" y="85335"/>
                </a:lnTo>
                <a:lnTo>
                  <a:pt x="84353" y="85739"/>
                </a:lnTo>
                <a:lnTo>
                  <a:pt x="85506" y="86178"/>
                </a:lnTo>
                <a:lnTo>
                  <a:pt x="86619" y="86653"/>
                </a:lnTo>
                <a:lnTo>
                  <a:pt x="87692" y="87163"/>
                </a:lnTo>
                <a:lnTo>
                  <a:pt x="88724" y="87707"/>
                </a:lnTo>
                <a:lnTo>
                  <a:pt x="89716" y="88287"/>
                </a:lnTo>
                <a:lnTo>
                  <a:pt x="90668" y="88903"/>
                </a:lnTo>
                <a:lnTo>
                  <a:pt x="91580" y="89553"/>
                </a:lnTo>
                <a:lnTo>
                  <a:pt x="92451" y="90238"/>
                </a:lnTo>
                <a:lnTo>
                  <a:pt x="93282" y="90959"/>
                </a:lnTo>
                <a:lnTo>
                  <a:pt x="94073" y="91714"/>
                </a:lnTo>
                <a:lnTo>
                  <a:pt x="94823" y="92505"/>
                </a:lnTo>
                <a:lnTo>
                  <a:pt x="95533" y="93331"/>
                </a:lnTo>
                <a:lnTo>
                  <a:pt x="96210" y="94194"/>
                </a:lnTo>
                <a:lnTo>
                  <a:pt x="96857" y="95096"/>
                </a:lnTo>
                <a:lnTo>
                  <a:pt x="97475" y="96038"/>
                </a:lnTo>
                <a:lnTo>
                  <a:pt x="98065" y="97018"/>
                </a:lnTo>
                <a:lnTo>
                  <a:pt x="98626" y="98037"/>
                </a:lnTo>
                <a:lnTo>
                  <a:pt x="99159" y="99095"/>
                </a:lnTo>
                <a:lnTo>
                  <a:pt x="99662" y="100192"/>
                </a:lnTo>
                <a:lnTo>
                  <a:pt x="100137" y="101328"/>
                </a:lnTo>
                <a:lnTo>
                  <a:pt x="100583" y="102503"/>
                </a:lnTo>
                <a:lnTo>
                  <a:pt x="101000" y="103717"/>
                </a:lnTo>
                <a:lnTo>
                  <a:pt x="101388" y="104970"/>
                </a:lnTo>
                <a:lnTo>
                  <a:pt x="101748" y="106262"/>
                </a:lnTo>
                <a:lnTo>
                  <a:pt x="102079" y="107593"/>
                </a:lnTo>
                <a:lnTo>
                  <a:pt x="102381" y="108963"/>
                </a:lnTo>
                <a:lnTo>
                  <a:pt x="102654" y="110372"/>
                </a:lnTo>
                <a:lnTo>
                  <a:pt x="102899" y="111820"/>
                </a:lnTo>
                <a:lnTo>
                  <a:pt x="103115" y="113307"/>
                </a:lnTo>
                <a:lnTo>
                  <a:pt x="103302" y="114832"/>
                </a:lnTo>
                <a:lnTo>
                  <a:pt x="103460" y="116397"/>
                </a:lnTo>
                <a:lnTo>
                  <a:pt x="103589" y="118001"/>
                </a:lnTo>
                <a:lnTo>
                  <a:pt x="103690" y="119644"/>
                </a:lnTo>
                <a:lnTo>
                  <a:pt x="103762" y="121326"/>
                </a:lnTo>
                <a:lnTo>
                  <a:pt x="103805" y="123047"/>
                </a:lnTo>
                <a:lnTo>
                  <a:pt x="103819" y="124807"/>
                </a:lnTo>
                <a:lnTo>
                  <a:pt x="103804" y="126807"/>
                </a:lnTo>
                <a:lnTo>
                  <a:pt x="103759" y="128759"/>
                </a:lnTo>
                <a:lnTo>
                  <a:pt x="103684" y="130661"/>
                </a:lnTo>
                <a:lnTo>
                  <a:pt x="103579" y="132514"/>
                </a:lnTo>
                <a:lnTo>
                  <a:pt x="103444" y="134317"/>
                </a:lnTo>
                <a:lnTo>
                  <a:pt x="103279" y="136072"/>
                </a:lnTo>
                <a:lnTo>
                  <a:pt x="103083" y="137777"/>
                </a:lnTo>
                <a:lnTo>
                  <a:pt x="102858" y="139433"/>
                </a:lnTo>
                <a:lnTo>
                  <a:pt x="102603" y="141039"/>
                </a:lnTo>
                <a:lnTo>
                  <a:pt x="102317" y="142597"/>
                </a:lnTo>
                <a:lnTo>
                  <a:pt x="102002" y="144105"/>
                </a:lnTo>
                <a:lnTo>
                  <a:pt x="101657" y="145564"/>
                </a:lnTo>
                <a:lnTo>
                  <a:pt x="101281" y="146974"/>
                </a:lnTo>
                <a:lnTo>
                  <a:pt x="100876" y="148334"/>
                </a:lnTo>
                <a:lnTo>
                  <a:pt x="100440" y="149646"/>
                </a:lnTo>
                <a:lnTo>
                  <a:pt x="99974" y="150908"/>
                </a:lnTo>
                <a:lnTo>
                  <a:pt x="99479" y="152120"/>
                </a:lnTo>
                <a:lnTo>
                  <a:pt x="98953" y="153284"/>
                </a:lnTo>
                <a:lnTo>
                  <a:pt x="98397" y="154398"/>
                </a:lnTo>
                <a:lnTo>
                  <a:pt x="97812" y="155464"/>
                </a:lnTo>
                <a:lnTo>
                  <a:pt x="97196" y="156479"/>
                </a:lnTo>
                <a:lnTo>
                  <a:pt x="96550" y="157446"/>
                </a:lnTo>
                <a:lnTo>
                  <a:pt x="95874" y="158364"/>
                </a:lnTo>
                <a:lnTo>
                  <a:pt x="95168" y="159232"/>
                </a:lnTo>
                <a:lnTo>
                  <a:pt x="94428" y="160058"/>
                </a:lnTo>
                <a:lnTo>
                  <a:pt x="93648" y="160849"/>
                </a:lnTo>
                <a:lnTo>
                  <a:pt x="92830" y="161604"/>
                </a:lnTo>
                <a:lnTo>
                  <a:pt x="91973" y="162325"/>
                </a:lnTo>
                <a:lnTo>
                  <a:pt x="91076" y="163010"/>
                </a:lnTo>
                <a:lnTo>
                  <a:pt x="90141" y="163661"/>
                </a:lnTo>
                <a:lnTo>
                  <a:pt x="89166" y="164276"/>
                </a:lnTo>
                <a:lnTo>
                  <a:pt x="88153" y="164856"/>
                </a:lnTo>
                <a:lnTo>
                  <a:pt x="87101" y="165400"/>
                </a:lnTo>
                <a:lnTo>
                  <a:pt x="86009" y="165910"/>
                </a:lnTo>
                <a:lnTo>
                  <a:pt x="84879" y="166385"/>
                </a:lnTo>
                <a:lnTo>
                  <a:pt x="83710" y="166824"/>
                </a:lnTo>
                <a:lnTo>
                  <a:pt x="82501" y="167228"/>
                </a:lnTo>
                <a:lnTo>
                  <a:pt x="81254" y="167597"/>
                </a:lnTo>
                <a:lnTo>
                  <a:pt x="79968" y="167931"/>
                </a:lnTo>
                <a:lnTo>
                  <a:pt x="78642" y="168230"/>
                </a:lnTo>
                <a:lnTo>
                  <a:pt x="77278" y="168494"/>
                </a:lnTo>
                <a:lnTo>
                  <a:pt x="75875" y="168722"/>
                </a:lnTo>
                <a:lnTo>
                  <a:pt x="74433" y="168915"/>
                </a:lnTo>
                <a:lnTo>
                  <a:pt x="72951" y="169074"/>
                </a:lnTo>
                <a:lnTo>
                  <a:pt x="71431" y="169197"/>
                </a:lnTo>
                <a:lnTo>
                  <a:pt x="69872" y="169284"/>
                </a:lnTo>
                <a:lnTo>
                  <a:pt x="68274" y="169337"/>
                </a:lnTo>
                <a:lnTo>
                  <a:pt x="66636" y="169355"/>
                </a:lnTo>
                <a:lnTo>
                  <a:pt x="57800" y="169355"/>
                </a:lnTo>
                <a:lnTo>
                  <a:pt x="57800" y="83208"/>
                </a:lnTo>
                <a:lnTo>
                  <a:pt x="67372" y="83208"/>
                </a:lnTo>
                <a:lnTo>
                  <a:pt x="69009" y="83226"/>
                </a:lnTo>
                <a:close/>
                <a:moveTo>
                  <a:pt x="1378196" y="186050"/>
                </a:moveTo>
                <a:lnTo>
                  <a:pt x="1379761" y="185151"/>
                </a:lnTo>
                <a:lnTo>
                  <a:pt x="1381290" y="184224"/>
                </a:lnTo>
                <a:lnTo>
                  <a:pt x="1382783" y="183269"/>
                </a:lnTo>
                <a:lnTo>
                  <a:pt x="1384240" y="182286"/>
                </a:lnTo>
                <a:lnTo>
                  <a:pt x="1385659" y="181275"/>
                </a:lnTo>
                <a:lnTo>
                  <a:pt x="1387043" y="180235"/>
                </a:lnTo>
                <a:lnTo>
                  <a:pt x="1388390" y="179168"/>
                </a:lnTo>
                <a:lnTo>
                  <a:pt x="1389701" y="178072"/>
                </a:lnTo>
                <a:lnTo>
                  <a:pt x="1390975" y="176949"/>
                </a:lnTo>
                <a:lnTo>
                  <a:pt x="1392212" y="175797"/>
                </a:lnTo>
                <a:lnTo>
                  <a:pt x="1393414" y="174617"/>
                </a:lnTo>
                <a:lnTo>
                  <a:pt x="1394578" y="173409"/>
                </a:lnTo>
                <a:lnTo>
                  <a:pt x="1395707" y="172173"/>
                </a:lnTo>
                <a:lnTo>
                  <a:pt x="1396799" y="170908"/>
                </a:lnTo>
                <a:lnTo>
                  <a:pt x="1397854" y="169616"/>
                </a:lnTo>
                <a:lnTo>
                  <a:pt x="1398873" y="168295"/>
                </a:lnTo>
                <a:lnTo>
                  <a:pt x="1399856" y="166947"/>
                </a:lnTo>
                <a:lnTo>
                  <a:pt x="1400802" y="165570"/>
                </a:lnTo>
                <a:lnTo>
                  <a:pt x="1401712" y="164165"/>
                </a:lnTo>
                <a:lnTo>
                  <a:pt x="1402585" y="162732"/>
                </a:lnTo>
                <a:lnTo>
                  <a:pt x="1403422" y="161271"/>
                </a:lnTo>
                <a:lnTo>
                  <a:pt x="1404223" y="159782"/>
                </a:lnTo>
                <a:lnTo>
                  <a:pt x="1404989" y="158271"/>
                </a:lnTo>
                <a:lnTo>
                  <a:pt x="1405722" y="156745"/>
                </a:lnTo>
                <a:lnTo>
                  <a:pt x="1406423" y="155204"/>
                </a:lnTo>
                <a:lnTo>
                  <a:pt x="1407091" y="153647"/>
                </a:lnTo>
                <a:lnTo>
                  <a:pt x="1407727" y="152074"/>
                </a:lnTo>
                <a:lnTo>
                  <a:pt x="1408330" y="150487"/>
                </a:lnTo>
                <a:lnTo>
                  <a:pt x="1408900" y="148884"/>
                </a:lnTo>
                <a:lnTo>
                  <a:pt x="1409438" y="147266"/>
                </a:lnTo>
                <a:lnTo>
                  <a:pt x="1409943" y="145632"/>
                </a:lnTo>
                <a:lnTo>
                  <a:pt x="1410416" y="143983"/>
                </a:lnTo>
                <a:lnTo>
                  <a:pt x="1410856" y="142319"/>
                </a:lnTo>
                <a:lnTo>
                  <a:pt x="1411263" y="140639"/>
                </a:lnTo>
                <a:lnTo>
                  <a:pt x="1411638" y="138944"/>
                </a:lnTo>
                <a:lnTo>
                  <a:pt x="1411980" y="137233"/>
                </a:lnTo>
                <a:lnTo>
                  <a:pt x="1412290" y="135508"/>
                </a:lnTo>
                <a:lnTo>
                  <a:pt x="1412567" y="133766"/>
                </a:lnTo>
                <a:lnTo>
                  <a:pt x="1412811" y="132010"/>
                </a:lnTo>
                <a:lnTo>
                  <a:pt x="1413023" y="130238"/>
                </a:lnTo>
                <a:lnTo>
                  <a:pt x="1413202" y="128451"/>
                </a:lnTo>
                <a:lnTo>
                  <a:pt x="1413349" y="126648"/>
                </a:lnTo>
                <a:lnTo>
                  <a:pt x="1413463" y="124831"/>
                </a:lnTo>
                <a:lnTo>
                  <a:pt x="1413545" y="122997"/>
                </a:lnTo>
                <a:lnTo>
                  <a:pt x="1413594" y="121149"/>
                </a:lnTo>
                <a:lnTo>
                  <a:pt x="1413610" y="119285"/>
                </a:lnTo>
                <a:lnTo>
                  <a:pt x="1413445" y="112977"/>
                </a:lnTo>
                <a:lnTo>
                  <a:pt x="1412950" y="106937"/>
                </a:lnTo>
                <a:lnTo>
                  <a:pt x="1412126" y="101165"/>
                </a:lnTo>
                <a:lnTo>
                  <a:pt x="1410972" y="95662"/>
                </a:lnTo>
                <a:lnTo>
                  <a:pt x="1409487" y="90428"/>
                </a:lnTo>
                <a:lnTo>
                  <a:pt x="1407673" y="85462"/>
                </a:lnTo>
                <a:lnTo>
                  <a:pt x="1405530" y="80764"/>
                </a:lnTo>
                <a:lnTo>
                  <a:pt x="1403056" y="76335"/>
                </a:lnTo>
                <a:lnTo>
                  <a:pt x="1400253" y="72174"/>
                </a:lnTo>
                <a:lnTo>
                  <a:pt x="1397120" y="68282"/>
                </a:lnTo>
                <a:lnTo>
                  <a:pt x="1393657" y="64658"/>
                </a:lnTo>
                <a:lnTo>
                  <a:pt x="1389864" y="61302"/>
                </a:lnTo>
                <a:lnTo>
                  <a:pt x="1385742" y="58215"/>
                </a:lnTo>
                <a:lnTo>
                  <a:pt x="1381289" y="55397"/>
                </a:lnTo>
                <a:lnTo>
                  <a:pt x="1376507" y="52847"/>
                </a:lnTo>
                <a:lnTo>
                  <a:pt x="1371395" y="50565"/>
                </a:lnTo>
                <a:lnTo>
                  <a:pt x="1365954" y="48552"/>
                </a:lnTo>
                <a:lnTo>
                  <a:pt x="1360182" y="46807"/>
                </a:lnTo>
                <a:lnTo>
                  <a:pt x="1354081" y="45330"/>
                </a:lnTo>
                <a:lnTo>
                  <a:pt x="1347650" y="44122"/>
                </a:lnTo>
                <a:lnTo>
                  <a:pt x="1340889" y="43183"/>
                </a:lnTo>
                <a:lnTo>
                  <a:pt x="1333798" y="42512"/>
                </a:lnTo>
                <a:lnTo>
                  <a:pt x="1326377" y="42109"/>
                </a:lnTo>
                <a:lnTo>
                  <a:pt x="1318627" y="41975"/>
                </a:lnTo>
                <a:lnTo>
                  <a:pt x="1250519" y="41975"/>
                </a:lnTo>
                <a:lnTo>
                  <a:pt x="1250519" y="297105"/>
                </a:lnTo>
                <a:lnTo>
                  <a:pt x="1308319" y="297105"/>
                </a:lnTo>
                <a:lnTo>
                  <a:pt x="1308319" y="198808"/>
                </a:lnTo>
                <a:lnTo>
                  <a:pt x="1322307" y="198808"/>
                </a:lnTo>
                <a:lnTo>
                  <a:pt x="1324149" y="198808"/>
                </a:lnTo>
                <a:lnTo>
                  <a:pt x="1365748" y="297105"/>
                </a:lnTo>
                <a:lnTo>
                  <a:pt x="1427233" y="297105"/>
                </a:lnTo>
                <a:lnTo>
                  <a:pt x="1374955" y="187764"/>
                </a:lnTo>
                <a:lnTo>
                  <a:pt x="1376594" y="186921"/>
                </a:lnTo>
                <a:lnTo>
                  <a:pt x="1378196" y="186050"/>
                </a:lnTo>
                <a:close/>
                <a:moveTo>
                  <a:pt x="1319833" y="82853"/>
                </a:moveTo>
                <a:lnTo>
                  <a:pt x="1321374" y="82899"/>
                </a:lnTo>
                <a:lnTo>
                  <a:pt x="1322879" y="82976"/>
                </a:lnTo>
                <a:lnTo>
                  <a:pt x="1324346" y="83083"/>
                </a:lnTo>
                <a:lnTo>
                  <a:pt x="1325778" y="83221"/>
                </a:lnTo>
                <a:lnTo>
                  <a:pt x="1327173" y="83390"/>
                </a:lnTo>
                <a:lnTo>
                  <a:pt x="1328531" y="83589"/>
                </a:lnTo>
                <a:lnTo>
                  <a:pt x="1329854" y="83819"/>
                </a:lnTo>
                <a:lnTo>
                  <a:pt x="1331139" y="84080"/>
                </a:lnTo>
                <a:lnTo>
                  <a:pt x="1332389" y="84372"/>
                </a:lnTo>
                <a:lnTo>
                  <a:pt x="1333601" y="84694"/>
                </a:lnTo>
                <a:lnTo>
                  <a:pt x="1334778" y="85047"/>
                </a:lnTo>
                <a:lnTo>
                  <a:pt x="1335918" y="85430"/>
                </a:lnTo>
                <a:lnTo>
                  <a:pt x="1337021" y="85844"/>
                </a:lnTo>
                <a:lnTo>
                  <a:pt x="1338088" y="86289"/>
                </a:lnTo>
                <a:lnTo>
                  <a:pt x="1339119" y="86765"/>
                </a:lnTo>
                <a:lnTo>
                  <a:pt x="1340113" y="87271"/>
                </a:lnTo>
                <a:lnTo>
                  <a:pt x="1341071" y="87808"/>
                </a:lnTo>
                <a:lnTo>
                  <a:pt x="1341992" y="88376"/>
                </a:lnTo>
                <a:lnTo>
                  <a:pt x="1342877" y="88974"/>
                </a:lnTo>
                <a:lnTo>
                  <a:pt x="1343726" y="89603"/>
                </a:lnTo>
                <a:lnTo>
                  <a:pt x="1344538" y="90263"/>
                </a:lnTo>
                <a:lnTo>
                  <a:pt x="1345313" y="90953"/>
                </a:lnTo>
                <a:lnTo>
                  <a:pt x="1346052" y="91674"/>
                </a:lnTo>
                <a:lnTo>
                  <a:pt x="1346758" y="92428"/>
                </a:lnTo>
                <a:lnTo>
                  <a:pt x="1347434" y="93216"/>
                </a:lnTo>
                <a:lnTo>
                  <a:pt x="1348080" y="94039"/>
                </a:lnTo>
                <a:lnTo>
                  <a:pt x="1348696" y="94896"/>
                </a:lnTo>
                <a:lnTo>
                  <a:pt x="1349281" y="95787"/>
                </a:lnTo>
                <a:lnTo>
                  <a:pt x="1349837" y="96713"/>
                </a:lnTo>
                <a:lnTo>
                  <a:pt x="1350363" y="97674"/>
                </a:lnTo>
                <a:lnTo>
                  <a:pt x="1350858" y="98669"/>
                </a:lnTo>
                <a:lnTo>
                  <a:pt x="1351324" y="99699"/>
                </a:lnTo>
                <a:lnTo>
                  <a:pt x="1351760" y="100763"/>
                </a:lnTo>
                <a:lnTo>
                  <a:pt x="1352165" y="101862"/>
                </a:lnTo>
                <a:lnTo>
                  <a:pt x="1352541" y="102995"/>
                </a:lnTo>
                <a:lnTo>
                  <a:pt x="1352886" y="104163"/>
                </a:lnTo>
                <a:lnTo>
                  <a:pt x="1353202" y="105365"/>
                </a:lnTo>
                <a:lnTo>
                  <a:pt x="1353487" y="106602"/>
                </a:lnTo>
                <a:lnTo>
                  <a:pt x="1353742" y="107873"/>
                </a:lnTo>
                <a:lnTo>
                  <a:pt x="1353967" y="109179"/>
                </a:lnTo>
                <a:lnTo>
                  <a:pt x="1354163" y="110519"/>
                </a:lnTo>
                <a:lnTo>
                  <a:pt x="1354328" y="111894"/>
                </a:lnTo>
                <a:lnTo>
                  <a:pt x="1354463" y="113303"/>
                </a:lnTo>
                <a:lnTo>
                  <a:pt x="1354568" y="114747"/>
                </a:lnTo>
                <a:lnTo>
                  <a:pt x="1354643" y="116225"/>
                </a:lnTo>
                <a:lnTo>
                  <a:pt x="1354688" y="117738"/>
                </a:lnTo>
                <a:lnTo>
                  <a:pt x="1354703" y="119285"/>
                </a:lnTo>
                <a:lnTo>
                  <a:pt x="1354689" y="120983"/>
                </a:lnTo>
                <a:lnTo>
                  <a:pt x="1354647" y="122643"/>
                </a:lnTo>
                <a:lnTo>
                  <a:pt x="1354577" y="124263"/>
                </a:lnTo>
                <a:lnTo>
                  <a:pt x="1354478" y="125845"/>
                </a:lnTo>
                <a:lnTo>
                  <a:pt x="1354352" y="127388"/>
                </a:lnTo>
                <a:lnTo>
                  <a:pt x="1354197" y="128891"/>
                </a:lnTo>
                <a:lnTo>
                  <a:pt x="1354014" y="130356"/>
                </a:lnTo>
                <a:lnTo>
                  <a:pt x="1353803" y="131782"/>
                </a:lnTo>
                <a:lnTo>
                  <a:pt x="1353564" y="133168"/>
                </a:lnTo>
                <a:lnTo>
                  <a:pt x="1353297" y="134516"/>
                </a:lnTo>
                <a:lnTo>
                  <a:pt x="1353002" y="135824"/>
                </a:lnTo>
                <a:lnTo>
                  <a:pt x="1352678" y="137094"/>
                </a:lnTo>
                <a:lnTo>
                  <a:pt x="1352327" y="138325"/>
                </a:lnTo>
                <a:lnTo>
                  <a:pt x="1351947" y="139516"/>
                </a:lnTo>
                <a:lnTo>
                  <a:pt x="1351539" y="140669"/>
                </a:lnTo>
                <a:lnTo>
                  <a:pt x="1351103" y="141783"/>
                </a:lnTo>
                <a:lnTo>
                  <a:pt x="1350639" y="142857"/>
                </a:lnTo>
                <a:lnTo>
                  <a:pt x="1350147" y="143893"/>
                </a:lnTo>
                <a:lnTo>
                  <a:pt x="1349626" y="144890"/>
                </a:lnTo>
                <a:lnTo>
                  <a:pt x="1349078" y="145848"/>
                </a:lnTo>
                <a:lnTo>
                  <a:pt x="1348501" y="146766"/>
                </a:lnTo>
                <a:lnTo>
                  <a:pt x="1347897" y="147646"/>
                </a:lnTo>
                <a:lnTo>
                  <a:pt x="1347264" y="148487"/>
                </a:lnTo>
                <a:lnTo>
                  <a:pt x="1346603" y="149289"/>
                </a:lnTo>
                <a:lnTo>
                  <a:pt x="1345910" y="150054"/>
                </a:lnTo>
                <a:lnTo>
                  <a:pt x="1345182" y="150788"/>
                </a:lnTo>
                <a:lnTo>
                  <a:pt x="1344418" y="151489"/>
                </a:lnTo>
                <a:lnTo>
                  <a:pt x="1343618" y="152157"/>
                </a:lnTo>
                <a:lnTo>
                  <a:pt x="1342782" y="152792"/>
                </a:lnTo>
                <a:lnTo>
                  <a:pt x="1341911" y="153395"/>
                </a:lnTo>
                <a:lnTo>
                  <a:pt x="1341003" y="153966"/>
                </a:lnTo>
                <a:lnTo>
                  <a:pt x="1340060" y="154504"/>
                </a:lnTo>
                <a:lnTo>
                  <a:pt x="1339081" y="155009"/>
                </a:lnTo>
                <a:lnTo>
                  <a:pt x="1338066" y="155481"/>
                </a:lnTo>
                <a:lnTo>
                  <a:pt x="1337016" y="155921"/>
                </a:lnTo>
                <a:lnTo>
                  <a:pt x="1335929" y="156329"/>
                </a:lnTo>
                <a:lnTo>
                  <a:pt x="1334807" y="156704"/>
                </a:lnTo>
                <a:lnTo>
                  <a:pt x="1333649" y="157046"/>
                </a:lnTo>
                <a:lnTo>
                  <a:pt x="1332455" y="157356"/>
                </a:lnTo>
                <a:lnTo>
                  <a:pt x="1331225" y="157633"/>
                </a:lnTo>
                <a:lnTo>
                  <a:pt x="1329960" y="157877"/>
                </a:lnTo>
                <a:lnTo>
                  <a:pt x="1328659" y="158089"/>
                </a:lnTo>
                <a:lnTo>
                  <a:pt x="1327322" y="158268"/>
                </a:lnTo>
                <a:lnTo>
                  <a:pt x="1325949" y="158415"/>
                </a:lnTo>
                <a:lnTo>
                  <a:pt x="1324540" y="158529"/>
                </a:lnTo>
                <a:lnTo>
                  <a:pt x="1323095" y="158610"/>
                </a:lnTo>
                <a:lnTo>
                  <a:pt x="1321615" y="158659"/>
                </a:lnTo>
                <a:lnTo>
                  <a:pt x="1320099" y="158676"/>
                </a:lnTo>
                <a:lnTo>
                  <a:pt x="1308319" y="158676"/>
                </a:lnTo>
                <a:lnTo>
                  <a:pt x="1308319" y="82838"/>
                </a:lnTo>
                <a:lnTo>
                  <a:pt x="1318256" y="82838"/>
                </a:lnTo>
                <a:lnTo>
                  <a:pt x="1319833" y="82853"/>
                </a:lnTo>
                <a:close/>
                <a:moveTo>
                  <a:pt x="317617" y="152423"/>
                </a:moveTo>
                <a:lnTo>
                  <a:pt x="317352" y="149818"/>
                </a:lnTo>
                <a:lnTo>
                  <a:pt x="317029" y="147275"/>
                </a:lnTo>
                <a:lnTo>
                  <a:pt x="316646" y="144795"/>
                </a:lnTo>
                <a:lnTo>
                  <a:pt x="316205" y="142376"/>
                </a:lnTo>
                <a:lnTo>
                  <a:pt x="315706" y="140019"/>
                </a:lnTo>
                <a:lnTo>
                  <a:pt x="315147" y="137724"/>
                </a:lnTo>
                <a:lnTo>
                  <a:pt x="314529" y="135491"/>
                </a:lnTo>
                <a:lnTo>
                  <a:pt x="313853" y="133320"/>
                </a:lnTo>
                <a:lnTo>
                  <a:pt x="313118" y="131212"/>
                </a:lnTo>
                <a:lnTo>
                  <a:pt x="312324" y="129165"/>
                </a:lnTo>
                <a:lnTo>
                  <a:pt x="311471" y="127180"/>
                </a:lnTo>
                <a:lnTo>
                  <a:pt x="310560" y="125257"/>
                </a:lnTo>
                <a:lnTo>
                  <a:pt x="309589" y="123396"/>
                </a:lnTo>
                <a:lnTo>
                  <a:pt x="308560" y="121597"/>
                </a:lnTo>
                <a:lnTo>
                  <a:pt x="307472" y="119860"/>
                </a:lnTo>
                <a:lnTo>
                  <a:pt x="306325" y="118185"/>
                </a:lnTo>
                <a:lnTo>
                  <a:pt x="305120" y="116572"/>
                </a:lnTo>
                <a:lnTo>
                  <a:pt x="303855" y="115021"/>
                </a:lnTo>
                <a:lnTo>
                  <a:pt x="302532" y="113532"/>
                </a:lnTo>
                <a:lnTo>
                  <a:pt x="301150" y="112105"/>
                </a:lnTo>
                <a:lnTo>
                  <a:pt x="299708" y="110739"/>
                </a:lnTo>
                <a:lnTo>
                  <a:pt x="298205" y="109430"/>
                </a:lnTo>
                <a:lnTo>
                  <a:pt x="296640" y="108179"/>
                </a:lnTo>
                <a:lnTo>
                  <a:pt x="295014" y="106987"/>
                </a:lnTo>
                <a:lnTo>
                  <a:pt x="293326" y="105853"/>
                </a:lnTo>
                <a:lnTo>
                  <a:pt x="291577" y="104777"/>
                </a:lnTo>
                <a:lnTo>
                  <a:pt x="289767" y="103759"/>
                </a:lnTo>
                <a:lnTo>
                  <a:pt x="287896" y="102799"/>
                </a:lnTo>
                <a:lnTo>
                  <a:pt x="285963" y="101897"/>
                </a:lnTo>
                <a:lnTo>
                  <a:pt x="283969" y="101054"/>
                </a:lnTo>
                <a:lnTo>
                  <a:pt x="281913" y="100269"/>
                </a:lnTo>
                <a:lnTo>
                  <a:pt x="279796" y="99542"/>
                </a:lnTo>
                <a:lnTo>
                  <a:pt x="277618" y="98873"/>
                </a:lnTo>
                <a:lnTo>
                  <a:pt x="275378" y="98262"/>
                </a:lnTo>
                <a:lnTo>
                  <a:pt x="273077" y="97709"/>
                </a:lnTo>
                <a:lnTo>
                  <a:pt x="270715" y="97215"/>
                </a:lnTo>
                <a:lnTo>
                  <a:pt x="268291" y="96779"/>
                </a:lnTo>
                <a:lnTo>
                  <a:pt x="265806" y="96401"/>
                </a:lnTo>
                <a:lnTo>
                  <a:pt x="263260" y="96081"/>
                </a:lnTo>
                <a:lnTo>
                  <a:pt x="260652" y="95819"/>
                </a:lnTo>
                <a:lnTo>
                  <a:pt x="257983" y="95615"/>
                </a:lnTo>
                <a:lnTo>
                  <a:pt x="255253" y="95470"/>
                </a:lnTo>
                <a:lnTo>
                  <a:pt x="252461" y="95383"/>
                </a:lnTo>
                <a:lnTo>
                  <a:pt x="249608" y="95354"/>
                </a:lnTo>
                <a:lnTo>
                  <a:pt x="248317" y="95360"/>
                </a:lnTo>
                <a:lnTo>
                  <a:pt x="247020" y="95379"/>
                </a:lnTo>
                <a:lnTo>
                  <a:pt x="245717" y="95411"/>
                </a:lnTo>
                <a:lnTo>
                  <a:pt x="244409" y="95456"/>
                </a:lnTo>
                <a:lnTo>
                  <a:pt x="243095" y="95514"/>
                </a:lnTo>
                <a:lnTo>
                  <a:pt x="241775" y="95584"/>
                </a:lnTo>
                <a:lnTo>
                  <a:pt x="240449" y="95667"/>
                </a:lnTo>
                <a:lnTo>
                  <a:pt x="239117" y="95763"/>
                </a:lnTo>
                <a:lnTo>
                  <a:pt x="237780" y="95872"/>
                </a:lnTo>
                <a:lnTo>
                  <a:pt x="236437" y="95993"/>
                </a:lnTo>
                <a:lnTo>
                  <a:pt x="235088" y="96128"/>
                </a:lnTo>
                <a:lnTo>
                  <a:pt x="233733" y="96275"/>
                </a:lnTo>
                <a:lnTo>
                  <a:pt x="232372" y="96435"/>
                </a:lnTo>
                <a:lnTo>
                  <a:pt x="231006" y="96608"/>
                </a:lnTo>
                <a:lnTo>
                  <a:pt x="229634" y="96793"/>
                </a:lnTo>
                <a:lnTo>
                  <a:pt x="228256" y="96992"/>
                </a:lnTo>
                <a:lnTo>
                  <a:pt x="226873" y="97203"/>
                </a:lnTo>
                <a:lnTo>
                  <a:pt x="225483" y="97427"/>
                </a:lnTo>
                <a:lnTo>
                  <a:pt x="224088" y="97663"/>
                </a:lnTo>
                <a:lnTo>
                  <a:pt x="222687" y="97913"/>
                </a:lnTo>
                <a:lnTo>
                  <a:pt x="221281" y="98175"/>
                </a:lnTo>
                <a:lnTo>
                  <a:pt x="219868" y="98450"/>
                </a:lnTo>
                <a:lnTo>
                  <a:pt x="218450" y="98738"/>
                </a:lnTo>
                <a:lnTo>
                  <a:pt x="217026" y="99039"/>
                </a:lnTo>
                <a:lnTo>
                  <a:pt x="215603" y="99351"/>
                </a:lnTo>
                <a:lnTo>
                  <a:pt x="214187" y="99675"/>
                </a:lnTo>
                <a:lnTo>
                  <a:pt x="212778" y="100011"/>
                </a:lnTo>
                <a:lnTo>
                  <a:pt x="211377" y="100357"/>
                </a:lnTo>
                <a:lnTo>
                  <a:pt x="209982" y="100716"/>
                </a:lnTo>
                <a:lnTo>
                  <a:pt x="208594" y="101086"/>
                </a:lnTo>
                <a:lnTo>
                  <a:pt x="207213" y="101467"/>
                </a:lnTo>
                <a:lnTo>
                  <a:pt x="205840" y="101860"/>
                </a:lnTo>
                <a:lnTo>
                  <a:pt x="204473" y="102265"/>
                </a:lnTo>
                <a:lnTo>
                  <a:pt x="203113" y="102681"/>
                </a:lnTo>
                <a:lnTo>
                  <a:pt x="201760" y="103108"/>
                </a:lnTo>
                <a:lnTo>
                  <a:pt x="200415" y="103547"/>
                </a:lnTo>
                <a:lnTo>
                  <a:pt x="199076" y="103997"/>
                </a:lnTo>
                <a:lnTo>
                  <a:pt x="197745" y="104459"/>
                </a:lnTo>
                <a:lnTo>
                  <a:pt x="196420" y="104933"/>
                </a:lnTo>
                <a:lnTo>
                  <a:pt x="195102" y="105418"/>
                </a:lnTo>
                <a:lnTo>
                  <a:pt x="193792" y="105914"/>
                </a:lnTo>
                <a:lnTo>
                  <a:pt x="192488" y="106423"/>
                </a:lnTo>
                <a:lnTo>
                  <a:pt x="191192" y="106942"/>
                </a:lnTo>
                <a:lnTo>
                  <a:pt x="189902" y="107473"/>
                </a:lnTo>
                <a:lnTo>
                  <a:pt x="188620" y="108016"/>
                </a:lnTo>
                <a:lnTo>
                  <a:pt x="187344" y="108570"/>
                </a:lnTo>
                <a:lnTo>
                  <a:pt x="186076" y="109135"/>
                </a:lnTo>
                <a:lnTo>
                  <a:pt x="184815" y="109712"/>
                </a:lnTo>
                <a:lnTo>
                  <a:pt x="197331" y="145058"/>
                </a:lnTo>
                <a:lnTo>
                  <a:pt x="199403" y="144247"/>
                </a:lnTo>
                <a:lnTo>
                  <a:pt x="201447" y="143470"/>
                </a:lnTo>
                <a:lnTo>
                  <a:pt x="203462" y="142728"/>
                </a:lnTo>
                <a:lnTo>
                  <a:pt x="205450" y="142020"/>
                </a:lnTo>
                <a:lnTo>
                  <a:pt x="207409" y="141347"/>
                </a:lnTo>
                <a:lnTo>
                  <a:pt x="209341" y="140708"/>
                </a:lnTo>
                <a:lnTo>
                  <a:pt x="211244" y="140104"/>
                </a:lnTo>
                <a:lnTo>
                  <a:pt x="213119" y="139534"/>
                </a:lnTo>
                <a:lnTo>
                  <a:pt x="214966" y="138999"/>
                </a:lnTo>
                <a:lnTo>
                  <a:pt x="216785" y="138499"/>
                </a:lnTo>
                <a:lnTo>
                  <a:pt x="218576" y="138033"/>
                </a:lnTo>
                <a:lnTo>
                  <a:pt x="220339" y="137601"/>
                </a:lnTo>
                <a:lnTo>
                  <a:pt x="222074" y="137204"/>
                </a:lnTo>
                <a:lnTo>
                  <a:pt x="223780" y="136842"/>
                </a:lnTo>
                <a:lnTo>
                  <a:pt x="225459" y="136514"/>
                </a:lnTo>
                <a:lnTo>
                  <a:pt x="227109" y="136220"/>
                </a:lnTo>
                <a:lnTo>
                  <a:pt x="228731" y="135961"/>
                </a:lnTo>
                <a:lnTo>
                  <a:pt x="230326" y="135737"/>
                </a:lnTo>
                <a:lnTo>
                  <a:pt x="231892" y="135547"/>
                </a:lnTo>
                <a:lnTo>
                  <a:pt x="233429" y="135391"/>
                </a:lnTo>
                <a:lnTo>
                  <a:pt x="234939" y="135271"/>
                </a:lnTo>
                <a:lnTo>
                  <a:pt x="236421" y="135184"/>
                </a:lnTo>
                <a:lnTo>
                  <a:pt x="237875" y="135133"/>
                </a:lnTo>
                <a:lnTo>
                  <a:pt x="239300" y="135115"/>
                </a:lnTo>
                <a:lnTo>
                  <a:pt x="240421" y="135127"/>
                </a:lnTo>
                <a:lnTo>
                  <a:pt x="241513" y="135163"/>
                </a:lnTo>
                <a:lnTo>
                  <a:pt x="242576" y="135222"/>
                </a:lnTo>
                <a:lnTo>
                  <a:pt x="243611" y="135305"/>
                </a:lnTo>
                <a:lnTo>
                  <a:pt x="244617" y="135411"/>
                </a:lnTo>
                <a:lnTo>
                  <a:pt x="245594" y="135541"/>
                </a:lnTo>
                <a:lnTo>
                  <a:pt x="246542" y="135695"/>
                </a:lnTo>
                <a:lnTo>
                  <a:pt x="247461" y="135872"/>
                </a:lnTo>
                <a:lnTo>
                  <a:pt x="248352" y="136074"/>
                </a:lnTo>
                <a:lnTo>
                  <a:pt x="249214" y="136298"/>
                </a:lnTo>
                <a:lnTo>
                  <a:pt x="250047" y="136547"/>
                </a:lnTo>
                <a:lnTo>
                  <a:pt x="250851" y="136819"/>
                </a:lnTo>
                <a:lnTo>
                  <a:pt x="251627" y="137115"/>
                </a:lnTo>
                <a:lnTo>
                  <a:pt x="252374" y="137434"/>
                </a:lnTo>
                <a:lnTo>
                  <a:pt x="253092" y="137777"/>
                </a:lnTo>
                <a:lnTo>
                  <a:pt x="253781" y="138144"/>
                </a:lnTo>
                <a:lnTo>
                  <a:pt x="254442" y="138534"/>
                </a:lnTo>
                <a:lnTo>
                  <a:pt x="255073" y="138948"/>
                </a:lnTo>
                <a:lnTo>
                  <a:pt x="255676" y="139386"/>
                </a:lnTo>
                <a:lnTo>
                  <a:pt x="256250" y="139847"/>
                </a:lnTo>
                <a:lnTo>
                  <a:pt x="256796" y="140332"/>
                </a:lnTo>
                <a:lnTo>
                  <a:pt x="257313" y="140841"/>
                </a:lnTo>
                <a:lnTo>
                  <a:pt x="257800" y="141373"/>
                </a:lnTo>
                <a:lnTo>
                  <a:pt x="258260" y="141929"/>
                </a:lnTo>
                <a:lnTo>
                  <a:pt x="258695" y="142516"/>
                </a:lnTo>
                <a:lnTo>
                  <a:pt x="259112" y="143140"/>
                </a:lnTo>
                <a:lnTo>
                  <a:pt x="259510" y="143801"/>
                </a:lnTo>
                <a:lnTo>
                  <a:pt x="259890" y="144501"/>
                </a:lnTo>
                <a:lnTo>
                  <a:pt x="260252" y="145238"/>
                </a:lnTo>
                <a:lnTo>
                  <a:pt x="260594" y="146013"/>
                </a:lnTo>
                <a:lnTo>
                  <a:pt x="260919" y="146825"/>
                </a:lnTo>
                <a:lnTo>
                  <a:pt x="261224" y="147676"/>
                </a:lnTo>
                <a:lnTo>
                  <a:pt x="261512" y="148564"/>
                </a:lnTo>
                <a:lnTo>
                  <a:pt x="261780" y="149489"/>
                </a:lnTo>
                <a:lnTo>
                  <a:pt x="262030" y="150453"/>
                </a:lnTo>
                <a:lnTo>
                  <a:pt x="262262" y="151454"/>
                </a:lnTo>
                <a:lnTo>
                  <a:pt x="262475" y="152493"/>
                </a:lnTo>
                <a:lnTo>
                  <a:pt x="262670" y="153570"/>
                </a:lnTo>
                <a:lnTo>
                  <a:pt x="262846" y="154684"/>
                </a:lnTo>
                <a:lnTo>
                  <a:pt x="263003" y="155836"/>
                </a:lnTo>
                <a:lnTo>
                  <a:pt x="263142" y="157026"/>
                </a:lnTo>
                <a:lnTo>
                  <a:pt x="263263" y="158254"/>
                </a:lnTo>
                <a:lnTo>
                  <a:pt x="263365" y="159519"/>
                </a:lnTo>
                <a:lnTo>
                  <a:pt x="263448" y="160822"/>
                </a:lnTo>
                <a:lnTo>
                  <a:pt x="263513" y="162163"/>
                </a:lnTo>
                <a:lnTo>
                  <a:pt x="263559" y="163541"/>
                </a:lnTo>
                <a:lnTo>
                  <a:pt x="263587" y="164957"/>
                </a:lnTo>
                <a:lnTo>
                  <a:pt x="263596" y="166411"/>
                </a:lnTo>
                <a:lnTo>
                  <a:pt x="263596" y="176719"/>
                </a:lnTo>
                <a:lnTo>
                  <a:pt x="251816" y="176719"/>
                </a:lnTo>
                <a:lnTo>
                  <a:pt x="248658" y="176749"/>
                </a:lnTo>
                <a:lnTo>
                  <a:pt x="245563" y="176836"/>
                </a:lnTo>
                <a:lnTo>
                  <a:pt x="242533" y="176981"/>
                </a:lnTo>
                <a:lnTo>
                  <a:pt x="239566" y="177185"/>
                </a:lnTo>
                <a:lnTo>
                  <a:pt x="236663" y="177447"/>
                </a:lnTo>
                <a:lnTo>
                  <a:pt x="233824" y="177766"/>
                </a:lnTo>
                <a:lnTo>
                  <a:pt x="231049" y="178144"/>
                </a:lnTo>
                <a:lnTo>
                  <a:pt x="228338" y="178581"/>
                </a:lnTo>
                <a:lnTo>
                  <a:pt x="225691" y="179075"/>
                </a:lnTo>
                <a:lnTo>
                  <a:pt x="223108" y="179628"/>
                </a:lnTo>
                <a:lnTo>
                  <a:pt x="220588" y="180238"/>
                </a:lnTo>
                <a:lnTo>
                  <a:pt x="218133" y="180907"/>
                </a:lnTo>
                <a:lnTo>
                  <a:pt x="215741" y="181634"/>
                </a:lnTo>
                <a:lnTo>
                  <a:pt x="213414" y="182420"/>
                </a:lnTo>
                <a:lnTo>
                  <a:pt x="211150" y="183263"/>
                </a:lnTo>
                <a:lnTo>
                  <a:pt x="208950" y="184165"/>
                </a:lnTo>
                <a:lnTo>
                  <a:pt x="206814" y="185124"/>
                </a:lnTo>
                <a:lnTo>
                  <a:pt x="204742" y="186142"/>
                </a:lnTo>
                <a:lnTo>
                  <a:pt x="202734" y="187218"/>
                </a:lnTo>
                <a:lnTo>
                  <a:pt x="200789" y="188353"/>
                </a:lnTo>
                <a:lnTo>
                  <a:pt x="198909" y="189545"/>
                </a:lnTo>
                <a:lnTo>
                  <a:pt x="197092" y="190796"/>
                </a:lnTo>
                <a:lnTo>
                  <a:pt x="195340" y="192104"/>
                </a:lnTo>
                <a:lnTo>
                  <a:pt x="193651" y="193471"/>
                </a:lnTo>
                <a:lnTo>
                  <a:pt x="192029" y="194894"/>
                </a:lnTo>
                <a:lnTo>
                  <a:pt x="190476" y="196369"/>
                </a:lnTo>
                <a:lnTo>
                  <a:pt x="188992" y="197898"/>
                </a:lnTo>
                <a:lnTo>
                  <a:pt x="187576" y="199479"/>
                </a:lnTo>
                <a:lnTo>
                  <a:pt x="186230" y="201114"/>
                </a:lnTo>
                <a:lnTo>
                  <a:pt x="184953" y="202802"/>
                </a:lnTo>
                <a:lnTo>
                  <a:pt x="183745" y="204542"/>
                </a:lnTo>
                <a:lnTo>
                  <a:pt x="182606" y="206336"/>
                </a:lnTo>
                <a:lnTo>
                  <a:pt x="181536" y="208183"/>
                </a:lnTo>
                <a:lnTo>
                  <a:pt x="180535" y="210083"/>
                </a:lnTo>
                <a:lnTo>
                  <a:pt x="179603" y="212036"/>
                </a:lnTo>
                <a:lnTo>
                  <a:pt x="178741" y="214042"/>
                </a:lnTo>
                <a:lnTo>
                  <a:pt x="177947" y="216100"/>
                </a:lnTo>
                <a:lnTo>
                  <a:pt x="177222" y="218212"/>
                </a:lnTo>
                <a:lnTo>
                  <a:pt x="176566" y="220377"/>
                </a:lnTo>
                <a:lnTo>
                  <a:pt x="175979" y="222596"/>
                </a:lnTo>
                <a:lnTo>
                  <a:pt x="175462" y="224867"/>
                </a:lnTo>
                <a:lnTo>
                  <a:pt x="175013" y="227191"/>
                </a:lnTo>
                <a:lnTo>
                  <a:pt x="174633" y="229568"/>
                </a:lnTo>
                <a:lnTo>
                  <a:pt x="174323" y="231998"/>
                </a:lnTo>
                <a:lnTo>
                  <a:pt x="174081" y="234481"/>
                </a:lnTo>
                <a:lnTo>
                  <a:pt x="173908" y="237017"/>
                </a:lnTo>
                <a:lnTo>
                  <a:pt x="173805" y="239607"/>
                </a:lnTo>
                <a:lnTo>
                  <a:pt x="173770" y="242249"/>
                </a:lnTo>
                <a:lnTo>
                  <a:pt x="173795" y="244531"/>
                </a:lnTo>
                <a:lnTo>
                  <a:pt x="173870" y="246775"/>
                </a:lnTo>
                <a:lnTo>
                  <a:pt x="173995" y="248982"/>
                </a:lnTo>
                <a:lnTo>
                  <a:pt x="174169" y="251151"/>
                </a:lnTo>
                <a:lnTo>
                  <a:pt x="174393" y="253282"/>
                </a:lnTo>
                <a:lnTo>
                  <a:pt x="174667" y="255376"/>
                </a:lnTo>
                <a:lnTo>
                  <a:pt x="174991" y="257432"/>
                </a:lnTo>
                <a:lnTo>
                  <a:pt x="175365" y="259450"/>
                </a:lnTo>
                <a:lnTo>
                  <a:pt x="175789" y="261430"/>
                </a:lnTo>
                <a:lnTo>
                  <a:pt x="176262" y="263373"/>
                </a:lnTo>
                <a:lnTo>
                  <a:pt x="176786" y="265278"/>
                </a:lnTo>
                <a:lnTo>
                  <a:pt x="177359" y="267145"/>
                </a:lnTo>
                <a:lnTo>
                  <a:pt x="177982" y="268975"/>
                </a:lnTo>
                <a:lnTo>
                  <a:pt x="178654" y="270766"/>
                </a:lnTo>
                <a:lnTo>
                  <a:pt x="179377" y="272521"/>
                </a:lnTo>
                <a:lnTo>
                  <a:pt x="180150" y="274237"/>
                </a:lnTo>
                <a:lnTo>
                  <a:pt x="180972" y="275916"/>
                </a:lnTo>
                <a:lnTo>
                  <a:pt x="181844" y="277557"/>
                </a:lnTo>
                <a:lnTo>
                  <a:pt x="182766" y="279160"/>
                </a:lnTo>
                <a:lnTo>
                  <a:pt x="183738" y="280726"/>
                </a:lnTo>
                <a:lnTo>
                  <a:pt x="184759" y="282254"/>
                </a:lnTo>
                <a:lnTo>
                  <a:pt x="185831" y="283744"/>
                </a:lnTo>
                <a:lnTo>
                  <a:pt x="186952" y="285197"/>
                </a:lnTo>
                <a:lnTo>
                  <a:pt x="188123" y="286612"/>
                </a:lnTo>
                <a:lnTo>
                  <a:pt x="189337" y="287978"/>
                </a:lnTo>
                <a:lnTo>
                  <a:pt x="190586" y="289287"/>
                </a:lnTo>
                <a:lnTo>
                  <a:pt x="191868" y="290538"/>
                </a:lnTo>
                <a:lnTo>
                  <a:pt x="193186" y="291730"/>
                </a:lnTo>
                <a:lnTo>
                  <a:pt x="194538" y="292864"/>
                </a:lnTo>
                <a:lnTo>
                  <a:pt x="195924" y="293940"/>
                </a:lnTo>
                <a:lnTo>
                  <a:pt x="197345" y="294958"/>
                </a:lnTo>
                <a:lnTo>
                  <a:pt x="198801" y="295918"/>
                </a:lnTo>
                <a:lnTo>
                  <a:pt x="200291" y="296820"/>
                </a:lnTo>
                <a:lnTo>
                  <a:pt x="201815" y="297663"/>
                </a:lnTo>
                <a:lnTo>
                  <a:pt x="203374" y="298448"/>
                </a:lnTo>
                <a:lnTo>
                  <a:pt x="204968" y="299175"/>
                </a:lnTo>
                <a:lnTo>
                  <a:pt x="206596" y="299844"/>
                </a:lnTo>
                <a:lnTo>
                  <a:pt x="208259" y="300455"/>
                </a:lnTo>
                <a:lnTo>
                  <a:pt x="209956" y="301008"/>
                </a:lnTo>
                <a:lnTo>
                  <a:pt x="211688" y="301502"/>
                </a:lnTo>
                <a:lnTo>
                  <a:pt x="213454" y="301938"/>
                </a:lnTo>
                <a:lnTo>
                  <a:pt x="215254" y="302316"/>
                </a:lnTo>
                <a:lnTo>
                  <a:pt x="217090" y="302636"/>
                </a:lnTo>
                <a:lnTo>
                  <a:pt x="218960" y="302898"/>
                </a:lnTo>
                <a:lnTo>
                  <a:pt x="220864" y="303102"/>
                </a:lnTo>
                <a:lnTo>
                  <a:pt x="222803" y="303247"/>
                </a:lnTo>
                <a:lnTo>
                  <a:pt x="224776" y="303334"/>
                </a:lnTo>
                <a:lnTo>
                  <a:pt x="226784" y="303363"/>
                </a:lnTo>
                <a:lnTo>
                  <a:pt x="229367" y="303315"/>
                </a:lnTo>
                <a:lnTo>
                  <a:pt x="231899" y="303172"/>
                </a:lnTo>
                <a:lnTo>
                  <a:pt x="234382" y="302932"/>
                </a:lnTo>
                <a:lnTo>
                  <a:pt x="236815" y="302596"/>
                </a:lnTo>
                <a:lnTo>
                  <a:pt x="239199" y="302165"/>
                </a:lnTo>
                <a:lnTo>
                  <a:pt x="241532" y="301638"/>
                </a:lnTo>
                <a:lnTo>
                  <a:pt x="243816" y="301014"/>
                </a:lnTo>
                <a:lnTo>
                  <a:pt x="246049" y="300295"/>
                </a:lnTo>
                <a:lnTo>
                  <a:pt x="248233" y="299481"/>
                </a:lnTo>
                <a:lnTo>
                  <a:pt x="250367" y="298570"/>
                </a:lnTo>
                <a:lnTo>
                  <a:pt x="252451" y="297563"/>
                </a:lnTo>
                <a:lnTo>
                  <a:pt x="254486" y="296461"/>
                </a:lnTo>
                <a:lnTo>
                  <a:pt x="256470" y="295262"/>
                </a:lnTo>
                <a:lnTo>
                  <a:pt x="258405" y="293968"/>
                </a:lnTo>
                <a:lnTo>
                  <a:pt x="260290" y="292578"/>
                </a:lnTo>
                <a:lnTo>
                  <a:pt x="262125" y="291092"/>
                </a:lnTo>
                <a:lnTo>
                  <a:pt x="263910" y="289510"/>
                </a:lnTo>
                <a:lnTo>
                  <a:pt x="265646" y="287832"/>
                </a:lnTo>
                <a:lnTo>
                  <a:pt x="267331" y="286059"/>
                </a:lnTo>
                <a:lnTo>
                  <a:pt x="268967" y="284189"/>
                </a:lnTo>
                <a:lnTo>
                  <a:pt x="270553" y="282224"/>
                </a:lnTo>
                <a:lnTo>
                  <a:pt x="272089" y="280163"/>
                </a:lnTo>
                <a:lnTo>
                  <a:pt x="273575" y="278006"/>
                </a:lnTo>
                <a:lnTo>
                  <a:pt x="275011" y="275753"/>
                </a:lnTo>
                <a:lnTo>
                  <a:pt x="275479" y="276815"/>
                </a:lnTo>
                <a:lnTo>
                  <a:pt x="275964" y="277853"/>
                </a:lnTo>
                <a:lnTo>
                  <a:pt x="276464" y="278868"/>
                </a:lnTo>
                <a:lnTo>
                  <a:pt x="276980" y="279859"/>
                </a:lnTo>
                <a:lnTo>
                  <a:pt x="277512" y="280826"/>
                </a:lnTo>
                <a:lnTo>
                  <a:pt x="278060" y="281770"/>
                </a:lnTo>
                <a:lnTo>
                  <a:pt x="278624" y="282690"/>
                </a:lnTo>
                <a:lnTo>
                  <a:pt x="279204" y="283587"/>
                </a:lnTo>
                <a:lnTo>
                  <a:pt x="279800" y="284460"/>
                </a:lnTo>
                <a:lnTo>
                  <a:pt x="280412" y="285309"/>
                </a:lnTo>
                <a:lnTo>
                  <a:pt x="281040" y="286134"/>
                </a:lnTo>
                <a:lnTo>
                  <a:pt x="281684" y="286936"/>
                </a:lnTo>
                <a:lnTo>
                  <a:pt x="282344" y="287714"/>
                </a:lnTo>
                <a:lnTo>
                  <a:pt x="283019" y="288469"/>
                </a:lnTo>
                <a:lnTo>
                  <a:pt x="283711" y="289199"/>
                </a:lnTo>
                <a:lnTo>
                  <a:pt x="284419" y="289907"/>
                </a:lnTo>
                <a:lnTo>
                  <a:pt x="285143" y="290590"/>
                </a:lnTo>
                <a:lnTo>
                  <a:pt x="285882" y="291250"/>
                </a:lnTo>
                <a:lnTo>
                  <a:pt x="286638" y="291886"/>
                </a:lnTo>
                <a:lnTo>
                  <a:pt x="287410" y="292499"/>
                </a:lnTo>
                <a:lnTo>
                  <a:pt x="288198" y="293088"/>
                </a:lnTo>
                <a:lnTo>
                  <a:pt x="289001" y="293653"/>
                </a:lnTo>
                <a:lnTo>
                  <a:pt x="289821" y="294194"/>
                </a:lnTo>
                <a:lnTo>
                  <a:pt x="290656" y="294712"/>
                </a:lnTo>
                <a:lnTo>
                  <a:pt x="291510" y="295210"/>
                </a:lnTo>
                <a:lnTo>
                  <a:pt x="292384" y="295692"/>
                </a:lnTo>
                <a:lnTo>
                  <a:pt x="293278" y="296159"/>
                </a:lnTo>
                <a:lnTo>
                  <a:pt x="294191" y="296609"/>
                </a:lnTo>
                <a:lnTo>
                  <a:pt x="295124" y="297043"/>
                </a:lnTo>
                <a:lnTo>
                  <a:pt x="296077" y="297461"/>
                </a:lnTo>
                <a:lnTo>
                  <a:pt x="297050" y="297864"/>
                </a:lnTo>
                <a:lnTo>
                  <a:pt x="298042" y="298250"/>
                </a:lnTo>
                <a:lnTo>
                  <a:pt x="299055" y="298620"/>
                </a:lnTo>
                <a:lnTo>
                  <a:pt x="300087" y="298975"/>
                </a:lnTo>
                <a:lnTo>
                  <a:pt x="301139" y="299313"/>
                </a:lnTo>
                <a:lnTo>
                  <a:pt x="302210" y="299636"/>
                </a:lnTo>
                <a:lnTo>
                  <a:pt x="303302" y="299943"/>
                </a:lnTo>
                <a:lnTo>
                  <a:pt x="304413" y="300233"/>
                </a:lnTo>
                <a:lnTo>
                  <a:pt x="305544" y="300508"/>
                </a:lnTo>
                <a:lnTo>
                  <a:pt x="306695" y="300767"/>
                </a:lnTo>
                <a:lnTo>
                  <a:pt x="307866" y="301009"/>
                </a:lnTo>
                <a:lnTo>
                  <a:pt x="309057" y="301236"/>
                </a:lnTo>
                <a:lnTo>
                  <a:pt x="310267" y="301447"/>
                </a:lnTo>
                <a:lnTo>
                  <a:pt x="311497" y="301642"/>
                </a:lnTo>
                <a:lnTo>
                  <a:pt x="312747" y="301821"/>
                </a:lnTo>
                <a:lnTo>
                  <a:pt x="314017" y="301984"/>
                </a:lnTo>
                <a:lnTo>
                  <a:pt x="315306" y="302131"/>
                </a:lnTo>
                <a:lnTo>
                  <a:pt x="316615" y="302262"/>
                </a:lnTo>
                <a:lnTo>
                  <a:pt x="328025" y="265809"/>
                </a:lnTo>
                <a:lnTo>
                  <a:pt x="327570" y="265592"/>
                </a:lnTo>
                <a:lnTo>
                  <a:pt x="327128" y="265368"/>
                </a:lnTo>
                <a:lnTo>
                  <a:pt x="326696" y="265137"/>
                </a:lnTo>
                <a:lnTo>
                  <a:pt x="326276" y="264901"/>
                </a:lnTo>
                <a:lnTo>
                  <a:pt x="325868" y="264657"/>
                </a:lnTo>
                <a:lnTo>
                  <a:pt x="325471" y="264408"/>
                </a:lnTo>
                <a:lnTo>
                  <a:pt x="325086" y="264152"/>
                </a:lnTo>
                <a:lnTo>
                  <a:pt x="324712" y="263889"/>
                </a:lnTo>
                <a:lnTo>
                  <a:pt x="324349" y="263621"/>
                </a:lnTo>
                <a:lnTo>
                  <a:pt x="323999" y="263345"/>
                </a:lnTo>
                <a:lnTo>
                  <a:pt x="323659" y="263064"/>
                </a:lnTo>
                <a:lnTo>
                  <a:pt x="323331" y="262776"/>
                </a:lnTo>
                <a:lnTo>
                  <a:pt x="323015" y="262482"/>
                </a:lnTo>
                <a:lnTo>
                  <a:pt x="322710" y="262181"/>
                </a:lnTo>
                <a:lnTo>
                  <a:pt x="322417" y="261874"/>
                </a:lnTo>
                <a:lnTo>
                  <a:pt x="322135" y="261560"/>
                </a:lnTo>
                <a:lnTo>
                  <a:pt x="321865" y="261240"/>
                </a:lnTo>
                <a:lnTo>
                  <a:pt x="321606" y="260914"/>
                </a:lnTo>
                <a:lnTo>
                  <a:pt x="321359" y="260581"/>
                </a:lnTo>
                <a:lnTo>
                  <a:pt x="321123" y="260242"/>
                </a:lnTo>
                <a:lnTo>
                  <a:pt x="320899" y="259896"/>
                </a:lnTo>
                <a:lnTo>
                  <a:pt x="320686" y="259544"/>
                </a:lnTo>
                <a:lnTo>
                  <a:pt x="320485" y="259186"/>
                </a:lnTo>
                <a:lnTo>
                  <a:pt x="320295" y="258821"/>
                </a:lnTo>
                <a:lnTo>
                  <a:pt x="320115" y="258444"/>
                </a:lnTo>
                <a:lnTo>
                  <a:pt x="319942" y="258051"/>
                </a:lnTo>
                <a:lnTo>
                  <a:pt x="319778" y="257641"/>
                </a:lnTo>
                <a:lnTo>
                  <a:pt x="319620" y="257214"/>
                </a:lnTo>
                <a:lnTo>
                  <a:pt x="319471" y="256771"/>
                </a:lnTo>
                <a:lnTo>
                  <a:pt x="319329" y="256311"/>
                </a:lnTo>
                <a:lnTo>
                  <a:pt x="319195" y="255835"/>
                </a:lnTo>
                <a:lnTo>
                  <a:pt x="319069" y="255342"/>
                </a:lnTo>
                <a:lnTo>
                  <a:pt x="318950" y="254832"/>
                </a:lnTo>
                <a:lnTo>
                  <a:pt x="318839" y="254306"/>
                </a:lnTo>
                <a:lnTo>
                  <a:pt x="318735" y="253763"/>
                </a:lnTo>
                <a:lnTo>
                  <a:pt x="318639" y="253203"/>
                </a:lnTo>
                <a:lnTo>
                  <a:pt x="318551" y="252627"/>
                </a:lnTo>
                <a:lnTo>
                  <a:pt x="318471" y="252035"/>
                </a:lnTo>
                <a:lnTo>
                  <a:pt x="318398" y="251425"/>
                </a:lnTo>
                <a:lnTo>
                  <a:pt x="318333" y="250799"/>
                </a:lnTo>
                <a:lnTo>
                  <a:pt x="318275" y="250156"/>
                </a:lnTo>
                <a:lnTo>
                  <a:pt x="318225" y="249497"/>
                </a:lnTo>
                <a:lnTo>
                  <a:pt x="318183" y="248821"/>
                </a:lnTo>
                <a:lnTo>
                  <a:pt x="318149" y="248129"/>
                </a:lnTo>
                <a:lnTo>
                  <a:pt x="318122" y="247420"/>
                </a:lnTo>
                <a:lnTo>
                  <a:pt x="318103" y="246694"/>
                </a:lnTo>
                <a:lnTo>
                  <a:pt x="318091" y="245952"/>
                </a:lnTo>
                <a:lnTo>
                  <a:pt x="318087" y="245193"/>
                </a:lnTo>
                <a:lnTo>
                  <a:pt x="318087" y="163462"/>
                </a:lnTo>
                <a:lnTo>
                  <a:pt x="318058" y="160609"/>
                </a:lnTo>
                <a:lnTo>
                  <a:pt x="317970" y="157818"/>
                </a:lnTo>
                <a:lnTo>
                  <a:pt x="317823" y="155090"/>
                </a:lnTo>
                <a:lnTo>
                  <a:pt x="317617" y="152423"/>
                </a:lnTo>
                <a:close/>
                <a:moveTo>
                  <a:pt x="240793" y="263677"/>
                </a:moveTo>
                <a:lnTo>
                  <a:pt x="240243" y="263547"/>
                </a:lnTo>
                <a:lnTo>
                  <a:pt x="239704" y="263393"/>
                </a:lnTo>
                <a:lnTo>
                  <a:pt x="239177" y="263216"/>
                </a:lnTo>
                <a:lnTo>
                  <a:pt x="238661" y="263015"/>
                </a:lnTo>
                <a:lnTo>
                  <a:pt x="238157" y="262790"/>
                </a:lnTo>
                <a:lnTo>
                  <a:pt x="237665" y="262542"/>
                </a:lnTo>
                <a:lnTo>
                  <a:pt x="237184" y="262270"/>
                </a:lnTo>
                <a:lnTo>
                  <a:pt x="236714" y="261975"/>
                </a:lnTo>
                <a:lnTo>
                  <a:pt x="236256" y="261656"/>
                </a:lnTo>
                <a:lnTo>
                  <a:pt x="235809" y="261313"/>
                </a:lnTo>
                <a:lnTo>
                  <a:pt x="235374" y="260946"/>
                </a:lnTo>
                <a:lnTo>
                  <a:pt x="234950" y="260556"/>
                </a:lnTo>
                <a:lnTo>
                  <a:pt x="234538" y="260143"/>
                </a:lnTo>
                <a:lnTo>
                  <a:pt x="234137" y="259705"/>
                </a:lnTo>
                <a:lnTo>
                  <a:pt x="233748" y="259244"/>
                </a:lnTo>
                <a:lnTo>
                  <a:pt x="233370" y="258760"/>
                </a:lnTo>
                <a:lnTo>
                  <a:pt x="233004" y="258251"/>
                </a:lnTo>
                <a:lnTo>
                  <a:pt x="232649" y="257719"/>
                </a:lnTo>
                <a:lnTo>
                  <a:pt x="232306" y="257164"/>
                </a:lnTo>
                <a:lnTo>
                  <a:pt x="231976" y="256586"/>
                </a:lnTo>
                <a:lnTo>
                  <a:pt x="231659" y="255986"/>
                </a:lnTo>
                <a:lnTo>
                  <a:pt x="231357" y="255365"/>
                </a:lnTo>
                <a:lnTo>
                  <a:pt x="231068" y="254724"/>
                </a:lnTo>
                <a:lnTo>
                  <a:pt x="230794" y="254061"/>
                </a:lnTo>
                <a:lnTo>
                  <a:pt x="230534" y="253377"/>
                </a:lnTo>
                <a:lnTo>
                  <a:pt x="230288" y="252672"/>
                </a:lnTo>
                <a:lnTo>
                  <a:pt x="230056" y="251946"/>
                </a:lnTo>
                <a:lnTo>
                  <a:pt x="229838" y="251199"/>
                </a:lnTo>
                <a:lnTo>
                  <a:pt x="229634" y="250431"/>
                </a:lnTo>
                <a:lnTo>
                  <a:pt x="229444" y="249642"/>
                </a:lnTo>
                <a:lnTo>
                  <a:pt x="229268" y="248832"/>
                </a:lnTo>
                <a:lnTo>
                  <a:pt x="229107" y="248000"/>
                </a:lnTo>
                <a:lnTo>
                  <a:pt x="228959" y="247148"/>
                </a:lnTo>
                <a:lnTo>
                  <a:pt x="228825" y="246274"/>
                </a:lnTo>
                <a:lnTo>
                  <a:pt x="228706" y="245379"/>
                </a:lnTo>
                <a:lnTo>
                  <a:pt x="228600" y="244464"/>
                </a:lnTo>
                <a:lnTo>
                  <a:pt x="228509" y="243527"/>
                </a:lnTo>
                <a:lnTo>
                  <a:pt x="228432" y="242569"/>
                </a:lnTo>
                <a:lnTo>
                  <a:pt x="228368" y="241590"/>
                </a:lnTo>
                <a:lnTo>
                  <a:pt x="228319" y="240590"/>
                </a:lnTo>
                <a:lnTo>
                  <a:pt x="228284" y="239569"/>
                </a:lnTo>
                <a:lnTo>
                  <a:pt x="228263" y="238526"/>
                </a:lnTo>
                <a:lnTo>
                  <a:pt x="228256" y="237463"/>
                </a:lnTo>
                <a:lnTo>
                  <a:pt x="228268" y="236189"/>
                </a:lnTo>
                <a:lnTo>
                  <a:pt x="228303" y="234944"/>
                </a:lnTo>
                <a:lnTo>
                  <a:pt x="228362" y="233727"/>
                </a:lnTo>
                <a:lnTo>
                  <a:pt x="228445" y="232540"/>
                </a:lnTo>
                <a:lnTo>
                  <a:pt x="228551" y="231381"/>
                </a:lnTo>
                <a:lnTo>
                  <a:pt x="228681" y="230251"/>
                </a:lnTo>
                <a:lnTo>
                  <a:pt x="228835" y="229149"/>
                </a:lnTo>
                <a:lnTo>
                  <a:pt x="229012" y="228076"/>
                </a:lnTo>
                <a:lnTo>
                  <a:pt x="229213" y="227033"/>
                </a:lnTo>
                <a:lnTo>
                  <a:pt x="229438" y="226017"/>
                </a:lnTo>
                <a:lnTo>
                  <a:pt x="229686" y="225031"/>
                </a:lnTo>
                <a:lnTo>
                  <a:pt x="229958" y="224073"/>
                </a:lnTo>
                <a:lnTo>
                  <a:pt x="230253" y="223144"/>
                </a:lnTo>
                <a:lnTo>
                  <a:pt x="230573" y="222244"/>
                </a:lnTo>
                <a:lnTo>
                  <a:pt x="230915" y="221373"/>
                </a:lnTo>
                <a:lnTo>
                  <a:pt x="231282" y="220530"/>
                </a:lnTo>
                <a:lnTo>
                  <a:pt x="231672" y="219716"/>
                </a:lnTo>
                <a:lnTo>
                  <a:pt x="232086" y="218931"/>
                </a:lnTo>
                <a:lnTo>
                  <a:pt x="232523" y="218175"/>
                </a:lnTo>
                <a:lnTo>
                  <a:pt x="232984" y="217447"/>
                </a:lnTo>
                <a:lnTo>
                  <a:pt x="233469" y="216748"/>
                </a:lnTo>
                <a:lnTo>
                  <a:pt x="233977" y="216078"/>
                </a:lnTo>
                <a:lnTo>
                  <a:pt x="234509" y="215436"/>
                </a:lnTo>
                <a:lnTo>
                  <a:pt x="235064" y="214824"/>
                </a:lnTo>
                <a:lnTo>
                  <a:pt x="235647" y="214238"/>
                </a:lnTo>
                <a:lnTo>
                  <a:pt x="236258" y="213677"/>
                </a:lnTo>
                <a:lnTo>
                  <a:pt x="236897" y="213141"/>
                </a:lnTo>
                <a:lnTo>
                  <a:pt x="237566" y="212630"/>
                </a:lnTo>
                <a:lnTo>
                  <a:pt x="238263" y="212144"/>
                </a:lnTo>
                <a:lnTo>
                  <a:pt x="238989" y="211683"/>
                </a:lnTo>
                <a:lnTo>
                  <a:pt x="239744" y="211247"/>
                </a:lnTo>
                <a:lnTo>
                  <a:pt x="240527" y="210835"/>
                </a:lnTo>
                <a:lnTo>
                  <a:pt x="241339" y="210449"/>
                </a:lnTo>
                <a:lnTo>
                  <a:pt x="242180" y="210087"/>
                </a:lnTo>
                <a:lnTo>
                  <a:pt x="243050" y="209751"/>
                </a:lnTo>
                <a:lnTo>
                  <a:pt x="243949" y="209439"/>
                </a:lnTo>
                <a:lnTo>
                  <a:pt x="244876" y="209153"/>
                </a:lnTo>
                <a:lnTo>
                  <a:pt x="245832" y="208891"/>
                </a:lnTo>
                <a:lnTo>
                  <a:pt x="246817" y="208654"/>
                </a:lnTo>
                <a:lnTo>
                  <a:pt x="247830" y="208442"/>
                </a:lnTo>
                <a:lnTo>
                  <a:pt x="248872" y="208255"/>
                </a:lnTo>
                <a:lnTo>
                  <a:pt x="249943" y="208093"/>
                </a:lnTo>
                <a:lnTo>
                  <a:pt x="251043" y="207956"/>
                </a:lnTo>
                <a:lnTo>
                  <a:pt x="252172" y="207844"/>
                </a:lnTo>
                <a:lnTo>
                  <a:pt x="253329" y="207757"/>
                </a:lnTo>
                <a:lnTo>
                  <a:pt x="254515" y="207694"/>
                </a:lnTo>
                <a:lnTo>
                  <a:pt x="255730" y="207657"/>
                </a:lnTo>
                <a:lnTo>
                  <a:pt x="256973" y="207644"/>
                </a:lnTo>
                <a:lnTo>
                  <a:pt x="263596" y="207644"/>
                </a:lnTo>
                <a:lnTo>
                  <a:pt x="263596" y="245563"/>
                </a:lnTo>
                <a:lnTo>
                  <a:pt x="263317" y="246293"/>
                </a:lnTo>
                <a:lnTo>
                  <a:pt x="263032" y="247008"/>
                </a:lnTo>
                <a:lnTo>
                  <a:pt x="262740" y="247709"/>
                </a:lnTo>
                <a:lnTo>
                  <a:pt x="262442" y="248396"/>
                </a:lnTo>
                <a:lnTo>
                  <a:pt x="262137" y="249070"/>
                </a:lnTo>
                <a:lnTo>
                  <a:pt x="261826" y="249729"/>
                </a:lnTo>
                <a:lnTo>
                  <a:pt x="261509" y="250374"/>
                </a:lnTo>
                <a:lnTo>
                  <a:pt x="261185" y="251004"/>
                </a:lnTo>
                <a:lnTo>
                  <a:pt x="260855" y="251621"/>
                </a:lnTo>
                <a:lnTo>
                  <a:pt x="260518" y="252224"/>
                </a:lnTo>
                <a:lnTo>
                  <a:pt x="260175" y="252813"/>
                </a:lnTo>
                <a:lnTo>
                  <a:pt x="259825" y="253387"/>
                </a:lnTo>
                <a:lnTo>
                  <a:pt x="259470" y="253948"/>
                </a:lnTo>
                <a:lnTo>
                  <a:pt x="259107" y="254495"/>
                </a:lnTo>
                <a:lnTo>
                  <a:pt x="258738" y="255027"/>
                </a:lnTo>
                <a:lnTo>
                  <a:pt x="258363" y="255545"/>
                </a:lnTo>
                <a:lnTo>
                  <a:pt x="257982" y="256050"/>
                </a:lnTo>
                <a:lnTo>
                  <a:pt x="257593" y="256540"/>
                </a:lnTo>
                <a:lnTo>
                  <a:pt x="257199" y="257016"/>
                </a:lnTo>
                <a:lnTo>
                  <a:pt x="256798" y="257478"/>
                </a:lnTo>
                <a:lnTo>
                  <a:pt x="256391" y="257926"/>
                </a:lnTo>
                <a:lnTo>
                  <a:pt x="255977" y="258360"/>
                </a:lnTo>
                <a:lnTo>
                  <a:pt x="255557" y="258780"/>
                </a:lnTo>
                <a:lnTo>
                  <a:pt x="255131" y="259186"/>
                </a:lnTo>
                <a:lnTo>
                  <a:pt x="254699" y="259577"/>
                </a:lnTo>
                <a:lnTo>
                  <a:pt x="254264" y="259951"/>
                </a:lnTo>
                <a:lnTo>
                  <a:pt x="253825" y="260308"/>
                </a:lnTo>
                <a:lnTo>
                  <a:pt x="253382" y="260649"/>
                </a:lnTo>
                <a:lnTo>
                  <a:pt x="252936" y="260973"/>
                </a:lnTo>
                <a:lnTo>
                  <a:pt x="252485" y="261280"/>
                </a:lnTo>
                <a:lnTo>
                  <a:pt x="252031" y="261571"/>
                </a:lnTo>
                <a:lnTo>
                  <a:pt x="251573" y="261845"/>
                </a:lnTo>
                <a:lnTo>
                  <a:pt x="251111" y="262103"/>
                </a:lnTo>
                <a:lnTo>
                  <a:pt x="250645" y="262344"/>
                </a:lnTo>
                <a:lnTo>
                  <a:pt x="250175" y="262568"/>
                </a:lnTo>
                <a:lnTo>
                  <a:pt x="249701" y="262776"/>
                </a:lnTo>
                <a:lnTo>
                  <a:pt x="249224" y="262967"/>
                </a:lnTo>
                <a:lnTo>
                  <a:pt x="248742" y="263142"/>
                </a:lnTo>
                <a:lnTo>
                  <a:pt x="248257" y="263299"/>
                </a:lnTo>
                <a:lnTo>
                  <a:pt x="247768" y="263441"/>
                </a:lnTo>
                <a:lnTo>
                  <a:pt x="247275" y="263565"/>
                </a:lnTo>
                <a:lnTo>
                  <a:pt x="246778" y="263673"/>
                </a:lnTo>
                <a:lnTo>
                  <a:pt x="246277" y="263765"/>
                </a:lnTo>
                <a:lnTo>
                  <a:pt x="245772" y="263840"/>
                </a:lnTo>
                <a:lnTo>
                  <a:pt x="245264" y="263898"/>
                </a:lnTo>
                <a:lnTo>
                  <a:pt x="244752" y="263939"/>
                </a:lnTo>
                <a:lnTo>
                  <a:pt x="244236" y="263964"/>
                </a:lnTo>
                <a:lnTo>
                  <a:pt x="243715" y="263972"/>
                </a:lnTo>
                <a:lnTo>
                  <a:pt x="243108" y="263961"/>
                </a:lnTo>
                <a:lnTo>
                  <a:pt x="242512" y="263925"/>
                </a:lnTo>
                <a:lnTo>
                  <a:pt x="241927" y="263866"/>
                </a:lnTo>
                <a:lnTo>
                  <a:pt x="241354" y="263783"/>
                </a:lnTo>
                <a:lnTo>
                  <a:pt x="240793" y="263677"/>
                </a:lnTo>
                <a:close/>
                <a:moveTo>
                  <a:pt x="418494" y="95905"/>
                </a:moveTo>
                <a:lnTo>
                  <a:pt x="416503" y="96148"/>
                </a:lnTo>
                <a:lnTo>
                  <a:pt x="414536" y="96434"/>
                </a:lnTo>
                <a:lnTo>
                  <a:pt x="412591" y="96765"/>
                </a:lnTo>
                <a:lnTo>
                  <a:pt x="410670" y="97140"/>
                </a:lnTo>
                <a:lnTo>
                  <a:pt x="408771" y="97559"/>
                </a:lnTo>
                <a:lnTo>
                  <a:pt x="406896" y="98022"/>
                </a:lnTo>
                <a:lnTo>
                  <a:pt x="405044" y="98529"/>
                </a:lnTo>
                <a:lnTo>
                  <a:pt x="403214" y="99080"/>
                </a:lnTo>
                <a:lnTo>
                  <a:pt x="401408" y="99676"/>
                </a:lnTo>
                <a:lnTo>
                  <a:pt x="399624" y="100315"/>
                </a:lnTo>
                <a:lnTo>
                  <a:pt x="397864" y="100999"/>
                </a:lnTo>
                <a:lnTo>
                  <a:pt x="396126" y="101726"/>
                </a:lnTo>
                <a:lnTo>
                  <a:pt x="394412" y="102498"/>
                </a:lnTo>
                <a:lnTo>
                  <a:pt x="392720" y="103314"/>
                </a:lnTo>
                <a:lnTo>
                  <a:pt x="391052" y="104174"/>
                </a:lnTo>
                <a:lnTo>
                  <a:pt x="389406" y="105078"/>
                </a:lnTo>
                <a:lnTo>
                  <a:pt x="387784" y="106026"/>
                </a:lnTo>
                <a:lnTo>
                  <a:pt x="386185" y="107019"/>
                </a:lnTo>
                <a:lnTo>
                  <a:pt x="384608" y="108055"/>
                </a:lnTo>
                <a:lnTo>
                  <a:pt x="383059" y="109133"/>
                </a:lnTo>
                <a:lnTo>
                  <a:pt x="381539" y="110249"/>
                </a:lnTo>
                <a:lnTo>
                  <a:pt x="380050" y="111403"/>
                </a:lnTo>
                <a:lnTo>
                  <a:pt x="378590" y="112596"/>
                </a:lnTo>
                <a:lnTo>
                  <a:pt x="377161" y="113827"/>
                </a:lnTo>
                <a:lnTo>
                  <a:pt x="375762" y="115096"/>
                </a:lnTo>
                <a:lnTo>
                  <a:pt x="374392" y="116404"/>
                </a:lnTo>
                <a:lnTo>
                  <a:pt x="373053" y="117750"/>
                </a:lnTo>
                <a:lnTo>
                  <a:pt x="371744" y="119134"/>
                </a:lnTo>
                <a:lnTo>
                  <a:pt x="370465" y="120557"/>
                </a:lnTo>
                <a:lnTo>
                  <a:pt x="369216" y="122018"/>
                </a:lnTo>
                <a:lnTo>
                  <a:pt x="367997" y="123518"/>
                </a:lnTo>
                <a:lnTo>
                  <a:pt x="366808" y="125055"/>
                </a:lnTo>
                <a:lnTo>
                  <a:pt x="365649" y="126632"/>
                </a:lnTo>
                <a:lnTo>
                  <a:pt x="364520" y="128246"/>
                </a:lnTo>
                <a:lnTo>
                  <a:pt x="363421" y="129899"/>
                </a:lnTo>
                <a:lnTo>
                  <a:pt x="362352" y="131590"/>
                </a:lnTo>
                <a:lnTo>
                  <a:pt x="361313" y="133320"/>
                </a:lnTo>
                <a:lnTo>
                  <a:pt x="360304" y="135088"/>
                </a:lnTo>
                <a:lnTo>
                  <a:pt x="359326" y="136894"/>
                </a:lnTo>
                <a:lnTo>
                  <a:pt x="358377" y="138738"/>
                </a:lnTo>
                <a:lnTo>
                  <a:pt x="357458" y="140621"/>
                </a:lnTo>
                <a:lnTo>
                  <a:pt x="356570" y="142543"/>
                </a:lnTo>
                <a:lnTo>
                  <a:pt x="355711" y="144502"/>
                </a:lnTo>
                <a:lnTo>
                  <a:pt x="354885" y="146497"/>
                </a:lnTo>
                <a:lnTo>
                  <a:pt x="354094" y="148523"/>
                </a:lnTo>
                <a:lnTo>
                  <a:pt x="353338" y="150580"/>
                </a:lnTo>
                <a:lnTo>
                  <a:pt x="352618" y="152668"/>
                </a:lnTo>
                <a:lnTo>
                  <a:pt x="351932" y="154788"/>
                </a:lnTo>
                <a:lnTo>
                  <a:pt x="351282" y="156939"/>
                </a:lnTo>
                <a:lnTo>
                  <a:pt x="350667" y="159121"/>
                </a:lnTo>
                <a:lnTo>
                  <a:pt x="350087" y="161335"/>
                </a:lnTo>
                <a:lnTo>
                  <a:pt x="349542" y="163580"/>
                </a:lnTo>
                <a:lnTo>
                  <a:pt x="349033" y="165857"/>
                </a:lnTo>
                <a:lnTo>
                  <a:pt x="348558" y="168164"/>
                </a:lnTo>
                <a:lnTo>
                  <a:pt x="348119" y="170504"/>
                </a:lnTo>
                <a:lnTo>
                  <a:pt x="347714" y="172874"/>
                </a:lnTo>
                <a:lnTo>
                  <a:pt x="347345" y="175276"/>
                </a:lnTo>
                <a:lnTo>
                  <a:pt x="347012" y="177709"/>
                </a:lnTo>
                <a:lnTo>
                  <a:pt x="346713" y="180173"/>
                </a:lnTo>
                <a:lnTo>
                  <a:pt x="346449" y="182669"/>
                </a:lnTo>
                <a:lnTo>
                  <a:pt x="346221" y="185196"/>
                </a:lnTo>
                <a:lnTo>
                  <a:pt x="346027" y="187754"/>
                </a:lnTo>
                <a:lnTo>
                  <a:pt x="345869" y="190344"/>
                </a:lnTo>
                <a:lnTo>
                  <a:pt x="345746" y="192965"/>
                </a:lnTo>
                <a:lnTo>
                  <a:pt x="345658" y="195617"/>
                </a:lnTo>
                <a:lnTo>
                  <a:pt x="345606" y="198301"/>
                </a:lnTo>
                <a:lnTo>
                  <a:pt x="345588" y="201016"/>
                </a:lnTo>
                <a:lnTo>
                  <a:pt x="345626" y="205177"/>
                </a:lnTo>
                <a:lnTo>
                  <a:pt x="345741" y="209252"/>
                </a:lnTo>
                <a:lnTo>
                  <a:pt x="345933" y="213243"/>
                </a:lnTo>
                <a:lnTo>
                  <a:pt x="346202" y="217149"/>
                </a:lnTo>
                <a:lnTo>
                  <a:pt x="346547" y="220970"/>
                </a:lnTo>
                <a:lnTo>
                  <a:pt x="346969" y="224706"/>
                </a:lnTo>
                <a:lnTo>
                  <a:pt x="347467" y="228356"/>
                </a:lnTo>
                <a:lnTo>
                  <a:pt x="348042" y="231922"/>
                </a:lnTo>
                <a:lnTo>
                  <a:pt x="348694" y="235403"/>
                </a:lnTo>
                <a:lnTo>
                  <a:pt x="349423" y="238798"/>
                </a:lnTo>
                <a:lnTo>
                  <a:pt x="350228" y="242109"/>
                </a:lnTo>
                <a:lnTo>
                  <a:pt x="351110" y="245335"/>
                </a:lnTo>
                <a:lnTo>
                  <a:pt x="352069" y="248475"/>
                </a:lnTo>
                <a:lnTo>
                  <a:pt x="353104" y="251531"/>
                </a:lnTo>
                <a:lnTo>
                  <a:pt x="354216" y="254501"/>
                </a:lnTo>
                <a:lnTo>
                  <a:pt x="355405" y="257387"/>
                </a:lnTo>
                <a:lnTo>
                  <a:pt x="356671" y="260187"/>
                </a:lnTo>
                <a:lnTo>
                  <a:pt x="358013" y="262903"/>
                </a:lnTo>
                <a:lnTo>
                  <a:pt x="359432" y="265533"/>
                </a:lnTo>
                <a:lnTo>
                  <a:pt x="360927" y="268078"/>
                </a:lnTo>
                <a:lnTo>
                  <a:pt x="362499" y="270539"/>
                </a:lnTo>
                <a:lnTo>
                  <a:pt x="364148" y="272914"/>
                </a:lnTo>
                <a:lnTo>
                  <a:pt x="365874" y="275205"/>
                </a:lnTo>
                <a:lnTo>
                  <a:pt x="367676" y="277410"/>
                </a:lnTo>
                <a:lnTo>
                  <a:pt x="369548" y="279528"/>
                </a:lnTo>
                <a:lnTo>
                  <a:pt x="371481" y="281555"/>
                </a:lnTo>
                <a:lnTo>
                  <a:pt x="373475" y="283493"/>
                </a:lnTo>
                <a:lnTo>
                  <a:pt x="375530" y="285340"/>
                </a:lnTo>
                <a:lnTo>
                  <a:pt x="377647" y="287097"/>
                </a:lnTo>
                <a:lnTo>
                  <a:pt x="379825" y="288764"/>
                </a:lnTo>
                <a:lnTo>
                  <a:pt x="382065" y="290342"/>
                </a:lnTo>
                <a:lnTo>
                  <a:pt x="384366" y="291828"/>
                </a:lnTo>
                <a:lnTo>
                  <a:pt x="386728" y="293225"/>
                </a:lnTo>
                <a:lnTo>
                  <a:pt x="389152" y="294532"/>
                </a:lnTo>
                <a:lnTo>
                  <a:pt x="391637" y="295748"/>
                </a:lnTo>
                <a:lnTo>
                  <a:pt x="394183" y="296875"/>
                </a:lnTo>
                <a:lnTo>
                  <a:pt x="396791" y="297911"/>
                </a:lnTo>
                <a:lnTo>
                  <a:pt x="399460" y="298857"/>
                </a:lnTo>
                <a:lnTo>
                  <a:pt x="402191" y="299714"/>
                </a:lnTo>
                <a:lnTo>
                  <a:pt x="404983" y="300480"/>
                </a:lnTo>
                <a:lnTo>
                  <a:pt x="407836" y="301155"/>
                </a:lnTo>
                <a:lnTo>
                  <a:pt x="410750" y="301741"/>
                </a:lnTo>
                <a:lnTo>
                  <a:pt x="413726" y="302237"/>
                </a:lnTo>
                <a:lnTo>
                  <a:pt x="416764" y="302642"/>
                </a:lnTo>
                <a:lnTo>
                  <a:pt x="419862" y="302958"/>
                </a:lnTo>
                <a:lnTo>
                  <a:pt x="423022" y="303183"/>
                </a:lnTo>
                <a:lnTo>
                  <a:pt x="426244" y="303318"/>
                </a:lnTo>
                <a:lnTo>
                  <a:pt x="429527" y="303363"/>
                </a:lnTo>
                <a:lnTo>
                  <a:pt x="432122" y="303324"/>
                </a:lnTo>
                <a:lnTo>
                  <a:pt x="434691" y="303205"/>
                </a:lnTo>
                <a:lnTo>
                  <a:pt x="437235" y="303007"/>
                </a:lnTo>
                <a:lnTo>
                  <a:pt x="439754" y="302729"/>
                </a:lnTo>
                <a:lnTo>
                  <a:pt x="442247" y="302373"/>
                </a:lnTo>
                <a:lnTo>
                  <a:pt x="444714" y="301937"/>
                </a:lnTo>
                <a:lnTo>
                  <a:pt x="447156" y="301422"/>
                </a:lnTo>
                <a:lnTo>
                  <a:pt x="449572" y="300827"/>
                </a:lnTo>
                <a:lnTo>
                  <a:pt x="451963" y="300154"/>
                </a:lnTo>
                <a:lnTo>
                  <a:pt x="454328" y="299401"/>
                </a:lnTo>
                <a:lnTo>
                  <a:pt x="456667" y="298569"/>
                </a:lnTo>
                <a:lnTo>
                  <a:pt x="458981" y="297657"/>
                </a:lnTo>
                <a:lnTo>
                  <a:pt x="461270" y="296667"/>
                </a:lnTo>
                <a:lnTo>
                  <a:pt x="463532" y="295597"/>
                </a:lnTo>
                <a:lnTo>
                  <a:pt x="465770" y="294448"/>
                </a:lnTo>
                <a:lnTo>
                  <a:pt x="467981" y="293219"/>
                </a:lnTo>
                <a:lnTo>
                  <a:pt x="470167" y="291911"/>
                </a:lnTo>
                <a:lnTo>
                  <a:pt x="472328" y="290525"/>
                </a:lnTo>
                <a:lnTo>
                  <a:pt x="474463" y="289058"/>
                </a:lnTo>
                <a:lnTo>
                  <a:pt x="476572" y="287513"/>
                </a:lnTo>
                <a:lnTo>
                  <a:pt x="478656" y="285888"/>
                </a:lnTo>
                <a:lnTo>
                  <a:pt x="480714" y="284184"/>
                </a:lnTo>
                <a:lnTo>
                  <a:pt x="482746" y="282401"/>
                </a:lnTo>
                <a:lnTo>
                  <a:pt x="484754" y="280539"/>
                </a:lnTo>
                <a:lnTo>
                  <a:pt x="460822" y="248507"/>
                </a:lnTo>
                <a:lnTo>
                  <a:pt x="460151" y="249022"/>
                </a:lnTo>
                <a:lnTo>
                  <a:pt x="459485" y="249525"/>
                </a:lnTo>
                <a:lnTo>
                  <a:pt x="458826" y="250014"/>
                </a:lnTo>
                <a:lnTo>
                  <a:pt x="458173" y="250491"/>
                </a:lnTo>
                <a:lnTo>
                  <a:pt x="457527" y="250955"/>
                </a:lnTo>
                <a:lnTo>
                  <a:pt x="456887" y="251406"/>
                </a:lnTo>
                <a:lnTo>
                  <a:pt x="456254" y="251845"/>
                </a:lnTo>
                <a:lnTo>
                  <a:pt x="455627" y="252270"/>
                </a:lnTo>
                <a:lnTo>
                  <a:pt x="455006" y="252683"/>
                </a:lnTo>
                <a:lnTo>
                  <a:pt x="454392" y="253083"/>
                </a:lnTo>
                <a:lnTo>
                  <a:pt x="453784" y="253471"/>
                </a:lnTo>
                <a:lnTo>
                  <a:pt x="453182" y="253845"/>
                </a:lnTo>
                <a:lnTo>
                  <a:pt x="452587" y="254207"/>
                </a:lnTo>
                <a:lnTo>
                  <a:pt x="451999" y="254556"/>
                </a:lnTo>
                <a:lnTo>
                  <a:pt x="451416" y="254892"/>
                </a:lnTo>
                <a:lnTo>
                  <a:pt x="450841" y="255216"/>
                </a:lnTo>
                <a:lnTo>
                  <a:pt x="450271" y="255527"/>
                </a:lnTo>
                <a:lnTo>
                  <a:pt x="449708" y="255824"/>
                </a:lnTo>
                <a:lnTo>
                  <a:pt x="449151" y="256110"/>
                </a:lnTo>
                <a:lnTo>
                  <a:pt x="448601" y="256382"/>
                </a:lnTo>
                <a:lnTo>
                  <a:pt x="448057" y="256642"/>
                </a:lnTo>
                <a:lnTo>
                  <a:pt x="447520" y="256888"/>
                </a:lnTo>
                <a:lnTo>
                  <a:pt x="446988" y="257122"/>
                </a:lnTo>
                <a:lnTo>
                  <a:pt x="446464" y="257344"/>
                </a:lnTo>
                <a:lnTo>
                  <a:pt x="445940" y="257554"/>
                </a:lnTo>
                <a:lnTo>
                  <a:pt x="445413" y="257756"/>
                </a:lnTo>
                <a:lnTo>
                  <a:pt x="444882" y="257948"/>
                </a:lnTo>
                <a:lnTo>
                  <a:pt x="444347" y="258132"/>
                </a:lnTo>
                <a:lnTo>
                  <a:pt x="443808" y="258306"/>
                </a:lnTo>
                <a:lnTo>
                  <a:pt x="443266" y="258472"/>
                </a:lnTo>
                <a:lnTo>
                  <a:pt x="442719" y="258628"/>
                </a:lnTo>
                <a:lnTo>
                  <a:pt x="442169" y="258776"/>
                </a:lnTo>
                <a:lnTo>
                  <a:pt x="441615" y="258915"/>
                </a:lnTo>
                <a:lnTo>
                  <a:pt x="441057" y="259045"/>
                </a:lnTo>
                <a:lnTo>
                  <a:pt x="440495" y="259166"/>
                </a:lnTo>
                <a:lnTo>
                  <a:pt x="439929" y="259278"/>
                </a:lnTo>
                <a:lnTo>
                  <a:pt x="439360" y="259380"/>
                </a:lnTo>
                <a:lnTo>
                  <a:pt x="438786" y="259475"/>
                </a:lnTo>
                <a:lnTo>
                  <a:pt x="438209" y="259560"/>
                </a:lnTo>
                <a:lnTo>
                  <a:pt x="437628" y="259636"/>
                </a:lnTo>
                <a:lnTo>
                  <a:pt x="437043" y="259703"/>
                </a:lnTo>
                <a:lnTo>
                  <a:pt x="436454" y="259761"/>
                </a:lnTo>
                <a:lnTo>
                  <a:pt x="435862" y="259810"/>
                </a:lnTo>
                <a:lnTo>
                  <a:pt x="435265" y="259851"/>
                </a:lnTo>
                <a:lnTo>
                  <a:pt x="434665" y="259882"/>
                </a:lnTo>
                <a:lnTo>
                  <a:pt x="434061" y="259904"/>
                </a:lnTo>
                <a:lnTo>
                  <a:pt x="433453" y="259918"/>
                </a:lnTo>
                <a:lnTo>
                  <a:pt x="432841" y="259922"/>
                </a:lnTo>
                <a:lnTo>
                  <a:pt x="431686" y="259900"/>
                </a:lnTo>
                <a:lnTo>
                  <a:pt x="430553" y="259833"/>
                </a:lnTo>
                <a:lnTo>
                  <a:pt x="429442" y="259721"/>
                </a:lnTo>
                <a:lnTo>
                  <a:pt x="428352" y="259564"/>
                </a:lnTo>
                <a:lnTo>
                  <a:pt x="427284" y="259363"/>
                </a:lnTo>
                <a:lnTo>
                  <a:pt x="426238" y="259117"/>
                </a:lnTo>
                <a:lnTo>
                  <a:pt x="425213" y="258826"/>
                </a:lnTo>
                <a:lnTo>
                  <a:pt x="424210" y="258490"/>
                </a:lnTo>
                <a:lnTo>
                  <a:pt x="423229" y="258110"/>
                </a:lnTo>
                <a:lnTo>
                  <a:pt x="422270" y="257685"/>
                </a:lnTo>
                <a:lnTo>
                  <a:pt x="421332" y="257215"/>
                </a:lnTo>
                <a:lnTo>
                  <a:pt x="420416" y="256700"/>
                </a:lnTo>
                <a:lnTo>
                  <a:pt x="419522" y="256141"/>
                </a:lnTo>
                <a:lnTo>
                  <a:pt x="418649" y="255537"/>
                </a:lnTo>
                <a:lnTo>
                  <a:pt x="417798" y="254888"/>
                </a:lnTo>
                <a:lnTo>
                  <a:pt x="416969" y="254195"/>
                </a:lnTo>
                <a:lnTo>
                  <a:pt x="416162" y="253456"/>
                </a:lnTo>
                <a:lnTo>
                  <a:pt x="415376" y="252673"/>
                </a:lnTo>
                <a:lnTo>
                  <a:pt x="414612" y="251846"/>
                </a:lnTo>
                <a:lnTo>
                  <a:pt x="413870" y="250973"/>
                </a:lnTo>
                <a:lnTo>
                  <a:pt x="413149" y="250056"/>
                </a:lnTo>
                <a:lnTo>
                  <a:pt x="412450" y="249094"/>
                </a:lnTo>
                <a:lnTo>
                  <a:pt x="411773" y="248087"/>
                </a:lnTo>
                <a:lnTo>
                  <a:pt x="411118" y="247035"/>
                </a:lnTo>
                <a:lnTo>
                  <a:pt x="410487" y="245926"/>
                </a:lnTo>
                <a:lnTo>
                  <a:pt x="409883" y="244744"/>
                </a:lnTo>
                <a:lnTo>
                  <a:pt x="409306" y="243492"/>
                </a:lnTo>
                <a:lnTo>
                  <a:pt x="408756" y="242167"/>
                </a:lnTo>
                <a:lnTo>
                  <a:pt x="408232" y="240771"/>
                </a:lnTo>
                <a:lnTo>
                  <a:pt x="407736" y="239304"/>
                </a:lnTo>
                <a:lnTo>
                  <a:pt x="407266" y="237765"/>
                </a:lnTo>
                <a:lnTo>
                  <a:pt x="406823" y="236154"/>
                </a:lnTo>
                <a:lnTo>
                  <a:pt x="406407" y="234472"/>
                </a:lnTo>
                <a:lnTo>
                  <a:pt x="406018" y="232718"/>
                </a:lnTo>
                <a:lnTo>
                  <a:pt x="405656" y="230893"/>
                </a:lnTo>
                <a:lnTo>
                  <a:pt x="405320" y="228996"/>
                </a:lnTo>
                <a:lnTo>
                  <a:pt x="405012" y="227027"/>
                </a:lnTo>
                <a:lnTo>
                  <a:pt x="404730" y="224987"/>
                </a:lnTo>
                <a:lnTo>
                  <a:pt x="404475" y="222876"/>
                </a:lnTo>
                <a:lnTo>
                  <a:pt x="404247" y="220692"/>
                </a:lnTo>
                <a:lnTo>
                  <a:pt x="404045" y="218438"/>
                </a:lnTo>
                <a:lnTo>
                  <a:pt x="403871" y="216111"/>
                </a:lnTo>
                <a:lnTo>
                  <a:pt x="403723" y="213713"/>
                </a:lnTo>
                <a:lnTo>
                  <a:pt x="403602" y="211244"/>
                </a:lnTo>
                <a:lnTo>
                  <a:pt x="403509" y="208703"/>
                </a:lnTo>
                <a:lnTo>
                  <a:pt x="403441" y="206090"/>
                </a:lnTo>
                <a:lnTo>
                  <a:pt x="403401" y="203406"/>
                </a:lnTo>
                <a:lnTo>
                  <a:pt x="403388" y="200651"/>
                </a:lnTo>
                <a:lnTo>
                  <a:pt x="403401" y="197742"/>
                </a:lnTo>
                <a:lnTo>
                  <a:pt x="403439" y="194909"/>
                </a:lnTo>
                <a:lnTo>
                  <a:pt x="403503" y="192151"/>
                </a:lnTo>
                <a:lnTo>
                  <a:pt x="403592" y="189467"/>
                </a:lnTo>
                <a:lnTo>
                  <a:pt x="403707" y="186858"/>
                </a:lnTo>
                <a:lnTo>
                  <a:pt x="403848" y="184324"/>
                </a:lnTo>
                <a:lnTo>
                  <a:pt x="404014" y="181865"/>
                </a:lnTo>
                <a:lnTo>
                  <a:pt x="404206" y="179480"/>
                </a:lnTo>
                <a:lnTo>
                  <a:pt x="404423" y="177171"/>
                </a:lnTo>
                <a:lnTo>
                  <a:pt x="404666" y="174936"/>
                </a:lnTo>
                <a:lnTo>
                  <a:pt x="404935" y="172776"/>
                </a:lnTo>
                <a:lnTo>
                  <a:pt x="405229" y="170690"/>
                </a:lnTo>
                <a:lnTo>
                  <a:pt x="405549" y="168680"/>
                </a:lnTo>
                <a:lnTo>
                  <a:pt x="405894" y="166744"/>
                </a:lnTo>
                <a:lnTo>
                  <a:pt x="406265" y="164883"/>
                </a:lnTo>
                <a:lnTo>
                  <a:pt x="406661" y="163097"/>
                </a:lnTo>
                <a:lnTo>
                  <a:pt x="407083" y="161386"/>
                </a:lnTo>
                <a:lnTo>
                  <a:pt x="407530" y="159750"/>
                </a:lnTo>
                <a:lnTo>
                  <a:pt x="408004" y="158188"/>
                </a:lnTo>
                <a:lnTo>
                  <a:pt x="408502" y="156701"/>
                </a:lnTo>
                <a:lnTo>
                  <a:pt x="409026" y="155289"/>
                </a:lnTo>
                <a:lnTo>
                  <a:pt x="409576" y="153952"/>
                </a:lnTo>
                <a:lnTo>
                  <a:pt x="410152" y="152689"/>
                </a:lnTo>
                <a:lnTo>
                  <a:pt x="410752" y="151502"/>
                </a:lnTo>
                <a:lnTo>
                  <a:pt x="411380" y="150375"/>
                </a:lnTo>
                <a:lnTo>
                  <a:pt x="412034" y="149296"/>
                </a:lnTo>
                <a:lnTo>
                  <a:pt x="412714" y="148266"/>
                </a:lnTo>
                <a:lnTo>
                  <a:pt x="413422" y="147283"/>
                </a:lnTo>
                <a:lnTo>
                  <a:pt x="414157" y="146348"/>
                </a:lnTo>
                <a:lnTo>
                  <a:pt x="414918" y="145461"/>
                </a:lnTo>
                <a:lnTo>
                  <a:pt x="415706" y="144622"/>
                </a:lnTo>
                <a:lnTo>
                  <a:pt x="416521" y="143831"/>
                </a:lnTo>
                <a:lnTo>
                  <a:pt x="417363" y="143088"/>
                </a:lnTo>
                <a:lnTo>
                  <a:pt x="418232" y="142392"/>
                </a:lnTo>
                <a:lnTo>
                  <a:pt x="419127" y="141745"/>
                </a:lnTo>
                <a:lnTo>
                  <a:pt x="420050" y="141146"/>
                </a:lnTo>
                <a:lnTo>
                  <a:pt x="420999" y="140594"/>
                </a:lnTo>
                <a:lnTo>
                  <a:pt x="421975" y="140091"/>
                </a:lnTo>
                <a:lnTo>
                  <a:pt x="422978" y="139636"/>
                </a:lnTo>
                <a:lnTo>
                  <a:pt x="424008" y="139228"/>
                </a:lnTo>
                <a:lnTo>
                  <a:pt x="425064" y="138868"/>
                </a:lnTo>
                <a:lnTo>
                  <a:pt x="426148" y="138557"/>
                </a:lnTo>
                <a:lnTo>
                  <a:pt x="427258" y="138293"/>
                </a:lnTo>
                <a:lnTo>
                  <a:pt x="428395" y="138077"/>
                </a:lnTo>
                <a:lnTo>
                  <a:pt x="429559" y="137910"/>
                </a:lnTo>
                <a:lnTo>
                  <a:pt x="430750" y="137790"/>
                </a:lnTo>
                <a:lnTo>
                  <a:pt x="431967" y="137718"/>
                </a:lnTo>
                <a:lnTo>
                  <a:pt x="433212" y="137694"/>
                </a:lnTo>
                <a:lnTo>
                  <a:pt x="434349" y="137715"/>
                </a:lnTo>
                <a:lnTo>
                  <a:pt x="435492" y="137778"/>
                </a:lnTo>
                <a:lnTo>
                  <a:pt x="436639" y="137884"/>
                </a:lnTo>
                <a:lnTo>
                  <a:pt x="437792" y="138031"/>
                </a:lnTo>
                <a:lnTo>
                  <a:pt x="438950" y="138221"/>
                </a:lnTo>
                <a:lnTo>
                  <a:pt x="440113" y="138453"/>
                </a:lnTo>
                <a:lnTo>
                  <a:pt x="441281" y="138727"/>
                </a:lnTo>
                <a:lnTo>
                  <a:pt x="442454" y="139044"/>
                </a:lnTo>
                <a:lnTo>
                  <a:pt x="443632" y="139402"/>
                </a:lnTo>
                <a:lnTo>
                  <a:pt x="444816" y="139803"/>
                </a:lnTo>
                <a:lnTo>
                  <a:pt x="446005" y="140246"/>
                </a:lnTo>
                <a:lnTo>
                  <a:pt x="447198" y="140731"/>
                </a:lnTo>
                <a:lnTo>
                  <a:pt x="448397" y="141259"/>
                </a:lnTo>
                <a:lnTo>
                  <a:pt x="449601" y="141828"/>
                </a:lnTo>
                <a:lnTo>
                  <a:pt x="450810" y="142440"/>
                </a:lnTo>
                <a:lnTo>
                  <a:pt x="452025" y="143094"/>
                </a:lnTo>
                <a:lnTo>
                  <a:pt x="453244" y="143790"/>
                </a:lnTo>
                <a:lnTo>
                  <a:pt x="454469" y="144529"/>
                </a:lnTo>
                <a:lnTo>
                  <a:pt x="455698" y="145309"/>
                </a:lnTo>
                <a:lnTo>
                  <a:pt x="456933" y="146132"/>
                </a:lnTo>
                <a:lnTo>
                  <a:pt x="458173" y="146997"/>
                </a:lnTo>
                <a:lnTo>
                  <a:pt x="459418" y="147904"/>
                </a:lnTo>
                <a:lnTo>
                  <a:pt x="460668" y="148853"/>
                </a:lnTo>
                <a:lnTo>
                  <a:pt x="461923" y="149845"/>
                </a:lnTo>
                <a:lnTo>
                  <a:pt x="484754" y="119285"/>
                </a:lnTo>
                <a:lnTo>
                  <a:pt x="483768" y="118283"/>
                </a:lnTo>
                <a:lnTo>
                  <a:pt x="482776" y="117303"/>
                </a:lnTo>
                <a:lnTo>
                  <a:pt x="481778" y="116345"/>
                </a:lnTo>
                <a:lnTo>
                  <a:pt x="480774" y="115408"/>
                </a:lnTo>
                <a:lnTo>
                  <a:pt x="479763" y="114494"/>
                </a:lnTo>
                <a:lnTo>
                  <a:pt x="478746" y="113601"/>
                </a:lnTo>
                <a:lnTo>
                  <a:pt x="477722" y="112730"/>
                </a:lnTo>
                <a:lnTo>
                  <a:pt x="476692" y="111880"/>
                </a:lnTo>
                <a:lnTo>
                  <a:pt x="475656" y="111052"/>
                </a:lnTo>
                <a:lnTo>
                  <a:pt x="474613" y="110246"/>
                </a:lnTo>
                <a:lnTo>
                  <a:pt x="473564" y="109462"/>
                </a:lnTo>
                <a:lnTo>
                  <a:pt x="472509" y="108700"/>
                </a:lnTo>
                <a:lnTo>
                  <a:pt x="471447" y="107959"/>
                </a:lnTo>
                <a:lnTo>
                  <a:pt x="470378" y="107240"/>
                </a:lnTo>
                <a:lnTo>
                  <a:pt x="469304" y="106543"/>
                </a:lnTo>
                <a:lnTo>
                  <a:pt x="468223" y="105867"/>
                </a:lnTo>
                <a:lnTo>
                  <a:pt x="467135" y="105214"/>
                </a:lnTo>
                <a:lnTo>
                  <a:pt x="466042" y="104582"/>
                </a:lnTo>
                <a:lnTo>
                  <a:pt x="464941" y="103971"/>
                </a:lnTo>
                <a:lnTo>
                  <a:pt x="463835" y="103383"/>
                </a:lnTo>
                <a:lnTo>
                  <a:pt x="462722" y="102816"/>
                </a:lnTo>
                <a:lnTo>
                  <a:pt x="461603" y="102271"/>
                </a:lnTo>
                <a:lnTo>
                  <a:pt x="460477" y="101748"/>
                </a:lnTo>
                <a:lnTo>
                  <a:pt x="459345" y="101247"/>
                </a:lnTo>
                <a:lnTo>
                  <a:pt x="458204" y="100766"/>
                </a:lnTo>
                <a:lnTo>
                  <a:pt x="457052" y="100305"/>
                </a:lnTo>
                <a:lnTo>
                  <a:pt x="455889" y="99865"/>
                </a:lnTo>
                <a:lnTo>
                  <a:pt x="454714" y="99446"/>
                </a:lnTo>
                <a:lnTo>
                  <a:pt x="453527" y="99047"/>
                </a:lnTo>
                <a:lnTo>
                  <a:pt x="452329" y="98668"/>
                </a:lnTo>
                <a:lnTo>
                  <a:pt x="451119" y="98310"/>
                </a:lnTo>
                <a:lnTo>
                  <a:pt x="449898" y="97973"/>
                </a:lnTo>
                <a:lnTo>
                  <a:pt x="448665" y="97656"/>
                </a:lnTo>
                <a:lnTo>
                  <a:pt x="447421" y="97359"/>
                </a:lnTo>
                <a:lnTo>
                  <a:pt x="446165" y="97083"/>
                </a:lnTo>
                <a:lnTo>
                  <a:pt x="444898" y="96827"/>
                </a:lnTo>
                <a:lnTo>
                  <a:pt x="443619" y="96592"/>
                </a:lnTo>
                <a:lnTo>
                  <a:pt x="442329" y="96377"/>
                </a:lnTo>
                <a:lnTo>
                  <a:pt x="441027" y="96182"/>
                </a:lnTo>
                <a:lnTo>
                  <a:pt x="439713" y="96008"/>
                </a:lnTo>
                <a:lnTo>
                  <a:pt x="438388" y="95855"/>
                </a:lnTo>
                <a:lnTo>
                  <a:pt x="437052" y="95722"/>
                </a:lnTo>
                <a:lnTo>
                  <a:pt x="435704" y="95609"/>
                </a:lnTo>
                <a:lnTo>
                  <a:pt x="434344" y="95517"/>
                </a:lnTo>
                <a:lnTo>
                  <a:pt x="432973" y="95446"/>
                </a:lnTo>
                <a:lnTo>
                  <a:pt x="431591" y="95395"/>
                </a:lnTo>
                <a:lnTo>
                  <a:pt x="430196" y="95364"/>
                </a:lnTo>
                <a:lnTo>
                  <a:pt x="428791" y="95354"/>
                </a:lnTo>
                <a:lnTo>
                  <a:pt x="426685" y="95376"/>
                </a:lnTo>
                <a:lnTo>
                  <a:pt x="424603" y="95442"/>
                </a:lnTo>
                <a:lnTo>
                  <a:pt x="422543" y="95552"/>
                </a:lnTo>
                <a:lnTo>
                  <a:pt x="420507" y="95706"/>
                </a:lnTo>
                <a:lnTo>
                  <a:pt x="418494" y="95905"/>
                </a:lnTo>
                <a:close/>
                <a:moveTo>
                  <a:pt x="809128" y="155090"/>
                </a:moveTo>
                <a:lnTo>
                  <a:pt x="808922" y="152423"/>
                </a:lnTo>
                <a:lnTo>
                  <a:pt x="808658" y="149818"/>
                </a:lnTo>
                <a:lnTo>
                  <a:pt x="808334" y="147275"/>
                </a:lnTo>
                <a:lnTo>
                  <a:pt x="807952" y="144795"/>
                </a:lnTo>
                <a:lnTo>
                  <a:pt x="807511" y="142376"/>
                </a:lnTo>
                <a:lnTo>
                  <a:pt x="807011" y="140019"/>
                </a:lnTo>
                <a:lnTo>
                  <a:pt x="806452" y="137724"/>
                </a:lnTo>
                <a:lnTo>
                  <a:pt x="805835" y="135491"/>
                </a:lnTo>
                <a:lnTo>
                  <a:pt x="805158" y="133320"/>
                </a:lnTo>
                <a:lnTo>
                  <a:pt x="804423" y="131212"/>
                </a:lnTo>
                <a:lnTo>
                  <a:pt x="803629" y="129165"/>
                </a:lnTo>
                <a:lnTo>
                  <a:pt x="802777" y="127180"/>
                </a:lnTo>
                <a:lnTo>
                  <a:pt x="801865" y="125257"/>
                </a:lnTo>
                <a:lnTo>
                  <a:pt x="800895" y="123396"/>
                </a:lnTo>
                <a:lnTo>
                  <a:pt x="799866" y="121597"/>
                </a:lnTo>
                <a:lnTo>
                  <a:pt x="798778" y="119860"/>
                </a:lnTo>
                <a:lnTo>
                  <a:pt x="797631" y="118185"/>
                </a:lnTo>
                <a:lnTo>
                  <a:pt x="796425" y="116572"/>
                </a:lnTo>
                <a:lnTo>
                  <a:pt x="795161" y="115021"/>
                </a:lnTo>
                <a:lnTo>
                  <a:pt x="793838" y="113532"/>
                </a:lnTo>
                <a:lnTo>
                  <a:pt x="792456" y="112105"/>
                </a:lnTo>
                <a:lnTo>
                  <a:pt x="791013" y="110739"/>
                </a:lnTo>
                <a:lnTo>
                  <a:pt x="789510" y="109430"/>
                </a:lnTo>
                <a:lnTo>
                  <a:pt x="787945" y="108179"/>
                </a:lnTo>
                <a:lnTo>
                  <a:pt x="786319" y="106987"/>
                </a:lnTo>
                <a:lnTo>
                  <a:pt x="784632" y="105853"/>
                </a:lnTo>
                <a:lnTo>
                  <a:pt x="782883" y="104777"/>
                </a:lnTo>
                <a:lnTo>
                  <a:pt x="781073" y="103759"/>
                </a:lnTo>
                <a:lnTo>
                  <a:pt x="779201" y="102799"/>
                </a:lnTo>
                <a:lnTo>
                  <a:pt x="777268" y="101897"/>
                </a:lnTo>
                <a:lnTo>
                  <a:pt x="775274" y="101054"/>
                </a:lnTo>
                <a:lnTo>
                  <a:pt x="773218" y="100269"/>
                </a:lnTo>
                <a:lnTo>
                  <a:pt x="771102" y="99542"/>
                </a:lnTo>
                <a:lnTo>
                  <a:pt x="768923" y="98873"/>
                </a:lnTo>
                <a:lnTo>
                  <a:pt x="766684" y="98262"/>
                </a:lnTo>
                <a:lnTo>
                  <a:pt x="764383" y="97709"/>
                </a:lnTo>
                <a:lnTo>
                  <a:pt x="762020" y="97215"/>
                </a:lnTo>
                <a:lnTo>
                  <a:pt x="759597" y="96779"/>
                </a:lnTo>
                <a:lnTo>
                  <a:pt x="757112" y="96401"/>
                </a:lnTo>
                <a:lnTo>
                  <a:pt x="754566" y="96081"/>
                </a:lnTo>
                <a:lnTo>
                  <a:pt x="751958" y="95819"/>
                </a:lnTo>
                <a:lnTo>
                  <a:pt x="749289" y="95615"/>
                </a:lnTo>
                <a:lnTo>
                  <a:pt x="746559" y="95470"/>
                </a:lnTo>
                <a:lnTo>
                  <a:pt x="743767" y="95383"/>
                </a:lnTo>
                <a:lnTo>
                  <a:pt x="740914" y="95354"/>
                </a:lnTo>
                <a:lnTo>
                  <a:pt x="739623" y="95360"/>
                </a:lnTo>
                <a:lnTo>
                  <a:pt x="738326" y="95379"/>
                </a:lnTo>
                <a:lnTo>
                  <a:pt x="737023" y="95411"/>
                </a:lnTo>
                <a:lnTo>
                  <a:pt x="735714" y="95456"/>
                </a:lnTo>
                <a:lnTo>
                  <a:pt x="734400" y="95514"/>
                </a:lnTo>
                <a:lnTo>
                  <a:pt x="733080" y="95584"/>
                </a:lnTo>
                <a:lnTo>
                  <a:pt x="731754" y="95667"/>
                </a:lnTo>
                <a:lnTo>
                  <a:pt x="730423" y="95763"/>
                </a:lnTo>
                <a:lnTo>
                  <a:pt x="729085" y="95872"/>
                </a:lnTo>
                <a:lnTo>
                  <a:pt x="727742" y="95993"/>
                </a:lnTo>
                <a:lnTo>
                  <a:pt x="726393" y="96128"/>
                </a:lnTo>
                <a:lnTo>
                  <a:pt x="725038" y="96275"/>
                </a:lnTo>
                <a:lnTo>
                  <a:pt x="723678" y="96435"/>
                </a:lnTo>
                <a:lnTo>
                  <a:pt x="722312" y="96608"/>
                </a:lnTo>
                <a:lnTo>
                  <a:pt x="720940" y="96793"/>
                </a:lnTo>
                <a:lnTo>
                  <a:pt x="719562" y="96992"/>
                </a:lnTo>
                <a:lnTo>
                  <a:pt x="718178" y="97203"/>
                </a:lnTo>
                <a:lnTo>
                  <a:pt x="716789" y="97427"/>
                </a:lnTo>
                <a:lnTo>
                  <a:pt x="715394" y="97663"/>
                </a:lnTo>
                <a:lnTo>
                  <a:pt x="713993" y="97913"/>
                </a:lnTo>
                <a:lnTo>
                  <a:pt x="712586" y="98175"/>
                </a:lnTo>
                <a:lnTo>
                  <a:pt x="711174" y="98450"/>
                </a:lnTo>
                <a:lnTo>
                  <a:pt x="709756" y="98738"/>
                </a:lnTo>
                <a:lnTo>
                  <a:pt x="708332" y="99039"/>
                </a:lnTo>
                <a:lnTo>
                  <a:pt x="706909" y="99351"/>
                </a:lnTo>
                <a:lnTo>
                  <a:pt x="705493" y="99675"/>
                </a:lnTo>
                <a:lnTo>
                  <a:pt x="704084" y="100011"/>
                </a:lnTo>
                <a:lnTo>
                  <a:pt x="702682" y="100357"/>
                </a:lnTo>
                <a:lnTo>
                  <a:pt x="701287" y="100716"/>
                </a:lnTo>
                <a:lnTo>
                  <a:pt x="699899" y="101086"/>
                </a:lnTo>
                <a:lnTo>
                  <a:pt x="698519" y="101467"/>
                </a:lnTo>
                <a:lnTo>
                  <a:pt x="697145" y="101860"/>
                </a:lnTo>
                <a:lnTo>
                  <a:pt x="695778" y="102265"/>
                </a:lnTo>
                <a:lnTo>
                  <a:pt x="694419" y="102681"/>
                </a:lnTo>
                <a:lnTo>
                  <a:pt x="693066" y="103108"/>
                </a:lnTo>
                <a:lnTo>
                  <a:pt x="691720" y="103547"/>
                </a:lnTo>
                <a:lnTo>
                  <a:pt x="690382" y="103997"/>
                </a:lnTo>
                <a:lnTo>
                  <a:pt x="689050" y="104459"/>
                </a:lnTo>
                <a:lnTo>
                  <a:pt x="687725" y="104933"/>
                </a:lnTo>
                <a:lnTo>
                  <a:pt x="686408" y="105418"/>
                </a:lnTo>
                <a:lnTo>
                  <a:pt x="685097" y="105914"/>
                </a:lnTo>
                <a:lnTo>
                  <a:pt x="683794" y="106423"/>
                </a:lnTo>
                <a:lnTo>
                  <a:pt x="682497" y="106942"/>
                </a:lnTo>
                <a:lnTo>
                  <a:pt x="681208" y="107473"/>
                </a:lnTo>
                <a:lnTo>
                  <a:pt x="679925" y="108016"/>
                </a:lnTo>
                <a:lnTo>
                  <a:pt x="678650" y="108570"/>
                </a:lnTo>
                <a:lnTo>
                  <a:pt x="677381" y="109135"/>
                </a:lnTo>
                <a:lnTo>
                  <a:pt x="676120" y="109712"/>
                </a:lnTo>
                <a:lnTo>
                  <a:pt x="688636" y="145058"/>
                </a:lnTo>
                <a:lnTo>
                  <a:pt x="690708" y="144247"/>
                </a:lnTo>
                <a:lnTo>
                  <a:pt x="692752" y="143470"/>
                </a:lnTo>
                <a:lnTo>
                  <a:pt x="694768" y="142728"/>
                </a:lnTo>
                <a:lnTo>
                  <a:pt x="696755" y="142020"/>
                </a:lnTo>
                <a:lnTo>
                  <a:pt x="698715" y="141347"/>
                </a:lnTo>
                <a:lnTo>
                  <a:pt x="700646" y="140708"/>
                </a:lnTo>
                <a:lnTo>
                  <a:pt x="702550" y="140104"/>
                </a:lnTo>
                <a:lnTo>
                  <a:pt x="704425" y="139534"/>
                </a:lnTo>
                <a:lnTo>
                  <a:pt x="706272" y="138999"/>
                </a:lnTo>
                <a:lnTo>
                  <a:pt x="708091" y="138499"/>
                </a:lnTo>
                <a:lnTo>
                  <a:pt x="709882" y="138033"/>
                </a:lnTo>
                <a:lnTo>
                  <a:pt x="711645" y="137601"/>
                </a:lnTo>
                <a:lnTo>
                  <a:pt x="713379" y="137204"/>
                </a:lnTo>
                <a:lnTo>
                  <a:pt x="715086" y="136842"/>
                </a:lnTo>
                <a:lnTo>
                  <a:pt x="716764" y="136514"/>
                </a:lnTo>
                <a:lnTo>
                  <a:pt x="718415" y="136220"/>
                </a:lnTo>
                <a:lnTo>
                  <a:pt x="720037" y="135961"/>
                </a:lnTo>
                <a:lnTo>
                  <a:pt x="721631" y="135737"/>
                </a:lnTo>
                <a:lnTo>
                  <a:pt x="723197" y="135547"/>
                </a:lnTo>
                <a:lnTo>
                  <a:pt x="724735" y="135391"/>
                </a:lnTo>
                <a:lnTo>
                  <a:pt x="726245" y="135271"/>
                </a:lnTo>
                <a:lnTo>
                  <a:pt x="727726" y="135184"/>
                </a:lnTo>
                <a:lnTo>
                  <a:pt x="729180" y="135133"/>
                </a:lnTo>
                <a:lnTo>
                  <a:pt x="730605" y="135115"/>
                </a:lnTo>
                <a:lnTo>
                  <a:pt x="731726" y="135127"/>
                </a:lnTo>
                <a:lnTo>
                  <a:pt x="732818" y="135163"/>
                </a:lnTo>
                <a:lnTo>
                  <a:pt x="733882" y="135222"/>
                </a:lnTo>
                <a:lnTo>
                  <a:pt x="734916" y="135305"/>
                </a:lnTo>
                <a:lnTo>
                  <a:pt x="735922" y="135411"/>
                </a:lnTo>
                <a:lnTo>
                  <a:pt x="736899" y="135541"/>
                </a:lnTo>
                <a:lnTo>
                  <a:pt x="737847" y="135695"/>
                </a:lnTo>
                <a:lnTo>
                  <a:pt x="738767" y="135872"/>
                </a:lnTo>
                <a:lnTo>
                  <a:pt x="739657" y="136074"/>
                </a:lnTo>
                <a:lnTo>
                  <a:pt x="740519" y="136298"/>
                </a:lnTo>
                <a:lnTo>
                  <a:pt x="741352" y="136547"/>
                </a:lnTo>
                <a:lnTo>
                  <a:pt x="742157" y="136819"/>
                </a:lnTo>
                <a:lnTo>
                  <a:pt x="742932" y="137115"/>
                </a:lnTo>
                <a:lnTo>
                  <a:pt x="743679" y="137434"/>
                </a:lnTo>
                <a:lnTo>
                  <a:pt x="744397" y="137777"/>
                </a:lnTo>
                <a:lnTo>
                  <a:pt x="745086" y="138144"/>
                </a:lnTo>
                <a:lnTo>
                  <a:pt x="745747" y="138534"/>
                </a:lnTo>
                <a:lnTo>
                  <a:pt x="746379" y="138948"/>
                </a:lnTo>
                <a:lnTo>
                  <a:pt x="746982" y="139386"/>
                </a:lnTo>
                <a:lnTo>
                  <a:pt x="747556" y="139847"/>
                </a:lnTo>
                <a:lnTo>
                  <a:pt x="748101" y="140332"/>
                </a:lnTo>
                <a:lnTo>
                  <a:pt x="748618" y="140841"/>
                </a:lnTo>
                <a:lnTo>
                  <a:pt x="749106" y="141373"/>
                </a:lnTo>
                <a:lnTo>
                  <a:pt x="749565" y="141929"/>
                </a:lnTo>
                <a:lnTo>
                  <a:pt x="750000" y="142516"/>
                </a:lnTo>
                <a:lnTo>
                  <a:pt x="750417" y="143140"/>
                </a:lnTo>
                <a:lnTo>
                  <a:pt x="750816" y="143801"/>
                </a:lnTo>
                <a:lnTo>
                  <a:pt x="751196" y="144501"/>
                </a:lnTo>
                <a:lnTo>
                  <a:pt x="751557" y="145238"/>
                </a:lnTo>
                <a:lnTo>
                  <a:pt x="751900" y="146013"/>
                </a:lnTo>
                <a:lnTo>
                  <a:pt x="752224" y="146825"/>
                </a:lnTo>
                <a:lnTo>
                  <a:pt x="752530" y="147676"/>
                </a:lnTo>
                <a:lnTo>
                  <a:pt x="752817" y="148564"/>
                </a:lnTo>
                <a:lnTo>
                  <a:pt x="753086" y="149489"/>
                </a:lnTo>
                <a:lnTo>
                  <a:pt x="753336" y="150453"/>
                </a:lnTo>
                <a:lnTo>
                  <a:pt x="753568" y="151454"/>
                </a:lnTo>
                <a:lnTo>
                  <a:pt x="753781" y="152493"/>
                </a:lnTo>
                <a:lnTo>
                  <a:pt x="753975" y="153570"/>
                </a:lnTo>
                <a:lnTo>
                  <a:pt x="754151" y="154684"/>
                </a:lnTo>
                <a:lnTo>
                  <a:pt x="754309" y="155836"/>
                </a:lnTo>
                <a:lnTo>
                  <a:pt x="754448" y="157026"/>
                </a:lnTo>
                <a:lnTo>
                  <a:pt x="754568" y="158254"/>
                </a:lnTo>
                <a:lnTo>
                  <a:pt x="754670" y="159519"/>
                </a:lnTo>
                <a:lnTo>
                  <a:pt x="754753" y="160822"/>
                </a:lnTo>
                <a:lnTo>
                  <a:pt x="754818" y="162163"/>
                </a:lnTo>
                <a:lnTo>
                  <a:pt x="754865" y="163541"/>
                </a:lnTo>
                <a:lnTo>
                  <a:pt x="754892" y="164957"/>
                </a:lnTo>
                <a:lnTo>
                  <a:pt x="754902" y="166411"/>
                </a:lnTo>
                <a:lnTo>
                  <a:pt x="754902" y="176719"/>
                </a:lnTo>
                <a:lnTo>
                  <a:pt x="743122" y="176719"/>
                </a:lnTo>
                <a:lnTo>
                  <a:pt x="739963" y="176749"/>
                </a:lnTo>
                <a:lnTo>
                  <a:pt x="736869" y="176836"/>
                </a:lnTo>
                <a:lnTo>
                  <a:pt x="733838" y="176981"/>
                </a:lnTo>
                <a:lnTo>
                  <a:pt x="730871" y="177185"/>
                </a:lnTo>
                <a:lnTo>
                  <a:pt x="727969" y="177447"/>
                </a:lnTo>
                <a:lnTo>
                  <a:pt x="725130" y="177766"/>
                </a:lnTo>
                <a:lnTo>
                  <a:pt x="722355" y="178144"/>
                </a:lnTo>
                <a:lnTo>
                  <a:pt x="719644" y="178581"/>
                </a:lnTo>
                <a:lnTo>
                  <a:pt x="716996" y="179075"/>
                </a:lnTo>
                <a:lnTo>
                  <a:pt x="714413" y="179628"/>
                </a:lnTo>
                <a:lnTo>
                  <a:pt x="711894" y="180238"/>
                </a:lnTo>
                <a:lnTo>
                  <a:pt x="709438" y="180907"/>
                </a:lnTo>
                <a:lnTo>
                  <a:pt x="707047" y="181634"/>
                </a:lnTo>
                <a:lnTo>
                  <a:pt x="704719" y="182420"/>
                </a:lnTo>
                <a:lnTo>
                  <a:pt x="702455" y="183263"/>
                </a:lnTo>
                <a:lnTo>
                  <a:pt x="700255" y="184165"/>
                </a:lnTo>
                <a:lnTo>
                  <a:pt x="698119" y="185124"/>
                </a:lnTo>
                <a:lnTo>
                  <a:pt x="696047" y="186142"/>
                </a:lnTo>
                <a:lnTo>
                  <a:pt x="694039" y="187218"/>
                </a:lnTo>
                <a:lnTo>
                  <a:pt x="692095" y="188353"/>
                </a:lnTo>
                <a:lnTo>
                  <a:pt x="690214" y="189545"/>
                </a:lnTo>
                <a:lnTo>
                  <a:pt x="688398" y="190796"/>
                </a:lnTo>
                <a:lnTo>
                  <a:pt x="686645" y="192104"/>
                </a:lnTo>
                <a:lnTo>
                  <a:pt x="684957" y="193471"/>
                </a:lnTo>
                <a:lnTo>
                  <a:pt x="683334" y="194894"/>
                </a:lnTo>
                <a:lnTo>
                  <a:pt x="681781" y="196369"/>
                </a:lnTo>
                <a:lnTo>
                  <a:pt x="680297" y="197898"/>
                </a:lnTo>
                <a:lnTo>
                  <a:pt x="678882" y="199479"/>
                </a:lnTo>
                <a:lnTo>
                  <a:pt x="677536" y="201114"/>
                </a:lnTo>
                <a:lnTo>
                  <a:pt x="676259" y="202802"/>
                </a:lnTo>
                <a:lnTo>
                  <a:pt x="675051" y="204542"/>
                </a:lnTo>
                <a:lnTo>
                  <a:pt x="673912" y="206336"/>
                </a:lnTo>
                <a:lnTo>
                  <a:pt x="672842" y="208183"/>
                </a:lnTo>
                <a:lnTo>
                  <a:pt x="671841" y="210083"/>
                </a:lnTo>
                <a:lnTo>
                  <a:pt x="670909" y="212036"/>
                </a:lnTo>
                <a:lnTo>
                  <a:pt x="670046" y="214042"/>
                </a:lnTo>
                <a:lnTo>
                  <a:pt x="669252" y="216100"/>
                </a:lnTo>
                <a:lnTo>
                  <a:pt x="668527" y="218212"/>
                </a:lnTo>
                <a:lnTo>
                  <a:pt x="667872" y="220377"/>
                </a:lnTo>
                <a:lnTo>
                  <a:pt x="667285" y="222596"/>
                </a:lnTo>
                <a:lnTo>
                  <a:pt x="666767" y="224867"/>
                </a:lnTo>
                <a:lnTo>
                  <a:pt x="666318" y="227191"/>
                </a:lnTo>
                <a:lnTo>
                  <a:pt x="665939" y="229568"/>
                </a:lnTo>
                <a:lnTo>
                  <a:pt x="665628" y="231998"/>
                </a:lnTo>
                <a:lnTo>
                  <a:pt x="665386" y="234481"/>
                </a:lnTo>
                <a:lnTo>
                  <a:pt x="665214" y="237017"/>
                </a:lnTo>
                <a:lnTo>
                  <a:pt x="665110" y="239607"/>
                </a:lnTo>
                <a:lnTo>
                  <a:pt x="665076" y="242249"/>
                </a:lnTo>
                <a:lnTo>
                  <a:pt x="665101" y="244531"/>
                </a:lnTo>
                <a:lnTo>
                  <a:pt x="665175" y="246775"/>
                </a:lnTo>
                <a:lnTo>
                  <a:pt x="665300" y="248982"/>
                </a:lnTo>
                <a:lnTo>
                  <a:pt x="665474" y="251151"/>
                </a:lnTo>
                <a:lnTo>
                  <a:pt x="665699" y="253282"/>
                </a:lnTo>
                <a:lnTo>
                  <a:pt x="665973" y="255376"/>
                </a:lnTo>
                <a:lnTo>
                  <a:pt x="666297" y="257432"/>
                </a:lnTo>
                <a:lnTo>
                  <a:pt x="666671" y="259450"/>
                </a:lnTo>
                <a:lnTo>
                  <a:pt x="667094" y="261430"/>
                </a:lnTo>
                <a:lnTo>
                  <a:pt x="667568" y="263373"/>
                </a:lnTo>
                <a:lnTo>
                  <a:pt x="668091" y="265278"/>
                </a:lnTo>
                <a:lnTo>
                  <a:pt x="668664" y="267145"/>
                </a:lnTo>
                <a:lnTo>
                  <a:pt x="669287" y="268975"/>
                </a:lnTo>
                <a:lnTo>
                  <a:pt x="669960" y="270766"/>
                </a:lnTo>
                <a:lnTo>
                  <a:pt x="670682" y="272521"/>
                </a:lnTo>
                <a:lnTo>
                  <a:pt x="671455" y="274237"/>
                </a:lnTo>
                <a:lnTo>
                  <a:pt x="672277" y="275916"/>
                </a:lnTo>
                <a:lnTo>
                  <a:pt x="673149" y="277557"/>
                </a:lnTo>
                <a:lnTo>
                  <a:pt x="674071" y="279160"/>
                </a:lnTo>
                <a:lnTo>
                  <a:pt x="675043" y="280726"/>
                </a:lnTo>
                <a:lnTo>
                  <a:pt x="676065" y="282254"/>
                </a:lnTo>
                <a:lnTo>
                  <a:pt x="677136" y="283744"/>
                </a:lnTo>
                <a:lnTo>
                  <a:pt x="678258" y="285197"/>
                </a:lnTo>
                <a:lnTo>
                  <a:pt x="679429" y="286612"/>
                </a:lnTo>
                <a:lnTo>
                  <a:pt x="680643" y="287978"/>
                </a:lnTo>
                <a:lnTo>
                  <a:pt x="681891" y="289287"/>
                </a:lnTo>
                <a:lnTo>
                  <a:pt x="683174" y="290538"/>
                </a:lnTo>
                <a:lnTo>
                  <a:pt x="684491" y="291730"/>
                </a:lnTo>
                <a:lnTo>
                  <a:pt x="685843" y="292864"/>
                </a:lnTo>
                <a:lnTo>
                  <a:pt x="687230" y="293940"/>
                </a:lnTo>
                <a:lnTo>
                  <a:pt x="688651" y="294958"/>
                </a:lnTo>
                <a:lnTo>
                  <a:pt x="690106" y="295918"/>
                </a:lnTo>
                <a:lnTo>
                  <a:pt x="691596" y="296820"/>
                </a:lnTo>
                <a:lnTo>
                  <a:pt x="693121" y="297663"/>
                </a:lnTo>
                <a:lnTo>
                  <a:pt x="694680" y="298448"/>
                </a:lnTo>
                <a:lnTo>
                  <a:pt x="696273" y="299175"/>
                </a:lnTo>
                <a:lnTo>
                  <a:pt x="697901" y="299844"/>
                </a:lnTo>
                <a:lnTo>
                  <a:pt x="699564" y="300455"/>
                </a:lnTo>
                <a:lnTo>
                  <a:pt x="701261" y="301008"/>
                </a:lnTo>
                <a:lnTo>
                  <a:pt x="702993" y="301502"/>
                </a:lnTo>
                <a:lnTo>
                  <a:pt x="704759" y="301938"/>
                </a:lnTo>
                <a:lnTo>
                  <a:pt x="706560" y="302316"/>
                </a:lnTo>
                <a:lnTo>
                  <a:pt x="708395" y="302636"/>
                </a:lnTo>
                <a:lnTo>
                  <a:pt x="710265" y="302898"/>
                </a:lnTo>
                <a:lnTo>
                  <a:pt x="712169" y="303102"/>
                </a:lnTo>
                <a:lnTo>
                  <a:pt x="714108" y="303247"/>
                </a:lnTo>
                <a:lnTo>
                  <a:pt x="716081" y="303334"/>
                </a:lnTo>
                <a:lnTo>
                  <a:pt x="718089" y="303363"/>
                </a:lnTo>
                <a:lnTo>
                  <a:pt x="720672" y="303315"/>
                </a:lnTo>
                <a:lnTo>
                  <a:pt x="723205" y="303172"/>
                </a:lnTo>
                <a:lnTo>
                  <a:pt x="725688" y="302932"/>
                </a:lnTo>
                <a:lnTo>
                  <a:pt x="728121" y="302596"/>
                </a:lnTo>
                <a:lnTo>
                  <a:pt x="730504" y="302165"/>
                </a:lnTo>
                <a:lnTo>
                  <a:pt x="732837" y="301638"/>
                </a:lnTo>
                <a:lnTo>
                  <a:pt x="735121" y="301014"/>
                </a:lnTo>
                <a:lnTo>
                  <a:pt x="737355" y="300295"/>
                </a:lnTo>
                <a:lnTo>
                  <a:pt x="739539" y="299481"/>
                </a:lnTo>
                <a:lnTo>
                  <a:pt x="741673" y="298570"/>
                </a:lnTo>
                <a:lnTo>
                  <a:pt x="743757" y="297563"/>
                </a:lnTo>
                <a:lnTo>
                  <a:pt x="745791" y="296461"/>
                </a:lnTo>
                <a:lnTo>
                  <a:pt x="747776" y="295262"/>
                </a:lnTo>
                <a:lnTo>
                  <a:pt x="749711" y="293968"/>
                </a:lnTo>
                <a:lnTo>
                  <a:pt x="751595" y="292578"/>
                </a:lnTo>
                <a:lnTo>
                  <a:pt x="753430" y="291092"/>
                </a:lnTo>
                <a:lnTo>
                  <a:pt x="755216" y="289510"/>
                </a:lnTo>
                <a:lnTo>
                  <a:pt x="756951" y="287832"/>
                </a:lnTo>
                <a:lnTo>
                  <a:pt x="758637" y="286059"/>
                </a:lnTo>
                <a:lnTo>
                  <a:pt x="760272" y="284189"/>
                </a:lnTo>
                <a:lnTo>
                  <a:pt x="761858" y="282224"/>
                </a:lnTo>
                <a:lnTo>
                  <a:pt x="763394" y="280163"/>
                </a:lnTo>
                <a:lnTo>
                  <a:pt x="764880" y="278006"/>
                </a:lnTo>
                <a:lnTo>
                  <a:pt x="766317" y="275753"/>
                </a:lnTo>
                <a:lnTo>
                  <a:pt x="766785" y="276815"/>
                </a:lnTo>
                <a:lnTo>
                  <a:pt x="767269" y="277853"/>
                </a:lnTo>
                <a:lnTo>
                  <a:pt x="767769" y="278868"/>
                </a:lnTo>
                <a:lnTo>
                  <a:pt x="768285" y="279859"/>
                </a:lnTo>
                <a:lnTo>
                  <a:pt x="768817" y="280826"/>
                </a:lnTo>
                <a:lnTo>
                  <a:pt x="769365" y="281770"/>
                </a:lnTo>
                <a:lnTo>
                  <a:pt x="769929" y="282690"/>
                </a:lnTo>
                <a:lnTo>
                  <a:pt x="770509" y="283587"/>
                </a:lnTo>
                <a:lnTo>
                  <a:pt x="771105" y="284460"/>
                </a:lnTo>
                <a:lnTo>
                  <a:pt x="771717" y="285309"/>
                </a:lnTo>
                <a:lnTo>
                  <a:pt x="772345" y="286134"/>
                </a:lnTo>
                <a:lnTo>
                  <a:pt x="772989" y="286936"/>
                </a:lnTo>
                <a:lnTo>
                  <a:pt x="773649" y="287714"/>
                </a:lnTo>
                <a:lnTo>
                  <a:pt x="774325" y="288469"/>
                </a:lnTo>
                <a:lnTo>
                  <a:pt x="775017" y="289199"/>
                </a:lnTo>
                <a:lnTo>
                  <a:pt x="775724" y="289907"/>
                </a:lnTo>
                <a:lnTo>
                  <a:pt x="776448" y="290590"/>
                </a:lnTo>
                <a:lnTo>
                  <a:pt x="777188" y="291250"/>
                </a:lnTo>
                <a:lnTo>
                  <a:pt x="777944" y="291886"/>
                </a:lnTo>
                <a:lnTo>
                  <a:pt x="778715" y="292499"/>
                </a:lnTo>
                <a:lnTo>
                  <a:pt x="779503" y="293088"/>
                </a:lnTo>
                <a:lnTo>
                  <a:pt x="780307" y="293653"/>
                </a:lnTo>
                <a:lnTo>
                  <a:pt x="781126" y="294194"/>
                </a:lnTo>
                <a:lnTo>
                  <a:pt x="781962" y="294712"/>
                </a:lnTo>
                <a:lnTo>
                  <a:pt x="782816" y="295210"/>
                </a:lnTo>
                <a:lnTo>
                  <a:pt x="783690" y="295692"/>
                </a:lnTo>
                <a:lnTo>
                  <a:pt x="784583" y="296159"/>
                </a:lnTo>
                <a:lnTo>
                  <a:pt x="785496" y="296609"/>
                </a:lnTo>
                <a:lnTo>
                  <a:pt x="786430" y="297043"/>
                </a:lnTo>
                <a:lnTo>
                  <a:pt x="787382" y="297461"/>
                </a:lnTo>
                <a:lnTo>
                  <a:pt x="788355" y="297864"/>
                </a:lnTo>
                <a:lnTo>
                  <a:pt x="789348" y="298250"/>
                </a:lnTo>
                <a:lnTo>
                  <a:pt x="790360" y="298620"/>
                </a:lnTo>
                <a:lnTo>
                  <a:pt x="791392" y="298975"/>
                </a:lnTo>
                <a:lnTo>
                  <a:pt x="792444" y="299313"/>
                </a:lnTo>
                <a:lnTo>
                  <a:pt x="793516" y="299636"/>
                </a:lnTo>
                <a:lnTo>
                  <a:pt x="794607" y="299943"/>
                </a:lnTo>
                <a:lnTo>
                  <a:pt x="795719" y="300233"/>
                </a:lnTo>
                <a:lnTo>
                  <a:pt x="796850" y="300508"/>
                </a:lnTo>
                <a:lnTo>
                  <a:pt x="798001" y="300767"/>
                </a:lnTo>
                <a:lnTo>
                  <a:pt x="799172" y="301009"/>
                </a:lnTo>
                <a:lnTo>
                  <a:pt x="800362" y="301236"/>
                </a:lnTo>
                <a:lnTo>
                  <a:pt x="801572" y="301447"/>
                </a:lnTo>
                <a:lnTo>
                  <a:pt x="802802" y="301642"/>
                </a:lnTo>
                <a:lnTo>
                  <a:pt x="804052" y="301821"/>
                </a:lnTo>
                <a:lnTo>
                  <a:pt x="805322" y="301984"/>
                </a:lnTo>
                <a:lnTo>
                  <a:pt x="806612" y="302131"/>
                </a:lnTo>
                <a:lnTo>
                  <a:pt x="807921" y="302262"/>
                </a:lnTo>
                <a:lnTo>
                  <a:pt x="819330" y="265809"/>
                </a:lnTo>
                <a:lnTo>
                  <a:pt x="818876" y="265592"/>
                </a:lnTo>
                <a:lnTo>
                  <a:pt x="818433" y="265368"/>
                </a:lnTo>
                <a:lnTo>
                  <a:pt x="818002" y="265137"/>
                </a:lnTo>
                <a:lnTo>
                  <a:pt x="817582" y="264901"/>
                </a:lnTo>
                <a:lnTo>
                  <a:pt x="817173" y="264657"/>
                </a:lnTo>
                <a:lnTo>
                  <a:pt x="816776" y="264408"/>
                </a:lnTo>
                <a:lnTo>
                  <a:pt x="816391" y="264152"/>
                </a:lnTo>
                <a:lnTo>
                  <a:pt x="816017" y="263889"/>
                </a:lnTo>
                <a:lnTo>
                  <a:pt x="815655" y="263621"/>
                </a:lnTo>
                <a:lnTo>
                  <a:pt x="815304" y="263345"/>
                </a:lnTo>
                <a:lnTo>
                  <a:pt x="814965" y="263064"/>
                </a:lnTo>
                <a:lnTo>
                  <a:pt x="814637" y="262776"/>
                </a:lnTo>
                <a:lnTo>
                  <a:pt x="814320" y="262482"/>
                </a:lnTo>
                <a:lnTo>
                  <a:pt x="814016" y="262181"/>
                </a:lnTo>
                <a:lnTo>
                  <a:pt x="813722" y="261874"/>
                </a:lnTo>
                <a:lnTo>
                  <a:pt x="813441" y="261560"/>
                </a:lnTo>
                <a:lnTo>
                  <a:pt x="813170" y="261240"/>
                </a:lnTo>
                <a:lnTo>
                  <a:pt x="812911" y="260914"/>
                </a:lnTo>
                <a:lnTo>
                  <a:pt x="812664" y="260581"/>
                </a:lnTo>
                <a:lnTo>
                  <a:pt x="812428" y="260242"/>
                </a:lnTo>
                <a:lnTo>
                  <a:pt x="812204" y="259896"/>
                </a:lnTo>
                <a:lnTo>
                  <a:pt x="811991" y="259544"/>
                </a:lnTo>
                <a:lnTo>
                  <a:pt x="811790" y="259186"/>
                </a:lnTo>
                <a:lnTo>
                  <a:pt x="811600" y="258821"/>
                </a:lnTo>
                <a:lnTo>
                  <a:pt x="811420" y="258444"/>
                </a:lnTo>
                <a:lnTo>
                  <a:pt x="811248" y="258051"/>
                </a:lnTo>
                <a:lnTo>
                  <a:pt x="811083" y="257641"/>
                </a:lnTo>
                <a:lnTo>
                  <a:pt x="810926" y="257214"/>
                </a:lnTo>
                <a:lnTo>
                  <a:pt x="810776" y="256771"/>
                </a:lnTo>
                <a:lnTo>
                  <a:pt x="810635" y="256311"/>
                </a:lnTo>
                <a:lnTo>
                  <a:pt x="810500" y="255835"/>
                </a:lnTo>
                <a:lnTo>
                  <a:pt x="810374" y="255342"/>
                </a:lnTo>
                <a:lnTo>
                  <a:pt x="810255" y="254832"/>
                </a:lnTo>
                <a:lnTo>
                  <a:pt x="810144" y="254306"/>
                </a:lnTo>
                <a:lnTo>
                  <a:pt x="810040" y="253763"/>
                </a:lnTo>
                <a:lnTo>
                  <a:pt x="809945" y="253203"/>
                </a:lnTo>
                <a:lnTo>
                  <a:pt x="809856" y="252627"/>
                </a:lnTo>
                <a:lnTo>
                  <a:pt x="809776" y="252035"/>
                </a:lnTo>
                <a:lnTo>
                  <a:pt x="809703" y="251425"/>
                </a:lnTo>
                <a:lnTo>
                  <a:pt x="809638" y="250799"/>
                </a:lnTo>
                <a:lnTo>
                  <a:pt x="809581" y="250156"/>
                </a:lnTo>
                <a:lnTo>
                  <a:pt x="809531" y="249497"/>
                </a:lnTo>
                <a:lnTo>
                  <a:pt x="809489" y="248821"/>
                </a:lnTo>
                <a:lnTo>
                  <a:pt x="809454" y="248129"/>
                </a:lnTo>
                <a:lnTo>
                  <a:pt x="809427" y="247420"/>
                </a:lnTo>
                <a:lnTo>
                  <a:pt x="809408" y="246694"/>
                </a:lnTo>
                <a:lnTo>
                  <a:pt x="809397" y="245952"/>
                </a:lnTo>
                <a:lnTo>
                  <a:pt x="809393" y="245193"/>
                </a:lnTo>
                <a:lnTo>
                  <a:pt x="809393" y="163462"/>
                </a:lnTo>
                <a:lnTo>
                  <a:pt x="809363" y="160609"/>
                </a:lnTo>
                <a:lnTo>
                  <a:pt x="809275" y="157818"/>
                </a:lnTo>
                <a:lnTo>
                  <a:pt x="809128" y="155090"/>
                </a:lnTo>
                <a:close/>
                <a:moveTo>
                  <a:pt x="732660" y="263783"/>
                </a:moveTo>
                <a:lnTo>
                  <a:pt x="732098" y="263677"/>
                </a:lnTo>
                <a:lnTo>
                  <a:pt x="731548" y="263547"/>
                </a:lnTo>
                <a:lnTo>
                  <a:pt x="731010" y="263393"/>
                </a:lnTo>
                <a:lnTo>
                  <a:pt x="730482" y="263216"/>
                </a:lnTo>
                <a:lnTo>
                  <a:pt x="729967" y="263015"/>
                </a:lnTo>
                <a:lnTo>
                  <a:pt x="729463" y="262790"/>
                </a:lnTo>
                <a:lnTo>
                  <a:pt x="728970" y="262542"/>
                </a:lnTo>
                <a:lnTo>
                  <a:pt x="728489" y="262270"/>
                </a:lnTo>
                <a:lnTo>
                  <a:pt x="728019" y="261975"/>
                </a:lnTo>
                <a:lnTo>
                  <a:pt x="727561" y="261656"/>
                </a:lnTo>
                <a:lnTo>
                  <a:pt x="727115" y="261313"/>
                </a:lnTo>
                <a:lnTo>
                  <a:pt x="726679" y="260946"/>
                </a:lnTo>
                <a:lnTo>
                  <a:pt x="726256" y="260556"/>
                </a:lnTo>
                <a:lnTo>
                  <a:pt x="725843" y="260143"/>
                </a:lnTo>
                <a:lnTo>
                  <a:pt x="725443" y="259705"/>
                </a:lnTo>
                <a:lnTo>
                  <a:pt x="725054" y="259244"/>
                </a:lnTo>
                <a:lnTo>
                  <a:pt x="724676" y="258760"/>
                </a:lnTo>
                <a:lnTo>
                  <a:pt x="724310" y="258251"/>
                </a:lnTo>
                <a:lnTo>
                  <a:pt x="723955" y="257719"/>
                </a:lnTo>
                <a:lnTo>
                  <a:pt x="723611" y="257164"/>
                </a:lnTo>
                <a:lnTo>
                  <a:pt x="723281" y="256586"/>
                </a:lnTo>
                <a:lnTo>
                  <a:pt x="722965" y="255986"/>
                </a:lnTo>
                <a:lnTo>
                  <a:pt x="722662" y="255365"/>
                </a:lnTo>
                <a:lnTo>
                  <a:pt x="722374" y="254724"/>
                </a:lnTo>
                <a:lnTo>
                  <a:pt x="722100" y="254061"/>
                </a:lnTo>
                <a:lnTo>
                  <a:pt x="721839" y="253377"/>
                </a:lnTo>
                <a:lnTo>
                  <a:pt x="721593" y="252672"/>
                </a:lnTo>
                <a:lnTo>
                  <a:pt x="721361" y="251946"/>
                </a:lnTo>
                <a:lnTo>
                  <a:pt x="721143" y="251199"/>
                </a:lnTo>
                <a:lnTo>
                  <a:pt x="720939" y="250431"/>
                </a:lnTo>
                <a:lnTo>
                  <a:pt x="720750" y="249642"/>
                </a:lnTo>
                <a:lnTo>
                  <a:pt x="720574" y="248832"/>
                </a:lnTo>
                <a:lnTo>
                  <a:pt x="720412" y="248000"/>
                </a:lnTo>
                <a:lnTo>
                  <a:pt x="720264" y="247148"/>
                </a:lnTo>
                <a:lnTo>
                  <a:pt x="720131" y="246274"/>
                </a:lnTo>
                <a:lnTo>
                  <a:pt x="720011" y="245379"/>
                </a:lnTo>
                <a:lnTo>
                  <a:pt x="719906" y="244464"/>
                </a:lnTo>
                <a:lnTo>
                  <a:pt x="719814" y="243527"/>
                </a:lnTo>
                <a:lnTo>
                  <a:pt x="719737" y="242569"/>
                </a:lnTo>
                <a:lnTo>
                  <a:pt x="719674" y="241590"/>
                </a:lnTo>
                <a:lnTo>
                  <a:pt x="719624" y="240590"/>
                </a:lnTo>
                <a:lnTo>
                  <a:pt x="719589" y="239569"/>
                </a:lnTo>
                <a:lnTo>
                  <a:pt x="719568" y="238526"/>
                </a:lnTo>
                <a:lnTo>
                  <a:pt x="719561" y="237463"/>
                </a:lnTo>
                <a:lnTo>
                  <a:pt x="719573" y="236189"/>
                </a:lnTo>
                <a:lnTo>
                  <a:pt x="719608" y="234944"/>
                </a:lnTo>
                <a:lnTo>
                  <a:pt x="719668" y="233727"/>
                </a:lnTo>
                <a:lnTo>
                  <a:pt x="719750" y="232540"/>
                </a:lnTo>
                <a:lnTo>
                  <a:pt x="719857" y="231381"/>
                </a:lnTo>
                <a:lnTo>
                  <a:pt x="719987" y="230251"/>
                </a:lnTo>
                <a:lnTo>
                  <a:pt x="720140" y="229149"/>
                </a:lnTo>
                <a:lnTo>
                  <a:pt x="720318" y="228076"/>
                </a:lnTo>
                <a:lnTo>
                  <a:pt x="720519" y="227033"/>
                </a:lnTo>
                <a:lnTo>
                  <a:pt x="720743" y="226017"/>
                </a:lnTo>
                <a:lnTo>
                  <a:pt x="720991" y="225031"/>
                </a:lnTo>
                <a:lnTo>
                  <a:pt x="721263" y="224073"/>
                </a:lnTo>
                <a:lnTo>
                  <a:pt x="721559" y="223144"/>
                </a:lnTo>
                <a:lnTo>
                  <a:pt x="721878" y="222244"/>
                </a:lnTo>
                <a:lnTo>
                  <a:pt x="722221" y="221373"/>
                </a:lnTo>
                <a:lnTo>
                  <a:pt x="722587" y="220530"/>
                </a:lnTo>
                <a:lnTo>
                  <a:pt x="722977" y="219716"/>
                </a:lnTo>
                <a:lnTo>
                  <a:pt x="723391" y="218931"/>
                </a:lnTo>
                <a:lnTo>
                  <a:pt x="723828" y="218175"/>
                </a:lnTo>
                <a:lnTo>
                  <a:pt x="724289" y="217447"/>
                </a:lnTo>
                <a:lnTo>
                  <a:pt x="724774" y="216748"/>
                </a:lnTo>
                <a:lnTo>
                  <a:pt x="725282" y="216078"/>
                </a:lnTo>
                <a:lnTo>
                  <a:pt x="725814" y="215436"/>
                </a:lnTo>
                <a:lnTo>
                  <a:pt x="726370" y="214824"/>
                </a:lnTo>
                <a:lnTo>
                  <a:pt x="726952" y="214238"/>
                </a:lnTo>
                <a:lnTo>
                  <a:pt x="727563" y="213677"/>
                </a:lnTo>
                <a:lnTo>
                  <a:pt x="728203" y="213141"/>
                </a:lnTo>
                <a:lnTo>
                  <a:pt x="728871" y="212630"/>
                </a:lnTo>
                <a:lnTo>
                  <a:pt x="729568" y="212144"/>
                </a:lnTo>
                <a:lnTo>
                  <a:pt x="730294" y="211683"/>
                </a:lnTo>
                <a:lnTo>
                  <a:pt x="731049" y="211247"/>
                </a:lnTo>
                <a:lnTo>
                  <a:pt x="731833" y="210835"/>
                </a:lnTo>
                <a:lnTo>
                  <a:pt x="732645" y="210449"/>
                </a:lnTo>
                <a:lnTo>
                  <a:pt x="733486" y="210087"/>
                </a:lnTo>
                <a:lnTo>
                  <a:pt x="734356" y="209751"/>
                </a:lnTo>
                <a:lnTo>
                  <a:pt x="735254" y="209439"/>
                </a:lnTo>
                <a:lnTo>
                  <a:pt x="736181" y="209153"/>
                </a:lnTo>
                <a:lnTo>
                  <a:pt x="737137" y="208891"/>
                </a:lnTo>
                <a:lnTo>
                  <a:pt x="738122" y="208654"/>
                </a:lnTo>
                <a:lnTo>
                  <a:pt x="739135" y="208442"/>
                </a:lnTo>
                <a:lnTo>
                  <a:pt x="740178" y="208255"/>
                </a:lnTo>
                <a:lnTo>
                  <a:pt x="741249" y="208093"/>
                </a:lnTo>
                <a:lnTo>
                  <a:pt x="742348" y="207956"/>
                </a:lnTo>
                <a:lnTo>
                  <a:pt x="743477" y="207844"/>
                </a:lnTo>
                <a:lnTo>
                  <a:pt x="744634" y="207757"/>
                </a:lnTo>
                <a:lnTo>
                  <a:pt x="745820" y="207694"/>
                </a:lnTo>
                <a:lnTo>
                  <a:pt x="747035" y="207657"/>
                </a:lnTo>
                <a:lnTo>
                  <a:pt x="748279" y="207644"/>
                </a:lnTo>
                <a:lnTo>
                  <a:pt x="754902" y="207644"/>
                </a:lnTo>
                <a:lnTo>
                  <a:pt x="754902" y="245563"/>
                </a:lnTo>
                <a:lnTo>
                  <a:pt x="754623" y="246293"/>
                </a:lnTo>
                <a:lnTo>
                  <a:pt x="754337" y="247008"/>
                </a:lnTo>
                <a:lnTo>
                  <a:pt x="754046" y="247709"/>
                </a:lnTo>
                <a:lnTo>
                  <a:pt x="753747" y="248396"/>
                </a:lnTo>
                <a:lnTo>
                  <a:pt x="753443" y="249070"/>
                </a:lnTo>
                <a:lnTo>
                  <a:pt x="753132" y="249729"/>
                </a:lnTo>
                <a:lnTo>
                  <a:pt x="752814" y="250374"/>
                </a:lnTo>
                <a:lnTo>
                  <a:pt x="752490" y="251004"/>
                </a:lnTo>
                <a:lnTo>
                  <a:pt x="752160" y="251621"/>
                </a:lnTo>
                <a:lnTo>
                  <a:pt x="751824" y="252224"/>
                </a:lnTo>
                <a:lnTo>
                  <a:pt x="751480" y="252813"/>
                </a:lnTo>
                <a:lnTo>
                  <a:pt x="751131" y="253387"/>
                </a:lnTo>
                <a:lnTo>
                  <a:pt x="750775" y="253948"/>
                </a:lnTo>
                <a:lnTo>
                  <a:pt x="750413" y="254495"/>
                </a:lnTo>
                <a:lnTo>
                  <a:pt x="750044" y="255027"/>
                </a:lnTo>
                <a:lnTo>
                  <a:pt x="749669" y="255545"/>
                </a:lnTo>
                <a:lnTo>
                  <a:pt x="749287" y="256050"/>
                </a:lnTo>
                <a:lnTo>
                  <a:pt x="748899" y="256540"/>
                </a:lnTo>
                <a:lnTo>
                  <a:pt x="748504" y="257016"/>
                </a:lnTo>
                <a:lnTo>
                  <a:pt x="748104" y="257478"/>
                </a:lnTo>
                <a:lnTo>
                  <a:pt x="747696" y="257926"/>
                </a:lnTo>
                <a:lnTo>
                  <a:pt x="747283" y="258360"/>
                </a:lnTo>
                <a:lnTo>
                  <a:pt x="746862" y="258780"/>
                </a:lnTo>
                <a:lnTo>
                  <a:pt x="746436" y="259186"/>
                </a:lnTo>
                <a:lnTo>
                  <a:pt x="746005" y="259577"/>
                </a:lnTo>
                <a:lnTo>
                  <a:pt x="745570" y="259951"/>
                </a:lnTo>
                <a:lnTo>
                  <a:pt x="745131" y="260308"/>
                </a:lnTo>
                <a:lnTo>
                  <a:pt x="744688" y="260649"/>
                </a:lnTo>
                <a:lnTo>
                  <a:pt x="744241" y="260973"/>
                </a:lnTo>
                <a:lnTo>
                  <a:pt x="743791" y="261280"/>
                </a:lnTo>
                <a:lnTo>
                  <a:pt x="743336" y="261571"/>
                </a:lnTo>
                <a:lnTo>
                  <a:pt x="742878" y="261845"/>
                </a:lnTo>
                <a:lnTo>
                  <a:pt x="742416" y="262103"/>
                </a:lnTo>
                <a:lnTo>
                  <a:pt x="741950" y="262344"/>
                </a:lnTo>
                <a:lnTo>
                  <a:pt x="741480" y="262568"/>
                </a:lnTo>
                <a:lnTo>
                  <a:pt x="741006" y="262776"/>
                </a:lnTo>
                <a:lnTo>
                  <a:pt x="740529" y="262967"/>
                </a:lnTo>
                <a:lnTo>
                  <a:pt x="740048" y="263142"/>
                </a:lnTo>
                <a:lnTo>
                  <a:pt x="739562" y="263299"/>
                </a:lnTo>
                <a:lnTo>
                  <a:pt x="739073" y="263441"/>
                </a:lnTo>
                <a:lnTo>
                  <a:pt x="738580" y="263565"/>
                </a:lnTo>
                <a:lnTo>
                  <a:pt x="738083" y="263673"/>
                </a:lnTo>
                <a:lnTo>
                  <a:pt x="737582" y="263765"/>
                </a:lnTo>
                <a:lnTo>
                  <a:pt x="737078" y="263840"/>
                </a:lnTo>
                <a:lnTo>
                  <a:pt x="736569" y="263898"/>
                </a:lnTo>
                <a:lnTo>
                  <a:pt x="736057" y="263939"/>
                </a:lnTo>
                <a:lnTo>
                  <a:pt x="735541" y="263964"/>
                </a:lnTo>
                <a:lnTo>
                  <a:pt x="735021" y="263972"/>
                </a:lnTo>
                <a:lnTo>
                  <a:pt x="734413" y="263961"/>
                </a:lnTo>
                <a:lnTo>
                  <a:pt x="733817" y="263925"/>
                </a:lnTo>
                <a:lnTo>
                  <a:pt x="733233" y="263866"/>
                </a:lnTo>
                <a:lnTo>
                  <a:pt x="732660" y="263783"/>
                </a:lnTo>
                <a:close/>
                <a:moveTo>
                  <a:pt x="1159385" y="179822"/>
                </a:moveTo>
                <a:lnTo>
                  <a:pt x="1159066" y="176107"/>
                </a:lnTo>
                <a:lnTo>
                  <a:pt x="1158675" y="172473"/>
                </a:lnTo>
                <a:lnTo>
                  <a:pt x="1158214" y="168920"/>
                </a:lnTo>
                <a:lnTo>
                  <a:pt x="1157682" y="165449"/>
                </a:lnTo>
                <a:lnTo>
                  <a:pt x="1157079" y="162058"/>
                </a:lnTo>
                <a:lnTo>
                  <a:pt x="1156404" y="158749"/>
                </a:lnTo>
                <a:lnTo>
                  <a:pt x="1155659" y="155521"/>
                </a:lnTo>
                <a:lnTo>
                  <a:pt x="1154843" y="152374"/>
                </a:lnTo>
                <a:lnTo>
                  <a:pt x="1153956" y="149308"/>
                </a:lnTo>
                <a:lnTo>
                  <a:pt x="1152998" y="146324"/>
                </a:lnTo>
                <a:lnTo>
                  <a:pt x="1151969" y="143420"/>
                </a:lnTo>
                <a:lnTo>
                  <a:pt x="1150869" y="140598"/>
                </a:lnTo>
                <a:lnTo>
                  <a:pt x="1149699" y="137857"/>
                </a:lnTo>
                <a:lnTo>
                  <a:pt x="1148457" y="135197"/>
                </a:lnTo>
                <a:lnTo>
                  <a:pt x="1147144" y="132618"/>
                </a:lnTo>
                <a:lnTo>
                  <a:pt x="1145760" y="130121"/>
                </a:lnTo>
                <a:lnTo>
                  <a:pt x="1144306" y="127704"/>
                </a:lnTo>
                <a:lnTo>
                  <a:pt x="1142780" y="125369"/>
                </a:lnTo>
                <a:lnTo>
                  <a:pt x="1141183" y="123115"/>
                </a:lnTo>
                <a:lnTo>
                  <a:pt x="1139516" y="120942"/>
                </a:lnTo>
                <a:lnTo>
                  <a:pt x="1137786" y="118854"/>
                </a:lnTo>
                <a:lnTo>
                  <a:pt x="1136002" y="116855"/>
                </a:lnTo>
                <a:lnTo>
                  <a:pt x="1134163" y="114945"/>
                </a:lnTo>
                <a:lnTo>
                  <a:pt x="1132271" y="113123"/>
                </a:lnTo>
                <a:lnTo>
                  <a:pt x="1130324" y="111391"/>
                </a:lnTo>
                <a:lnTo>
                  <a:pt x="1128322" y="109747"/>
                </a:lnTo>
                <a:lnTo>
                  <a:pt x="1126266" y="108192"/>
                </a:lnTo>
                <a:lnTo>
                  <a:pt x="1124156" y="106726"/>
                </a:lnTo>
                <a:lnTo>
                  <a:pt x="1121992" y="105349"/>
                </a:lnTo>
                <a:lnTo>
                  <a:pt x="1119773" y="104061"/>
                </a:lnTo>
                <a:lnTo>
                  <a:pt x="1117500" y="102861"/>
                </a:lnTo>
                <a:lnTo>
                  <a:pt x="1115173" y="101751"/>
                </a:lnTo>
                <a:lnTo>
                  <a:pt x="1112791" y="100729"/>
                </a:lnTo>
                <a:lnTo>
                  <a:pt x="1110355" y="99796"/>
                </a:lnTo>
                <a:lnTo>
                  <a:pt x="1107865" y="98952"/>
                </a:lnTo>
                <a:lnTo>
                  <a:pt x="1105320" y="98197"/>
                </a:lnTo>
                <a:lnTo>
                  <a:pt x="1102722" y="97530"/>
                </a:lnTo>
                <a:lnTo>
                  <a:pt x="1100068" y="96953"/>
                </a:lnTo>
                <a:lnTo>
                  <a:pt x="1097361" y="96464"/>
                </a:lnTo>
                <a:lnTo>
                  <a:pt x="1094599" y="96064"/>
                </a:lnTo>
                <a:lnTo>
                  <a:pt x="1091783" y="95753"/>
                </a:lnTo>
                <a:lnTo>
                  <a:pt x="1088912" y="95531"/>
                </a:lnTo>
                <a:lnTo>
                  <a:pt x="1085987" y="95398"/>
                </a:lnTo>
                <a:lnTo>
                  <a:pt x="1083008" y="95354"/>
                </a:lnTo>
                <a:lnTo>
                  <a:pt x="1079878" y="95403"/>
                </a:lnTo>
                <a:lnTo>
                  <a:pt x="1076809" y="95551"/>
                </a:lnTo>
                <a:lnTo>
                  <a:pt x="1073800" y="95797"/>
                </a:lnTo>
                <a:lnTo>
                  <a:pt x="1070852" y="96141"/>
                </a:lnTo>
                <a:lnTo>
                  <a:pt x="1067965" y="96584"/>
                </a:lnTo>
                <a:lnTo>
                  <a:pt x="1065139" y="97126"/>
                </a:lnTo>
                <a:lnTo>
                  <a:pt x="1062373" y="97766"/>
                </a:lnTo>
                <a:lnTo>
                  <a:pt x="1059668" y="98504"/>
                </a:lnTo>
                <a:lnTo>
                  <a:pt x="1057024" y="99341"/>
                </a:lnTo>
                <a:lnTo>
                  <a:pt x="1054441" y="100276"/>
                </a:lnTo>
                <a:lnTo>
                  <a:pt x="1051918" y="101310"/>
                </a:lnTo>
                <a:lnTo>
                  <a:pt x="1049457" y="102442"/>
                </a:lnTo>
                <a:lnTo>
                  <a:pt x="1047055" y="103672"/>
                </a:lnTo>
                <a:lnTo>
                  <a:pt x="1044715" y="105001"/>
                </a:lnTo>
                <a:lnTo>
                  <a:pt x="1042435" y="106429"/>
                </a:lnTo>
                <a:lnTo>
                  <a:pt x="1040216" y="107955"/>
                </a:lnTo>
                <a:lnTo>
                  <a:pt x="1038058" y="109579"/>
                </a:lnTo>
                <a:lnTo>
                  <a:pt x="1035961" y="111302"/>
                </a:lnTo>
                <a:lnTo>
                  <a:pt x="1033924" y="113123"/>
                </a:lnTo>
                <a:lnTo>
                  <a:pt x="1031948" y="115043"/>
                </a:lnTo>
                <a:lnTo>
                  <a:pt x="1030033" y="117061"/>
                </a:lnTo>
                <a:lnTo>
                  <a:pt x="1028179" y="119177"/>
                </a:lnTo>
                <a:lnTo>
                  <a:pt x="1026385" y="121392"/>
                </a:lnTo>
                <a:lnTo>
                  <a:pt x="1024652" y="123706"/>
                </a:lnTo>
                <a:lnTo>
                  <a:pt x="1022985" y="126103"/>
                </a:lnTo>
                <a:lnTo>
                  <a:pt x="1021389" y="128571"/>
                </a:lnTo>
                <a:lnTo>
                  <a:pt x="1019863" y="131109"/>
                </a:lnTo>
                <a:lnTo>
                  <a:pt x="1018409" y="133717"/>
                </a:lnTo>
                <a:lnTo>
                  <a:pt x="1017026" y="136396"/>
                </a:lnTo>
                <a:lnTo>
                  <a:pt x="1015713" y="139145"/>
                </a:lnTo>
                <a:lnTo>
                  <a:pt x="1014472" y="141964"/>
                </a:lnTo>
                <a:lnTo>
                  <a:pt x="1013301" y="144854"/>
                </a:lnTo>
                <a:lnTo>
                  <a:pt x="1012202" y="147814"/>
                </a:lnTo>
                <a:lnTo>
                  <a:pt x="1011173" y="150844"/>
                </a:lnTo>
                <a:lnTo>
                  <a:pt x="1010215" y="153944"/>
                </a:lnTo>
                <a:lnTo>
                  <a:pt x="1009328" y="157115"/>
                </a:lnTo>
                <a:lnTo>
                  <a:pt x="1008513" y="160356"/>
                </a:lnTo>
                <a:lnTo>
                  <a:pt x="1007768" y="163668"/>
                </a:lnTo>
                <a:lnTo>
                  <a:pt x="1007094" y="167050"/>
                </a:lnTo>
                <a:lnTo>
                  <a:pt x="1006491" y="170502"/>
                </a:lnTo>
                <a:lnTo>
                  <a:pt x="1005959" y="174024"/>
                </a:lnTo>
                <a:lnTo>
                  <a:pt x="1005498" y="177617"/>
                </a:lnTo>
                <a:lnTo>
                  <a:pt x="1005107" y="181280"/>
                </a:lnTo>
                <a:lnTo>
                  <a:pt x="1004788" y="185014"/>
                </a:lnTo>
                <a:lnTo>
                  <a:pt x="1004540" y="188817"/>
                </a:lnTo>
                <a:lnTo>
                  <a:pt x="1004362" y="192691"/>
                </a:lnTo>
                <a:lnTo>
                  <a:pt x="1004256" y="196636"/>
                </a:lnTo>
                <a:lnTo>
                  <a:pt x="1004221" y="200651"/>
                </a:lnTo>
                <a:lnTo>
                  <a:pt x="1004258" y="204663"/>
                </a:lnTo>
                <a:lnTo>
                  <a:pt x="1004369" y="208600"/>
                </a:lnTo>
                <a:lnTo>
                  <a:pt x="1004554" y="212462"/>
                </a:lnTo>
                <a:lnTo>
                  <a:pt x="1004814" y="216250"/>
                </a:lnTo>
                <a:lnTo>
                  <a:pt x="1005147" y="219963"/>
                </a:lnTo>
                <a:lnTo>
                  <a:pt x="1005555" y="223601"/>
                </a:lnTo>
                <a:lnTo>
                  <a:pt x="1006037" y="227164"/>
                </a:lnTo>
                <a:lnTo>
                  <a:pt x="1006593" y="230653"/>
                </a:lnTo>
                <a:lnTo>
                  <a:pt x="1007223" y="234067"/>
                </a:lnTo>
                <a:lnTo>
                  <a:pt x="1007928" y="237406"/>
                </a:lnTo>
                <a:lnTo>
                  <a:pt x="1008706" y="240670"/>
                </a:lnTo>
                <a:lnTo>
                  <a:pt x="1009559" y="243860"/>
                </a:lnTo>
                <a:lnTo>
                  <a:pt x="1010485" y="246975"/>
                </a:lnTo>
                <a:lnTo>
                  <a:pt x="1011486" y="250015"/>
                </a:lnTo>
                <a:lnTo>
                  <a:pt x="1012561" y="252980"/>
                </a:lnTo>
                <a:lnTo>
                  <a:pt x="1013711" y="255871"/>
                </a:lnTo>
                <a:lnTo>
                  <a:pt x="1014934" y="258686"/>
                </a:lnTo>
                <a:lnTo>
                  <a:pt x="1016231" y="261427"/>
                </a:lnTo>
                <a:lnTo>
                  <a:pt x="1017603" y="264094"/>
                </a:lnTo>
                <a:lnTo>
                  <a:pt x="1019049" y="266685"/>
                </a:lnTo>
                <a:lnTo>
                  <a:pt x="1020569" y="269202"/>
                </a:lnTo>
                <a:lnTo>
                  <a:pt x="1022163" y="271644"/>
                </a:lnTo>
                <a:lnTo>
                  <a:pt x="1023831" y="274011"/>
                </a:lnTo>
                <a:lnTo>
                  <a:pt x="1025573" y="276303"/>
                </a:lnTo>
                <a:lnTo>
                  <a:pt x="1027387" y="278511"/>
                </a:lnTo>
                <a:lnTo>
                  <a:pt x="1029270" y="280625"/>
                </a:lnTo>
                <a:lnTo>
                  <a:pt x="1031222" y="282645"/>
                </a:lnTo>
                <a:lnTo>
                  <a:pt x="1033243" y="284572"/>
                </a:lnTo>
                <a:lnTo>
                  <a:pt x="1035333" y="286404"/>
                </a:lnTo>
                <a:lnTo>
                  <a:pt x="1037492" y="288142"/>
                </a:lnTo>
                <a:lnTo>
                  <a:pt x="1039720" y="289786"/>
                </a:lnTo>
                <a:lnTo>
                  <a:pt x="1042017" y="291337"/>
                </a:lnTo>
                <a:lnTo>
                  <a:pt x="1044383" y="292793"/>
                </a:lnTo>
                <a:lnTo>
                  <a:pt x="1046819" y="294155"/>
                </a:lnTo>
                <a:lnTo>
                  <a:pt x="1049323" y="295424"/>
                </a:lnTo>
                <a:lnTo>
                  <a:pt x="1051896" y="296598"/>
                </a:lnTo>
                <a:lnTo>
                  <a:pt x="1054538" y="297679"/>
                </a:lnTo>
                <a:lnTo>
                  <a:pt x="1057250" y="298665"/>
                </a:lnTo>
                <a:lnTo>
                  <a:pt x="1060030" y="299558"/>
                </a:lnTo>
                <a:lnTo>
                  <a:pt x="1062879" y="300357"/>
                </a:lnTo>
                <a:lnTo>
                  <a:pt x="1065798" y="301061"/>
                </a:lnTo>
                <a:lnTo>
                  <a:pt x="1068785" y="301672"/>
                </a:lnTo>
                <a:lnTo>
                  <a:pt x="1071842" y="302189"/>
                </a:lnTo>
                <a:lnTo>
                  <a:pt x="1074967" y="302612"/>
                </a:lnTo>
                <a:lnTo>
                  <a:pt x="1078161" y="302940"/>
                </a:lnTo>
                <a:lnTo>
                  <a:pt x="1081425" y="303175"/>
                </a:lnTo>
                <a:lnTo>
                  <a:pt x="1084758" y="303316"/>
                </a:lnTo>
                <a:lnTo>
                  <a:pt x="1088159" y="303363"/>
                </a:lnTo>
                <a:lnTo>
                  <a:pt x="1091361" y="303317"/>
                </a:lnTo>
                <a:lnTo>
                  <a:pt x="1094522" y="303179"/>
                </a:lnTo>
                <a:lnTo>
                  <a:pt x="1097645" y="302949"/>
                </a:lnTo>
                <a:lnTo>
                  <a:pt x="1100727" y="302627"/>
                </a:lnTo>
                <a:lnTo>
                  <a:pt x="1103770" y="302213"/>
                </a:lnTo>
                <a:lnTo>
                  <a:pt x="1106774" y="301707"/>
                </a:lnTo>
                <a:lnTo>
                  <a:pt x="1109737" y="301109"/>
                </a:lnTo>
                <a:lnTo>
                  <a:pt x="1112661" y="300418"/>
                </a:lnTo>
                <a:lnTo>
                  <a:pt x="1115546" y="299636"/>
                </a:lnTo>
                <a:lnTo>
                  <a:pt x="1118391" y="298762"/>
                </a:lnTo>
                <a:lnTo>
                  <a:pt x="1121196" y="297796"/>
                </a:lnTo>
                <a:lnTo>
                  <a:pt x="1123962" y="296737"/>
                </a:lnTo>
                <a:lnTo>
                  <a:pt x="1126688" y="295587"/>
                </a:lnTo>
                <a:lnTo>
                  <a:pt x="1129374" y="294345"/>
                </a:lnTo>
                <a:lnTo>
                  <a:pt x="1132021" y="293010"/>
                </a:lnTo>
                <a:lnTo>
                  <a:pt x="1134628" y="291584"/>
                </a:lnTo>
                <a:lnTo>
                  <a:pt x="1137196" y="290065"/>
                </a:lnTo>
                <a:lnTo>
                  <a:pt x="1139724" y="288455"/>
                </a:lnTo>
                <a:lnTo>
                  <a:pt x="1142212" y="286752"/>
                </a:lnTo>
                <a:lnTo>
                  <a:pt x="1144661" y="284958"/>
                </a:lnTo>
                <a:lnTo>
                  <a:pt x="1147070" y="283071"/>
                </a:lnTo>
                <a:lnTo>
                  <a:pt x="1149439" y="281093"/>
                </a:lnTo>
                <a:lnTo>
                  <a:pt x="1151769" y="279022"/>
                </a:lnTo>
                <a:lnTo>
                  <a:pt x="1154060" y="276859"/>
                </a:lnTo>
                <a:lnTo>
                  <a:pt x="1131235" y="246670"/>
                </a:lnTo>
                <a:lnTo>
                  <a:pt x="1130348" y="247337"/>
                </a:lnTo>
                <a:lnTo>
                  <a:pt x="1129466" y="247990"/>
                </a:lnTo>
                <a:lnTo>
                  <a:pt x="1128589" y="248628"/>
                </a:lnTo>
                <a:lnTo>
                  <a:pt x="1127717" y="249251"/>
                </a:lnTo>
                <a:lnTo>
                  <a:pt x="1126850" y="249860"/>
                </a:lnTo>
                <a:lnTo>
                  <a:pt x="1125988" y="250454"/>
                </a:lnTo>
                <a:lnTo>
                  <a:pt x="1125131" y="251033"/>
                </a:lnTo>
                <a:lnTo>
                  <a:pt x="1124280" y="251597"/>
                </a:lnTo>
                <a:lnTo>
                  <a:pt x="1123434" y="252147"/>
                </a:lnTo>
                <a:lnTo>
                  <a:pt x="1122592" y="252683"/>
                </a:lnTo>
                <a:lnTo>
                  <a:pt x="1121756" y="253203"/>
                </a:lnTo>
                <a:lnTo>
                  <a:pt x="1120925" y="253709"/>
                </a:lnTo>
                <a:lnTo>
                  <a:pt x="1120100" y="254200"/>
                </a:lnTo>
                <a:lnTo>
                  <a:pt x="1119279" y="254677"/>
                </a:lnTo>
                <a:lnTo>
                  <a:pt x="1118463" y="255139"/>
                </a:lnTo>
                <a:lnTo>
                  <a:pt x="1117653" y="255586"/>
                </a:lnTo>
                <a:lnTo>
                  <a:pt x="1116848" y="256019"/>
                </a:lnTo>
                <a:lnTo>
                  <a:pt x="1116048" y="256436"/>
                </a:lnTo>
                <a:lnTo>
                  <a:pt x="1115253" y="256840"/>
                </a:lnTo>
                <a:lnTo>
                  <a:pt x="1114463" y="257228"/>
                </a:lnTo>
                <a:lnTo>
                  <a:pt x="1113678" y="257602"/>
                </a:lnTo>
                <a:lnTo>
                  <a:pt x="1112898" y="257961"/>
                </a:lnTo>
                <a:lnTo>
                  <a:pt x="1112124" y="258306"/>
                </a:lnTo>
                <a:lnTo>
                  <a:pt x="1111354" y="258636"/>
                </a:lnTo>
                <a:lnTo>
                  <a:pt x="1110586" y="258951"/>
                </a:lnTo>
                <a:lnTo>
                  <a:pt x="1109816" y="259253"/>
                </a:lnTo>
                <a:lnTo>
                  <a:pt x="1109042" y="259542"/>
                </a:lnTo>
                <a:lnTo>
                  <a:pt x="1108267" y="259817"/>
                </a:lnTo>
                <a:lnTo>
                  <a:pt x="1107488" y="260078"/>
                </a:lnTo>
                <a:lnTo>
                  <a:pt x="1106707" y="260327"/>
                </a:lnTo>
                <a:lnTo>
                  <a:pt x="1105924" y="260561"/>
                </a:lnTo>
                <a:lnTo>
                  <a:pt x="1105138" y="260783"/>
                </a:lnTo>
                <a:lnTo>
                  <a:pt x="1104349" y="260991"/>
                </a:lnTo>
                <a:lnTo>
                  <a:pt x="1103558" y="261186"/>
                </a:lnTo>
                <a:lnTo>
                  <a:pt x="1102764" y="261367"/>
                </a:lnTo>
                <a:lnTo>
                  <a:pt x="1101967" y="261534"/>
                </a:lnTo>
                <a:lnTo>
                  <a:pt x="1101168" y="261689"/>
                </a:lnTo>
                <a:lnTo>
                  <a:pt x="1100367" y="261830"/>
                </a:lnTo>
                <a:lnTo>
                  <a:pt x="1099563" y="261957"/>
                </a:lnTo>
                <a:lnTo>
                  <a:pt x="1098756" y="262071"/>
                </a:lnTo>
                <a:lnTo>
                  <a:pt x="1097947" y="262172"/>
                </a:lnTo>
                <a:lnTo>
                  <a:pt x="1097135" y="262259"/>
                </a:lnTo>
                <a:lnTo>
                  <a:pt x="1096320" y="262333"/>
                </a:lnTo>
                <a:lnTo>
                  <a:pt x="1095503" y="262393"/>
                </a:lnTo>
                <a:lnTo>
                  <a:pt x="1094684" y="262440"/>
                </a:lnTo>
                <a:lnTo>
                  <a:pt x="1093862" y="262474"/>
                </a:lnTo>
                <a:lnTo>
                  <a:pt x="1093037" y="262494"/>
                </a:lnTo>
                <a:lnTo>
                  <a:pt x="1092210" y="262501"/>
                </a:lnTo>
                <a:lnTo>
                  <a:pt x="1090964" y="262483"/>
                </a:lnTo>
                <a:lnTo>
                  <a:pt x="1089744" y="262430"/>
                </a:lnTo>
                <a:lnTo>
                  <a:pt x="1088548" y="262342"/>
                </a:lnTo>
                <a:lnTo>
                  <a:pt x="1087377" y="262219"/>
                </a:lnTo>
                <a:lnTo>
                  <a:pt x="1086232" y="262061"/>
                </a:lnTo>
                <a:lnTo>
                  <a:pt x="1085111" y="261868"/>
                </a:lnTo>
                <a:lnTo>
                  <a:pt x="1084015" y="261639"/>
                </a:lnTo>
                <a:lnTo>
                  <a:pt x="1082944" y="261376"/>
                </a:lnTo>
                <a:lnTo>
                  <a:pt x="1081898" y="261077"/>
                </a:lnTo>
                <a:lnTo>
                  <a:pt x="1080877" y="260743"/>
                </a:lnTo>
                <a:lnTo>
                  <a:pt x="1079881" y="260374"/>
                </a:lnTo>
                <a:lnTo>
                  <a:pt x="1078910" y="259970"/>
                </a:lnTo>
                <a:lnTo>
                  <a:pt x="1077964" y="259531"/>
                </a:lnTo>
                <a:lnTo>
                  <a:pt x="1077042" y="259056"/>
                </a:lnTo>
                <a:lnTo>
                  <a:pt x="1076146" y="258546"/>
                </a:lnTo>
                <a:lnTo>
                  <a:pt x="1075274" y="258002"/>
                </a:lnTo>
                <a:lnTo>
                  <a:pt x="1074428" y="257422"/>
                </a:lnTo>
                <a:lnTo>
                  <a:pt x="1073606" y="256806"/>
                </a:lnTo>
                <a:lnTo>
                  <a:pt x="1072809" y="256156"/>
                </a:lnTo>
                <a:lnTo>
                  <a:pt x="1072038" y="255471"/>
                </a:lnTo>
                <a:lnTo>
                  <a:pt x="1071291" y="254750"/>
                </a:lnTo>
                <a:lnTo>
                  <a:pt x="1070569" y="253995"/>
                </a:lnTo>
                <a:lnTo>
                  <a:pt x="1069872" y="253204"/>
                </a:lnTo>
                <a:lnTo>
                  <a:pt x="1069200" y="252378"/>
                </a:lnTo>
                <a:lnTo>
                  <a:pt x="1068551" y="251505"/>
                </a:lnTo>
                <a:lnTo>
                  <a:pt x="1067923" y="250576"/>
                </a:lnTo>
                <a:lnTo>
                  <a:pt x="1067316" y="249590"/>
                </a:lnTo>
                <a:lnTo>
                  <a:pt x="1066730" y="248547"/>
                </a:lnTo>
                <a:lnTo>
                  <a:pt x="1066165" y="247447"/>
                </a:lnTo>
                <a:lnTo>
                  <a:pt x="1065622" y="246290"/>
                </a:lnTo>
                <a:lnTo>
                  <a:pt x="1065099" y="245076"/>
                </a:lnTo>
                <a:lnTo>
                  <a:pt x="1064598" y="243806"/>
                </a:lnTo>
                <a:lnTo>
                  <a:pt x="1064117" y="242478"/>
                </a:lnTo>
                <a:lnTo>
                  <a:pt x="1063658" y="241094"/>
                </a:lnTo>
                <a:lnTo>
                  <a:pt x="1063220" y="239653"/>
                </a:lnTo>
                <a:lnTo>
                  <a:pt x="1062803" y="238155"/>
                </a:lnTo>
                <a:lnTo>
                  <a:pt x="1062407" y="236600"/>
                </a:lnTo>
                <a:lnTo>
                  <a:pt x="1062032" y="234989"/>
                </a:lnTo>
                <a:lnTo>
                  <a:pt x="1061678" y="233320"/>
                </a:lnTo>
                <a:lnTo>
                  <a:pt x="1061345" y="231595"/>
                </a:lnTo>
                <a:lnTo>
                  <a:pt x="1061033" y="229813"/>
                </a:lnTo>
                <a:lnTo>
                  <a:pt x="1060743" y="227974"/>
                </a:lnTo>
                <a:lnTo>
                  <a:pt x="1060473" y="226078"/>
                </a:lnTo>
                <a:lnTo>
                  <a:pt x="1060225" y="224125"/>
                </a:lnTo>
                <a:lnTo>
                  <a:pt x="1059997" y="222115"/>
                </a:lnTo>
                <a:lnTo>
                  <a:pt x="1059791" y="220049"/>
                </a:lnTo>
                <a:lnTo>
                  <a:pt x="1059606" y="217925"/>
                </a:lnTo>
                <a:lnTo>
                  <a:pt x="1059442" y="215745"/>
                </a:lnTo>
                <a:lnTo>
                  <a:pt x="1158846" y="215745"/>
                </a:lnTo>
                <a:lnTo>
                  <a:pt x="1158936" y="215033"/>
                </a:lnTo>
                <a:lnTo>
                  <a:pt x="1159023" y="214310"/>
                </a:lnTo>
                <a:lnTo>
                  <a:pt x="1159105" y="213576"/>
                </a:lnTo>
                <a:lnTo>
                  <a:pt x="1159184" y="212829"/>
                </a:lnTo>
                <a:lnTo>
                  <a:pt x="1159259" y="212072"/>
                </a:lnTo>
                <a:lnTo>
                  <a:pt x="1159330" y="211303"/>
                </a:lnTo>
                <a:lnTo>
                  <a:pt x="1159397" y="210522"/>
                </a:lnTo>
                <a:lnTo>
                  <a:pt x="1159461" y="209730"/>
                </a:lnTo>
                <a:lnTo>
                  <a:pt x="1159520" y="208926"/>
                </a:lnTo>
                <a:lnTo>
                  <a:pt x="1159576" y="208111"/>
                </a:lnTo>
                <a:lnTo>
                  <a:pt x="1159628" y="207285"/>
                </a:lnTo>
                <a:lnTo>
                  <a:pt x="1159676" y="206447"/>
                </a:lnTo>
                <a:lnTo>
                  <a:pt x="1159720" y="205597"/>
                </a:lnTo>
                <a:lnTo>
                  <a:pt x="1159760" y="204736"/>
                </a:lnTo>
                <a:lnTo>
                  <a:pt x="1159797" y="203863"/>
                </a:lnTo>
                <a:lnTo>
                  <a:pt x="1159830" y="202979"/>
                </a:lnTo>
                <a:lnTo>
                  <a:pt x="1159858" y="202084"/>
                </a:lnTo>
                <a:lnTo>
                  <a:pt x="1159883" y="201177"/>
                </a:lnTo>
                <a:lnTo>
                  <a:pt x="1159905" y="200258"/>
                </a:lnTo>
                <a:lnTo>
                  <a:pt x="1159922" y="199328"/>
                </a:lnTo>
                <a:lnTo>
                  <a:pt x="1159935" y="198387"/>
                </a:lnTo>
                <a:lnTo>
                  <a:pt x="1159945" y="197434"/>
                </a:lnTo>
                <a:lnTo>
                  <a:pt x="1159951" y="196469"/>
                </a:lnTo>
                <a:lnTo>
                  <a:pt x="1159953" y="195494"/>
                </a:lnTo>
                <a:lnTo>
                  <a:pt x="1159917" y="191454"/>
                </a:lnTo>
                <a:lnTo>
                  <a:pt x="1159811" y="187495"/>
                </a:lnTo>
                <a:lnTo>
                  <a:pt x="1159633" y="183618"/>
                </a:lnTo>
                <a:lnTo>
                  <a:pt x="1159385" y="179822"/>
                </a:lnTo>
                <a:close/>
                <a:moveTo>
                  <a:pt x="1059717" y="177638"/>
                </a:moveTo>
                <a:lnTo>
                  <a:pt x="1059876" y="175427"/>
                </a:lnTo>
                <a:lnTo>
                  <a:pt x="1060050" y="173277"/>
                </a:lnTo>
                <a:lnTo>
                  <a:pt x="1060239" y="171187"/>
                </a:lnTo>
                <a:lnTo>
                  <a:pt x="1060443" y="169159"/>
                </a:lnTo>
                <a:lnTo>
                  <a:pt x="1060661" y="167191"/>
                </a:lnTo>
                <a:lnTo>
                  <a:pt x="1060894" y="165284"/>
                </a:lnTo>
                <a:lnTo>
                  <a:pt x="1061141" y="163437"/>
                </a:lnTo>
                <a:lnTo>
                  <a:pt x="1061404" y="161652"/>
                </a:lnTo>
                <a:lnTo>
                  <a:pt x="1061681" y="159927"/>
                </a:lnTo>
                <a:lnTo>
                  <a:pt x="1061973" y="158263"/>
                </a:lnTo>
                <a:lnTo>
                  <a:pt x="1062279" y="156659"/>
                </a:lnTo>
                <a:lnTo>
                  <a:pt x="1062600" y="155117"/>
                </a:lnTo>
                <a:lnTo>
                  <a:pt x="1062936" y="153635"/>
                </a:lnTo>
                <a:lnTo>
                  <a:pt x="1063287" y="152213"/>
                </a:lnTo>
                <a:lnTo>
                  <a:pt x="1063652" y="150853"/>
                </a:lnTo>
                <a:lnTo>
                  <a:pt x="1064032" y="149553"/>
                </a:lnTo>
                <a:lnTo>
                  <a:pt x="1064427" y="148314"/>
                </a:lnTo>
                <a:lnTo>
                  <a:pt x="1064836" y="147136"/>
                </a:lnTo>
                <a:lnTo>
                  <a:pt x="1065261" y="146019"/>
                </a:lnTo>
                <a:lnTo>
                  <a:pt x="1065699" y="144962"/>
                </a:lnTo>
                <a:lnTo>
                  <a:pt x="1066153" y="143966"/>
                </a:lnTo>
                <a:lnTo>
                  <a:pt x="1066621" y="143031"/>
                </a:lnTo>
                <a:lnTo>
                  <a:pt x="1067106" y="142144"/>
                </a:lnTo>
                <a:lnTo>
                  <a:pt x="1067610" y="141296"/>
                </a:lnTo>
                <a:lnTo>
                  <a:pt x="1068131" y="140485"/>
                </a:lnTo>
                <a:lnTo>
                  <a:pt x="1068672" y="139713"/>
                </a:lnTo>
                <a:lnTo>
                  <a:pt x="1069231" y="138977"/>
                </a:lnTo>
                <a:lnTo>
                  <a:pt x="1069809" y="138280"/>
                </a:lnTo>
                <a:lnTo>
                  <a:pt x="1070405" y="137620"/>
                </a:lnTo>
                <a:lnTo>
                  <a:pt x="1071019" y="136998"/>
                </a:lnTo>
                <a:lnTo>
                  <a:pt x="1071652" y="136413"/>
                </a:lnTo>
                <a:lnTo>
                  <a:pt x="1072304" y="135867"/>
                </a:lnTo>
                <a:lnTo>
                  <a:pt x="1072974" y="135358"/>
                </a:lnTo>
                <a:lnTo>
                  <a:pt x="1073663" y="134886"/>
                </a:lnTo>
                <a:lnTo>
                  <a:pt x="1074370" y="134453"/>
                </a:lnTo>
                <a:lnTo>
                  <a:pt x="1075096" y="134057"/>
                </a:lnTo>
                <a:lnTo>
                  <a:pt x="1075840" y="133699"/>
                </a:lnTo>
                <a:lnTo>
                  <a:pt x="1076603" y="133378"/>
                </a:lnTo>
                <a:lnTo>
                  <a:pt x="1077385" y="133095"/>
                </a:lnTo>
                <a:lnTo>
                  <a:pt x="1078184" y="132850"/>
                </a:lnTo>
                <a:lnTo>
                  <a:pt x="1079003" y="132643"/>
                </a:lnTo>
                <a:lnTo>
                  <a:pt x="1079840" y="132473"/>
                </a:lnTo>
                <a:lnTo>
                  <a:pt x="1080695" y="132341"/>
                </a:lnTo>
                <a:lnTo>
                  <a:pt x="1081569" y="132247"/>
                </a:lnTo>
                <a:lnTo>
                  <a:pt x="1082462" y="132190"/>
                </a:lnTo>
                <a:lnTo>
                  <a:pt x="1083373" y="132172"/>
                </a:lnTo>
                <a:lnTo>
                  <a:pt x="1084403" y="132191"/>
                </a:lnTo>
                <a:lnTo>
                  <a:pt x="1085407" y="132250"/>
                </a:lnTo>
                <a:lnTo>
                  <a:pt x="1086384" y="132347"/>
                </a:lnTo>
                <a:lnTo>
                  <a:pt x="1087335" y="132484"/>
                </a:lnTo>
                <a:lnTo>
                  <a:pt x="1088261" y="132659"/>
                </a:lnTo>
                <a:lnTo>
                  <a:pt x="1089160" y="132873"/>
                </a:lnTo>
                <a:lnTo>
                  <a:pt x="1090032" y="133127"/>
                </a:lnTo>
                <a:lnTo>
                  <a:pt x="1090879" y="133419"/>
                </a:lnTo>
                <a:lnTo>
                  <a:pt x="1091699" y="133751"/>
                </a:lnTo>
                <a:lnTo>
                  <a:pt x="1092493" y="134121"/>
                </a:lnTo>
                <a:lnTo>
                  <a:pt x="1093261" y="134531"/>
                </a:lnTo>
                <a:lnTo>
                  <a:pt x="1094003" y="134979"/>
                </a:lnTo>
                <a:lnTo>
                  <a:pt x="1094719" y="135466"/>
                </a:lnTo>
                <a:lnTo>
                  <a:pt x="1095408" y="135993"/>
                </a:lnTo>
                <a:lnTo>
                  <a:pt x="1096071" y="136558"/>
                </a:lnTo>
                <a:lnTo>
                  <a:pt x="1096708" y="137163"/>
                </a:lnTo>
                <a:lnTo>
                  <a:pt x="1097319" y="137806"/>
                </a:lnTo>
                <a:lnTo>
                  <a:pt x="1097903" y="138488"/>
                </a:lnTo>
                <a:lnTo>
                  <a:pt x="1098462" y="139210"/>
                </a:lnTo>
                <a:lnTo>
                  <a:pt x="1098994" y="139970"/>
                </a:lnTo>
                <a:lnTo>
                  <a:pt x="1099500" y="140769"/>
                </a:lnTo>
                <a:lnTo>
                  <a:pt x="1099980" y="141608"/>
                </a:lnTo>
                <a:lnTo>
                  <a:pt x="1100433" y="142485"/>
                </a:lnTo>
                <a:lnTo>
                  <a:pt x="1100861" y="143401"/>
                </a:lnTo>
                <a:lnTo>
                  <a:pt x="1101266" y="144361"/>
                </a:lnTo>
                <a:lnTo>
                  <a:pt x="1101655" y="145369"/>
                </a:lnTo>
                <a:lnTo>
                  <a:pt x="1102026" y="146424"/>
                </a:lnTo>
                <a:lnTo>
                  <a:pt x="1102380" y="147528"/>
                </a:lnTo>
                <a:lnTo>
                  <a:pt x="1102716" y="148679"/>
                </a:lnTo>
                <a:lnTo>
                  <a:pt x="1103036" y="149879"/>
                </a:lnTo>
                <a:lnTo>
                  <a:pt x="1103338" y="151126"/>
                </a:lnTo>
                <a:lnTo>
                  <a:pt x="1103623" y="152421"/>
                </a:lnTo>
                <a:lnTo>
                  <a:pt x="1103890" y="153764"/>
                </a:lnTo>
                <a:lnTo>
                  <a:pt x="1104141" y="155156"/>
                </a:lnTo>
                <a:lnTo>
                  <a:pt x="1104374" y="156595"/>
                </a:lnTo>
                <a:lnTo>
                  <a:pt x="1104589" y="158082"/>
                </a:lnTo>
                <a:lnTo>
                  <a:pt x="1104788" y="159616"/>
                </a:lnTo>
                <a:lnTo>
                  <a:pt x="1104969" y="161199"/>
                </a:lnTo>
                <a:lnTo>
                  <a:pt x="1105133" y="162830"/>
                </a:lnTo>
                <a:lnTo>
                  <a:pt x="1105280" y="164509"/>
                </a:lnTo>
                <a:lnTo>
                  <a:pt x="1105409" y="166235"/>
                </a:lnTo>
                <a:lnTo>
                  <a:pt x="1105522" y="168010"/>
                </a:lnTo>
                <a:lnTo>
                  <a:pt x="1105616" y="169832"/>
                </a:lnTo>
                <a:lnTo>
                  <a:pt x="1105694" y="171702"/>
                </a:lnTo>
                <a:lnTo>
                  <a:pt x="1105755" y="173621"/>
                </a:lnTo>
                <a:lnTo>
                  <a:pt x="1105798" y="175587"/>
                </a:lnTo>
                <a:lnTo>
                  <a:pt x="1105824" y="177601"/>
                </a:lnTo>
                <a:lnTo>
                  <a:pt x="1105832" y="179663"/>
                </a:lnTo>
                <a:lnTo>
                  <a:pt x="1105832" y="182242"/>
                </a:lnTo>
                <a:lnTo>
                  <a:pt x="1059442" y="182242"/>
                </a:lnTo>
                <a:lnTo>
                  <a:pt x="1059572" y="179909"/>
                </a:lnTo>
                <a:lnTo>
                  <a:pt x="1059717" y="177638"/>
                </a:lnTo>
                <a:close/>
                <a:moveTo>
                  <a:pt x="1588471" y="179822"/>
                </a:moveTo>
                <a:lnTo>
                  <a:pt x="1588152" y="176107"/>
                </a:lnTo>
                <a:lnTo>
                  <a:pt x="1587761" y="172473"/>
                </a:lnTo>
                <a:lnTo>
                  <a:pt x="1587300" y="168920"/>
                </a:lnTo>
                <a:lnTo>
                  <a:pt x="1586768" y="165449"/>
                </a:lnTo>
                <a:lnTo>
                  <a:pt x="1586165" y="162058"/>
                </a:lnTo>
                <a:lnTo>
                  <a:pt x="1585491" y="158749"/>
                </a:lnTo>
                <a:lnTo>
                  <a:pt x="1584746" y="155521"/>
                </a:lnTo>
                <a:lnTo>
                  <a:pt x="1583930" y="152374"/>
                </a:lnTo>
                <a:lnTo>
                  <a:pt x="1583042" y="149308"/>
                </a:lnTo>
                <a:lnTo>
                  <a:pt x="1582084" y="146324"/>
                </a:lnTo>
                <a:lnTo>
                  <a:pt x="1581056" y="143420"/>
                </a:lnTo>
                <a:lnTo>
                  <a:pt x="1579956" y="140598"/>
                </a:lnTo>
                <a:lnTo>
                  <a:pt x="1578785" y="137857"/>
                </a:lnTo>
                <a:lnTo>
                  <a:pt x="1577543" y="135197"/>
                </a:lnTo>
                <a:lnTo>
                  <a:pt x="1576230" y="132618"/>
                </a:lnTo>
                <a:lnTo>
                  <a:pt x="1574846" y="130121"/>
                </a:lnTo>
                <a:lnTo>
                  <a:pt x="1573392" y="127704"/>
                </a:lnTo>
                <a:lnTo>
                  <a:pt x="1571866" y="125369"/>
                </a:lnTo>
                <a:lnTo>
                  <a:pt x="1570269" y="123115"/>
                </a:lnTo>
                <a:lnTo>
                  <a:pt x="1568602" y="120942"/>
                </a:lnTo>
                <a:lnTo>
                  <a:pt x="1566872" y="118854"/>
                </a:lnTo>
                <a:lnTo>
                  <a:pt x="1565088" y="116855"/>
                </a:lnTo>
                <a:lnTo>
                  <a:pt x="1563250" y="114945"/>
                </a:lnTo>
                <a:lnTo>
                  <a:pt x="1561357" y="113123"/>
                </a:lnTo>
                <a:lnTo>
                  <a:pt x="1559410" y="111391"/>
                </a:lnTo>
                <a:lnTo>
                  <a:pt x="1557408" y="109747"/>
                </a:lnTo>
                <a:lnTo>
                  <a:pt x="1555353" y="108192"/>
                </a:lnTo>
                <a:lnTo>
                  <a:pt x="1553243" y="106726"/>
                </a:lnTo>
                <a:lnTo>
                  <a:pt x="1551078" y="105349"/>
                </a:lnTo>
                <a:lnTo>
                  <a:pt x="1548860" y="104061"/>
                </a:lnTo>
                <a:lnTo>
                  <a:pt x="1546587" y="102861"/>
                </a:lnTo>
                <a:lnTo>
                  <a:pt x="1544259" y="101751"/>
                </a:lnTo>
                <a:lnTo>
                  <a:pt x="1541878" y="100729"/>
                </a:lnTo>
                <a:lnTo>
                  <a:pt x="1539442" y="99796"/>
                </a:lnTo>
                <a:lnTo>
                  <a:pt x="1536951" y="98952"/>
                </a:lnTo>
                <a:lnTo>
                  <a:pt x="1534407" y="98197"/>
                </a:lnTo>
                <a:lnTo>
                  <a:pt x="1531808" y="97530"/>
                </a:lnTo>
                <a:lnTo>
                  <a:pt x="1529154" y="96953"/>
                </a:lnTo>
                <a:lnTo>
                  <a:pt x="1526447" y="96464"/>
                </a:lnTo>
                <a:lnTo>
                  <a:pt x="1523685" y="96064"/>
                </a:lnTo>
                <a:lnTo>
                  <a:pt x="1520869" y="95753"/>
                </a:lnTo>
                <a:lnTo>
                  <a:pt x="1517998" y="95531"/>
                </a:lnTo>
                <a:lnTo>
                  <a:pt x="1515073" y="95398"/>
                </a:lnTo>
                <a:lnTo>
                  <a:pt x="1512094" y="95354"/>
                </a:lnTo>
                <a:lnTo>
                  <a:pt x="1508964" y="95403"/>
                </a:lnTo>
                <a:lnTo>
                  <a:pt x="1505895" y="95551"/>
                </a:lnTo>
                <a:lnTo>
                  <a:pt x="1502886" y="95797"/>
                </a:lnTo>
                <a:lnTo>
                  <a:pt x="1499938" y="96141"/>
                </a:lnTo>
                <a:lnTo>
                  <a:pt x="1497051" y="96584"/>
                </a:lnTo>
                <a:lnTo>
                  <a:pt x="1494225" y="97126"/>
                </a:lnTo>
                <a:lnTo>
                  <a:pt x="1491459" y="97766"/>
                </a:lnTo>
                <a:lnTo>
                  <a:pt x="1488755" y="98504"/>
                </a:lnTo>
                <a:lnTo>
                  <a:pt x="1486111" y="99341"/>
                </a:lnTo>
                <a:lnTo>
                  <a:pt x="1483527" y="100276"/>
                </a:lnTo>
                <a:lnTo>
                  <a:pt x="1481005" y="101310"/>
                </a:lnTo>
                <a:lnTo>
                  <a:pt x="1478543" y="102442"/>
                </a:lnTo>
                <a:lnTo>
                  <a:pt x="1476142" y="103672"/>
                </a:lnTo>
                <a:lnTo>
                  <a:pt x="1473801" y="105001"/>
                </a:lnTo>
                <a:lnTo>
                  <a:pt x="1471522" y="106429"/>
                </a:lnTo>
                <a:lnTo>
                  <a:pt x="1469303" y="107955"/>
                </a:lnTo>
                <a:lnTo>
                  <a:pt x="1467145" y="109579"/>
                </a:lnTo>
                <a:lnTo>
                  <a:pt x="1465047" y="111302"/>
                </a:lnTo>
                <a:lnTo>
                  <a:pt x="1463010" y="113123"/>
                </a:lnTo>
                <a:lnTo>
                  <a:pt x="1461034" y="115043"/>
                </a:lnTo>
                <a:lnTo>
                  <a:pt x="1459119" y="117061"/>
                </a:lnTo>
                <a:lnTo>
                  <a:pt x="1457265" y="119177"/>
                </a:lnTo>
                <a:lnTo>
                  <a:pt x="1455471" y="121392"/>
                </a:lnTo>
                <a:lnTo>
                  <a:pt x="1453738" y="123706"/>
                </a:lnTo>
                <a:lnTo>
                  <a:pt x="1452071" y="126103"/>
                </a:lnTo>
                <a:lnTo>
                  <a:pt x="1450475" y="128571"/>
                </a:lnTo>
                <a:lnTo>
                  <a:pt x="1448950" y="131109"/>
                </a:lnTo>
                <a:lnTo>
                  <a:pt x="1447495" y="133717"/>
                </a:lnTo>
                <a:lnTo>
                  <a:pt x="1446112" y="136396"/>
                </a:lnTo>
                <a:lnTo>
                  <a:pt x="1444799" y="139145"/>
                </a:lnTo>
                <a:lnTo>
                  <a:pt x="1443558" y="141964"/>
                </a:lnTo>
                <a:lnTo>
                  <a:pt x="1442387" y="144854"/>
                </a:lnTo>
                <a:lnTo>
                  <a:pt x="1441288" y="147814"/>
                </a:lnTo>
                <a:lnTo>
                  <a:pt x="1440259" y="150844"/>
                </a:lnTo>
                <a:lnTo>
                  <a:pt x="1439301" y="153944"/>
                </a:lnTo>
                <a:lnTo>
                  <a:pt x="1438415" y="157115"/>
                </a:lnTo>
                <a:lnTo>
                  <a:pt x="1437599" y="160356"/>
                </a:lnTo>
                <a:lnTo>
                  <a:pt x="1436854" y="163668"/>
                </a:lnTo>
                <a:lnTo>
                  <a:pt x="1436180" y="167050"/>
                </a:lnTo>
                <a:lnTo>
                  <a:pt x="1435577" y="170502"/>
                </a:lnTo>
                <a:lnTo>
                  <a:pt x="1435045" y="174024"/>
                </a:lnTo>
                <a:lnTo>
                  <a:pt x="1434584" y="177617"/>
                </a:lnTo>
                <a:lnTo>
                  <a:pt x="1434194" y="181280"/>
                </a:lnTo>
                <a:lnTo>
                  <a:pt x="1433874" y="185014"/>
                </a:lnTo>
                <a:lnTo>
                  <a:pt x="1433626" y="188817"/>
                </a:lnTo>
                <a:lnTo>
                  <a:pt x="1433449" y="192691"/>
                </a:lnTo>
                <a:lnTo>
                  <a:pt x="1433342" y="196636"/>
                </a:lnTo>
                <a:lnTo>
                  <a:pt x="1433307" y="200651"/>
                </a:lnTo>
                <a:lnTo>
                  <a:pt x="1433344" y="204663"/>
                </a:lnTo>
                <a:lnTo>
                  <a:pt x="1433455" y="208600"/>
                </a:lnTo>
                <a:lnTo>
                  <a:pt x="1433640" y="212462"/>
                </a:lnTo>
                <a:lnTo>
                  <a:pt x="1433900" y="216250"/>
                </a:lnTo>
                <a:lnTo>
                  <a:pt x="1434234" y="219963"/>
                </a:lnTo>
                <a:lnTo>
                  <a:pt x="1434641" y="223601"/>
                </a:lnTo>
                <a:lnTo>
                  <a:pt x="1435123" y="227164"/>
                </a:lnTo>
                <a:lnTo>
                  <a:pt x="1435679" y="230653"/>
                </a:lnTo>
                <a:lnTo>
                  <a:pt x="1436309" y="234067"/>
                </a:lnTo>
                <a:lnTo>
                  <a:pt x="1437014" y="237406"/>
                </a:lnTo>
                <a:lnTo>
                  <a:pt x="1437792" y="240670"/>
                </a:lnTo>
                <a:lnTo>
                  <a:pt x="1438645" y="243860"/>
                </a:lnTo>
                <a:lnTo>
                  <a:pt x="1439572" y="246975"/>
                </a:lnTo>
                <a:lnTo>
                  <a:pt x="1440573" y="250015"/>
                </a:lnTo>
                <a:lnTo>
                  <a:pt x="1441648" y="252980"/>
                </a:lnTo>
                <a:lnTo>
                  <a:pt x="1442797" y="255871"/>
                </a:lnTo>
                <a:lnTo>
                  <a:pt x="1444020" y="258686"/>
                </a:lnTo>
                <a:lnTo>
                  <a:pt x="1445318" y="261427"/>
                </a:lnTo>
                <a:lnTo>
                  <a:pt x="1446689" y="264094"/>
                </a:lnTo>
                <a:lnTo>
                  <a:pt x="1448135" y="266685"/>
                </a:lnTo>
                <a:lnTo>
                  <a:pt x="1449655" y="269202"/>
                </a:lnTo>
                <a:lnTo>
                  <a:pt x="1451249" y="271644"/>
                </a:lnTo>
                <a:lnTo>
                  <a:pt x="1452917" y="274011"/>
                </a:lnTo>
                <a:lnTo>
                  <a:pt x="1454659" y="276303"/>
                </a:lnTo>
                <a:lnTo>
                  <a:pt x="1456473" y="278511"/>
                </a:lnTo>
                <a:lnTo>
                  <a:pt x="1458356" y="280625"/>
                </a:lnTo>
                <a:lnTo>
                  <a:pt x="1460308" y="282645"/>
                </a:lnTo>
                <a:lnTo>
                  <a:pt x="1462329" y="284572"/>
                </a:lnTo>
                <a:lnTo>
                  <a:pt x="1464419" y="286404"/>
                </a:lnTo>
                <a:lnTo>
                  <a:pt x="1466578" y="288142"/>
                </a:lnTo>
                <a:lnTo>
                  <a:pt x="1468806" y="289786"/>
                </a:lnTo>
                <a:lnTo>
                  <a:pt x="1471103" y="291337"/>
                </a:lnTo>
                <a:lnTo>
                  <a:pt x="1473470" y="292793"/>
                </a:lnTo>
                <a:lnTo>
                  <a:pt x="1475905" y="294155"/>
                </a:lnTo>
                <a:lnTo>
                  <a:pt x="1478409" y="295424"/>
                </a:lnTo>
                <a:lnTo>
                  <a:pt x="1480982" y="296598"/>
                </a:lnTo>
                <a:lnTo>
                  <a:pt x="1483624" y="297679"/>
                </a:lnTo>
                <a:lnTo>
                  <a:pt x="1486336" y="298665"/>
                </a:lnTo>
                <a:lnTo>
                  <a:pt x="1489116" y="299558"/>
                </a:lnTo>
                <a:lnTo>
                  <a:pt x="1491965" y="300357"/>
                </a:lnTo>
                <a:lnTo>
                  <a:pt x="1494884" y="301061"/>
                </a:lnTo>
                <a:lnTo>
                  <a:pt x="1497871" y="301672"/>
                </a:lnTo>
                <a:lnTo>
                  <a:pt x="1500928" y="302189"/>
                </a:lnTo>
                <a:lnTo>
                  <a:pt x="1504053" y="302612"/>
                </a:lnTo>
                <a:lnTo>
                  <a:pt x="1507248" y="302940"/>
                </a:lnTo>
                <a:lnTo>
                  <a:pt x="1510511" y="303175"/>
                </a:lnTo>
                <a:lnTo>
                  <a:pt x="1513844" y="303316"/>
                </a:lnTo>
                <a:lnTo>
                  <a:pt x="1517245" y="303363"/>
                </a:lnTo>
                <a:lnTo>
                  <a:pt x="1520447" y="303317"/>
                </a:lnTo>
                <a:lnTo>
                  <a:pt x="1523609" y="303179"/>
                </a:lnTo>
                <a:lnTo>
                  <a:pt x="1526731" y="302949"/>
                </a:lnTo>
                <a:lnTo>
                  <a:pt x="1529813" y="302627"/>
                </a:lnTo>
                <a:lnTo>
                  <a:pt x="1532856" y="302213"/>
                </a:lnTo>
                <a:lnTo>
                  <a:pt x="1535860" y="301707"/>
                </a:lnTo>
                <a:lnTo>
                  <a:pt x="1538824" y="301109"/>
                </a:lnTo>
                <a:lnTo>
                  <a:pt x="1541748" y="300418"/>
                </a:lnTo>
                <a:lnTo>
                  <a:pt x="1544632" y="299636"/>
                </a:lnTo>
                <a:lnTo>
                  <a:pt x="1547477" y="298762"/>
                </a:lnTo>
                <a:lnTo>
                  <a:pt x="1550282" y="297796"/>
                </a:lnTo>
                <a:lnTo>
                  <a:pt x="1553048" y="296737"/>
                </a:lnTo>
                <a:lnTo>
                  <a:pt x="1555774" y="295587"/>
                </a:lnTo>
                <a:lnTo>
                  <a:pt x="1558460" y="294345"/>
                </a:lnTo>
                <a:lnTo>
                  <a:pt x="1561107" y="293010"/>
                </a:lnTo>
                <a:lnTo>
                  <a:pt x="1563714" y="291584"/>
                </a:lnTo>
                <a:lnTo>
                  <a:pt x="1566282" y="290065"/>
                </a:lnTo>
                <a:lnTo>
                  <a:pt x="1568810" y="288455"/>
                </a:lnTo>
                <a:lnTo>
                  <a:pt x="1571298" y="286752"/>
                </a:lnTo>
                <a:lnTo>
                  <a:pt x="1573747" y="284958"/>
                </a:lnTo>
                <a:lnTo>
                  <a:pt x="1576156" y="283071"/>
                </a:lnTo>
                <a:lnTo>
                  <a:pt x="1578526" y="281093"/>
                </a:lnTo>
                <a:lnTo>
                  <a:pt x="1580856" y="279022"/>
                </a:lnTo>
                <a:lnTo>
                  <a:pt x="1583146" y="276859"/>
                </a:lnTo>
                <a:lnTo>
                  <a:pt x="1560321" y="246670"/>
                </a:lnTo>
                <a:lnTo>
                  <a:pt x="1559434" y="247337"/>
                </a:lnTo>
                <a:lnTo>
                  <a:pt x="1558552" y="247990"/>
                </a:lnTo>
                <a:lnTo>
                  <a:pt x="1557675" y="248628"/>
                </a:lnTo>
                <a:lnTo>
                  <a:pt x="1556803" y="249251"/>
                </a:lnTo>
                <a:lnTo>
                  <a:pt x="1555936" y="249860"/>
                </a:lnTo>
                <a:lnTo>
                  <a:pt x="1555074" y="250454"/>
                </a:lnTo>
                <a:lnTo>
                  <a:pt x="1554218" y="251033"/>
                </a:lnTo>
                <a:lnTo>
                  <a:pt x="1553366" y="251597"/>
                </a:lnTo>
                <a:lnTo>
                  <a:pt x="1552520" y="252147"/>
                </a:lnTo>
                <a:lnTo>
                  <a:pt x="1551679" y="252683"/>
                </a:lnTo>
                <a:lnTo>
                  <a:pt x="1550843" y="253203"/>
                </a:lnTo>
                <a:lnTo>
                  <a:pt x="1550012" y="253709"/>
                </a:lnTo>
                <a:lnTo>
                  <a:pt x="1549186" y="254200"/>
                </a:lnTo>
                <a:lnTo>
                  <a:pt x="1548365" y="254677"/>
                </a:lnTo>
                <a:lnTo>
                  <a:pt x="1547550" y="255139"/>
                </a:lnTo>
                <a:lnTo>
                  <a:pt x="1546739" y="255586"/>
                </a:lnTo>
                <a:lnTo>
                  <a:pt x="1545934" y="256019"/>
                </a:lnTo>
                <a:lnTo>
                  <a:pt x="1545134" y="256436"/>
                </a:lnTo>
                <a:lnTo>
                  <a:pt x="1544339" y="256840"/>
                </a:lnTo>
                <a:lnTo>
                  <a:pt x="1543549" y="257228"/>
                </a:lnTo>
                <a:lnTo>
                  <a:pt x="1542764" y="257602"/>
                </a:lnTo>
                <a:lnTo>
                  <a:pt x="1541984" y="257961"/>
                </a:lnTo>
                <a:lnTo>
                  <a:pt x="1541210" y="258306"/>
                </a:lnTo>
                <a:lnTo>
                  <a:pt x="1540441" y="258636"/>
                </a:lnTo>
                <a:lnTo>
                  <a:pt x="1539673" y="258951"/>
                </a:lnTo>
                <a:lnTo>
                  <a:pt x="1538902" y="259253"/>
                </a:lnTo>
                <a:lnTo>
                  <a:pt x="1538129" y="259542"/>
                </a:lnTo>
                <a:lnTo>
                  <a:pt x="1537353" y="259817"/>
                </a:lnTo>
                <a:lnTo>
                  <a:pt x="1536574" y="260078"/>
                </a:lnTo>
                <a:lnTo>
                  <a:pt x="1535793" y="260327"/>
                </a:lnTo>
                <a:lnTo>
                  <a:pt x="1535010" y="260561"/>
                </a:lnTo>
                <a:lnTo>
                  <a:pt x="1534224" y="260783"/>
                </a:lnTo>
                <a:lnTo>
                  <a:pt x="1533435" y="260991"/>
                </a:lnTo>
                <a:lnTo>
                  <a:pt x="1532644" y="261186"/>
                </a:lnTo>
                <a:lnTo>
                  <a:pt x="1531850" y="261367"/>
                </a:lnTo>
                <a:lnTo>
                  <a:pt x="1531054" y="261534"/>
                </a:lnTo>
                <a:lnTo>
                  <a:pt x="1530255" y="261689"/>
                </a:lnTo>
                <a:lnTo>
                  <a:pt x="1529453" y="261830"/>
                </a:lnTo>
                <a:lnTo>
                  <a:pt x="1528649" y="261957"/>
                </a:lnTo>
                <a:lnTo>
                  <a:pt x="1527842" y="262071"/>
                </a:lnTo>
                <a:lnTo>
                  <a:pt x="1527033" y="262172"/>
                </a:lnTo>
                <a:lnTo>
                  <a:pt x="1526221" y="262259"/>
                </a:lnTo>
                <a:lnTo>
                  <a:pt x="1525407" y="262333"/>
                </a:lnTo>
                <a:lnTo>
                  <a:pt x="1524590" y="262393"/>
                </a:lnTo>
                <a:lnTo>
                  <a:pt x="1523770" y="262440"/>
                </a:lnTo>
                <a:lnTo>
                  <a:pt x="1522948" y="262474"/>
                </a:lnTo>
                <a:lnTo>
                  <a:pt x="1522123" y="262494"/>
                </a:lnTo>
                <a:lnTo>
                  <a:pt x="1521296" y="262501"/>
                </a:lnTo>
                <a:lnTo>
                  <a:pt x="1520050" y="262483"/>
                </a:lnTo>
                <a:lnTo>
                  <a:pt x="1518830" y="262430"/>
                </a:lnTo>
                <a:lnTo>
                  <a:pt x="1517634" y="262342"/>
                </a:lnTo>
                <a:lnTo>
                  <a:pt x="1516464" y="262219"/>
                </a:lnTo>
                <a:lnTo>
                  <a:pt x="1515318" y="262061"/>
                </a:lnTo>
                <a:lnTo>
                  <a:pt x="1514197" y="261868"/>
                </a:lnTo>
                <a:lnTo>
                  <a:pt x="1513101" y="261639"/>
                </a:lnTo>
                <a:lnTo>
                  <a:pt x="1512030" y="261376"/>
                </a:lnTo>
                <a:lnTo>
                  <a:pt x="1510984" y="261077"/>
                </a:lnTo>
                <a:lnTo>
                  <a:pt x="1509963" y="260743"/>
                </a:lnTo>
                <a:lnTo>
                  <a:pt x="1508967" y="260374"/>
                </a:lnTo>
                <a:lnTo>
                  <a:pt x="1507996" y="259970"/>
                </a:lnTo>
                <a:lnTo>
                  <a:pt x="1507050" y="259531"/>
                </a:lnTo>
                <a:lnTo>
                  <a:pt x="1506128" y="259056"/>
                </a:lnTo>
                <a:lnTo>
                  <a:pt x="1505232" y="258546"/>
                </a:lnTo>
                <a:lnTo>
                  <a:pt x="1504360" y="258002"/>
                </a:lnTo>
                <a:lnTo>
                  <a:pt x="1503514" y="257422"/>
                </a:lnTo>
                <a:lnTo>
                  <a:pt x="1502692" y="256806"/>
                </a:lnTo>
                <a:lnTo>
                  <a:pt x="1501896" y="256156"/>
                </a:lnTo>
                <a:lnTo>
                  <a:pt x="1501124" y="255471"/>
                </a:lnTo>
                <a:lnTo>
                  <a:pt x="1500377" y="254750"/>
                </a:lnTo>
                <a:lnTo>
                  <a:pt x="1499655" y="253995"/>
                </a:lnTo>
                <a:lnTo>
                  <a:pt x="1498958" y="253204"/>
                </a:lnTo>
                <a:lnTo>
                  <a:pt x="1498286" y="252378"/>
                </a:lnTo>
                <a:lnTo>
                  <a:pt x="1497637" y="251505"/>
                </a:lnTo>
                <a:lnTo>
                  <a:pt x="1497009" y="250576"/>
                </a:lnTo>
                <a:lnTo>
                  <a:pt x="1496402" y="249590"/>
                </a:lnTo>
                <a:lnTo>
                  <a:pt x="1495816" y="248547"/>
                </a:lnTo>
                <a:lnTo>
                  <a:pt x="1495251" y="247447"/>
                </a:lnTo>
                <a:lnTo>
                  <a:pt x="1494708" y="246290"/>
                </a:lnTo>
                <a:lnTo>
                  <a:pt x="1494185" y="245076"/>
                </a:lnTo>
                <a:lnTo>
                  <a:pt x="1493684" y="243806"/>
                </a:lnTo>
                <a:lnTo>
                  <a:pt x="1493203" y="242478"/>
                </a:lnTo>
                <a:lnTo>
                  <a:pt x="1492744" y="241094"/>
                </a:lnTo>
                <a:lnTo>
                  <a:pt x="1492306" y="239653"/>
                </a:lnTo>
                <a:lnTo>
                  <a:pt x="1491889" y="238155"/>
                </a:lnTo>
                <a:lnTo>
                  <a:pt x="1491493" y="236600"/>
                </a:lnTo>
                <a:lnTo>
                  <a:pt x="1491118" y="234989"/>
                </a:lnTo>
                <a:lnTo>
                  <a:pt x="1490764" y="233320"/>
                </a:lnTo>
                <a:lnTo>
                  <a:pt x="1490431" y="231595"/>
                </a:lnTo>
                <a:lnTo>
                  <a:pt x="1490120" y="229813"/>
                </a:lnTo>
                <a:lnTo>
                  <a:pt x="1489829" y="227974"/>
                </a:lnTo>
                <a:lnTo>
                  <a:pt x="1489559" y="226078"/>
                </a:lnTo>
                <a:lnTo>
                  <a:pt x="1489311" y="224125"/>
                </a:lnTo>
                <a:lnTo>
                  <a:pt x="1489084" y="222115"/>
                </a:lnTo>
                <a:lnTo>
                  <a:pt x="1488877" y="220049"/>
                </a:lnTo>
                <a:lnTo>
                  <a:pt x="1488692" y="217925"/>
                </a:lnTo>
                <a:lnTo>
                  <a:pt x="1488528" y="215745"/>
                </a:lnTo>
                <a:lnTo>
                  <a:pt x="1587932" y="215745"/>
                </a:lnTo>
                <a:lnTo>
                  <a:pt x="1588022" y="215033"/>
                </a:lnTo>
                <a:lnTo>
                  <a:pt x="1588109" y="214310"/>
                </a:lnTo>
                <a:lnTo>
                  <a:pt x="1588191" y="213576"/>
                </a:lnTo>
                <a:lnTo>
                  <a:pt x="1588270" y="212829"/>
                </a:lnTo>
                <a:lnTo>
                  <a:pt x="1588345" y="212072"/>
                </a:lnTo>
                <a:lnTo>
                  <a:pt x="1588416" y="211303"/>
                </a:lnTo>
                <a:lnTo>
                  <a:pt x="1588483" y="210522"/>
                </a:lnTo>
                <a:lnTo>
                  <a:pt x="1588547" y="209730"/>
                </a:lnTo>
                <a:lnTo>
                  <a:pt x="1588606" y="208926"/>
                </a:lnTo>
                <a:lnTo>
                  <a:pt x="1588662" y="208111"/>
                </a:lnTo>
                <a:lnTo>
                  <a:pt x="1588714" y="207285"/>
                </a:lnTo>
                <a:lnTo>
                  <a:pt x="1588762" y="206447"/>
                </a:lnTo>
                <a:lnTo>
                  <a:pt x="1588806" y="205597"/>
                </a:lnTo>
                <a:lnTo>
                  <a:pt x="1588847" y="204736"/>
                </a:lnTo>
                <a:lnTo>
                  <a:pt x="1588883" y="203863"/>
                </a:lnTo>
                <a:lnTo>
                  <a:pt x="1588916" y="202979"/>
                </a:lnTo>
                <a:lnTo>
                  <a:pt x="1588945" y="202084"/>
                </a:lnTo>
                <a:lnTo>
                  <a:pt x="1588970" y="201177"/>
                </a:lnTo>
                <a:lnTo>
                  <a:pt x="1588991" y="200258"/>
                </a:lnTo>
                <a:lnTo>
                  <a:pt x="1589008" y="199328"/>
                </a:lnTo>
                <a:lnTo>
                  <a:pt x="1589021" y="198387"/>
                </a:lnTo>
                <a:lnTo>
                  <a:pt x="1589031" y="197434"/>
                </a:lnTo>
                <a:lnTo>
                  <a:pt x="1589037" y="196469"/>
                </a:lnTo>
                <a:lnTo>
                  <a:pt x="1589039" y="195494"/>
                </a:lnTo>
                <a:lnTo>
                  <a:pt x="1589003" y="191454"/>
                </a:lnTo>
                <a:lnTo>
                  <a:pt x="1588897" y="187495"/>
                </a:lnTo>
                <a:lnTo>
                  <a:pt x="1588719" y="183618"/>
                </a:lnTo>
                <a:lnTo>
                  <a:pt x="1588471" y="179822"/>
                </a:lnTo>
                <a:close/>
                <a:moveTo>
                  <a:pt x="1488803" y="177638"/>
                </a:moveTo>
                <a:lnTo>
                  <a:pt x="1488962" y="175427"/>
                </a:lnTo>
                <a:lnTo>
                  <a:pt x="1489136" y="173277"/>
                </a:lnTo>
                <a:lnTo>
                  <a:pt x="1489325" y="171187"/>
                </a:lnTo>
                <a:lnTo>
                  <a:pt x="1489529" y="169159"/>
                </a:lnTo>
                <a:lnTo>
                  <a:pt x="1489747" y="167191"/>
                </a:lnTo>
                <a:lnTo>
                  <a:pt x="1489980" y="165284"/>
                </a:lnTo>
                <a:lnTo>
                  <a:pt x="1490228" y="163437"/>
                </a:lnTo>
                <a:lnTo>
                  <a:pt x="1490490" y="161652"/>
                </a:lnTo>
                <a:lnTo>
                  <a:pt x="1490767" y="159927"/>
                </a:lnTo>
                <a:lnTo>
                  <a:pt x="1491059" y="158263"/>
                </a:lnTo>
                <a:lnTo>
                  <a:pt x="1491365" y="156659"/>
                </a:lnTo>
                <a:lnTo>
                  <a:pt x="1491687" y="155117"/>
                </a:lnTo>
                <a:lnTo>
                  <a:pt x="1492022" y="153635"/>
                </a:lnTo>
                <a:lnTo>
                  <a:pt x="1492373" y="152213"/>
                </a:lnTo>
                <a:lnTo>
                  <a:pt x="1492738" y="150853"/>
                </a:lnTo>
                <a:lnTo>
                  <a:pt x="1493118" y="149553"/>
                </a:lnTo>
                <a:lnTo>
                  <a:pt x="1493513" y="148314"/>
                </a:lnTo>
                <a:lnTo>
                  <a:pt x="1493923" y="147136"/>
                </a:lnTo>
                <a:lnTo>
                  <a:pt x="1494347" y="146019"/>
                </a:lnTo>
                <a:lnTo>
                  <a:pt x="1494786" y="144962"/>
                </a:lnTo>
                <a:lnTo>
                  <a:pt x="1495239" y="143966"/>
                </a:lnTo>
                <a:lnTo>
                  <a:pt x="1495707" y="143031"/>
                </a:lnTo>
                <a:lnTo>
                  <a:pt x="1496192" y="142144"/>
                </a:lnTo>
                <a:lnTo>
                  <a:pt x="1496696" y="141296"/>
                </a:lnTo>
                <a:lnTo>
                  <a:pt x="1497218" y="140485"/>
                </a:lnTo>
                <a:lnTo>
                  <a:pt x="1497758" y="139713"/>
                </a:lnTo>
                <a:lnTo>
                  <a:pt x="1498317" y="138977"/>
                </a:lnTo>
                <a:lnTo>
                  <a:pt x="1498895" y="138280"/>
                </a:lnTo>
                <a:lnTo>
                  <a:pt x="1499491" y="137620"/>
                </a:lnTo>
                <a:lnTo>
                  <a:pt x="1500105" y="136998"/>
                </a:lnTo>
                <a:lnTo>
                  <a:pt x="1500739" y="136413"/>
                </a:lnTo>
                <a:lnTo>
                  <a:pt x="1501390" y="135867"/>
                </a:lnTo>
                <a:lnTo>
                  <a:pt x="1502060" y="135358"/>
                </a:lnTo>
                <a:lnTo>
                  <a:pt x="1502749" y="134886"/>
                </a:lnTo>
                <a:lnTo>
                  <a:pt x="1503456" y="134453"/>
                </a:lnTo>
                <a:lnTo>
                  <a:pt x="1504182" y="134057"/>
                </a:lnTo>
                <a:lnTo>
                  <a:pt x="1504926" y="133699"/>
                </a:lnTo>
                <a:lnTo>
                  <a:pt x="1505689" y="133378"/>
                </a:lnTo>
                <a:lnTo>
                  <a:pt x="1506471" y="133095"/>
                </a:lnTo>
                <a:lnTo>
                  <a:pt x="1507271" y="132850"/>
                </a:lnTo>
                <a:lnTo>
                  <a:pt x="1508089" y="132643"/>
                </a:lnTo>
                <a:lnTo>
                  <a:pt x="1508926" y="132473"/>
                </a:lnTo>
                <a:lnTo>
                  <a:pt x="1509782" y="132341"/>
                </a:lnTo>
                <a:lnTo>
                  <a:pt x="1510656" y="132247"/>
                </a:lnTo>
                <a:lnTo>
                  <a:pt x="1511548" y="132190"/>
                </a:lnTo>
                <a:lnTo>
                  <a:pt x="1512459" y="132172"/>
                </a:lnTo>
                <a:lnTo>
                  <a:pt x="1513489" y="132191"/>
                </a:lnTo>
                <a:lnTo>
                  <a:pt x="1514493" y="132250"/>
                </a:lnTo>
                <a:lnTo>
                  <a:pt x="1515470" y="132347"/>
                </a:lnTo>
                <a:lnTo>
                  <a:pt x="1516422" y="132484"/>
                </a:lnTo>
                <a:lnTo>
                  <a:pt x="1517347" y="132659"/>
                </a:lnTo>
                <a:lnTo>
                  <a:pt x="1518246" y="132873"/>
                </a:lnTo>
                <a:lnTo>
                  <a:pt x="1519118" y="133127"/>
                </a:lnTo>
                <a:lnTo>
                  <a:pt x="1519965" y="133419"/>
                </a:lnTo>
                <a:lnTo>
                  <a:pt x="1520785" y="133751"/>
                </a:lnTo>
                <a:lnTo>
                  <a:pt x="1521579" y="134121"/>
                </a:lnTo>
                <a:lnTo>
                  <a:pt x="1522347" y="134531"/>
                </a:lnTo>
                <a:lnTo>
                  <a:pt x="1523089" y="134979"/>
                </a:lnTo>
                <a:lnTo>
                  <a:pt x="1523805" y="135466"/>
                </a:lnTo>
                <a:lnTo>
                  <a:pt x="1524494" y="135993"/>
                </a:lnTo>
                <a:lnTo>
                  <a:pt x="1525157" y="136558"/>
                </a:lnTo>
                <a:lnTo>
                  <a:pt x="1525794" y="137163"/>
                </a:lnTo>
                <a:lnTo>
                  <a:pt x="1526405" y="137806"/>
                </a:lnTo>
                <a:lnTo>
                  <a:pt x="1526990" y="138488"/>
                </a:lnTo>
                <a:lnTo>
                  <a:pt x="1527548" y="139210"/>
                </a:lnTo>
                <a:lnTo>
                  <a:pt x="1528080" y="139970"/>
                </a:lnTo>
                <a:lnTo>
                  <a:pt x="1528586" y="140769"/>
                </a:lnTo>
                <a:lnTo>
                  <a:pt x="1529066" y="141608"/>
                </a:lnTo>
                <a:lnTo>
                  <a:pt x="1529519" y="142485"/>
                </a:lnTo>
                <a:lnTo>
                  <a:pt x="1529947" y="143401"/>
                </a:lnTo>
                <a:lnTo>
                  <a:pt x="1530353" y="144361"/>
                </a:lnTo>
                <a:lnTo>
                  <a:pt x="1530741" y="145369"/>
                </a:lnTo>
                <a:lnTo>
                  <a:pt x="1531112" y="146424"/>
                </a:lnTo>
                <a:lnTo>
                  <a:pt x="1531466" y="147528"/>
                </a:lnTo>
                <a:lnTo>
                  <a:pt x="1531803" y="148679"/>
                </a:lnTo>
                <a:lnTo>
                  <a:pt x="1532122" y="149879"/>
                </a:lnTo>
                <a:lnTo>
                  <a:pt x="1532424" y="151126"/>
                </a:lnTo>
                <a:lnTo>
                  <a:pt x="1532709" y="152421"/>
                </a:lnTo>
                <a:lnTo>
                  <a:pt x="1532976" y="153764"/>
                </a:lnTo>
                <a:lnTo>
                  <a:pt x="1533227" y="155156"/>
                </a:lnTo>
                <a:lnTo>
                  <a:pt x="1533460" y="156595"/>
                </a:lnTo>
                <a:lnTo>
                  <a:pt x="1533676" y="158082"/>
                </a:lnTo>
                <a:lnTo>
                  <a:pt x="1533874" y="159616"/>
                </a:lnTo>
                <a:lnTo>
                  <a:pt x="1534055" y="161199"/>
                </a:lnTo>
                <a:lnTo>
                  <a:pt x="1534219" y="162830"/>
                </a:lnTo>
                <a:lnTo>
                  <a:pt x="1534366" y="164509"/>
                </a:lnTo>
                <a:lnTo>
                  <a:pt x="1534496" y="166235"/>
                </a:lnTo>
                <a:lnTo>
                  <a:pt x="1534608" y="168010"/>
                </a:lnTo>
                <a:lnTo>
                  <a:pt x="1534703" y="169832"/>
                </a:lnTo>
                <a:lnTo>
                  <a:pt x="1534780" y="171702"/>
                </a:lnTo>
                <a:lnTo>
                  <a:pt x="1534841" y="173621"/>
                </a:lnTo>
                <a:lnTo>
                  <a:pt x="1534884" y="175587"/>
                </a:lnTo>
                <a:lnTo>
                  <a:pt x="1534910" y="177601"/>
                </a:lnTo>
                <a:lnTo>
                  <a:pt x="1534918" y="179663"/>
                </a:lnTo>
                <a:lnTo>
                  <a:pt x="1534918" y="182242"/>
                </a:lnTo>
                <a:lnTo>
                  <a:pt x="1488528" y="182242"/>
                </a:lnTo>
                <a:lnTo>
                  <a:pt x="1488658" y="179909"/>
                </a:lnTo>
                <a:lnTo>
                  <a:pt x="1488803" y="177638"/>
                </a:lnTo>
                <a:close/>
                <a:moveTo>
                  <a:pt x="611323" y="187764"/>
                </a:moveTo>
                <a:lnTo>
                  <a:pt x="657713" y="101612"/>
                </a:lnTo>
                <a:lnTo>
                  <a:pt x="604694" y="101612"/>
                </a:lnTo>
                <a:lnTo>
                  <a:pt x="556838" y="190342"/>
                </a:lnTo>
                <a:lnTo>
                  <a:pt x="602121" y="297105"/>
                </a:lnTo>
                <a:lnTo>
                  <a:pt x="660657" y="297105"/>
                </a:lnTo>
                <a:lnTo>
                  <a:pt x="611323" y="187764"/>
                </a:lnTo>
                <a:close/>
                <a:moveTo>
                  <a:pt x="976983" y="76550"/>
                </a:moveTo>
                <a:lnTo>
                  <a:pt x="975487" y="77414"/>
                </a:lnTo>
                <a:lnTo>
                  <a:pt x="973998" y="78260"/>
                </a:lnTo>
                <a:lnTo>
                  <a:pt x="972518" y="79086"/>
                </a:lnTo>
                <a:lnTo>
                  <a:pt x="971046" y="79893"/>
                </a:lnTo>
                <a:lnTo>
                  <a:pt x="969583" y="80681"/>
                </a:lnTo>
                <a:lnTo>
                  <a:pt x="968128" y="81450"/>
                </a:lnTo>
                <a:lnTo>
                  <a:pt x="966681" y="82200"/>
                </a:lnTo>
                <a:lnTo>
                  <a:pt x="965242" y="82930"/>
                </a:lnTo>
                <a:lnTo>
                  <a:pt x="963812" y="83642"/>
                </a:lnTo>
                <a:lnTo>
                  <a:pt x="962390" y="84334"/>
                </a:lnTo>
                <a:lnTo>
                  <a:pt x="960977" y="85007"/>
                </a:lnTo>
                <a:lnTo>
                  <a:pt x="959571" y="85661"/>
                </a:lnTo>
                <a:lnTo>
                  <a:pt x="958175" y="86295"/>
                </a:lnTo>
                <a:lnTo>
                  <a:pt x="956786" y="86911"/>
                </a:lnTo>
                <a:lnTo>
                  <a:pt x="955405" y="87508"/>
                </a:lnTo>
                <a:lnTo>
                  <a:pt x="954033" y="88085"/>
                </a:lnTo>
                <a:lnTo>
                  <a:pt x="952670" y="88643"/>
                </a:lnTo>
                <a:lnTo>
                  <a:pt x="951314" y="89182"/>
                </a:lnTo>
                <a:lnTo>
                  <a:pt x="949967" y="89702"/>
                </a:lnTo>
                <a:lnTo>
                  <a:pt x="948628" y="90202"/>
                </a:lnTo>
                <a:lnTo>
                  <a:pt x="947281" y="90683"/>
                </a:lnTo>
                <a:lnTo>
                  <a:pt x="945909" y="91143"/>
                </a:lnTo>
                <a:lnTo>
                  <a:pt x="944512" y="91582"/>
                </a:lnTo>
                <a:lnTo>
                  <a:pt x="943090" y="92001"/>
                </a:lnTo>
                <a:lnTo>
                  <a:pt x="941644" y="92400"/>
                </a:lnTo>
                <a:lnTo>
                  <a:pt x="940172" y="92778"/>
                </a:lnTo>
                <a:lnTo>
                  <a:pt x="938675" y="93136"/>
                </a:lnTo>
                <a:lnTo>
                  <a:pt x="937154" y="93473"/>
                </a:lnTo>
                <a:lnTo>
                  <a:pt x="935608" y="93790"/>
                </a:lnTo>
                <a:lnTo>
                  <a:pt x="934036" y="94086"/>
                </a:lnTo>
                <a:lnTo>
                  <a:pt x="932440" y="94362"/>
                </a:lnTo>
                <a:lnTo>
                  <a:pt x="930819" y="94618"/>
                </a:lnTo>
                <a:lnTo>
                  <a:pt x="929173" y="94853"/>
                </a:lnTo>
                <a:lnTo>
                  <a:pt x="927502" y="95067"/>
                </a:lnTo>
                <a:lnTo>
                  <a:pt x="925806" y="95262"/>
                </a:lnTo>
                <a:lnTo>
                  <a:pt x="924086" y="95435"/>
                </a:lnTo>
                <a:lnTo>
                  <a:pt x="922340" y="95589"/>
                </a:lnTo>
                <a:lnTo>
                  <a:pt x="920569" y="95722"/>
                </a:lnTo>
                <a:lnTo>
                  <a:pt x="918774" y="95834"/>
                </a:lnTo>
                <a:lnTo>
                  <a:pt x="916953" y="95926"/>
                </a:lnTo>
                <a:lnTo>
                  <a:pt x="915108" y="95998"/>
                </a:lnTo>
                <a:lnTo>
                  <a:pt x="913238" y="96049"/>
                </a:lnTo>
                <a:lnTo>
                  <a:pt x="911343" y="96079"/>
                </a:lnTo>
                <a:lnTo>
                  <a:pt x="909423" y="96090"/>
                </a:lnTo>
                <a:lnTo>
                  <a:pt x="906534" y="96122"/>
                </a:lnTo>
                <a:lnTo>
                  <a:pt x="903696" y="96220"/>
                </a:lnTo>
                <a:lnTo>
                  <a:pt x="900909" y="96383"/>
                </a:lnTo>
                <a:lnTo>
                  <a:pt x="898173" y="96611"/>
                </a:lnTo>
                <a:lnTo>
                  <a:pt x="895489" y="96905"/>
                </a:lnTo>
                <a:lnTo>
                  <a:pt x="892855" y="97263"/>
                </a:lnTo>
                <a:lnTo>
                  <a:pt x="890273" y="97687"/>
                </a:lnTo>
                <a:lnTo>
                  <a:pt x="887742" y="98176"/>
                </a:lnTo>
                <a:lnTo>
                  <a:pt x="885262" y="98730"/>
                </a:lnTo>
                <a:lnTo>
                  <a:pt x="882833" y="99350"/>
                </a:lnTo>
                <a:lnTo>
                  <a:pt x="880455" y="100035"/>
                </a:lnTo>
                <a:lnTo>
                  <a:pt x="878128" y="100785"/>
                </a:lnTo>
                <a:lnTo>
                  <a:pt x="875853" y="101600"/>
                </a:lnTo>
                <a:lnTo>
                  <a:pt x="873628" y="102480"/>
                </a:lnTo>
                <a:lnTo>
                  <a:pt x="871455" y="103425"/>
                </a:lnTo>
                <a:lnTo>
                  <a:pt x="869333" y="104436"/>
                </a:lnTo>
                <a:lnTo>
                  <a:pt x="867262" y="105512"/>
                </a:lnTo>
                <a:lnTo>
                  <a:pt x="865242" y="106653"/>
                </a:lnTo>
                <a:lnTo>
                  <a:pt x="863273" y="107860"/>
                </a:lnTo>
                <a:lnTo>
                  <a:pt x="861355" y="109131"/>
                </a:lnTo>
                <a:lnTo>
                  <a:pt x="859489" y="110468"/>
                </a:lnTo>
                <a:lnTo>
                  <a:pt x="857673" y="111870"/>
                </a:lnTo>
                <a:lnTo>
                  <a:pt x="855909" y="113337"/>
                </a:lnTo>
                <a:lnTo>
                  <a:pt x="854196" y="114869"/>
                </a:lnTo>
                <a:lnTo>
                  <a:pt x="852544" y="116459"/>
                </a:lnTo>
                <a:lnTo>
                  <a:pt x="850962" y="118098"/>
                </a:lnTo>
                <a:lnTo>
                  <a:pt x="849451" y="119787"/>
                </a:lnTo>
                <a:lnTo>
                  <a:pt x="848010" y="121526"/>
                </a:lnTo>
                <a:lnTo>
                  <a:pt x="846639" y="123315"/>
                </a:lnTo>
                <a:lnTo>
                  <a:pt x="845338" y="125154"/>
                </a:lnTo>
                <a:lnTo>
                  <a:pt x="844108" y="127042"/>
                </a:lnTo>
                <a:lnTo>
                  <a:pt x="842948" y="128981"/>
                </a:lnTo>
                <a:lnTo>
                  <a:pt x="841859" y="130969"/>
                </a:lnTo>
                <a:lnTo>
                  <a:pt x="840839" y="133007"/>
                </a:lnTo>
                <a:lnTo>
                  <a:pt x="839890" y="135095"/>
                </a:lnTo>
                <a:lnTo>
                  <a:pt x="839012" y="137233"/>
                </a:lnTo>
                <a:lnTo>
                  <a:pt x="838203" y="139421"/>
                </a:lnTo>
                <a:lnTo>
                  <a:pt x="837465" y="141658"/>
                </a:lnTo>
                <a:lnTo>
                  <a:pt x="836797" y="143946"/>
                </a:lnTo>
                <a:lnTo>
                  <a:pt x="836200" y="146283"/>
                </a:lnTo>
                <a:lnTo>
                  <a:pt x="835672" y="148670"/>
                </a:lnTo>
                <a:lnTo>
                  <a:pt x="835215" y="151107"/>
                </a:lnTo>
                <a:lnTo>
                  <a:pt x="834829" y="153594"/>
                </a:lnTo>
                <a:lnTo>
                  <a:pt x="834512" y="156131"/>
                </a:lnTo>
                <a:lnTo>
                  <a:pt x="834266" y="158717"/>
                </a:lnTo>
                <a:lnTo>
                  <a:pt x="834091" y="161354"/>
                </a:lnTo>
                <a:lnTo>
                  <a:pt x="833985" y="164040"/>
                </a:lnTo>
                <a:lnTo>
                  <a:pt x="833950" y="166776"/>
                </a:lnTo>
                <a:lnTo>
                  <a:pt x="833962" y="168421"/>
                </a:lnTo>
                <a:lnTo>
                  <a:pt x="834000" y="170044"/>
                </a:lnTo>
                <a:lnTo>
                  <a:pt x="834062" y="171643"/>
                </a:lnTo>
                <a:lnTo>
                  <a:pt x="834149" y="173219"/>
                </a:lnTo>
                <a:lnTo>
                  <a:pt x="834262" y="174772"/>
                </a:lnTo>
                <a:lnTo>
                  <a:pt x="834399" y="176303"/>
                </a:lnTo>
                <a:lnTo>
                  <a:pt x="834561" y="177810"/>
                </a:lnTo>
                <a:lnTo>
                  <a:pt x="834748" y="179294"/>
                </a:lnTo>
                <a:lnTo>
                  <a:pt x="834960" y="180755"/>
                </a:lnTo>
                <a:lnTo>
                  <a:pt x="835196" y="182194"/>
                </a:lnTo>
                <a:lnTo>
                  <a:pt x="835458" y="183609"/>
                </a:lnTo>
                <a:lnTo>
                  <a:pt x="835745" y="185001"/>
                </a:lnTo>
                <a:lnTo>
                  <a:pt x="836056" y="186370"/>
                </a:lnTo>
                <a:lnTo>
                  <a:pt x="836393" y="187717"/>
                </a:lnTo>
                <a:lnTo>
                  <a:pt x="836754" y="189040"/>
                </a:lnTo>
                <a:lnTo>
                  <a:pt x="837141" y="190340"/>
                </a:lnTo>
                <a:lnTo>
                  <a:pt x="837552" y="191618"/>
                </a:lnTo>
                <a:lnTo>
                  <a:pt x="837988" y="192872"/>
                </a:lnTo>
                <a:lnTo>
                  <a:pt x="838450" y="194103"/>
                </a:lnTo>
                <a:lnTo>
                  <a:pt x="838936" y="195311"/>
                </a:lnTo>
                <a:lnTo>
                  <a:pt x="839447" y="196497"/>
                </a:lnTo>
                <a:lnTo>
                  <a:pt x="839983" y="197659"/>
                </a:lnTo>
                <a:lnTo>
                  <a:pt x="840544" y="198798"/>
                </a:lnTo>
                <a:lnTo>
                  <a:pt x="841129" y="199915"/>
                </a:lnTo>
                <a:lnTo>
                  <a:pt x="841743" y="201013"/>
                </a:lnTo>
                <a:lnTo>
                  <a:pt x="842386" y="202100"/>
                </a:lnTo>
                <a:lnTo>
                  <a:pt x="843059" y="203176"/>
                </a:lnTo>
                <a:lnTo>
                  <a:pt x="843763" y="204240"/>
                </a:lnTo>
                <a:lnTo>
                  <a:pt x="844496" y="205292"/>
                </a:lnTo>
                <a:lnTo>
                  <a:pt x="845260" y="206333"/>
                </a:lnTo>
                <a:lnTo>
                  <a:pt x="846053" y="207363"/>
                </a:lnTo>
                <a:lnTo>
                  <a:pt x="846877" y="208381"/>
                </a:lnTo>
                <a:lnTo>
                  <a:pt x="847730" y="209388"/>
                </a:lnTo>
                <a:lnTo>
                  <a:pt x="848614" y="210383"/>
                </a:lnTo>
                <a:lnTo>
                  <a:pt x="849528" y="211366"/>
                </a:lnTo>
                <a:lnTo>
                  <a:pt x="850471" y="212338"/>
                </a:lnTo>
                <a:lnTo>
                  <a:pt x="851445" y="213299"/>
                </a:lnTo>
                <a:lnTo>
                  <a:pt x="852449" y="214247"/>
                </a:lnTo>
                <a:lnTo>
                  <a:pt x="853483" y="215185"/>
                </a:lnTo>
                <a:lnTo>
                  <a:pt x="854547" y="216111"/>
                </a:lnTo>
                <a:lnTo>
                  <a:pt x="855641" y="217025"/>
                </a:lnTo>
                <a:lnTo>
                  <a:pt x="856765" y="217928"/>
                </a:lnTo>
                <a:lnTo>
                  <a:pt x="857919" y="218820"/>
                </a:lnTo>
                <a:lnTo>
                  <a:pt x="859103" y="219700"/>
                </a:lnTo>
                <a:lnTo>
                  <a:pt x="860317" y="220568"/>
                </a:lnTo>
                <a:lnTo>
                  <a:pt x="861561" y="221425"/>
                </a:lnTo>
                <a:lnTo>
                  <a:pt x="862835" y="222270"/>
                </a:lnTo>
                <a:lnTo>
                  <a:pt x="864139" y="223104"/>
                </a:lnTo>
                <a:lnTo>
                  <a:pt x="863348" y="223661"/>
                </a:lnTo>
                <a:lnTo>
                  <a:pt x="862572" y="224228"/>
                </a:lnTo>
                <a:lnTo>
                  <a:pt x="861809" y="224805"/>
                </a:lnTo>
                <a:lnTo>
                  <a:pt x="861061" y="225390"/>
                </a:lnTo>
                <a:lnTo>
                  <a:pt x="860326" y="225986"/>
                </a:lnTo>
                <a:lnTo>
                  <a:pt x="859606" y="226591"/>
                </a:lnTo>
                <a:lnTo>
                  <a:pt x="858900" y="227206"/>
                </a:lnTo>
                <a:lnTo>
                  <a:pt x="858208" y="227830"/>
                </a:lnTo>
                <a:lnTo>
                  <a:pt x="857529" y="228464"/>
                </a:lnTo>
                <a:lnTo>
                  <a:pt x="856865" y="229107"/>
                </a:lnTo>
                <a:lnTo>
                  <a:pt x="856215" y="229760"/>
                </a:lnTo>
                <a:lnTo>
                  <a:pt x="855579" y="230423"/>
                </a:lnTo>
                <a:lnTo>
                  <a:pt x="854957" y="231095"/>
                </a:lnTo>
                <a:lnTo>
                  <a:pt x="854350" y="231776"/>
                </a:lnTo>
                <a:lnTo>
                  <a:pt x="853756" y="232468"/>
                </a:lnTo>
                <a:lnTo>
                  <a:pt x="853176" y="233169"/>
                </a:lnTo>
                <a:lnTo>
                  <a:pt x="852610" y="233879"/>
                </a:lnTo>
                <a:lnTo>
                  <a:pt x="852059" y="234599"/>
                </a:lnTo>
                <a:lnTo>
                  <a:pt x="851521" y="235329"/>
                </a:lnTo>
                <a:lnTo>
                  <a:pt x="850998" y="236068"/>
                </a:lnTo>
                <a:lnTo>
                  <a:pt x="850488" y="236816"/>
                </a:lnTo>
                <a:lnTo>
                  <a:pt x="849993" y="237575"/>
                </a:lnTo>
                <a:lnTo>
                  <a:pt x="849512" y="238343"/>
                </a:lnTo>
                <a:lnTo>
                  <a:pt x="849045" y="239120"/>
                </a:lnTo>
                <a:lnTo>
                  <a:pt x="848594" y="239905"/>
                </a:lnTo>
                <a:lnTo>
                  <a:pt x="848163" y="240694"/>
                </a:lnTo>
                <a:lnTo>
                  <a:pt x="847750" y="241487"/>
                </a:lnTo>
                <a:lnTo>
                  <a:pt x="847357" y="242285"/>
                </a:lnTo>
                <a:lnTo>
                  <a:pt x="846983" y="243087"/>
                </a:lnTo>
                <a:lnTo>
                  <a:pt x="846629" y="243894"/>
                </a:lnTo>
                <a:lnTo>
                  <a:pt x="846293" y="244706"/>
                </a:lnTo>
                <a:lnTo>
                  <a:pt x="845977" y="245522"/>
                </a:lnTo>
                <a:lnTo>
                  <a:pt x="845680" y="246342"/>
                </a:lnTo>
                <a:lnTo>
                  <a:pt x="845402" y="247167"/>
                </a:lnTo>
                <a:lnTo>
                  <a:pt x="845143" y="247996"/>
                </a:lnTo>
                <a:lnTo>
                  <a:pt x="844903" y="248830"/>
                </a:lnTo>
                <a:lnTo>
                  <a:pt x="844682" y="249668"/>
                </a:lnTo>
                <a:lnTo>
                  <a:pt x="844481" y="250511"/>
                </a:lnTo>
                <a:lnTo>
                  <a:pt x="844299" y="251359"/>
                </a:lnTo>
                <a:lnTo>
                  <a:pt x="844136" y="252210"/>
                </a:lnTo>
                <a:lnTo>
                  <a:pt x="843992" y="253067"/>
                </a:lnTo>
                <a:lnTo>
                  <a:pt x="843868" y="253927"/>
                </a:lnTo>
                <a:lnTo>
                  <a:pt x="843762" y="254793"/>
                </a:lnTo>
                <a:lnTo>
                  <a:pt x="843676" y="255662"/>
                </a:lnTo>
                <a:lnTo>
                  <a:pt x="843609" y="256537"/>
                </a:lnTo>
                <a:lnTo>
                  <a:pt x="843561" y="257415"/>
                </a:lnTo>
                <a:lnTo>
                  <a:pt x="843532" y="258299"/>
                </a:lnTo>
                <a:lnTo>
                  <a:pt x="843522" y="259186"/>
                </a:lnTo>
                <a:lnTo>
                  <a:pt x="843545" y="260646"/>
                </a:lnTo>
                <a:lnTo>
                  <a:pt x="843614" y="262079"/>
                </a:lnTo>
                <a:lnTo>
                  <a:pt x="843730" y="263487"/>
                </a:lnTo>
                <a:lnTo>
                  <a:pt x="843891" y="264868"/>
                </a:lnTo>
                <a:lnTo>
                  <a:pt x="844098" y="266222"/>
                </a:lnTo>
                <a:lnTo>
                  <a:pt x="844351" y="267551"/>
                </a:lnTo>
                <a:lnTo>
                  <a:pt x="844650" y="268853"/>
                </a:lnTo>
                <a:lnTo>
                  <a:pt x="844995" y="270129"/>
                </a:lnTo>
                <a:lnTo>
                  <a:pt x="845386" y="271379"/>
                </a:lnTo>
                <a:lnTo>
                  <a:pt x="845823" y="272603"/>
                </a:lnTo>
                <a:lnTo>
                  <a:pt x="846306" y="273801"/>
                </a:lnTo>
                <a:lnTo>
                  <a:pt x="846835" y="274972"/>
                </a:lnTo>
                <a:lnTo>
                  <a:pt x="847411" y="276117"/>
                </a:lnTo>
                <a:lnTo>
                  <a:pt x="848032" y="277236"/>
                </a:lnTo>
                <a:lnTo>
                  <a:pt x="848699" y="278328"/>
                </a:lnTo>
                <a:lnTo>
                  <a:pt x="849412" y="279395"/>
                </a:lnTo>
                <a:lnTo>
                  <a:pt x="850171" y="280435"/>
                </a:lnTo>
                <a:lnTo>
                  <a:pt x="850977" y="281449"/>
                </a:lnTo>
                <a:lnTo>
                  <a:pt x="851828" y="282437"/>
                </a:lnTo>
                <a:lnTo>
                  <a:pt x="852725" y="283398"/>
                </a:lnTo>
                <a:lnTo>
                  <a:pt x="853669" y="284334"/>
                </a:lnTo>
                <a:lnTo>
                  <a:pt x="854658" y="285243"/>
                </a:lnTo>
                <a:lnTo>
                  <a:pt x="855693" y="286126"/>
                </a:lnTo>
                <a:lnTo>
                  <a:pt x="856774" y="286982"/>
                </a:lnTo>
                <a:lnTo>
                  <a:pt x="857906" y="287808"/>
                </a:lnTo>
                <a:lnTo>
                  <a:pt x="859093" y="288599"/>
                </a:lnTo>
                <a:lnTo>
                  <a:pt x="860335" y="289355"/>
                </a:lnTo>
                <a:lnTo>
                  <a:pt x="861632" y="290075"/>
                </a:lnTo>
                <a:lnTo>
                  <a:pt x="862983" y="290761"/>
                </a:lnTo>
                <a:lnTo>
                  <a:pt x="864390" y="291411"/>
                </a:lnTo>
                <a:lnTo>
                  <a:pt x="865852" y="292026"/>
                </a:lnTo>
                <a:lnTo>
                  <a:pt x="867369" y="292606"/>
                </a:lnTo>
                <a:lnTo>
                  <a:pt x="868940" y="293151"/>
                </a:lnTo>
                <a:lnTo>
                  <a:pt x="870567" y="293661"/>
                </a:lnTo>
                <a:lnTo>
                  <a:pt x="872249" y="294135"/>
                </a:lnTo>
                <a:lnTo>
                  <a:pt x="873985" y="294575"/>
                </a:lnTo>
                <a:lnTo>
                  <a:pt x="875777" y="294979"/>
                </a:lnTo>
                <a:lnTo>
                  <a:pt x="877624" y="295348"/>
                </a:lnTo>
                <a:lnTo>
                  <a:pt x="879525" y="295682"/>
                </a:lnTo>
                <a:lnTo>
                  <a:pt x="881482" y="295980"/>
                </a:lnTo>
                <a:lnTo>
                  <a:pt x="883494" y="296244"/>
                </a:lnTo>
                <a:lnTo>
                  <a:pt x="885560" y="296473"/>
                </a:lnTo>
                <a:lnTo>
                  <a:pt x="887682" y="296666"/>
                </a:lnTo>
                <a:lnTo>
                  <a:pt x="889858" y="296824"/>
                </a:lnTo>
                <a:lnTo>
                  <a:pt x="892090" y="296947"/>
                </a:lnTo>
                <a:lnTo>
                  <a:pt x="894376" y="297035"/>
                </a:lnTo>
                <a:lnTo>
                  <a:pt x="896718" y="297088"/>
                </a:lnTo>
                <a:lnTo>
                  <a:pt x="899115" y="297105"/>
                </a:lnTo>
                <a:lnTo>
                  <a:pt x="913838" y="297105"/>
                </a:lnTo>
                <a:lnTo>
                  <a:pt x="914870" y="297115"/>
                </a:lnTo>
                <a:lnTo>
                  <a:pt x="915880" y="297142"/>
                </a:lnTo>
                <a:lnTo>
                  <a:pt x="916867" y="297189"/>
                </a:lnTo>
                <a:lnTo>
                  <a:pt x="917831" y="297254"/>
                </a:lnTo>
                <a:lnTo>
                  <a:pt x="918774" y="297337"/>
                </a:lnTo>
                <a:lnTo>
                  <a:pt x="919694" y="297439"/>
                </a:lnTo>
                <a:lnTo>
                  <a:pt x="920591" y="297559"/>
                </a:lnTo>
                <a:lnTo>
                  <a:pt x="921466" y="297698"/>
                </a:lnTo>
                <a:lnTo>
                  <a:pt x="922319" y="297856"/>
                </a:lnTo>
                <a:lnTo>
                  <a:pt x="923150" y="298032"/>
                </a:lnTo>
                <a:lnTo>
                  <a:pt x="923958" y="298226"/>
                </a:lnTo>
                <a:lnTo>
                  <a:pt x="924744" y="298439"/>
                </a:lnTo>
                <a:lnTo>
                  <a:pt x="925507" y="298671"/>
                </a:lnTo>
                <a:lnTo>
                  <a:pt x="926248" y="298921"/>
                </a:lnTo>
                <a:lnTo>
                  <a:pt x="926966" y="299190"/>
                </a:lnTo>
                <a:lnTo>
                  <a:pt x="927663" y="299477"/>
                </a:lnTo>
                <a:lnTo>
                  <a:pt x="928337" y="299783"/>
                </a:lnTo>
                <a:lnTo>
                  <a:pt x="928988" y="300107"/>
                </a:lnTo>
                <a:lnTo>
                  <a:pt x="929617" y="300450"/>
                </a:lnTo>
                <a:lnTo>
                  <a:pt x="930224" y="300811"/>
                </a:lnTo>
                <a:lnTo>
                  <a:pt x="930808" y="301191"/>
                </a:lnTo>
                <a:lnTo>
                  <a:pt x="931370" y="301590"/>
                </a:lnTo>
                <a:lnTo>
                  <a:pt x="931910" y="302007"/>
                </a:lnTo>
                <a:lnTo>
                  <a:pt x="932427" y="302442"/>
                </a:lnTo>
                <a:lnTo>
                  <a:pt x="932923" y="302896"/>
                </a:lnTo>
                <a:lnTo>
                  <a:pt x="933398" y="303369"/>
                </a:lnTo>
                <a:lnTo>
                  <a:pt x="933852" y="303861"/>
                </a:lnTo>
                <a:lnTo>
                  <a:pt x="934284" y="304371"/>
                </a:lnTo>
                <a:lnTo>
                  <a:pt x="934696" y="304899"/>
                </a:lnTo>
                <a:lnTo>
                  <a:pt x="935086" y="305446"/>
                </a:lnTo>
                <a:lnTo>
                  <a:pt x="935456" y="306012"/>
                </a:lnTo>
                <a:lnTo>
                  <a:pt x="935804" y="306596"/>
                </a:lnTo>
                <a:lnTo>
                  <a:pt x="936131" y="307198"/>
                </a:lnTo>
                <a:lnTo>
                  <a:pt x="936437" y="307820"/>
                </a:lnTo>
                <a:lnTo>
                  <a:pt x="936722" y="308459"/>
                </a:lnTo>
                <a:lnTo>
                  <a:pt x="936986" y="309117"/>
                </a:lnTo>
                <a:lnTo>
                  <a:pt x="937229" y="309794"/>
                </a:lnTo>
                <a:lnTo>
                  <a:pt x="937450" y="310489"/>
                </a:lnTo>
                <a:lnTo>
                  <a:pt x="937651" y="311202"/>
                </a:lnTo>
                <a:lnTo>
                  <a:pt x="937830" y="311935"/>
                </a:lnTo>
                <a:lnTo>
                  <a:pt x="937988" y="312685"/>
                </a:lnTo>
                <a:lnTo>
                  <a:pt x="938125" y="313454"/>
                </a:lnTo>
                <a:lnTo>
                  <a:pt x="938242" y="314242"/>
                </a:lnTo>
                <a:lnTo>
                  <a:pt x="938337" y="315048"/>
                </a:lnTo>
                <a:lnTo>
                  <a:pt x="938410" y="315873"/>
                </a:lnTo>
                <a:lnTo>
                  <a:pt x="938463" y="316716"/>
                </a:lnTo>
                <a:lnTo>
                  <a:pt x="938495" y="317578"/>
                </a:lnTo>
                <a:lnTo>
                  <a:pt x="938505" y="318458"/>
                </a:lnTo>
                <a:lnTo>
                  <a:pt x="938450" y="320380"/>
                </a:lnTo>
                <a:lnTo>
                  <a:pt x="938286" y="322221"/>
                </a:lnTo>
                <a:lnTo>
                  <a:pt x="938011" y="323980"/>
                </a:lnTo>
                <a:lnTo>
                  <a:pt x="937626" y="325657"/>
                </a:lnTo>
                <a:lnTo>
                  <a:pt x="937131" y="327252"/>
                </a:lnTo>
                <a:lnTo>
                  <a:pt x="936527" y="328766"/>
                </a:lnTo>
                <a:lnTo>
                  <a:pt x="935812" y="330197"/>
                </a:lnTo>
                <a:lnTo>
                  <a:pt x="934987" y="331547"/>
                </a:lnTo>
                <a:lnTo>
                  <a:pt x="934053" y="332815"/>
                </a:lnTo>
                <a:lnTo>
                  <a:pt x="933009" y="334001"/>
                </a:lnTo>
                <a:lnTo>
                  <a:pt x="931854" y="335106"/>
                </a:lnTo>
                <a:lnTo>
                  <a:pt x="930590" y="336128"/>
                </a:lnTo>
                <a:lnTo>
                  <a:pt x="929216" y="337069"/>
                </a:lnTo>
                <a:lnTo>
                  <a:pt x="927732" y="337928"/>
                </a:lnTo>
                <a:lnTo>
                  <a:pt x="926138" y="338705"/>
                </a:lnTo>
                <a:lnTo>
                  <a:pt x="924434" y="339400"/>
                </a:lnTo>
                <a:lnTo>
                  <a:pt x="922620" y="340014"/>
                </a:lnTo>
                <a:lnTo>
                  <a:pt x="920696" y="340546"/>
                </a:lnTo>
                <a:lnTo>
                  <a:pt x="918662" y="340996"/>
                </a:lnTo>
                <a:lnTo>
                  <a:pt x="916519" y="341364"/>
                </a:lnTo>
                <a:lnTo>
                  <a:pt x="914265" y="341650"/>
                </a:lnTo>
                <a:lnTo>
                  <a:pt x="911901" y="341855"/>
                </a:lnTo>
                <a:lnTo>
                  <a:pt x="909428" y="341977"/>
                </a:lnTo>
                <a:lnTo>
                  <a:pt x="906844" y="342018"/>
                </a:lnTo>
                <a:lnTo>
                  <a:pt x="905361" y="342008"/>
                </a:lnTo>
                <a:lnTo>
                  <a:pt x="903919" y="341976"/>
                </a:lnTo>
                <a:lnTo>
                  <a:pt x="902516" y="341923"/>
                </a:lnTo>
                <a:lnTo>
                  <a:pt x="901154" y="341850"/>
                </a:lnTo>
                <a:lnTo>
                  <a:pt x="899832" y="341755"/>
                </a:lnTo>
                <a:lnTo>
                  <a:pt x="898550" y="341639"/>
                </a:lnTo>
                <a:lnTo>
                  <a:pt x="897308" y="341502"/>
                </a:lnTo>
                <a:lnTo>
                  <a:pt x="896107" y="341343"/>
                </a:lnTo>
                <a:lnTo>
                  <a:pt x="894946" y="341164"/>
                </a:lnTo>
                <a:lnTo>
                  <a:pt x="893826" y="340964"/>
                </a:lnTo>
                <a:lnTo>
                  <a:pt x="892745" y="340743"/>
                </a:lnTo>
                <a:lnTo>
                  <a:pt x="891705" y="340500"/>
                </a:lnTo>
                <a:lnTo>
                  <a:pt x="890705" y="340236"/>
                </a:lnTo>
                <a:lnTo>
                  <a:pt x="889745" y="339952"/>
                </a:lnTo>
                <a:lnTo>
                  <a:pt x="888826" y="339646"/>
                </a:lnTo>
                <a:lnTo>
                  <a:pt x="887947" y="339319"/>
                </a:lnTo>
                <a:lnTo>
                  <a:pt x="887108" y="338971"/>
                </a:lnTo>
                <a:lnTo>
                  <a:pt x="886309" y="338602"/>
                </a:lnTo>
                <a:lnTo>
                  <a:pt x="885551" y="338212"/>
                </a:lnTo>
                <a:lnTo>
                  <a:pt x="884833" y="337801"/>
                </a:lnTo>
                <a:lnTo>
                  <a:pt x="884155" y="337369"/>
                </a:lnTo>
                <a:lnTo>
                  <a:pt x="883517" y="336915"/>
                </a:lnTo>
                <a:lnTo>
                  <a:pt x="882920" y="336441"/>
                </a:lnTo>
                <a:lnTo>
                  <a:pt x="882363" y="335946"/>
                </a:lnTo>
                <a:lnTo>
                  <a:pt x="881837" y="335426"/>
                </a:lnTo>
                <a:lnTo>
                  <a:pt x="881334" y="334878"/>
                </a:lnTo>
                <a:lnTo>
                  <a:pt x="880853" y="334304"/>
                </a:lnTo>
                <a:lnTo>
                  <a:pt x="880394" y="333701"/>
                </a:lnTo>
                <a:lnTo>
                  <a:pt x="879958" y="333071"/>
                </a:lnTo>
                <a:lnTo>
                  <a:pt x="879544" y="332414"/>
                </a:lnTo>
                <a:lnTo>
                  <a:pt x="879152" y="331729"/>
                </a:lnTo>
                <a:lnTo>
                  <a:pt x="878783" y="331017"/>
                </a:lnTo>
                <a:lnTo>
                  <a:pt x="878436" y="330277"/>
                </a:lnTo>
                <a:lnTo>
                  <a:pt x="878112" y="329510"/>
                </a:lnTo>
                <a:lnTo>
                  <a:pt x="877810" y="328715"/>
                </a:lnTo>
                <a:lnTo>
                  <a:pt x="877530" y="327893"/>
                </a:lnTo>
                <a:lnTo>
                  <a:pt x="877273" y="327043"/>
                </a:lnTo>
                <a:lnTo>
                  <a:pt x="877038" y="326165"/>
                </a:lnTo>
                <a:lnTo>
                  <a:pt x="876825" y="325261"/>
                </a:lnTo>
                <a:lnTo>
                  <a:pt x="876635" y="324328"/>
                </a:lnTo>
                <a:lnTo>
                  <a:pt x="876467" y="323368"/>
                </a:lnTo>
                <a:lnTo>
                  <a:pt x="876322" y="322381"/>
                </a:lnTo>
                <a:lnTo>
                  <a:pt x="876199" y="321366"/>
                </a:lnTo>
                <a:lnTo>
                  <a:pt x="876098" y="320324"/>
                </a:lnTo>
                <a:lnTo>
                  <a:pt x="876020" y="319254"/>
                </a:lnTo>
                <a:lnTo>
                  <a:pt x="875964" y="318157"/>
                </a:lnTo>
                <a:lnTo>
                  <a:pt x="875931" y="317032"/>
                </a:lnTo>
                <a:lnTo>
                  <a:pt x="875919" y="315879"/>
                </a:lnTo>
                <a:lnTo>
                  <a:pt x="826585" y="315879"/>
                </a:lnTo>
                <a:lnTo>
                  <a:pt x="826615" y="318430"/>
                </a:lnTo>
                <a:lnTo>
                  <a:pt x="826705" y="320929"/>
                </a:lnTo>
                <a:lnTo>
                  <a:pt x="826856" y="323375"/>
                </a:lnTo>
                <a:lnTo>
                  <a:pt x="827066" y="325768"/>
                </a:lnTo>
                <a:lnTo>
                  <a:pt x="827336" y="328110"/>
                </a:lnTo>
                <a:lnTo>
                  <a:pt x="827667" y="330398"/>
                </a:lnTo>
                <a:lnTo>
                  <a:pt x="828057" y="332635"/>
                </a:lnTo>
                <a:lnTo>
                  <a:pt x="828508" y="334819"/>
                </a:lnTo>
                <a:lnTo>
                  <a:pt x="829018" y="336950"/>
                </a:lnTo>
                <a:lnTo>
                  <a:pt x="829589" y="339030"/>
                </a:lnTo>
                <a:lnTo>
                  <a:pt x="830220" y="341056"/>
                </a:lnTo>
                <a:lnTo>
                  <a:pt x="830911" y="343031"/>
                </a:lnTo>
                <a:lnTo>
                  <a:pt x="831662" y="344953"/>
                </a:lnTo>
                <a:lnTo>
                  <a:pt x="832473" y="346822"/>
                </a:lnTo>
                <a:lnTo>
                  <a:pt x="833344" y="348639"/>
                </a:lnTo>
                <a:lnTo>
                  <a:pt x="834275" y="350404"/>
                </a:lnTo>
                <a:lnTo>
                  <a:pt x="835266" y="352116"/>
                </a:lnTo>
                <a:lnTo>
                  <a:pt x="836318" y="353776"/>
                </a:lnTo>
                <a:lnTo>
                  <a:pt x="837429" y="355384"/>
                </a:lnTo>
                <a:lnTo>
                  <a:pt x="838601" y="356939"/>
                </a:lnTo>
                <a:lnTo>
                  <a:pt x="839832" y="358441"/>
                </a:lnTo>
                <a:lnTo>
                  <a:pt x="841124" y="359892"/>
                </a:lnTo>
                <a:lnTo>
                  <a:pt x="842476" y="361290"/>
                </a:lnTo>
                <a:lnTo>
                  <a:pt x="843888" y="362635"/>
                </a:lnTo>
                <a:lnTo>
                  <a:pt x="845378" y="363927"/>
                </a:lnTo>
                <a:lnTo>
                  <a:pt x="846966" y="365163"/>
                </a:lnTo>
                <a:lnTo>
                  <a:pt x="848650" y="366345"/>
                </a:lnTo>
                <a:lnTo>
                  <a:pt x="850432" y="367472"/>
                </a:lnTo>
                <a:lnTo>
                  <a:pt x="852311" y="368544"/>
                </a:lnTo>
                <a:lnTo>
                  <a:pt x="854288" y="369561"/>
                </a:lnTo>
                <a:lnTo>
                  <a:pt x="856361" y="370523"/>
                </a:lnTo>
                <a:lnTo>
                  <a:pt x="858532" y="371430"/>
                </a:lnTo>
                <a:lnTo>
                  <a:pt x="860799" y="372282"/>
                </a:lnTo>
                <a:lnTo>
                  <a:pt x="863164" y="373079"/>
                </a:lnTo>
                <a:lnTo>
                  <a:pt x="865626" y="373821"/>
                </a:lnTo>
                <a:lnTo>
                  <a:pt x="868185" y="374508"/>
                </a:lnTo>
                <a:lnTo>
                  <a:pt x="870842" y="375140"/>
                </a:lnTo>
                <a:lnTo>
                  <a:pt x="873595" y="375717"/>
                </a:lnTo>
                <a:lnTo>
                  <a:pt x="876446" y="376239"/>
                </a:lnTo>
                <a:lnTo>
                  <a:pt x="879394" y="376706"/>
                </a:lnTo>
                <a:lnTo>
                  <a:pt x="882438" y="377119"/>
                </a:lnTo>
                <a:lnTo>
                  <a:pt x="885581" y="377476"/>
                </a:lnTo>
                <a:lnTo>
                  <a:pt x="888820" y="377778"/>
                </a:lnTo>
                <a:lnTo>
                  <a:pt x="892156" y="378026"/>
                </a:lnTo>
                <a:lnTo>
                  <a:pt x="895590" y="378218"/>
                </a:lnTo>
                <a:lnTo>
                  <a:pt x="899121" y="378355"/>
                </a:lnTo>
                <a:lnTo>
                  <a:pt x="902749" y="378438"/>
                </a:lnTo>
                <a:lnTo>
                  <a:pt x="906474" y="378465"/>
                </a:lnTo>
                <a:lnTo>
                  <a:pt x="909938" y="378435"/>
                </a:lnTo>
                <a:lnTo>
                  <a:pt x="913334" y="378344"/>
                </a:lnTo>
                <a:lnTo>
                  <a:pt x="916664" y="378192"/>
                </a:lnTo>
                <a:lnTo>
                  <a:pt x="919926" y="377980"/>
                </a:lnTo>
                <a:lnTo>
                  <a:pt x="923122" y="377706"/>
                </a:lnTo>
                <a:lnTo>
                  <a:pt x="926250" y="377372"/>
                </a:lnTo>
                <a:lnTo>
                  <a:pt x="929311" y="376978"/>
                </a:lnTo>
                <a:lnTo>
                  <a:pt x="932305" y="376522"/>
                </a:lnTo>
                <a:lnTo>
                  <a:pt x="935232" y="376006"/>
                </a:lnTo>
                <a:lnTo>
                  <a:pt x="938092" y="375429"/>
                </a:lnTo>
                <a:lnTo>
                  <a:pt x="940885" y="374792"/>
                </a:lnTo>
                <a:lnTo>
                  <a:pt x="943610" y="374093"/>
                </a:lnTo>
                <a:lnTo>
                  <a:pt x="946269" y="373334"/>
                </a:lnTo>
                <a:lnTo>
                  <a:pt x="948860" y="372515"/>
                </a:lnTo>
                <a:lnTo>
                  <a:pt x="951384" y="371634"/>
                </a:lnTo>
                <a:lnTo>
                  <a:pt x="953841" y="370693"/>
                </a:lnTo>
                <a:lnTo>
                  <a:pt x="956231" y="369691"/>
                </a:lnTo>
                <a:lnTo>
                  <a:pt x="958554" y="368629"/>
                </a:lnTo>
                <a:lnTo>
                  <a:pt x="960810" y="367505"/>
                </a:lnTo>
                <a:lnTo>
                  <a:pt x="962999" y="366321"/>
                </a:lnTo>
                <a:lnTo>
                  <a:pt x="965120" y="365076"/>
                </a:lnTo>
                <a:lnTo>
                  <a:pt x="967175" y="363771"/>
                </a:lnTo>
                <a:lnTo>
                  <a:pt x="969162" y="362405"/>
                </a:lnTo>
                <a:lnTo>
                  <a:pt x="971082" y="360978"/>
                </a:lnTo>
                <a:lnTo>
                  <a:pt x="972930" y="359501"/>
                </a:lnTo>
                <a:lnTo>
                  <a:pt x="974699" y="357983"/>
                </a:lnTo>
                <a:lnTo>
                  <a:pt x="976389" y="356426"/>
                </a:lnTo>
                <a:lnTo>
                  <a:pt x="978001" y="354828"/>
                </a:lnTo>
                <a:lnTo>
                  <a:pt x="979534" y="353190"/>
                </a:lnTo>
                <a:lnTo>
                  <a:pt x="980989" y="351511"/>
                </a:lnTo>
                <a:lnTo>
                  <a:pt x="982365" y="349793"/>
                </a:lnTo>
                <a:lnTo>
                  <a:pt x="983662" y="348033"/>
                </a:lnTo>
                <a:lnTo>
                  <a:pt x="984881" y="346234"/>
                </a:lnTo>
                <a:lnTo>
                  <a:pt x="986021" y="344394"/>
                </a:lnTo>
                <a:lnTo>
                  <a:pt x="987083" y="342514"/>
                </a:lnTo>
                <a:lnTo>
                  <a:pt x="988066" y="340594"/>
                </a:lnTo>
                <a:lnTo>
                  <a:pt x="988970" y="338634"/>
                </a:lnTo>
                <a:lnTo>
                  <a:pt x="989795" y="336633"/>
                </a:lnTo>
                <a:lnTo>
                  <a:pt x="990542" y="334592"/>
                </a:lnTo>
                <a:lnTo>
                  <a:pt x="991211" y="332510"/>
                </a:lnTo>
                <a:lnTo>
                  <a:pt x="991800" y="330388"/>
                </a:lnTo>
                <a:lnTo>
                  <a:pt x="992311" y="328226"/>
                </a:lnTo>
                <a:lnTo>
                  <a:pt x="992744" y="326024"/>
                </a:lnTo>
                <a:lnTo>
                  <a:pt x="993098" y="323781"/>
                </a:lnTo>
                <a:lnTo>
                  <a:pt x="993373" y="321498"/>
                </a:lnTo>
                <a:lnTo>
                  <a:pt x="993569" y="319175"/>
                </a:lnTo>
                <a:lnTo>
                  <a:pt x="993687" y="316811"/>
                </a:lnTo>
                <a:lnTo>
                  <a:pt x="993727" y="314408"/>
                </a:lnTo>
                <a:lnTo>
                  <a:pt x="993696" y="312398"/>
                </a:lnTo>
                <a:lnTo>
                  <a:pt x="993603" y="310420"/>
                </a:lnTo>
                <a:lnTo>
                  <a:pt x="993448" y="308472"/>
                </a:lnTo>
                <a:lnTo>
                  <a:pt x="993231" y="306554"/>
                </a:lnTo>
                <a:lnTo>
                  <a:pt x="992952" y="304668"/>
                </a:lnTo>
                <a:lnTo>
                  <a:pt x="992611" y="302812"/>
                </a:lnTo>
                <a:lnTo>
                  <a:pt x="992207" y="300986"/>
                </a:lnTo>
                <a:lnTo>
                  <a:pt x="991742" y="299192"/>
                </a:lnTo>
                <a:lnTo>
                  <a:pt x="991215" y="297428"/>
                </a:lnTo>
                <a:lnTo>
                  <a:pt x="990626" y="295695"/>
                </a:lnTo>
                <a:lnTo>
                  <a:pt x="989975" y="293992"/>
                </a:lnTo>
                <a:lnTo>
                  <a:pt x="989262" y="292320"/>
                </a:lnTo>
                <a:lnTo>
                  <a:pt x="988487" y="290679"/>
                </a:lnTo>
                <a:lnTo>
                  <a:pt x="987650" y="289069"/>
                </a:lnTo>
                <a:lnTo>
                  <a:pt x="986751" y="287489"/>
                </a:lnTo>
                <a:lnTo>
                  <a:pt x="985790" y="285940"/>
                </a:lnTo>
                <a:lnTo>
                  <a:pt x="984766" y="284421"/>
                </a:lnTo>
                <a:lnTo>
                  <a:pt x="983681" y="282934"/>
                </a:lnTo>
                <a:lnTo>
                  <a:pt x="982534" y="281477"/>
                </a:lnTo>
                <a:lnTo>
                  <a:pt x="981325" y="280050"/>
                </a:lnTo>
                <a:lnTo>
                  <a:pt x="980054" y="278655"/>
                </a:lnTo>
                <a:lnTo>
                  <a:pt x="978721" y="277290"/>
                </a:lnTo>
                <a:lnTo>
                  <a:pt x="977325" y="275955"/>
                </a:lnTo>
                <a:lnTo>
                  <a:pt x="975868" y="274652"/>
                </a:lnTo>
                <a:lnTo>
                  <a:pt x="974357" y="273390"/>
                </a:lnTo>
                <a:lnTo>
                  <a:pt x="972797" y="272181"/>
                </a:lnTo>
                <a:lnTo>
                  <a:pt x="971189" y="271027"/>
                </a:lnTo>
                <a:lnTo>
                  <a:pt x="969534" y="269926"/>
                </a:lnTo>
                <a:lnTo>
                  <a:pt x="967830" y="268879"/>
                </a:lnTo>
                <a:lnTo>
                  <a:pt x="966079" y="267886"/>
                </a:lnTo>
                <a:lnTo>
                  <a:pt x="964279" y="266946"/>
                </a:lnTo>
                <a:lnTo>
                  <a:pt x="962432" y="266060"/>
                </a:lnTo>
                <a:lnTo>
                  <a:pt x="960537" y="265227"/>
                </a:lnTo>
                <a:lnTo>
                  <a:pt x="958594" y="264449"/>
                </a:lnTo>
                <a:lnTo>
                  <a:pt x="956602" y="263724"/>
                </a:lnTo>
                <a:lnTo>
                  <a:pt x="954563" y="263053"/>
                </a:lnTo>
                <a:lnTo>
                  <a:pt x="952476" y="262435"/>
                </a:lnTo>
                <a:lnTo>
                  <a:pt x="950341" y="261871"/>
                </a:lnTo>
                <a:lnTo>
                  <a:pt x="948158" y="261361"/>
                </a:lnTo>
                <a:lnTo>
                  <a:pt x="945928" y="260905"/>
                </a:lnTo>
                <a:lnTo>
                  <a:pt x="943649" y="260502"/>
                </a:lnTo>
                <a:lnTo>
                  <a:pt x="941322" y="260153"/>
                </a:lnTo>
                <a:lnTo>
                  <a:pt x="938947" y="259857"/>
                </a:lnTo>
                <a:lnTo>
                  <a:pt x="936525" y="259616"/>
                </a:lnTo>
                <a:lnTo>
                  <a:pt x="934054" y="259428"/>
                </a:lnTo>
                <a:lnTo>
                  <a:pt x="931535" y="259294"/>
                </a:lnTo>
                <a:lnTo>
                  <a:pt x="928969" y="259213"/>
                </a:lnTo>
                <a:lnTo>
                  <a:pt x="926354" y="259186"/>
                </a:lnTo>
                <a:lnTo>
                  <a:pt x="906474" y="259186"/>
                </a:lnTo>
                <a:lnTo>
                  <a:pt x="905626" y="259180"/>
                </a:lnTo>
                <a:lnTo>
                  <a:pt x="904800" y="259163"/>
                </a:lnTo>
                <a:lnTo>
                  <a:pt x="903997" y="259134"/>
                </a:lnTo>
                <a:lnTo>
                  <a:pt x="903217" y="259094"/>
                </a:lnTo>
                <a:lnTo>
                  <a:pt x="902458" y="259042"/>
                </a:lnTo>
                <a:lnTo>
                  <a:pt x="901722" y="258979"/>
                </a:lnTo>
                <a:lnTo>
                  <a:pt x="901009" y="258904"/>
                </a:lnTo>
                <a:lnTo>
                  <a:pt x="900317" y="258818"/>
                </a:lnTo>
                <a:lnTo>
                  <a:pt x="899648" y="258720"/>
                </a:lnTo>
                <a:lnTo>
                  <a:pt x="899002" y="258611"/>
                </a:lnTo>
                <a:lnTo>
                  <a:pt x="898378" y="258490"/>
                </a:lnTo>
                <a:lnTo>
                  <a:pt x="897776" y="258358"/>
                </a:lnTo>
                <a:lnTo>
                  <a:pt x="897197" y="258214"/>
                </a:lnTo>
                <a:lnTo>
                  <a:pt x="896640" y="258058"/>
                </a:lnTo>
                <a:lnTo>
                  <a:pt x="896105" y="257892"/>
                </a:lnTo>
                <a:lnTo>
                  <a:pt x="895593" y="257713"/>
                </a:lnTo>
                <a:lnTo>
                  <a:pt x="895103" y="257523"/>
                </a:lnTo>
                <a:lnTo>
                  <a:pt x="894636" y="257322"/>
                </a:lnTo>
                <a:lnTo>
                  <a:pt x="894190" y="257109"/>
                </a:lnTo>
                <a:lnTo>
                  <a:pt x="893768" y="256885"/>
                </a:lnTo>
                <a:lnTo>
                  <a:pt x="893367" y="256649"/>
                </a:lnTo>
                <a:lnTo>
                  <a:pt x="892989" y="256401"/>
                </a:lnTo>
                <a:lnTo>
                  <a:pt x="892634" y="256142"/>
                </a:lnTo>
                <a:lnTo>
                  <a:pt x="892300" y="255872"/>
                </a:lnTo>
                <a:lnTo>
                  <a:pt x="891985" y="255591"/>
                </a:lnTo>
                <a:lnTo>
                  <a:pt x="891683" y="255299"/>
                </a:lnTo>
                <a:lnTo>
                  <a:pt x="891395" y="254997"/>
                </a:lnTo>
                <a:lnTo>
                  <a:pt x="891119" y="254685"/>
                </a:lnTo>
                <a:lnTo>
                  <a:pt x="890858" y="254363"/>
                </a:lnTo>
                <a:lnTo>
                  <a:pt x="890609" y="254031"/>
                </a:lnTo>
                <a:lnTo>
                  <a:pt x="890375" y="253688"/>
                </a:lnTo>
                <a:lnTo>
                  <a:pt x="890153" y="253335"/>
                </a:lnTo>
                <a:lnTo>
                  <a:pt x="889945" y="252972"/>
                </a:lnTo>
                <a:lnTo>
                  <a:pt x="889751" y="252599"/>
                </a:lnTo>
                <a:lnTo>
                  <a:pt x="889569" y="252215"/>
                </a:lnTo>
                <a:lnTo>
                  <a:pt x="889402" y="251822"/>
                </a:lnTo>
                <a:lnTo>
                  <a:pt x="889247" y="251418"/>
                </a:lnTo>
                <a:lnTo>
                  <a:pt x="889106" y="251003"/>
                </a:lnTo>
                <a:lnTo>
                  <a:pt x="888979" y="250579"/>
                </a:lnTo>
                <a:lnTo>
                  <a:pt x="888865" y="250144"/>
                </a:lnTo>
                <a:lnTo>
                  <a:pt x="888764" y="249700"/>
                </a:lnTo>
                <a:lnTo>
                  <a:pt x="888677" y="249244"/>
                </a:lnTo>
                <a:lnTo>
                  <a:pt x="888603" y="248779"/>
                </a:lnTo>
                <a:lnTo>
                  <a:pt x="888543" y="248304"/>
                </a:lnTo>
                <a:lnTo>
                  <a:pt x="888496" y="247818"/>
                </a:lnTo>
                <a:lnTo>
                  <a:pt x="888462" y="247322"/>
                </a:lnTo>
                <a:lnTo>
                  <a:pt x="888442" y="246816"/>
                </a:lnTo>
                <a:lnTo>
                  <a:pt x="888435" y="246299"/>
                </a:lnTo>
                <a:lnTo>
                  <a:pt x="888446" y="245602"/>
                </a:lnTo>
                <a:lnTo>
                  <a:pt x="888476" y="244919"/>
                </a:lnTo>
                <a:lnTo>
                  <a:pt x="888528" y="244252"/>
                </a:lnTo>
                <a:lnTo>
                  <a:pt x="888599" y="243600"/>
                </a:lnTo>
                <a:lnTo>
                  <a:pt x="888691" y="242964"/>
                </a:lnTo>
                <a:lnTo>
                  <a:pt x="888804" y="242342"/>
                </a:lnTo>
                <a:lnTo>
                  <a:pt x="888937" y="241737"/>
                </a:lnTo>
                <a:lnTo>
                  <a:pt x="889090" y="241146"/>
                </a:lnTo>
                <a:lnTo>
                  <a:pt x="889264" y="240571"/>
                </a:lnTo>
                <a:lnTo>
                  <a:pt x="889458" y="240011"/>
                </a:lnTo>
                <a:lnTo>
                  <a:pt x="889673" y="239467"/>
                </a:lnTo>
                <a:lnTo>
                  <a:pt x="889909" y="238938"/>
                </a:lnTo>
                <a:lnTo>
                  <a:pt x="890164" y="238424"/>
                </a:lnTo>
                <a:lnTo>
                  <a:pt x="890441" y="237925"/>
                </a:lnTo>
                <a:lnTo>
                  <a:pt x="890737" y="237442"/>
                </a:lnTo>
                <a:lnTo>
                  <a:pt x="891054" y="236974"/>
                </a:lnTo>
                <a:lnTo>
                  <a:pt x="891392" y="236522"/>
                </a:lnTo>
                <a:lnTo>
                  <a:pt x="891750" y="236084"/>
                </a:lnTo>
                <a:lnTo>
                  <a:pt x="892129" y="235663"/>
                </a:lnTo>
                <a:lnTo>
                  <a:pt x="892528" y="235256"/>
                </a:lnTo>
                <a:lnTo>
                  <a:pt x="892947" y="234865"/>
                </a:lnTo>
                <a:lnTo>
                  <a:pt x="893387" y="234489"/>
                </a:lnTo>
                <a:lnTo>
                  <a:pt x="893847" y="234129"/>
                </a:lnTo>
                <a:lnTo>
                  <a:pt x="894328" y="233783"/>
                </a:lnTo>
                <a:lnTo>
                  <a:pt x="894947" y="233963"/>
                </a:lnTo>
                <a:lnTo>
                  <a:pt x="895575" y="234136"/>
                </a:lnTo>
                <a:lnTo>
                  <a:pt x="896214" y="234301"/>
                </a:lnTo>
                <a:lnTo>
                  <a:pt x="896863" y="234458"/>
                </a:lnTo>
                <a:lnTo>
                  <a:pt x="897523" y="234607"/>
                </a:lnTo>
                <a:lnTo>
                  <a:pt x="898192" y="234749"/>
                </a:lnTo>
                <a:lnTo>
                  <a:pt x="898872" y="234883"/>
                </a:lnTo>
                <a:lnTo>
                  <a:pt x="899562" y="235010"/>
                </a:lnTo>
                <a:lnTo>
                  <a:pt x="900262" y="235129"/>
                </a:lnTo>
                <a:lnTo>
                  <a:pt x="900973" y="235240"/>
                </a:lnTo>
                <a:lnTo>
                  <a:pt x="901694" y="235343"/>
                </a:lnTo>
                <a:lnTo>
                  <a:pt x="902425" y="235439"/>
                </a:lnTo>
                <a:lnTo>
                  <a:pt x="903166" y="235527"/>
                </a:lnTo>
                <a:lnTo>
                  <a:pt x="903917" y="235608"/>
                </a:lnTo>
                <a:lnTo>
                  <a:pt x="904679" y="235681"/>
                </a:lnTo>
                <a:lnTo>
                  <a:pt x="905451" y="235746"/>
                </a:lnTo>
                <a:lnTo>
                  <a:pt x="906233" y="235803"/>
                </a:lnTo>
                <a:lnTo>
                  <a:pt x="907026" y="235853"/>
                </a:lnTo>
                <a:lnTo>
                  <a:pt x="907829" y="235895"/>
                </a:lnTo>
                <a:lnTo>
                  <a:pt x="908642" y="235930"/>
                </a:lnTo>
                <a:lnTo>
                  <a:pt x="909465" y="235957"/>
                </a:lnTo>
                <a:lnTo>
                  <a:pt x="910298" y="235976"/>
                </a:lnTo>
                <a:lnTo>
                  <a:pt x="911142" y="235987"/>
                </a:lnTo>
                <a:lnTo>
                  <a:pt x="911996" y="235991"/>
                </a:lnTo>
                <a:lnTo>
                  <a:pt x="914702" y="235960"/>
                </a:lnTo>
                <a:lnTo>
                  <a:pt x="917361" y="235866"/>
                </a:lnTo>
                <a:lnTo>
                  <a:pt x="919972" y="235709"/>
                </a:lnTo>
                <a:lnTo>
                  <a:pt x="922535" y="235490"/>
                </a:lnTo>
                <a:lnTo>
                  <a:pt x="925050" y="235208"/>
                </a:lnTo>
                <a:lnTo>
                  <a:pt x="927517" y="234864"/>
                </a:lnTo>
                <a:lnTo>
                  <a:pt x="929936" y="234457"/>
                </a:lnTo>
                <a:lnTo>
                  <a:pt x="932307" y="233987"/>
                </a:lnTo>
                <a:lnTo>
                  <a:pt x="934630" y="233454"/>
                </a:lnTo>
                <a:lnTo>
                  <a:pt x="936905" y="232859"/>
                </a:lnTo>
                <a:lnTo>
                  <a:pt x="939132" y="232202"/>
                </a:lnTo>
                <a:lnTo>
                  <a:pt x="941311" y="231482"/>
                </a:lnTo>
                <a:lnTo>
                  <a:pt x="943443" y="230699"/>
                </a:lnTo>
                <a:lnTo>
                  <a:pt x="945526" y="229853"/>
                </a:lnTo>
                <a:lnTo>
                  <a:pt x="947562" y="228945"/>
                </a:lnTo>
                <a:lnTo>
                  <a:pt x="949549" y="227974"/>
                </a:lnTo>
                <a:lnTo>
                  <a:pt x="951489" y="226941"/>
                </a:lnTo>
                <a:lnTo>
                  <a:pt x="953380" y="225845"/>
                </a:lnTo>
                <a:lnTo>
                  <a:pt x="955224" y="224686"/>
                </a:lnTo>
                <a:lnTo>
                  <a:pt x="957020" y="223465"/>
                </a:lnTo>
                <a:lnTo>
                  <a:pt x="958767" y="222181"/>
                </a:lnTo>
                <a:lnTo>
                  <a:pt x="960467" y="220834"/>
                </a:lnTo>
                <a:lnTo>
                  <a:pt x="962119" y="219425"/>
                </a:lnTo>
                <a:lnTo>
                  <a:pt x="963723" y="217953"/>
                </a:lnTo>
                <a:lnTo>
                  <a:pt x="965270" y="216430"/>
                </a:lnTo>
                <a:lnTo>
                  <a:pt x="966751" y="214869"/>
                </a:lnTo>
                <a:lnTo>
                  <a:pt x="968167" y="213269"/>
                </a:lnTo>
                <a:lnTo>
                  <a:pt x="969516" y="211632"/>
                </a:lnTo>
                <a:lnTo>
                  <a:pt x="970800" y="209955"/>
                </a:lnTo>
                <a:lnTo>
                  <a:pt x="972018" y="208241"/>
                </a:lnTo>
                <a:lnTo>
                  <a:pt x="973170" y="206488"/>
                </a:lnTo>
                <a:lnTo>
                  <a:pt x="974256" y="204697"/>
                </a:lnTo>
                <a:lnTo>
                  <a:pt x="975276" y="202868"/>
                </a:lnTo>
                <a:lnTo>
                  <a:pt x="976231" y="201000"/>
                </a:lnTo>
                <a:lnTo>
                  <a:pt x="977120" y="199094"/>
                </a:lnTo>
                <a:lnTo>
                  <a:pt x="977943" y="197149"/>
                </a:lnTo>
                <a:lnTo>
                  <a:pt x="978700" y="195167"/>
                </a:lnTo>
                <a:lnTo>
                  <a:pt x="979391" y="193146"/>
                </a:lnTo>
                <a:lnTo>
                  <a:pt x="980016" y="191086"/>
                </a:lnTo>
                <a:lnTo>
                  <a:pt x="980576" y="188988"/>
                </a:lnTo>
                <a:lnTo>
                  <a:pt x="981070" y="186852"/>
                </a:lnTo>
                <a:lnTo>
                  <a:pt x="981497" y="184678"/>
                </a:lnTo>
                <a:lnTo>
                  <a:pt x="981860" y="182465"/>
                </a:lnTo>
                <a:lnTo>
                  <a:pt x="982156" y="180214"/>
                </a:lnTo>
                <a:lnTo>
                  <a:pt x="982386" y="177925"/>
                </a:lnTo>
                <a:lnTo>
                  <a:pt x="982551" y="175597"/>
                </a:lnTo>
                <a:lnTo>
                  <a:pt x="982650" y="173231"/>
                </a:lnTo>
                <a:lnTo>
                  <a:pt x="982682" y="170827"/>
                </a:lnTo>
                <a:lnTo>
                  <a:pt x="982669" y="169273"/>
                </a:lnTo>
                <a:lnTo>
                  <a:pt x="982629" y="167742"/>
                </a:lnTo>
                <a:lnTo>
                  <a:pt x="982562" y="166234"/>
                </a:lnTo>
                <a:lnTo>
                  <a:pt x="982468" y="164747"/>
                </a:lnTo>
                <a:lnTo>
                  <a:pt x="982347" y="163284"/>
                </a:lnTo>
                <a:lnTo>
                  <a:pt x="982199" y="161842"/>
                </a:lnTo>
                <a:lnTo>
                  <a:pt x="982025" y="160423"/>
                </a:lnTo>
                <a:lnTo>
                  <a:pt x="981824" y="159026"/>
                </a:lnTo>
                <a:lnTo>
                  <a:pt x="981595" y="157652"/>
                </a:lnTo>
                <a:lnTo>
                  <a:pt x="981340" y="156300"/>
                </a:lnTo>
                <a:lnTo>
                  <a:pt x="981059" y="154970"/>
                </a:lnTo>
                <a:lnTo>
                  <a:pt x="980750" y="153663"/>
                </a:lnTo>
                <a:lnTo>
                  <a:pt x="980414" y="152378"/>
                </a:lnTo>
                <a:lnTo>
                  <a:pt x="980052" y="151116"/>
                </a:lnTo>
                <a:lnTo>
                  <a:pt x="979663" y="149876"/>
                </a:lnTo>
                <a:lnTo>
                  <a:pt x="979247" y="148658"/>
                </a:lnTo>
                <a:lnTo>
                  <a:pt x="978804" y="147463"/>
                </a:lnTo>
                <a:lnTo>
                  <a:pt x="978334" y="146290"/>
                </a:lnTo>
                <a:lnTo>
                  <a:pt x="977838" y="145139"/>
                </a:lnTo>
                <a:lnTo>
                  <a:pt x="977314" y="144011"/>
                </a:lnTo>
                <a:lnTo>
                  <a:pt x="976764" y="142905"/>
                </a:lnTo>
                <a:lnTo>
                  <a:pt x="976187" y="141822"/>
                </a:lnTo>
                <a:lnTo>
                  <a:pt x="975583" y="140760"/>
                </a:lnTo>
                <a:lnTo>
                  <a:pt x="974953" y="139722"/>
                </a:lnTo>
                <a:lnTo>
                  <a:pt x="974294" y="138702"/>
                </a:lnTo>
                <a:lnTo>
                  <a:pt x="973605" y="137700"/>
                </a:lnTo>
                <a:lnTo>
                  <a:pt x="972888" y="136715"/>
                </a:lnTo>
                <a:lnTo>
                  <a:pt x="972141" y="135748"/>
                </a:lnTo>
                <a:lnTo>
                  <a:pt x="971364" y="134797"/>
                </a:lnTo>
                <a:lnTo>
                  <a:pt x="970558" y="133864"/>
                </a:lnTo>
                <a:lnTo>
                  <a:pt x="969723" y="132948"/>
                </a:lnTo>
                <a:lnTo>
                  <a:pt x="968858" y="132050"/>
                </a:lnTo>
                <a:lnTo>
                  <a:pt x="967964" y="131169"/>
                </a:lnTo>
                <a:lnTo>
                  <a:pt x="967040" y="130305"/>
                </a:lnTo>
                <a:lnTo>
                  <a:pt x="966087" y="129458"/>
                </a:lnTo>
                <a:lnTo>
                  <a:pt x="965105" y="128628"/>
                </a:lnTo>
                <a:lnTo>
                  <a:pt x="964093" y="127816"/>
                </a:lnTo>
                <a:lnTo>
                  <a:pt x="963052" y="127021"/>
                </a:lnTo>
                <a:lnTo>
                  <a:pt x="961981" y="126243"/>
                </a:lnTo>
                <a:lnTo>
                  <a:pt x="960881" y="125483"/>
                </a:lnTo>
                <a:lnTo>
                  <a:pt x="959752" y="124740"/>
                </a:lnTo>
                <a:lnTo>
                  <a:pt x="958593" y="124014"/>
                </a:lnTo>
                <a:lnTo>
                  <a:pt x="957404" y="123305"/>
                </a:lnTo>
                <a:lnTo>
                  <a:pt x="956187" y="122614"/>
                </a:lnTo>
                <a:lnTo>
                  <a:pt x="954939" y="121940"/>
                </a:lnTo>
                <a:lnTo>
                  <a:pt x="953663" y="121283"/>
                </a:lnTo>
                <a:lnTo>
                  <a:pt x="952357" y="120643"/>
                </a:lnTo>
                <a:lnTo>
                  <a:pt x="951021" y="120021"/>
                </a:lnTo>
                <a:lnTo>
                  <a:pt x="953659" y="120008"/>
                </a:lnTo>
                <a:lnTo>
                  <a:pt x="956232" y="119970"/>
                </a:lnTo>
                <a:lnTo>
                  <a:pt x="958742" y="119906"/>
                </a:lnTo>
                <a:lnTo>
                  <a:pt x="961187" y="119816"/>
                </a:lnTo>
                <a:lnTo>
                  <a:pt x="963569" y="119701"/>
                </a:lnTo>
                <a:lnTo>
                  <a:pt x="965887" y="119560"/>
                </a:lnTo>
                <a:lnTo>
                  <a:pt x="968141" y="119394"/>
                </a:lnTo>
                <a:lnTo>
                  <a:pt x="970330" y="119202"/>
                </a:lnTo>
                <a:lnTo>
                  <a:pt x="972456" y="118985"/>
                </a:lnTo>
                <a:lnTo>
                  <a:pt x="974519" y="118742"/>
                </a:lnTo>
                <a:lnTo>
                  <a:pt x="976517" y="118474"/>
                </a:lnTo>
                <a:lnTo>
                  <a:pt x="978451" y="118180"/>
                </a:lnTo>
                <a:lnTo>
                  <a:pt x="980321" y="117860"/>
                </a:lnTo>
                <a:lnTo>
                  <a:pt x="982128" y="117515"/>
                </a:lnTo>
                <a:lnTo>
                  <a:pt x="983870" y="117144"/>
                </a:lnTo>
                <a:lnTo>
                  <a:pt x="985549" y="116747"/>
                </a:lnTo>
                <a:lnTo>
                  <a:pt x="987163" y="116326"/>
                </a:lnTo>
                <a:lnTo>
                  <a:pt x="988714" y="115878"/>
                </a:lnTo>
                <a:lnTo>
                  <a:pt x="990201" y="115405"/>
                </a:lnTo>
                <a:lnTo>
                  <a:pt x="991624" y="114906"/>
                </a:lnTo>
                <a:lnTo>
                  <a:pt x="992983" y="114382"/>
                </a:lnTo>
                <a:lnTo>
                  <a:pt x="994278" y="113832"/>
                </a:lnTo>
                <a:lnTo>
                  <a:pt x="995509" y="113257"/>
                </a:lnTo>
                <a:lnTo>
                  <a:pt x="996676" y="112656"/>
                </a:lnTo>
                <a:lnTo>
                  <a:pt x="983053" y="72900"/>
                </a:lnTo>
                <a:lnTo>
                  <a:pt x="981523" y="73841"/>
                </a:lnTo>
                <a:lnTo>
                  <a:pt x="980002" y="74763"/>
                </a:lnTo>
                <a:lnTo>
                  <a:pt x="978488" y="75666"/>
                </a:lnTo>
                <a:lnTo>
                  <a:pt x="976983" y="76550"/>
                </a:lnTo>
                <a:close/>
                <a:moveTo>
                  <a:pt x="913852" y="132507"/>
                </a:moveTo>
                <a:lnTo>
                  <a:pt x="914609" y="132655"/>
                </a:lnTo>
                <a:lnTo>
                  <a:pt x="915347" y="132829"/>
                </a:lnTo>
                <a:lnTo>
                  <a:pt x="916067" y="133030"/>
                </a:lnTo>
                <a:lnTo>
                  <a:pt x="916769" y="133259"/>
                </a:lnTo>
                <a:lnTo>
                  <a:pt x="917452" y="133514"/>
                </a:lnTo>
                <a:lnTo>
                  <a:pt x="918116" y="133795"/>
                </a:lnTo>
                <a:lnTo>
                  <a:pt x="918762" y="134104"/>
                </a:lnTo>
                <a:lnTo>
                  <a:pt x="919390" y="134440"/>
                </a:lnTo>
                <a:lnTo>
                  <a:pt x="919998" y="134802"/>
                </a:lnTo>
                <a:lnTo>
                  <a:pt x="920589" y="135191"/>
                </a:lnTo>
                <a:lnTo>
                  <a:pt x="921161" y="135607"/>
                </a:lnTo>
                <a:lnTo>
                  <a:pt x="921714" y="136050"/>
                </a:lnTo>
                <a:lnTo>
                  <a:pt x="922249" y="136520"/>
                </a:lnTo>
                <a:lnTo>
                  <a:pt x="922765" y="137016"/>
                </a:lnTo>
                <a:lnTo>
                  <a:pt x="923263" y="137540"/>
                </a:lnTo>
                <a:lnTo>
                  <a:pt x="923742" y="138090"/>
                </a:lnTo>
                <a:lnTo>
                  <a:pt x="924202" y="138667"/>
                </a:lnTo>
                <a:lnTo>
                  <a:pt x="924644" y="139271"/>
                </a:lnTo>
                <a:lnTo>
                  <a:pt x="925068" y="139901"/>
                </a:lnTo>
                <a:lnTo>
                  <a:pt x="925474" y="140563"/>
                </a:lnTo>
                <a:lnTo>
                  <a:pt x="925862" y="141259"/>
                </a:lnTo>
                <a:lnTo>
                  <a:pt x="926233" y="141989"/>
                </a:lnTo>
                <a:lnTo>
                  <a:pt x="926587" y="142754"/>
                </a:lnTo>
                <a:lnTo>
                  <a:pt x="926924" y="143554"/>
                </a:lnTo>
                <a:lnTo>
                  <a:pt x="927243" y="144388"/>
                </a:lnTo>
                <a:lnTo>
                  <a:pt x="927545" y="145256"/>
                </a:lnTo>
                <a:lnTo>
                  <a:pt x="927830" y="146160"/>
                </a:lnTo>
                <a:lnTo>
                  <a:pt x="928098" y="147097"/>
                </a:lnTo>
                <a:lnTo>
                  <a:pt x="928348" y="148069"/>
                </a:lnTo>
                <a:lnTo>
                  <a:pt x="928581" y="149076"/>
                </a:lnTo>
                <a:lnTo>
                  <a:pt x="928797" y="150117"/>
                </a:lnTo>
                <a:lnTo>
                  <a:pt x="928995" y="151193"/>
                </a:lnTo>
                <a:lnTo>
                  <a:pt x="929176" y="152303"/>
                </a:lnTo>
                <a:lnTo>
                  <a:pt x="929340" y="153448"/>
                </a:lnTo>
                <a:lnTo>
                  <a:pt x="929487" y="154627"/>
                </a:lnTo>
                <a:lnTo>
                  <a:pt x="929617" y="155841"/>
                </a:lnTo>
                <a:lnTo>
                  <a:pt x="929729" y="157089"/>
                </a:lnTo>
                <a:lnTo>
                  <a:pt x="929824" y="158372"/>
                </a:lnTo>
                <a:lnTo>
                  <a:pt x="929902" y="159690"/>
                </a:lnTo>
                <a:lnTo>
                  <a:pt x="929962" y="161042"/>
                </a:lnTo>
                <a:lnTo>
                  <a:pt x="930005" y="162428"/>
                </a:lnTo>
                <a:lnTo>
                  <a:pt x="930031" y="163849"/>
                </a:lnTo>
                <a:lnTo>
                  <a:pt x="930040" y="165304"/>
                </a:lnTo>
                <a:lnTo>
                  <a:pt x="930031" y="166910"/>
                </a:lnTo>
                <a:lnTo>
                  <a:pt x="930004" y="168475"/>
                </a:lnTo>
                <a:lnTo>
                  <a:pt x="929959" y="169999"/>
                </a:lnTo>
                <a:lnTo>
                  <a:pt x="929896" y="171482"/>
                </a:lnTo>
                <a:lnTo>
                  <a:pt x="929816" y="172924"/>
                </a:lnTo>
                <a:lnTo>
                  <a:pt x="929717" y="174326"/>
                </a:lnTo>
                <a:lnTo>
                  <a:pt x="929601" y="175686"/>
                </a:lnTo>
                <a:lnTo>
                  <a:pt x="929467" y="177005"/>
                </a:lnTo>
                <a:lnTo>
                  <a:pt x="929314" y="178284"/>
                </a:lnTo>
                <a:lnTo>
                  <a:pt x="929144" y="179521"/>
                </a:lnTo>
                <a:lnTo>
                  <a:pt x="928956" y="180718"/>
                </a:lnTo>
                <a:lnTo>
                  <a:pt x="928750" y="181874"/>
                </a:lnTo>
                <a:lnTo>
                  <a:pt x="928527" y="182988"/>
                </a:lnTo>
                <a:lnTo>
                  <a:pt x="928285" y="184062"/>
                </a:lnTo>
                <a:lnTo>
                  <a:pt x="928025" y="185095"/>
                </a:lnTo>
                <a:lnTo>
                  <a:pt x="927748" y="186087"/>
                </a:lnTo>
                <a:lnTo>
                  <a:pt x="927452" y="187038"/>
                </a:lnTo>
                <a:lnTo>
                  <a:pt x="927139" y="187948"/>
                </a:lnTo>
                <a:lnTo>
                  <a:pt x="926808" y="188818"/>
                </a:lnTo>
                <a:lnTo>
                  <a:pt x="926458" y="189646"/>
                </a:lnTo>
                <a:lnTo>
                  <a:pt x="926091" y="190433"/>
                </a:lnTo>
                <a:lnTo>
                  <a:pt x="925706" y="191180"/>
                </a:lnTo>
                <a:lnTo>
                  <a:pt x="925303" y="191885"/>
                </a:lnTo>
                <a:lnTo>
                  <a:pt x="924883" y="192550"/>
                </a:lnTo>
                <a:lnTo>
                  <a:pt x="924444" y="193181"/>
                </a:lnTo>
                <a:lnTo>
                  <a:pt x="923988" y="193785"/>
                </a:lnTo>
                <a:lnTo>
                  <a:pt x="923514" y="194362"/>
                </a:lnTo>
                <a:lnTo>
                  <a:pt x="923022" y="194912"/>
                </a:lnTo>
                <a:lnTo>
                  <a:pt x="922512" y="195435"/>
                </a:lnTo>
                <a:lnTo>
                  <a:pt x="921985" y="195932"/>
                </a:lnTo>
                <a:lnTo>
                  <a:pt x="921439" y="196401"/>
                </a:lnTo>
                <a:lnTo>
                  <a:pt x="920875" y="196844"/>
                </a:lnTo>
                <a:lnTo>
                  <a:pt x="920294" y="197260"/>
                </a:lnTo>
                <a:lnTo>
                  <a:pt x="919694" y="197649"/>
                </a:lnTo>
                <a:lnTo>
                  <a:pt x="919077" y="198012"/>
                </a:lnTo>
                <a:lnTo>
                  <a:pt x="918442" y="198347"/>
                </a:lnTo>
                <a:lnTo>
                  <a:pt x="917789" y="198656"/>
                </a:lnTo>
                <a:lnTo>
                  <a:pt x="917118" y="198938"/>
                </a:lnTo>
                <a:lnTo>
                  <a:pt x="916429" y="199193"/>
                </a:lnTo>
                <a:lnTo>
                  <a:pt x="915722" y="199421"/>
                </a:lnTo>
                <a:lnTo>
                  <a:pt x="914997" y="199622"/>
                </a:lnTo>
                <a:lnTo>
                  <a:pt x="914255" y="199797"/>
                </a:lnTo>
                <a:lnTo>
                  <a:pt x="913494" y="199944"/>
                </a:lnTo>
                <a:lnTo>
                  <a:pt x="912716" y="200065"/>
                </a:lnTo>
                <a:lnTo>
                  <a:pt x="911919" y="200159"/>
                </a:lnTo>
                <a:lnTo>
                  <a:pt x="911105" y="200226"/>
                </a:lnTo>
                <a:lnTo>
                  <a:pt x="910273" y="200266"/>
                </a:lnTo>
                <a:lnTo>
                  <a:pt x="909423" y="200280"/>
                </a:lnTo>
                <a:lnTo>
                  <a:pt x="907710" y="200220"/>
                </a:lnTo>
                <a:lnTo>
                  <a:pt x="906071" y="200042"/>
                </a:lnTo>
                <a:lnTo>
                  <a:pt x="904504" y="199745"/>
                </a:lnTo>
                <a:lnTo>
                  <a:pt x="903010" y="199329"/>
                </a:lnTo>
                <a:lnTo>
                  <a:pt x="901589" y="198794"/>
                </a:lnTo>
                <a:lnTo>
                  <a:pt x="900241" y="198140"/>
                </a:lnTo>
                <a:lnTo>
                  <a:pt x="898966" y="197367"/>
                </a:lnTo>
                <a:lnTo>
                  <a:pt x="897763" y="196475"/>
                </a:lnTo>
                <a:lnTo>
                  <a:pt x="896634" y="195465"/>
                </a:lnTo>
                <a:lnTo>
                  <a:pt x="895577" y="194335"/>
                </a:lnTo>
                <a:lnTo>
                  <a:pt x="894593" y="193087"/>
                </a:lnTo>
                <a:lnTo>
                  <a:pt x="893682" y="191720"/>
                </a:lnTo>
                <a:lnTo>
                  <a:pt x="892844" y="190234"/>
                </a:lnTo>
                <a:lnTo>
                  <a:pt x="892079" y="188629"/>
                </a:lnTo>
                <a:lnTo>
                  <a:pt x="891387" y="186905"/>
                </a:lnTo>
                <a:lnTo>
                  <a:pt x="890767" y="185062"/>
                </a:lnTo>
                <a:lnTo>
                  <a:pt x="890221" y="183101"/>
                </a:lnTo>
                <a:lnTo>
                  <a:pt x="889747" y="181020"/>
                </a:lnTo>
                <a:lnTo>
                  <a:pt x="889346" y="178821"/>
                </a:lnTo>
                <a:lnTo>
                  <a:pt x="889018" y="176502"/>
                </a:lnTo>
                <a:lnTo>
                  <a:pt x="888763" y="174065"/>
                </a:lnTo>
                <a:lnTo>
                  <a:pt x="888581" y="171509"/>
                </a:lnTo>
                <a:lnTo>
                  <a:pt x="888472" y="168834"/>
                </a:lnTo>
                <a:lnTo>
                  <a:pt x="888435" y="166040"/>
                </a:lnTo>
                <a:lnTo>
                  <a:pt x="888445" y="164555"/>
                </a:lnTo>
                <a:lnTo>
                  <a:pt x="888472" y="163104"/>
                </a:lnTo>
                <a:lnTo>
                  <a:pt x="888519" y="161689"/>
                </a:lnTo>
                <a:lnTo>
                  <a:pt x="888584" y="160309"/>
                </a:lnTo>
                <a:lnTo>
                  <a:pt x="888667" y="158964"/>
                </a:lnTo>
                <a:lnTo>
                  <a:pt x="888769" y="157654"/>
                </a:lnTo>
                <a:lnTo>
                  <a:pt x="888889" y="156379"/>
                </a:lnTo>
                <a:lnTo>
                  <a:pt x="889028" y="155140"/>
                </a:lnTo>
                <a:lnTo>
                  <a:pt x="889186" y="153935"/>
                </a:lnTo>
                <a:lnTo>
                  <a:pt x="889362" y="152766"/>
                </a:lnTo>
                <a:lnTo>
                  <a:pt x="889557" y="151632"/>
                </a:lnTo>
                <a:lnTo>
                  <a:pt x="889770" y="150533"/>
                </a:lnTo>
                <a:lnTo>
                  <a:pt x="890001" y="149469"/>
                </a:lnTo>
                <a:lnTo>
                  <a:pt x="890251" y="148440"/>
                </a:lnTo>
                <a:lnTo>
                  <a:pt x="890520" y="147447"/>
                </a:lnTo>
                <a:lnTo>
                  <a:pt x="890807" y="146488"/>
                </a:lnTo>
                <a:lnTo>
                  <a:pt x="891113" y="145565"/>
                </a:lnTo>
                <a:lnTo>
                  <a:pt x="891437" y="144677"/>
                </a:lnTo>
                <a:lnTo>
                  <a:pt x="891780" y="143824"/>
                </a:lnTo>
                <a:lnTo>
                  <a:pt x="892142" y="143006"/>
                </a:lnTo>
                <a:lnTo>
                  <a:pt x="892521" y="142224"/>
                </a:lnTo>
                <a:lnTo>
                  <a:pt x="892920" y="141476"/>
                </a:lnTo>
                <a:lnTo>
                  <a:pt x="893337" y="140764"/>
                </a:lnTo>
                <a:lnTo>
                  <a:pt x="893772" y="140087"/>
                </a:lnTo>
                <a:lnTo>
                  <a:pt x="894227" y="139441"/>
                </a:lnTo>
                <a:lnTo>
                  <a:pt x="894700" y="138823"/>
                </a:lnTo>
                <a:lnTo>
                  <a:pt x="895191" y="138232"/>
                </a:lnTo>
                <a:lnTo>
                  <a:pt x="895701" y="137668"/>
                </a:lnTo>
                <a:lnTo>
                  <a:pt x="896230" y="137132"/>
                </a:lnTo>
                <a:lnTo>
                  <a:pt x="896777" y="136624"/>
                </a:lnTo>
                <a:lnTo>
                  <a:pt x="897342" y="136143"/>
                </a:lnTo>
                <a:lnTo>
                  <a:pt x="897926" y="135690"/>
                </a:lnTo>
                <a:lnTo>
                  <a:pt x="898529" y="135264"/>
                </a:lnTo>
                <a:lnTo>
                  <a:pt x="899150" y="134865"/>
                </a:lnTo>
                <a:lnTo>
                  <a:pt x="899789" y="134494"/>
                </a:lnTo>
                <a:lnTo>
                  <a:pt x="900447" y="134150"/>
                </a:lnTo>
                <a:lnTo>
                  <a:pt x="901124" y="133834"/>
                </a:lnTo>
                <a:lnTo>
                  <a:pt x="901819" y="133546"/>
                </a:lnTo>
                <a:lnTo>
                  <a:pt x="902533" y="133285"/>
                </a:lnTo>
                <a:lnTo>
                  <a:pt x="903265" y="133051"/>
                </a:lnTo>
                <a:lnTo>
                  <a:pt x="904015" y="132845"/>
                </a:lnTo>
                <a:lnTo>
                  <a:pt x="904784" y="132666"/>
                </a:lnTo>
                <a:lnTo>
                  <a:pt x="905572" y="132515"/>
                </a:lnTo>
                <a:lnTo>
                  <a:pt x="906378" y="132391"/>
                </a:lnTo>
                <a:lnTo>
                  <a:pt x="907203" y="132295"/>
                </a:lnTo>
                <a:lnTo>
                  <a:pt x="908046" y="132227"/>
                </a:lnTo>
                <a:lnTo>
                  <a:pt x="908908" y="132185"/>
                </a:lnTo>
                <a:lnTo>
                  <a:pt x="909788" y="132172"/>
                </a:lnTo>
                <a:lnTo>
                  <a:pt x="910638" y="132185"/>
                </a:lnTo>
                <a:lnTo>
                  <a:pt x="911469" y="132225"/>
                </a:lnTo>
                <a:lnTo>
                  <a:pt x="912282" y="132292"/>
                </a:lnTo>
                <a:lnTo>
                  <a:pt x="913076" y="132386"/>
                </a:lnTo>
                <a:lnTo>
                  <a:pt x="913852" y="132507"/>
                </a:lnTo>
                <a:close/>
                <a:moveTo>
                  <a:pt x="2150632" y="251"/>
                </a:moveTo>
                <a:lnTo>
                  <a:pt x="2149546" y="392"/>
                </a:lnTo>
                <a:lnTo>
                  <a:pt x="2148479" y="564"/>
                </a:lnTo>
                <a:lnTo>
                  <a:pt x="2147429" y="767"/>
                </a:lnTo>
                <a:lnTo>
                  <a:pt x="2146397" y="1002"/>
                </a:lnTo>
                <a:lnTo>
                  <a:pt x="2145383" y="1269"/>
                </a:lnTo>
                <a:lnTo>
                  <a:pt x="2144387" y="1566"/>
                </a:lnTo>
                <a:lnTo>
                  <a:pt x="2143409" y="1895"/>
                </a:lnTo>
                <a:lnTo>
                  <a:pt x="2142449" y="2255"/>
                </a:lnTo>
                <a:lnTo>
                  <a:pt x="2141506" y="2647"/>
                </a:lnTo>
                <a:lnTo>
                  <a:pt x="2140582" y="3070"/>
                </a:lnTo>
                <a:lnTo>
                  <a:pt x="2139676" y="3524"/>
                </a:lnTo>
                <a:lnTo>
                  <a:pt x="2138787" y="4010"/>
                </a:lnTo>
                <a:lnTo>
                  <a:pt x="2137916" y="4527"/>
                </a:lnTo>
                <a:lnTo>
                  <a:pt x="2137064" y="5075"/>
                </a:lnTo>
                <a:lnTo>
                  <a:pt x="2136229" y="5654"/>
                </a:lnTo>
                <a:lnTo>
                  <a:pt x="2135412" y="6265"/>
                </a:lnTo>
                <a:lnTo>
                  <a:pt x="2134613" y="6907"/>
                </a:lnTo>
                <a:lnTo>
                  <a:pt x="2133832" y="7581"/>
                </a:lnTo>
                <a:lnTo>
                  <a:pt x="2133068" y="8286"/>
                </a:lnTo>
                <a:lnTo>
                  <a:pt x="2132323" y="9022"/>
                </a:lnTo>
                <a:lnTo>
                  <a:pt x="2131602" y="9782"/>
                </a:lnTo>
                <a:lnTo>
                  <a:pt x="2130912" y="10560"/>
                </a:lnTo>
                <a:lnTo>
                  <a:pt x="2130253" y="11355"/>
                </a:lnTo>
                <a:lnTo>
                  <a:pt x="2129625" y="12167"/>
                </a:lnTo>
                <a:lnTo>
                  <a:pt x="2129027" y="12997"/>
                </a:lnTo>
                <a:lnTo>
                  <a:pt x="2128459" y="13843"/>
                </a:lnTo>
                <a:lnTo>
                  <a:pt x="2127923" y="14707"/>
                </a:lnTo>
                <a:lnTo>
                  <a:pt x="2127417" y="15588"/>
                </a:lnTo>
                <a:lnTo>
                  <a:pt x="2126942" y="16487"/>
                </a:lnTo>
                <a:lnTo>
                  <a:pt x="2126497" y="17402"/>
                </a:lnTo>
                <a:lnTo>
                  <a:pt x="2126083" y="18335"/>
                </a:lnTo>
                <a:lnTo>
                  <a:pt x="2125700" y="19285"/>
                </a:lnTo>
                <a:lnTo>
                  <a:pt x="2125347" y="20253"/>
                </a:lnTo>
                <a:lnTo>
                  <a:pt x="2125025" y="21237"/>
                </a:lnTo>
                <a:lnTo>
                  <a:pt x="2124734" y="22239"/>
                </a:lnTo>
                <a:lnTo>
                  <a:pt x="2124473" y="23258"/>
                </a:lnTo>
                <a:lnTo>
                  <a:pt x="2124243" y="24295"/>
                </a:lnTo>
                <a:lnTo>
                  <a:pt x="2124044" y="25348"/>
                </a:lnTo>
                <a:lnTo>
                  <a:pt x="2123875" y="26419"/>
                </a:lnTo>
                <a:lnTo>
                  <a:pt x="2123737" y="27507"/>
                </a:lnTo>
                <a:lnTo>
                  <a:pt x="2123630" y="28612"/>
                </a:lnTo>
                <a:lnTo>
                  <a:pt x="2123553" y="29735"/>
                </a:lnTo>
                <a:lnTo>
                  <a:pt x="2123507" y="30875"/>
                </a:lnTo>
                <a:lnTo>
                  <a:pt x="2123492" y="32032"/>
                </a:lnTo>
                <a:lnTo>
                  <a:pt x="2123507" y="33159"/>
                </a:lnTo>
                <a:lnTo>
                  <a:pt x="2123553" y="34270"/>
                </a:lnTo>
                <a:lnTo>
                  <a:pt x="2123630" y="35366"/>
                </a:lnTo>
                <a:lnTo>
                  <a:pt x="2123737" y="36445"/>
                </a:lnTo>
                <a:lnTo>
                  <a:pt x="2123875" y="37508"/>
                </a:lnTo>
                <a:lnTo>
                  <a:pt x="2124044" y="38556"/>
                </a:lnTo>
                <a:lnTo>
                  <a:pt x="2124243" y="39587"/>
                </a:lnTo>
                <a:lnTo>
                  <a:pt x="2124473" y="40602"/>
                </a:lnTo>
                <a:lnTo>
                  <a:pt x="2124734" y="41602"/>
                </a:lnTo>
                <a:lnTo>
                  <a:pt x="2125025" y="42585"/>
                </a:lnTo>
                <a:lnTo>
                  <a:pt x="2125347" y="43553"/>
                </a:lnTo>
                <a:lnTo>
                  <a:pt x="2125700" y="44504"/>
                </a:lnTo>
                <a:lnTo>
                  <a:pt x="2126083" y="45440"/>
                </a:lnTo>
                <a:lnTo>
                  <a:pt x="2126497" y="46359"/>
                </a:lnTo>
                <a:lnTo>
                  <a:pt x="2126942" y="47263"/>
                </a:lnTo>
                <a:lnTo>
                  <a:pt x="2127417" y="48151"/>
                </a:lnTo>
                <a:lnTo>
                  <a:pt x="2127923" y="49022"/>
                </a:lnTo>
                <a:lnTo>
                  <a:pt x="2128459" y="49878"/>
                </a:lnTo>
                <a:lnTo>
                  <a:pt x="2129027" y="50718"/>
                </a:lnTo>
                <a:lnTo>
                  <a:pt x="2129625" y="51541"/>
                </a:lnTo>
                <a:lnTo>
                  <a:pt x="2130253" y="52349"/>
                </a:lnTo>
                <a:lnTo>
                  <a:pt x="2130912" y="53141"/>
                </a:lnTo>
                <a:lnTo>
                  <a:pt x="2131602" y="53917"/>
                </a:lnTo>
                <a:lnTo>
                  <a:pt x="2132323" y="54676"/>
                </a:lnTo>
                <a:lnTo>
                  <a:pt x="2133068" y="55412"/>
                </a:lnTo>
                <a:lnTo>
                  <a:pt x="2133832" y="56117"/>
                </a:lnTo>
                <a:lnTo>
                  <a:pt x="2134613" y="56790"/>
                </a:lnTo>
                <a:lnTo>
                  <a:pt x="2135412" y="57431"/>
                </a:lnTo>
                <a:lnTo>
                  <a:pt x="2136229" y="58042"/>
                </a:lnTo>
                <a:lnTo>
                  <a:pt x="2137064" y="58621"/>
                </a:lnTo>
                <a:lnTo>
                  <a:pt x="2137916" y="59169"/>
                </a:lnTo>
                <a:lnTo>
                  <a:pt x="2138787" y="59685"/>
                </a:lnTo>
                <a:lnTo>
                  <a:pt x="2139676" y="60171"/>
                </a:lnTo>
                <a:lnTo>
                  <a:pt x="2140582" y="60625"/>
                </a:lnTo>
                <a:lnTo>
                  <a:pt x="2141506" y="61047"/>
                </a:lnTo>
                <a:lnTo>
                  <a:pt x="2142449" y="61439"/>
                </a:lnTo>
                <a:lnTo>
                  <a:pt x="2143409" y="61799"/>
                </a:lnTo>
                <a:lnTo>
                  <a:pt x="2144387" y="62127"/>
                </a:lnTo>
                <a:lnTo>
                  <a:pt x="2145383" y="62425"/>
                </a:lnTo>
                <a:lnTo>
                  <a:pt x="2146397" y="62691"/>
                </a:lnTo>
                <a:lnTo>
                  <a:pt x="2147429" y="62926"/>
                </a:lnTo>
                <a:lnTo>
                  <a:pt x="2148479" y="63129"/>
                </a:lnTo>
                <a:lnTo>
                  <a:pt x="2149546" y="63301"/>
                </a:lnTo>
                <a:lnTo>
                  <a:pt x="2150632" y="63442"/>
                </a:lnTo>
                <a:lnTo>
                  <a:pt x="2151735" y="63552"/>
                </a:lnTo>
                <a:lnTo>
                  <a:pt x="2152857" y="63630"/>
                </a:lnTo>
                <a:lnTo>
                  <a:pt x="2153996" y="63677"/>
                </a:lnTo>
                <a:lnTo>
                  <a:pt x="2155153" y="63693"/>
                </a:lnTo>
                <a:lnTo>
                  <a:pt x="2156310" y="63677"/>
                </a:lnTo>
                <a:lnTo>
                  <a:pt x="2157449" y="63630"/>
                </a:lnTo>
                <a:lnTo>
                  <a:pt x="2158570" y="63552"/>
                </a:lnTo>
                <a:lnTo>
                  <a:pt x="2159673" y="63442"/>
                </a:lnTo>
                <a:lnTo>
                  <a:pt x="2160758" y="63301"/>
                </a:lnTo>
                <a:lnTo>
                  <a:pt x="2161825" y="63129"/>
                </a:lnTo>
                <a:lnTo>
                  <a:pt x="2162874" y="62926"/>
                </a:lnTo>
                <a:lnTo>
                  <a:pt x="2163906" y="62691"/>
                </a:lnTo>
                <a:lnTo>
                  <a:pt x="2164920" y="62425"/>
                </a:lnTo>
                <a:lnTo>
                  <a:pt x="2165915" y="62127"/>
                </a:lnTo>
                <a:lnTo>
                  <a:pt x="2166893" y="61799"/>
                </a:lnTo>
                <a:lnTo>
                  <a:pt x="2167853" y="61439"/>
                </a:lnTo>
                <a:lnTo>
                  <a:pt x="2168795" y="61047"/>
                </a:lnTo>
                <a:lnTo>
                  <a:pt x="2169719" y="60625"/>
                </a:lnTo>
                <a:lnTo>
                  <a:pt x="2170626" y="60171"/>
                </a:lnTo>
                <a:lnTo>
                  <a:pt x="2171514" y="59685"/>
                </a:lnTo>
                <a:lnTo>
                  <a:pt x="2172385" y="59169"/>
                </a:lnTo>
                <a:lnTo>
                  <a:pt x="2173237" y="58621"/>
                </a:lnTo>
                <a:lnTo>
                  <a:pt x="2174072" y="58042"/>
                </a:lnTo>
                <a:lnTo>
                  <a:pt x="2174889" y="57431"/>
                </a:lnTo>
                <a:lnTo>
                  <a:pt x="2175688" y="56790"/>
                </a:lnTo>
                <a:lnTo>
                  <a:pt x="2176469" y="56117"/>
                </a:lnTo>
                <a:lnTo>
                  <a:pt x="2177232" y="55412"/>
                </a:lnTo>
                <a:lnTo>
                  <a:pt x="2177977" y="54676"/>
                </a:lnTo>
                <a:lnTo>
                  <a:pt x="2178699" y="53917"/>
                </a:lnTo>
                <a:lnTo>
                  <a:pt x="2179389" y="53141"/>
                </a:lnTo>
                <a:lnTo>
                  <a:pt x="2180049" y="52349"/>
                </a:lnTo>
                <a:lnTo>
                  <a:pt x="2180678" y="51541"/>
                </a:lnTo>
                <a:lnTo>
                  <a:pt x="2181276" y="50718"/>
                </a:lnTo>
                <a:lnTo>
                  <a:pt x="2181843" y="49878"/>
                </a:lnTo>
                <a:lnTo>
                  <a:pt x="2182380" y="49022"/>
                </a:lnTo>
                <a:lnTo>
                  <a:pt x="2182887" y="48151"/>
                </a:lnTo>
                <a:lnTo>
                  <a:pt x="2183362" y="47263"/>
                </a:lnTo>
                <a:lnTo>
                  <a:pt x="2183807" y="46359"/>
                </a:lnTo>
                <a:lnTo>
                  <a:pt x="2184221" y="45440"/>
                </a:lnTo>
                <a:lnTo>
                  <a:pt x="2184605" y="44504"/>
                </a:lnTo>
                <a:lnTo>
                  <a:pt x="2184958" y="43553"/>
                </a:lnTo>
                <a:lnTo>
                  <a:pt x="2185280" y="42585"/>
                </a:lnTo>
                <a:lnTo>
                  <a:pt x="2185571" y="41602"/>
                </a:lnTo>
                <a:lnTo>
                  <a:pt x="2185832" y="40602"/>
                </a:lnTo>
                <a:lnTo>
                  <a:pt x="2186062" y="39587"/>
                </a:lnTo>
                <a:lnTo>
                  <a:pt x="2186262" y="38556"/>
                </a:lnTo>
                <a:lnTo>
                  <a:pt x="2186430" y="37508"/>
                </a:lnTo>
                <a:lnTo>
                  <a:pt x="2186569" y="36445"/>
                </a:lnTo>
                <a:lnTo>
                  <a:pt x="2186676" y="35366"/>
                </a:lnTo>
                <a:lnTo>
                  <a:pt x="2186753" y="34270"/>
                </a:lnTo>
                <a:lnTo>
                  <a:pt x="2186799" y="33159"/>
                </a:lnTo>
                <a:lnTo>
                  <a:pt x="2186814" y="32032"/>
                </a:lnTo>
                <a:lnTo>
                  <a:pt x="2186799" y="30875"/>
                </a:lnTo>
                <a:lnTo>
                  <a:pt x="2186754" y="29735"/>
                </a:lnTo>
                <a:lnTo>
                  <a:pt x="2186679" y="28612"/>
                </a:lnTo>
                <a:lnTo>
                  <a:pt x="2186574" y="27507"/>
                </a:lnTo>
                <a:lnTo>
                  <a:pt x="2186439" y="26419"/>
                </a:lnTo>
                <a:lnTo>
                  <a:pt x="2186273" y="25348"/>
                </a:lnTo>
                <a:lnTo>
                  <a:pt x="2186078" y="24295"/>
                </a:lnTo>
                <a:lnTo>
                  <a:pt x="2185853" y="23258"/>
                </a:lnTo>
                <a:lnTo>
                  <a:pt x="2185597" y="22239"/>
                </a:lnTo>
                <a:lnTo>
                  <a:pt x="2185312" y="21237"/>
                </a:lnTo>
                <a:lnTo>
                  <a:pt x="2184997" y="20253"/>
                </a:lnTo>
                <a:lnTo>
                  <a:pt x="2184651" y="19285"/>
                </a:lnTo>
                <a:lnTo>
                  <a:pt x="2184276" y="18335"/>
                </a:lnTo>
                <a:lnTo>
                  <a:pt x="2183870" y="17402"/>
                </a:lnTo>
                <a:lnTo>
                  <a:pt x="2183435" y="16487"/>
                </a:lnTo>
                <a:lnTo>
                  <a:pt x="2182969" y="15588"/>
                </a:lnTo>
                <a:lnTo>
                  <a:pt x="2182473" y="14707"/>
                </a:lnTo>
                <a:lnTo>
                  <a:pt x="2181948" y="13843"/>
                </a:lnTo>
                <a:lnTo>
                  <a:pt x="2181392" y="12997"/>
                </a:lnTo>
                <a:lnTo>
                  <a:pt x="2180806" y="12167"/>
                </a:lnTo>
                <a:lnTo>
                  <a:pt x="2180190" y="11355"/>
                </a:lnTo>
                <a:lnTo>
                  <a:pt x="2179545" y="10560"/>
                </a:lnTo>
                <a:lnTo>
                  <a:pt x="2178869" y="9782"/>
                </a:lnTo>
                <a:lnTo>
                  <a:pt x="2178163" y="9022"/>
                </a:lnTo>
                <a:lnTo>
                  <a:pt x="2177432" y="8286"/>
                </a:lnTo>
                <a:lnTo>
                  <a:pt x="2176681" y="7581"/>
                </a:lnTo>
                <a:lnTo>
                  <a:pt x="2175911" y="6907"/>
                </a:lnTo>
                <a:lnTo>
                  <a:pt x="2175121" y="6265"/>
                </a:lnTo>
                <a:lnTo>
                  <a:pt x="2174310" y="5654"/>
                </a:lnTo>
                <a:lnTo>
                  <a:pt x="2173481" y="5075"/>
                </a:lnTo>
                <a:lnTo>
                  <a:pt x="2172631" y="4527"/>
                </a:lnTo>
                <a:lnTo>
                  <a:pt x="2171761" y="4010"/>
                </a:lnTo>
                <a:lnTo>
                  <a:pt x="2170872" y="3524"/>
                </a:lnTo>
                <a:lnTo>
                  <a:pt x="2169963" y="3070"/>
                </a:lnTo>
                <a:lnTo>
                  <a:pt x="2169034" y="2647"/>
                </a:lnTo>
                <a:lnTo>
                  <a:pt x="2168085" y="2255"/>
                </a:lnTo>
                <a:lnTo>
                  <a:pt x="2167116" y="1895"/>
                </a:lnTo>
                <a:lnTo>
                  <a:pt x="2166128" y="1566"/>
                </a:lnTo>
                <a:lnTo>
                  <a:pt x="2165119" y="1269"/>
                </a:lnTo>
                <a:lnTo>
                  <a:pt x="2164091" y="1002"/>
                </a:lnTo>
                <a:lnTo>
                  <a:pt x="2163043" y="767"/>
                </a:lnTo>
                <a:lnTo>
                  <a:pt x="2161976" y="564"/>
                </a:lnTo>
                <a:lnTo>
                  <a:pt x="2160888" y="392"/>
                </a:lnTo>
                <a:lnTo>
                  <a:pt x="2159781" y="251"/>
                </a:lnTo>
                <a:lnTo>
                  <a:pt x="2158654" y="141"/>
                </a:lnTo>
                <a:lnTo>
                  <a:pt x="2157507" y="63"/>
                </a:lnTo>
                <a:lnTo>
                  <a:pt x="2156340" y="16"/>
                </a:lnTo>
                <a:lnTo>
                  <a:pt x="2155153" y="0"/>
                </a:lnTo>
                <a:lnTo>
                  <a:pt x="2153996" y="16"/>
                </a:lnTo>
                <a:lnTo>
                  <a:pt x="2152857" y="63"/>
                </a:lnTo>
                <a:lnTo>
                  <a:pt x="2151735" y="141"/>
                </a:lnTo>
                <a:lnTo>
                  <a:pt x="2150632" y="251"/>
                </a:lnTo>
                <a:close/>
                <a:moveTo>
                  <a:pt x="2628140" y="98798"/>
                </a:moveTo>
                <a:lnTo>
                  <a:pt x="2627496" y="98568"/>
                </a:lnTo>
                <a:lnTo>
                  <a:pt x="2626851" y="98348"/>
                </a:lnTo>
                <a:lnTo>
                  <a:pt x="2626207" y="98138"/>
                </a:lnTo>
                <a:lnTo>
                  <a:pt x="2625563" y="97938"/>
                </a:lnTo>
                <a:lnTo>
                  <a:pt x="2624919" y="97749"/>
                </a:lnTo>
                <a:lnTo>
                  <a:pt x="2624275" y="97569"/>
                </a:lnTo>
                <a:lnTo>
                  <a:pt x="2623631" y="97400"/>
                </a:lnTo>
                <a:lnTo>
                  <a:pt x="2622986" y="97242"/>
                </a:lnTo>
                <a:lnTo>
                  <a:pt x="2622342" y="97093"/>
                </a:lnTo>
                <a:lnTo>
                  <a:pt x="2621698" y="96955"/>
                </a:lnTo>
                <a:lnTo>
                  <a:pt x="2621054" y="96827"/>
                </a:lnTo>
                <a:lnTo>
                  <a:pt x="2620410" y="96709"/>
                </a:lnTo>
                <a:lnTo>
                  <a:pt x="2619766" y="96602"/>
                </a:lnTo>
                <a:lnTo>
                  <a:pt x="2619122" y="96504"/>
                </a:lnTo>
                <a:lnTo>
                  <a:pt x="2618477" y="96417"/>
                </a:lnTo>
                <a:lnTo>
                  <a:pt x="2617833" y="96340"/>
                </a:lnTo>
                <a:lnTo>
                  <a:pt x="2617189" y="96274"/>
                </a:lnTo>
                <a:lnTo>
                  <a:pt x="2616545" y="96218"/>
                </a:lnTo>
                <a:lnTo>
                  <a:pt x="2615901" y="96171"/>
                </a:lnTo>
                <a:lnTo>
                  <a:pt x="2615257" y="96136"/>
                </a:lnTo>
                <a:lnTo>
                  <a:pt x="2614612" y="96110"/>
                </a:lnTo>
                <a:lnTo>
                  <a:pt x="2613968" y="96095"/>
                </a:lnTo>
                <a:lnTo>
                  <a:pt x="2613324" y="96090"/>
                </a:lnTo>
                <a:lnTo>
                  <a:pt x="2610987" y="96155"/>
                </a:lnTo>
                <a:lnTo>
                  <a:pt x="2608699" y="96350"/>
                </a:lnTo>
                <a:lnTo>
                  <a:pt x="2606462" y="96676"/>
                </a:lnTo>
                <a:lnTo>
                  <a:pt x="2604274" y="97133"/>
                </a:lnTo>
                <a:lnTo>
                  <a:pt x="2602136" y="97720"/>
                </a:lnTo>
                <a:lnTo>
                  <a:pt x="2600048" y="98437"/>
                </a:lnTo>
                <a:lnTo>
                  <a:pt x="2598010" y="99284"/>
                </a:lnTo>
                <a:lnTo>
                  <a:pt x="2596021" y="100262"/>
                </a:lnTo>
                <a:lnTo>
                  <a:pt x="2594083" y="101371"/>
                </a:lnTo>
                <a:lnTo>
                  <a:pt x="2592194" y="102609"/>
                </a:lnTo>
                <a:lnTo>
                  <a:pt x="2590355" y="103978"/>
                </a:lnTo>
                <a:lnTo>
                  <a:pt x="2588566" y="105478"/>
                </a:lnTo>
                <a:lnTo>
                  <a:pt x="2586827" y="107108"/>
                </a:lnTo>
                <a:lnTo>
                  <a:pt x="2585137" y="108868"/>
                </a:lnTo>
                <a:lnTo>
                  <a:pt x="2583498" y="110759"/>
                </a:lnTo>
                <a:lnTo>
                  <a:pt x="2581908" y="112780"/>
                </a:lnTo>
                <a:lnTo>
                  <a:pt x="2580368" y="114932"/>
                </a:lnTo>
                <a:lnTo>
                  <a:pt x="2578878" y="117214"/>
                </a:lnTo>
                <a:lnTo>
                  <a:pt x="2577438" y="119626"/>
                </a:lnTo>
                <a:lnTo>
                  <a:pt x="2576047" y="122169"/>
                </a:lnTo>
                <a:lnTo>
                  <a:pt x="2574707" y="124842"/>
                </a:lnTo>
                <a:lnTo>
                  <a:pt x="2573416" y="127645"/>
                </a:lnTo>
                <a:lnTo>
                  <a:pt x="2572175" y="130579"/>
                </a:lnTo>
                <a:lnTo>
                  <a:pt x="2570984" y="133643"/>
                </a:lnTo>
                <a:lnTo>
                  <a:pt x="2566934" y="101612"/>
                </a:lnTo>
                <a:lnTo>
                  <a:pt x="2518706" y="101612"/>
                </a:lnTo>
                <a:lnTo>
                  <a:pt x="2518706" y="297105"/>
                </a:lnTo>
                <a:lnTo>
                  <a:pt x="2574298" y="297105"/>
                </a:lnTo>
                <a:lnTo>
                  <a:pt x="2574298" y="192179"/>
                </a:lnTo>
                <a:lnTo>
                  <a:pt x="2574671" y="190449"/>
                </a:lnTo>
                <a:lnTo>
                  <a:pt x="2575051" y="188755"/>
                </a:lnTo>
                <a:lnTo>
                  <a:pt x="2575440" y="187098"/>
                </a:lnTo>
                <a:lnTo>
                  <a:pt x="2575837" y="185477"/>
                </a:lnTo>
                <a:lnTo>
                  <a:pt x="2576242" y="183892"/>
                </a:lnTo>
                <a:lnTo>
                  <a:pt x="2576656" y="182344"/>
                </a:lnTo>
                <a:lnTo>
                  <a:pt x="2577078" y="180832"/>
                </a:lnTo>
                <a:lnTo>
                  <a:pt x="2577508" y="179357"/>
                </a:lnTo>
                <a:lnTo>
                  <a:pt x="2577947" y="177918"/>
                </a:lnTo>
                <a:lnTo>
                  <a:pt x="2578393" y="176515"/>
                </a:lnTo>
                <a:lnTo>
                  <a:pt x="2578849" y="175149"/>
                </a:lnTo>
                <a:lnTo>
                  <a:pt x="2579312" y="173819"/>
                </a:lnTo>
                <a:lnTo>
                  <a:pt x="2579784" y="172526"/>
                </a:lnTo>
                <a:lnTo>
                  <a:pt x="2580264" y="171269"/>
                </a:lnTo>
                <a:lnTo>
                  <a:pt x="2580753" y="170049"/>
                </a:lnTo>
                <a:lnTo>
                  <a:pt x="2581249" y="168865"/>
                </a:lnTo>
                <a:lnTo>
                  <a:pt x="2581754" y="167717"/>
                </a:lnTo>
                <a:lnTo>
                  <a:pt x="2582268" y="166606"/>
                </a:lnTo>
                <a:lnTo>
                  <a:pt x="2582789" y="165531"/>
                </a:lnTo>
                <a:lnTo>
                  <a:pt x="2583319" y="164493"/>
                </a:lnTo>
                <a:lnTo>
                  <a:pt x="2583858" y="163491"/>
                </a:lnTo>
                <a:lnTo>
                  <a:pt x="2584404" y="162525"/>
                </a:lnTo>
                <a:lnTo>
                  <a:pt x="2584959" y="161596"/>
                </a:lnTo>
                <a:lnTo>
                  <a:pt x="2585522" y="160704"/>
                </a:lnTo>
                <a:lnTo>
                  <a:pt x="2586102" y="159847"/>
                </a:lnTo>
                <a:lnTo>
                  <a:pt x="2586705" y="159027"/>
                </a:lnTo>
                <a:lnTo>
                  <a:pt x="2587332" y="158244"/>
                </a:lnTo>
                <a:lnTo>
                  <a:pt x="2587983" y="157497"/>
                </a:lnTo>
                <a:lnTo>
                  <a:pt x="2588657" y="156787"/>
                </a:lnTo>
                <a:lnTo>
                  <a:pt x="2589355" y="156113"/>
                </a:lnTo>
                <a:lnTo>
                  <a:pt x="2590077" y="155475"/>
                </a:lnTo>
                <a:lnTo>
                  <a:pt x="2590822" y="154874"/>
                </a:lnTo>
                <a:lnTo>
                  <a:pt x="2591591" y="154309"/>
                </a:lnTo>
                <a:lnTo>
                  <a:pt x="2592383" y="153781"/>
                </a:lnTo>
                <a:lnTo>
                  <a:pt x="2593199" y="153289"/>
                </a:lnTo>
                <a:lnTo>
                  <a:pt x="2594039" y="152833"/>
                </a:lnTo>
                <a:lnTo>
                  <a:pt x="2594902" y="152414"/>
                </a:lnTo>
                <a:lnTo>
                  <a:pt x="2595789" y="152032"/>
                </a:lnTo>
                <a:lnTo>
                  <a:pt x="2596700" y="151686"/>
                </a:lnTo>
                <a:lnTo>
                  <a:pt x="2597634" y="151376"/>
                </a:lnTo>
                <a:lnTo>
                  <a:pt x="2598592" y="151103"/>
                </a:lnTo>
                <a:lnTo>
                  <a:pt x="2599574" y="150866"/>
                </a:lnTo>
                <a:lnTo>
                  <a:pt x="2600579" y="150665"/>
                </a:lnTo>
                <a:lnTo>
                  <a:pt x="2601608" y="150501"/>
                </a:lnTo>
                <a:lnTo>
                  <a:pt x="2602660" y="150374"/>
                </a:lnTo>
                <a:lnTo>
                  <a:pt x="2603736" y="150283"/>
                </a:lnTo>
                <a:lnTo>
                  <a:pt x="2604836" y="150228"/>
                </a:lnTo>
                <a:lnTo>
                  <a:pt x="2605959" y="150210"/>
                </a:lnTo>
                <a:lnTo>
                  <a:pt x="2606542" y="150214"/>
                </a:lnTo>
                <a:lnTo>
                  <a:pt x="2607123" y="150225"/>
                </a:lnTo>
                <a:lnTo>
                  <a:pt x="2607702" y="150244"/>
                </a:lnTo>
                <a:lnTo>
                  <a:pt x="2608281" y="150271"/>
                </a:lnTo>
                <a:lnTo>
                  <a:pt x="2608858" y="150306"/>
                </a:lnTo>
                <a:lnTo>
                  <a:pt x="2609434" y="150348"/>
                </a:lnTo>
                <a:lnTo>
                  <a:pt x="2610008" y="150398"/>
                </a:lnTo>
                <a:lnTo>
                  <a:pt x="2610581" y="150455"/>
                </a:lnTo>
                <a:lnTo>
                  <a:pt x="2611154" y="150520"/>
                </a:lnTo>
                <a:lnTo>
                  <a:pt x="2611724" y="150593"/>
                </a:lnTo>
                <a:lnTo>
                  <a:pt x="2612294" y="150674"/>
                </a:lnTo>
                <a:lnTo>
                  <a:pt x="2612862" y="150762"/>
                </a:lnTo>
                <a:lnTo>
                  <a:pt x="2613429" y="150858"/>
                </a:lnTo>
                <a:lnTo>
                  <a:pt x="2613995" y="150961"/>
                </a:lnTo>
                <a:lnTo>
                  <a:pt x="2614559" y="151072"/>
                </a:lnTo>
                <a:lnTo>
                  <a:pt x="2615122" y="151191"/>
                </a:lnTo>
                <a:lnTo>
                  <a:pt x="2615684" y="151318"/>
                </a:lnTo>
                <a:lnTo>
                  <a:pt x="2616245" y="151452"/>
                </a:lnTo>
                <a:lnTo>
                  <a:pt x="2616804" y="151593"/>
                </a:lnTo>
                <a:lnTo>
                  <a:pt x="2617362" y="151743"/>
                </a:lnTo>
                <a:lnTo>
                  <a:pt x="2617919" y="151900"/>
                </a:lnTo>
                <a:lnTo>
                  <a:pt x="2618475" y="152065"/>
                </a:lnTo>
                <a:lnTo>
                  <a:pt x="2619029" y="152237"/>
                </a:lnTo>
                <a:lnTo>
                  <a:pt x="2619582" y="152418"/>
                </a:lnTo>
                <a:lnTo>
                  <a:pt x="2626984" y="109479"/>
                </a:lnTo>
                <a:lnTo>
                  <a:pt x="2671858" y="297105"/>
                </a:lnTo>
                <a:lnTo>
                  <a:pt x="2692475" y="297105"/>
                </a:lnTo>
                <a:lnTo>
                  <a:pt x="2691913" y="298774"/>
                </a:lnTo>
                <a:lnTo>
                  <a:pt x="2691334" y="300404"/>
                </a:lnTo>
                <a:lnTo>
                  <a:pt x="2690735" y="301997"/>
                </a:lnTo>
                <a:lnTo>
                  <a:pt x="2690119" y="303552"/>
                </a:lnTo>
                <a:lnTo>
                  <a:pt x="2689483" y="305070"/>
                </a:lnTo>
                <a:lnTo>
                  <a:pt x="2688829" y="306550"/>
                </a:lnTo>
                <a:lnTo>
                  <a:pt x="2688157" y="307992"/>
                </a:lnTo>
                <a:lnTo>
                  <a:pt x="2687466" y="309396"/>
                </a:lnTo>
                <a:lnTo>
                  <a:pt x="2686756" y="310763"/>
                </a:lnTo>
                <a:lnTo>
                  <a:pt x="2686028" y="312092"/>
                </a:lnTo>
                <a:lnTo>
                  <a:pt x="2685281" y="313383"/>
                </a:lnTo>
                <a:lnTo>
                  <a:pt x="2684516" y="314636"/>
                </a:lnTo>
                <a:lnTo>
                  <a:pt x="2683732" y="315852"/>
                </a:lnTo>
                <a:lnTo>
                  <a:pt x="2682930" y="317030"/>
                </a:lnTo>
                <a:lnTo>
                  <a:pt x="2682109" y="318171"/>
                </a:lnTo>
                <a:lnTo>
                  <a:pt x="2681269" y="319274"/>
                </a:lnTo>
                <a:lnTo>
                  <a:pt x="2680411" y="320339"/>
                </a:lnTo>
                <a:lnTo>
                  <a:pt x="2679535" y="321366"/>
                </a:lnTo>
                <a:lnTo>
                  <a:pt x="2678640" y="322356"/>
                </a:lnTo>
                <a:lnTo>
                  <a:pt x="2677726" y="323308"/>
                </a:lnTo>
                <a:lnTo>
                  <a:pt x="2676794" y="324222"/>
                </a:lnTo>
                <a:lnTo>
                  <a:pt x="2675843" y="325098"/>
                </a:lnTo>
                <a:lnTo>
                  <a:pt x="2674874" y="325937"/>
                </a:lnTo>
                <a:lnTo>
                  <a:pt x="2673886" y="326738"/>
                </a:lnTo>
                <a:lnTo>
                  <a:pt x="2672869" y="327512"/>
                </a:lnTo>
                <a:lnTo>
                  <a:pt x="2671814" y="328267"/>
                </a:lnTo>
                <a:lnTo>
                  <a:pt x="2670719" y="329003"/>
                </a:lnTo>
                <a:lnTo>
                  <a:pt x="2669585" y="329721"/>
                </a:lnTo>
                <a:lnTo>
                  <a:pt x="2668413" y="330420"/>
                </a:lnTo>
                <a:lnTo>
                  <a:pt x="2667201" y="331101"/>
                </a:lnTo>
                <a:lnTo>
                  <a:pt x="2665951" y="331763"/>
                </a:lnTo>
                <a:lnTo>
                  <a:pt x="2664661" y="332406"/>
                </a:lnTo>
                <a:lnTo>
                  <a:pt x="2663333" y="333031"/>
                </a:lnTo>
                <a:lnTo>
                  <a:pt x="2661965" y="333638"/>
                </a:lnTo>
                <a:lnTo>
                  <a:pt x="2660558" y="334226"/>
                </a:lnTo>
                <a:lnTo>
                  <a:pt x="2659113" y="334795"/>
                </a:lnTo>
                <a:lnTo>
                  <a:pt x="2657628" y="335346"/>
                </a:lnTo>
                <a:lnTo>
                  <a:pt x="2656105" y="335878"/>
                </a:lnTo>
                <a:lnTo>
                  <a:pt x="2654542" y="336392"/>
                </a:lnTo>
                <a:lnTo>
                  <a:pt x="2652941" y="336887"/>
                </a:lnTo>
                <a:lnTo>
                  <a:pt x="2651300" y="337364"/>
                </a:lnTo>
                <a:lnTo>
                  <a:pt x="2649621" y="337822"/>
                </a:lnTo>
                <a:lnTo>
                  <a:pt x="2647902" y="338262"/>
                </a:lnTo>
                <a:lnTo>
                  <a:pt x="2646145" y="338683"/>
                </a:lnTo>
                <a:lnTo>
                  <a:pt x="2644349" y="339085"/>
                </a:lnTo>
                <a:lnTo>
                  <a:pt x="2642513" y="339469"/>
                </a:lnTo>
                <a:lnTo>
                  <a:pt x="2640639" y="339834"/>
                </a:lnTo>
                <a:lnTo>
                  <a:pt x="2638725" y="340181"/>
                </a:lnTo>
                <a:lnTo>
                  <a:pt x="2644618" y="378465"/>
                </a:lnTo>
                <a:lnTo>
                  <a:pt x="2650960" y="377884"/>
                </a:lnTo>
                <a:lnTo>
                  <a:pt x="2657099" y="377059"/>
                </a:lnTo>
                <a:lnTo>
                  <a:pt x="2663037" y="375992"/>
                </a:lnTo>
                <a:lnTo>
                  <a:pt x="2668772" y="374682"/>
                </a:lnTo>
                <a:lnTo>
                  <a:pt x="2674306" y="373129"/>
                </a:lnTo>
                <a:lnTo>
                  <a:pt x="2679638" y="371333"/>
                </a:lnTo>
                <a:lnTo>
                  <a:pt x="2684767" y="369294"/>
                </a:lnTo>
                <a:lnTo>
                  <a:pt x="2689695" y="367012"/>
                </a:lnTo>
                <a:lnTo>
                  <a:pt x="2694421" y="364488"/>
                </a:lnTo>
                <a:lnTo>
                  <a:pt x="2698945" y="361720"/>
                </a:lnTo>
                <a:lnTo>
                  <a:pt x="2703267" y="358710"/>
                </a:lnTo>
                <a:lnTo>
                  <a:pt x="2707387" y="355457"/>
                </a:lnTo>
                <a:lnTo>
                  <a:pt x="2711305" y="351961"/>
                </a:lnTo>
                <a:lnTo>
                  <a:pt x="2715021" y="348222"/>
                </a:lnTo>
                <a:lnTo>
                  <a:pt x="2718535" y="344240"/>
                </a:lnTo>
                <a:lnTo>
                  <a:pt x="2721847" y="340016"/>
                </a:lnTo>
                <a:lnTo>
                  <a:pt x="2724957" y="335548"/>
                </a:lnTo>
                <a:lnTo>
                  <a:pt x="2727865" y="330838"/>
                </a:lnTo>
                <a:lnTo>
                  <a:pt x="2730571" y="325885"/>
                </a:lnTo>
                <a:lnTo>
                  <a:pt x="2733075" y="320689"/>
                </a:lnTo>
                <a:lnTo>
                  <a:pt x="2735378" y="315250"/>
                </a:lnTo>
                <a:lnTo>
                  <a:pt x="2737478" y="309568"/>
                </a:lnTo>
                <a:lnTo>
                  <a:pt x="2739376" y="303644"/>
                </a:lnTo>
                <a:lnTo>
                  <a:pt x="2741073" y="297476"/>
                </a:lnTo>
                <a:lnTo>
                  <a:pt x="2791879" y="101612"/>
                </a:lnTo>
                <a:lnTo>
                  <a:pt x="2737022" y="101612"/>
                </a:lnTo>
                <a:lnTo>
                  <a:pt x="2706833" y="261394"/>
                </a:lnTo>
                <a:lnTo>
                  <a:pt x="2681065" y="101612"/>
                </a:lnTo>
                <a:lnTo>
                  <a:pt x="2628340" y="101612"/>
                </a:lnTo>
                <a:lnTo>
                  <a:pt x="2628784" y="99039"/>
                </a:lnTo>
                <a:lnTo>
                  <a:pt x="2628140" y="98798"/>
                </a:lnTo>
                <a:close/>
                <a:moveTo>
                  <a:pt x="2302780" y="255238"/>
                </a:moveTo>
                <a:lnTo>
                  <a:pt x="2302088" y="255605"/>
                </a:lnTo>
                <a:lnTo>
                  <a:pt x="2301400" y="255954"/>
                </a:lnTo>
                <a:lnTo>
                  <a:pt x="2300715" y="256285"/>
                </a:lnTo>
                <a:lnTo>
                  <a:pt x="2300035" y="256599"/>
                </a:lnTo>
                <a:lnTo>
                  <a:pt x="2299358" y="256894"/>
                </a:lnTo>
                <a:lnTo>
                  <a:pt x="2298685" y="257172"/>
                </a:lnTo>
                <a:lnTo>
                  <a:pt x="2298016" y="257431"/>
                </a:lnTo>
                <a:lnTo>
                  <a:pt x="2297350" y="257673"/>
                </a:lnTo>
                <a:lnTo>
                  <a:pt x="2296689" y="257897"/>
                </a:lnTo>
                <a:lnTo>
                  <a:pt x="2296031" y="258103"/>
                </a:lnTo>
                <a:lnTo>
                  <a:pt x="2295377" y="258291"/>
                </a:lnTo>
                <a:lnTo>
                  <a:pt x="2294727" y="258461"/>
                </a:lnTo>
                <a:lnTo>
                  <a:pt x="2294081" y="258613"/>
                </a:lnTo>
                <a:lnTo>
                  <a:pt x="2293439" y="258748"/>
                </a:lnTo>
                <a:lnTo>
                  <a:pt x="2292800" y="258864"/>
                </a:lnTo>
                <a:lnTo>
                  <a:pt x="2292165" y="258962"/>
                </a:lnTo>
                <a:lnTo>
                  <a:pt x="2291534" y="259043"/>
                </a:lnTo>
                <a:lnTo>
                  <a:pt x="2290907" y="259106"/>
                </a:lnTo>
                <a:lnTo>
                  <a:pt x="2290284" y="259150"/>
                </a:lnTo>
                <a:lnTo>
                  <a:pt x="2289665" y="259177"/>
                </a:lnTo>
                <a:lnTo>
                  <a:pt x="2289049" y="259186"/>
                </a:lnTo>
                <a:lnTo>
                  <a:pt x="2287968" y="259159"/>
                </a:lnTo>
                <a:lnTo>
                  <a:pt x="2286932" y="259076"/>
                </a:lnTo>
                <a:lnTo>
                  <a:pt x="2285943" y="258939"/>
                </a:lnTo>
                <a:lnTo>
                  <a:pt x="2285000" y="258747"/>
                </a:lnTo>
                <a:lnTo>
                  <a:pt x="2284102" y="258499"/>
                </a:lnTo>
                <a:lnTo>
                  <a:pt x="2283251" y="258197"/>
                </a:lnTo>
                <a:lnTo>
                  <a:pt x="2282446" y="257840"/>
                </a:lnTo>
                <a:lnTo>
                  <a:pt x="2281687" y="257427"/>
                </a:lnTo>
                <a:lnTo>
                  <a:pt x="2280973" y="256960"/>
                </a:lnTo>
                <a:lnTo>
                  <a:pt x="2280306" y="256438"/>
                </a:lnTo>
                <a:lnTo>
                  <a:pt x="2279685" y="255861"/>
                </a:lnTo>
                <a:lnTo>
                  <a:pt x="2279110" y="255229"/>
                </a:lnTo>
                <a:lnTo>
                  <a:pt x="2278581" y="254542"/>
                </a:lnTo>
                <a:lnTo>
                  <a:pt x="2278098" y="253799"/>
                </a:lnTo>
                <a:lnTo>
                  <a:pt x="2277660" y="253002"/>
                </a:lnTo>
                <a:lnTo>
                  <a:pt x="2277269" y="252150"/>
                </a:lnTo>
                <a:lnTo>
                  <a:pt x="2276924" y="251244"/>
                </a:lnTo>
                <a:lnTo>
                  <a:pt x="2276625" y="250282"/>
                </a:lnTo>
                <a:lnTo>
                  <a:pt x="2276372" y="249265"/>
                </a:lnTo>
                <a:lnTo>
                  <a:pt x="2276165" y="248193"/>
                </a:lnTo>
                <a:lnTo>
                  <a:pt x="2276004" y="247066"/>
                </a:lnTo>
                <a:lnTo>
                  <a:pt x="2275889" y="245884"/>
                </a:lnTo>
                <a:lnTo>
                  <a:pt x="2275820" y="244647"/>
                </a:lnTo>
                <a:lnTo>
                  <a:pt x="2275797" y="243356"/>
                </a:lnTo>
                <a:lnTo>
                  <a:pt x="2275797" y="140637"/>
                </a:lnTo>
                <a:lnTo>
                  <a:pt x="2306351" y="140637"/>
                </a:lnTo>
                <a:lnTo>
                  <a:pt x="2312244" y="101612"/>
                </a:lnTo>
                <a:lnTo>
                  <a:pt x="2275797" y="101612"/>
                </a:lnTo>
                <a:lnTo>
                  <a:pt x="2275797" y="52648"/>
                </a:lnTo>
                <a:lnTo>
                  <a:pt x="2220205" y="58906"/>
                </a:lnTo>
                <a:lnTo>
                  <a:pt x="2220205" y="101612"/>
                </a:lnTo>
                <a:lnTo>
                  <a:pt x="2199959" y="101612"/>
                </a:lnTo>
                <a:lnTo>
                  <a:pt x="2199959" y="140637"/>
                </a:lnTo>
                <a:lnTo>
                  <a:pt x="2220205" y="140637"/>
                </a:lnTo>
                <a:lnTo>
                  <a:pt x="2220205" y="243721"/>
                </a:lnTo>
                <a:lnTo>
                  <a:pt x="2220230" y="245972"/>
                </a:lnTo>
                <a:lnTo>
                  <a:pt x="2220305" y="248185"/>
                </a:lnTo>
                <a:lnTo>
                  <a:pt x="2220429" y="250360"/>
                </a:lnTo>
                <a:lnTo>
                  <a:pt x="2220604" y="252496"/>
                </a:lnTo>
                <a:lnTo>
                  <a:pt x="2220828" y="254594"/>
                </a:lnTo>
                <a:lnTo>
                  <a:pt x="2221102" y="256653"/>
                </a:lnTo>
                <a:lnTo>
                  <a:pt x="2221426" y="258675"/>
                </a:lnTo>
                <a:lnTo>
                  <a:pt x="2221800" y="260657"/>
                </a:lnTo>
                <a:lnTo>
                  <a:pt x="2222224" y="262602"/>
                </a:lnTo>
                <a:lnTo>
                  <a:pt x="2222698" y="264508"/>
                </a:lnTo>
                <a:lnTo>
                  <a:pt x="2223221" y="266376"/>
                </a:lnTo>
                <a:lnTo>
                  <a:pt x="2223795" y="268205"/>
                </a:lnTo>
                <a:lnTo>
                  <a:pt x="2224418" y="269996"/>
                </a:lnTo>
                <a:lnTo>
                  <a:pt x="2225091" y="271749"/>
                </a:lnTo>
                <a:lnTo>
                  <a:pt x="2225814" y="273464"/>
                </a:lnTo>
                <a:lnTo>
                  <a:pt x="2226586" y="275140"/>
                </a:lnTo>
                <a:lnTo>
                  <a:pt x="2227409" y="276777"/>
                </a:lnTo>
                <a:lnTo>
                  <a:pt x="2228282" y="278377"/>
                </a:lnTo>
                <a:lnTo>
                  <a:pt x="2229204" y="279938"/>
                </a:lnTo>
                <a:lnTo>
                  <a:pt x="2230176" y="281460"/>
                </a:lnTo>
                <a:lnTo>
                  <a:pt x="2231198" y="282945"/>
                </a:lnTo>
                <a:lnTo>
                  <a:pt x="2232270" y="284391"/>
                </a:lnTo>
                <a:lnTo>
                  <a:pt x="2233392" y="285798"/>
                </a:lnTo>
                <a:lnTo>
                  <a:pt x="2234564" y="287168"/>
                </a:lnTo>
                <a:lnTo>
                  <a:pt x="2235784" y="288489"/>
                </a:lnTo>
                <a:lnTo>
                  <a:pt x="2237054" y="289754"/>
                </a:lnTo>
                <a:lnTo>
                  <a:pt x="2238372" y="290964"/>
                </a:lnTo>
                <a:lnTo>
                  <a:pt x="2239738" y="292116"/>
                </a:lnTo>
                <a:lnTo>
                  <a:pt x="2241153" y="293213"/>
                </a:lnTo>
                <a:lnTo>
                  <a:pt x="2242617" y="294253"/>
                </a:lnTo>
                <a:lnTo>
                  <a:pt x="2244129" y="295237"/>
                </a:lnTo>
                <a:lnTo>
                  <a:pt x="2245690" y="296165"/>
                </a:lnTo>
                <a:lnTo>
                  <a:pt x="2247300" y="297037"/>
                </a:lnTo>
                <a:lnTo>
                  <a:pt x="2248958" y="297852"/>
                </a:lnTo>
                <a:lnTo>
                  <a:pt x="2250664" y="298611"/>
                </a:lnTo>
                <a:lnTo>
                  <a:pt x="2252419" y="299314"/>
                </a:lnTo>
                <a:lnTo>
                  <a:pt x="2254223" y="299961"/>
                </a:lnTo>
                <a:lnTo>
                  <a:pt x="2256075" y="300552"/>
                </a:lnTo>
                <a:lnTo>
                  <a:pt x="2257976" y="301086"/>
                </a:lnTo>
                <a:lnTo>
                  <a:pt x="2259925" y="301564"/>
                </a:lnTo>
                <a:lnTo>
                  <a:pt x="2261923" y="301986"/>
                </a:lnTo>
                <a:lnTo>
                  <a:pt x="2263970" y="302351"/>
                </a:lnTo>
                <a:lnTo>
                  <a:pt x="2266065" y="302660"/>
                </a:lnTo>
                <a:lnTo>
                  <a:pt x="2268208" y="302913"/>
                </a:lnTo>
                <a:lnTo>
                  <a:pt x="2270401" y="303110"/>
                </a:lnTo>
                <a:lnTo>
                  <a:pt x="2272641" y="303251"/>
                </a:lnTo>
                <a:lnTo>
                  <a:pt x="2274931" y="303335"/>
                </a:lnTo>
                <a:lnTo>
                  <a:pt x="2277269" y="303363"/>
                </a:lnTo>
                <a:lnTo>
                  <a:pt x="2278311" y="303357"/>
                </a:lnTo>
                <a:lnTo>
                  <a:pt x="2279352" y="303336"/>
                </a:lnTo>
                <a:lnTo>
                  <a:pt x="2280392" y="303303"/>
                </a:lnTo>
                <a:lnTo>
                  <a:pt x="2281431" y="303256"/>
                </a:lnTo>
                <a:lnTo>
                  <a:pt x="2282468" y="303196"/>
                </a:lnTo>
                <a:lnTo>
                  <a:pt x="2283504" y="303122"/>
                </a:lnTo>
                <a:lnTo>
                  <a:pt x="2284539" y="303035"/>
                </a:lnTo>
                <a:lnTo>
                  <a:pt x="2285572" y="302934"/>
                </a:lnTo>
                <a:lnTo>
                  <a:pt x="2286604" y="302820"/>
                </a:lnTo>
                <a:lnTo>
                  <a:pt x="2287635" y="302692"/>
                </a:lnTo>
                <a:lnTo>
                  <a:pt x="2288665" y="302551"/>
                </a:lnTo>
                <a:lnTo>
                  <a:pt x="2289694" y="302397"/>
                </a:lnTo>
                <a:lnTo>
                  <a:pt x="2290721" y="302229"/>
                </a:lnTo>
                <a:lnTo>
                  <a:pt x="2291747" y="302048"/>
                </a:lnTo>
                <a:lnTo>
                  <a:pt x="2292771" y="301854"/>
                </a:lnTo>
                <a:lnTo>
                  <a:pt x="2293795" y="301646"/>
                </a:lnTo>
                <a:lnTo>
                  <a:pt x="2294817" y="301424"/>
                </a:lnTo>
                <a:lnTo>
                  <a:pt x="2295837" y="301189"/>
                </a:lnTo>
                <a:lnTo>
                  <a:pt x="2296857" y="300941"/>
                </a:lnTo>
                <a:lnTo>
                  <a:pt x="2297875" y="300679"/>
                </a:lnTo>
                <a:lnTo>
                  <a:pt x="2298892" y="300404"/>
                </a:lnTo>
                <a:lnTo>
                  <a:pt x="2299908" y="300116"/>
                </a:lnTo>
                <a:lnTo>
                  <a:pt x="2300923" y="299814"/>
                </a:lnTo>
                <a:lnTo>
                  <a:pt x="2301936" y="299498"/>
                </a:lnTo>
                <a:lnTo>
                  <a:pt x="2302943" y="299170"/>
                </a:lnTo>
                <a:lnTo>
                  <a:pt x="2303940" y="298827"/>
                </a:lnTo>
                <a:lnTo>
                  <a:pt x="2304927" y="298472"/>
                </a:lnTo>
                <a:lnTo>
                  <a:pt x="2305904" y="298103"/>
                </a:lnTo>
                <a:lnTo>
                  <a:pt x="2306871" y="297720"/>
                </a:lnTo>
                <a:lnTo>
                  <a:pt x="2307827" y="297324"/>
                </a:lnTo>
                <a:lnTo>
                  <a:pt x="2308773" y="296915"/>
                </a:lnTo>
                <a:lnTo>
                  <a:pt x="2309709" y="296492"/>
                </a:lnTo>
                <a:lnTo>
                  <a:pt x="2310634" y="296056"/>
                </a:lnTo>
                <a:lnTo>
                  <a:pt x="2311550" y="295607"/>
                </a:lnTo>
                <a:lnTo>
                  <a:pt x="2312455" y="295144"/>
                </a:lnTo>
                <a:lnTo>
                  <a:pt x="2313349" y="294667"/>
                </a:lnTo>
                <a:lnTo>
                  <a:pt x="2314234" y="294177"/>
                </a:lnTo>
                <a:lnTo>
                  <a:pt x="2315108" y="293674"/>
                </a:lnTo>
                <a:lnTo>
                  <a:pt x="2315972" y="293157"/>
                </a:lnTo>
                <a:lnTo>
                  <a:pt x="2316826" y="292627"/>
                </a:lnTo>
                <a:lnTo>
                  <a:pt x="2317670" y="292084"/>
                </a:lnTo>
                <a:lnTo>
                  <a:pt x="2318503" y="291527"/>
                </a:lnTo>
                <a:lnTo>
                  <a:pt x="2319326" y="290957"/>
                </a:lnTo>
                <a:lnTo>
                  <a:pt x="2320139" y="290373"/>
                </a:lnTo>
                <a:lnTo>
                  <a:pt x="2320942" y="289776"/>
                </a:lnTo>
                <a:lnTo>
                  <a:pt x="2321734" y="289165"/>
                </a:lnTo>
                <a:lnTo>
                  <a:pt x="2322516" y="288541"/>
                </a:lnTo>
                <a:lnTo>
                  <a:pt x="2323288" y="287904"/>
                </a:lnTo>
                <a:lnTo>
                  <a:pt x="2304879" y="254029"/>
                </a:lnTo>
                <a:lnTo>
                  <a:pt x="2304176" y="254450"/>
                </a:lnTo>
                <a:lnTo>
                  <a:pt x="2303476" y="254853"/>
                </a:lnTo>
                <a:lnTo>
                  <a:pt x="2302780" y="255238"/>
                </a:lnTo>
                <a:close/>
                <a:moveTo>
                  <a:pt x="1856923" y="96512"/>
                </a:moveTo>
                <a:lnTo>
                  <a:pt x="1854052" y="97022"/>
                </a:lnTo>
                <a:lnTo>
                  <a:pt x="1851240" y="97625"/>
                </a:lnTo>
                <a:lnTo>
                  <a:pt x="1848486" y="98320"/>
                </a:lnTo>
                <a:lnTo>
                  <a:pt x="1845789" y="99108"/>
                </a:lnTo>
                <a:lnTo>
                  <a:pt x="1843151" y="99988"/>
                </a:lnTo>
                <a:lnTo>
                  <a:pt x="1840572" y="100961"/>
                </a:lnTo>
                <a:lnTo>
                  <a:pt x="1838050" y="102027"/>
                </a:lnTo>
                <a:lnTo>
                  <a:pt x="1835586" y="103186"/>
                </a:lnTo>
                <a:lnTo>
                  <a:pt x="1833181" y="104437"/>
                </a:lnTo>
                <a:lnTo>
                  <a:pt x="1830834" y="105781"/>
                </a:lnTo>
                <a:lnTo>
                  <a:pt x="1828545" y="107218"/>
                </a:lnTo>
                <a:lnTo>
                  <a:pt x="1826314" y="108748"/>
                </a:lnTo>
                <a:lnTo>
                  <a:pt x="1824141" y="110370"/>
                </a:lnTo>
                <a:lnTo>
                  <a:pt x="1822026" y="112084"/>
                </a:lnTo>
                <a:lnTo>
                  <a:pt x="1819970" y="113892"/>
                </a:lnTo>
                <a:lnTo>
                  <a:pt x="1817972" y="115792"/>
                </a:lnTo>
                <a:lnTo>
                  <a:pt x="1816031" y="117785"/>
                </a:lnTo>
                <a:lnTo>
                  <a:pt x="1814149" y="119870"/>
                </a:lnTo>
                <a:lnTo>
                  <a:pt x="1812325" y="122049"/>
                </a:lnTo>
                <a:lnTo>
                  <a:pt x="1810568" y="124314"/>
                </a:lnTo>
                <a:lnTo>
                  <a:pt x="1808885" y="126662"/>
                </a:lnTo>
                <a:lnTo>
                  <a:pt x="1807277" y="129092"/>
                </a:lnTo>
                <a:lnTo>
                  <a:pt x="1805744" y="131605"/>
                </a:lnTo>
                <a:lnTo>
                  <a:pt x="1804286" y="134200"/>
                </a:lnTo>
                <a:lnTo>
                  <a:pt x="1802903" y="136877"/>
                </a:lnTo>
                <a:lnTo>
                  <a:pt x="1801594" y="139637"/>
                </a:lnTo>
                <a:lnTo>
                  <a:pt x="1800360" y="142480"/>
                </a:lnTo>
                <a:lnTo>
                  <a:pt x="1799201" y="145405"/>
                </a:lnTo>
                <a:lnTo>
                  <a:pt x="1798116" y="148412"/>
                </a:lnTo>
                <a:lnTo>
                  <a:pt x="1797107" y="151502"/>
                </a:lnTo>
                <a:lnTo>
                  <a:pt x="1796172" y="154674"/>
                </a:lnTo>
                <a:lnTo>
                  <a:pt x="1795312" y="157929"/>
                </a:lnTo>
                <a:lnTo>
                  <a:pt x="1794527" y="161266"/>
                </a:lnTo>
                <a:lnTo>
                  <a:pt x="1793816" y="164686"/>
                </a:lnTo>
                <a:lnTo>
                  <a:pt x="1793181" y="168188"/>
                </a:lnTo>
                <a:lnTo>
                  <a:pt x="1792620" y="171773"/>
                </a:lnTo>
                <a:lnTo>
                  <a:pt x="1792134" y="175440"/>
                </a:lnTo>
                <a:lnTo>
                  <a:pt x="1791722" y="179189"/>
                </a:lnTo>
                <a:lnTo>
                  <a:pt x="1791386" y="183021"/>
                </a:lnTo>
                <a:lnTo>
                  <a:pt x="1791124" y="186935"/>
                </a:lnTo>
                <a:lnTo>
                  <a:pt x="1790937" y="190932"/>
                </a:lnTo>
                <a:lnTo>
                  <a:pt x="1790825" y="195011"/>
                </a:lnTo>
                <a:lnTo>
                  <a:pt x="1790787" y="199173"/>
                </a:lnTo>
                <a:lnTo>
                  <a:pt x="1790825" y="203424"/>
                </a:lnTo>
                <a:lnTo>
                  <a:pt x="1790937" y="207588"/>
                </a:lnTo>
                <a:lnTo>
                  <a:pt x="1791124" y="211665"/>
                </a:lnTo>
                <a:lnTo>
                  <a:pt x="1791386" y="215653"/>
                </a:lnTo>
                <a:lnTo>
                  <a:pt x="1791722" y="219554"/>
                </a:lnTo>
                <a:lnTo>
                  <a:pt x="1792134" y="223368"/>
                </a:lnTo>
                <a:lnTo>
                  <a:pt x="1792620" y="227094"/>
                </a:lnTo>
                <a:lnTo>
                  <a:pt x="1793181" y="230732"/>
                </a:lnTo>
                <a:lnTo>
                  <a:pt x="1793816" y="234283"/>
                </a:lnTo>
                <a:lnTo>
                  <a:pt x="1794527" y="237747"/>
                </a:lnTo>
                <a:lnTo>
                  <a:pt x="1795312" y="241122"/>
                </a:lnTo>
                <a:lnTo>
                  <a:pt x="1796172" y="244410"/>
                </a:lnTo>
                <a:lnTo>
                  <a:pt x="1797107" y="247611"/>
                </a:lnTo>
                <a:lnTo>
                  <a:pt x="1798116" y="250724"/>
                </a:lnTo>
                <a:lnTo>
                  <a:pt x="1799201" y="253750"/>
                </a:lnTo>
                <a:lnTo>
                  <a:pt x="1800360" y="256688"/>
                </a:lnTo>
                <a:lnTo>
                  <a:pt x="1801594" y="259538"/>
                </a:lnTo>
                <a:lnTo>
                  <a:pt x="1802903" y="262301"/>
                </a:lnTo>
                <a:lnTo>
                  <a:pt x="1804286" y="264976"/>
                </a:lnTo>
                <a:lnTo>
                  <a:pt x="1805744" y="267564"/>
                </a:lnTo>
                <a:lnTo>
                  <a:pt x="1807277" y="270064"/>
                </a:lnTo>
                <a:lnTo>
                  <a:pt x="1808885" y="272477"/>
                </a:lnTo>
                <a:lnTo>
                  <a:pt x="1810568" y="274802"/>
                </a:lnTo>
                <a:lnTo>
                  <a:pt x="1812325" y="277039"/>
                </a:lnTo>
                <a:lnTo>
                  <a:pt x="1814149" y="279187"/>
                </a:lnTo>
                <a:lnTo>
                  <a:pt x="1816031" y="281244"/>
                </a:lnTo>
                <a:lnTo>
                  <a:pt x="1817972" y="283209"/>
                </a:lnTo>
                <a:lnTo>
                  <a:pt x="1819970" y="285083"/>
                </a:lnTo>
                <a:lnTo>
                  <a:pt x="1822026" y="286865"/>
                </a:lnTo>
                <a:lnTo>
                  <a:pt x="1824141" y="288556"/>
                </a:lnTo>
                <a:lnTo>
                  <a:pt x="1826314" y="290155"/>
                </a:lnTo>
                <a:lnTo>
                  <a:pt x="1828545" y="291664"/>
                </a:lnTo>
                <a:lnTo>
                  <a:pt x="1830834" y="293080"/>
                </a:lnTo>
                <a:lnTo>
                  <a:pt x="1833181" y="294406"/>
                </a:lnTo>
                <a:lnTo>
                  <a:pt x="1835586" y="295640"/>
                </a:lnTo>
                <a:lnTo>
                  <a:pt x="1838050" y="296782"/>
                </a:lnTo>
                <a:lnTo>
                  <a:pt x="1840572" y="297833"/>
                </a:lnTo>
                <a:lnTo>
                  <a:pt x="1843151" y="298793"/>
                </a:lnTo>
                <a:lnTo>
                  <a:pt x="1845789" y="299661"/>
                </a:lnTo>
                <a:lnTo>
                  <a:pt x="1848486" y="300438"/>
                </a:lnTo>
                <a:lnTo>
                  <a:pt x="1851240" y="301124"/>
                </a:lnTo>
                <a:lnTo>
                  <a:pt x="1854052" y="301718"/>
                </a:lnTo>
                <a:lnTo>
                  <a:pt x="1856923" y="302221"/>
                </a:lnTo>
                <a:lnTo>
                  <a:pt x="1859851" y="302632"/>
                </a:lnTo>
                <a:lnTo>
                  <a:pt x="1862838" y="302952"/>
                </a:lnTo>
                <a:lnTo>
                  <a:pt x="1865883" y="303180"/>
                </a:lnTo>
                <a:lnTo>
                  <a:pt x="1868986" y="303318"/>
                </a:lnTo>
                <a:lnTo>
                  <a:pt x="1872148" y="303363"/>
                </a:lnTo>
                <a:lnTo>
                  <a:pt x="1875309" y="303316"/>
                </a:lnTo>
                <a:lnTo>
                  <a:pt x="1878413" y="303175"/>
                </a:lnTo>
                <a:lnTo>
                  <a:pt x="1881458" y="302940"/>
                </a:lnTo>
                <a:lnTo>
                  <a:pt x="1884446" y="302612"/>
                </a:lnTo>
                <a:lnTo>
                  <a:pt x="1887375" y="302189"/>
                </a:lnTo>
                <a:lnTo>
                  <a:pt x="1890246" y="301672"/>
                </a:lnTo>
                <a:lnTo>
                  <a:pt x="1893058" y="301061"/>
                </a:lnTo>
                <a:lnTo>
                  <a:pt x="1895813" y="300357"/>
                </a:lnTo>
                <a:lnTo>
                  <a:pt x="1898509" y="299558"/>
                </a:lnTo>
                <a:lnTo>
                  <a:pt x="1901147" y="298665"/>
                </a:lnTo>
                <a:lnTo>
                  <a:pt x="1903728" y="297679"/>
                </a:lnTo>
                <a:lnTo>
                  <a:pt x="1906249" y="296598"/>
                </a:lnTo>
                <a:lnTo>
                  <a:pt x="1908713" y="295424"/>
                </a:lnTo>
                <a:lnTo>
                  <a:pt x="1911119" y="294155"/>
                </a:lnTo>
                <a:lnTo>
                  <a:pt x="1913466" y="292793"/>
                </a:lnTo>
                <a:lnTo>
                  <a:pt x="1915755" y="291337"/>
                </a:lnTo>
                <a:lnTo>
                  <a:pt x="1917986" y="289786"/>
                </a:lnTo>
                <a:lnTo>
                  <a:pt x="1920159" y="288142"/>
                </a:lnTo>
                <a:lnTo>
                  <a:pt x="1922274" y="286404"/>
                </a:lnTo>
                <a:lnTo>
                  <a:pt x="1924331" y="284572"/>
                </a:lnTo>
                <a:lnTo>
                  <a:pt x="1926329" y="282645"/>
                </a:lnTo>
                <a:lnTo>
                  <a:pt x="1928269" y="280625"/>
                </a:lnTo>
                <a:lnTo>
                  <a:pt x="1930151" y="278511"/>
                </a:lnTo>
                <a:lnTo>
                  <a:pt x="1931975" y="276303"/>
                </a:lnTo>
                <a:lnTo>
                  <a:pt x="1933733" y="274009"/>
                </a:lnTo>
                <a:lnTo>
                  <a:pt x="1935415" y="271636"/>
                </a:lnTo>
                <a:lnTo>
                  <a:pt x="1937023" y="269184"/>
                </a:lnTo>
                <a:lnTo>
                  <a:pt x="1938556" y="266654"/>
                </a:lnTo>
                <a:lnTo>
                  <a:pt x="1940015" y="264046"/>
                </a:lnTo>
                <a:lnTo>
                  <a:pt x="1941398" y="261358"/>
                </a:lnTo>
                <a:lnTo>
                  <a:pt x="1942707" y="258592"/>
                </a:lnTo>
                <a:lnTo>
                  <a:pt x="1943941" y="255748"/>
                </a:lnTo>
                <a:lnTo>
                  <a:pt x="1945100" y="252824"/>
                </a:lnTo>
                <a:lnTo>
                  <a:pt x="1946184" y="249823"/>
                </a:lnTo>
                <a:lnTo>
                  <a:pt x="1947194" y="246742"/>
                </a:lnTo>
                <a:lnTo>
                  <a:pt x="1948129" y="243583"/>
                </a:lnTo>
                <a:lnTo>
                  <a:pt x="1948989" y="240346"/>
                </a:lnTo>
                <a:lnTo>
                  <a:pt x="1949774" y="237029"/>
                </a:lnTo>
                <a:lnTo>
                  <a:pt x="1950485" y="233635"/>
                </a:lnTo>
                <a:lnTo>
                  <a:pt x="1951120" y="230161"/>
                </a:lnTo>
                <a:lnTo>
                  <a:pt x="1951681" y="226609"/>
                </a:lnTo>
                <a:lnTo>
                  <a:pt x="1952167" y="222979"/>
                </a:lnTo>
                <a:lnTo>
                  <a:pt x="1952579" y="219269"/>
                </a:lnTo>
                <a:lnTo>
                  <a:pt x="1952915" y="215481"/>
                </a:lnTo>
                <a:lnTo>
                  <a:pt x="1953177" y="211615"/>
                </a:lnTo>
                <a:lnTo>
                  <a:pt x="1953364" y="207670"/>
                </a:lnTo>
                <a:lnTo>
                  <a:pt x="1953476" y="203646"/>
                </a:lnTo>
                <a:lnTo>
                  <a:pt x="1953513" y="199544"/>
                </a:lnTo>
                <a:lnTo>
                  <a:pt x="1953476" y="195263"/>
                </a:lnTo>
                <a:lnTo>
                  <a:pt x="1953364" y="191071"/>
                </a:lnTo>
                <a:lnTo>
                  <a:pt x="1953177" y="186968"/>
                </a:lnTo>
                <a:lnTo>
                  <a:pt x="1952915" y="182956"/>
                </a:lnTo>
                <a:lnTo>
                  <a:pt x="1952579" y="179032"/>
                </a:lnTo>
                <a:lnTo>
                  <a:pt x="1952167" y="175198"/>
                </a:lnTo>
                <a:lnTo>
                  <a:pt x="1951681" y="171454"/>
                </a:lnTo>
                <a:lnTo>
                  <a:pt x="1951120" y="167799"/>
                </a:lnTo>
                <a:lnTo>
                  <a:pt x="1950485" y="164234"/>
                </a:lnTo>
                <a:lnTo>
                  <a:pt x="1949774" y="160758"/>
                </a:lnTo>
                <a:lnTo>
                  <a:pt x="1948989" y="157372"/>
                </a:lnTo>
                <a:lnTo>
                  <a:pt x="1948129" y="154075"/>
                </a:lnTo>
                <a:lnTo>
                  <a:pt x="1947194" y="150867"/>
                </a:lnTo>
                <a:lnTo>
                  <a:pt x="1946184" y="147749"/>
                </a:lnTo>
                <a:lnTo>
                  <a:pt x="1945100" y="144721"/>
                </a:lnTo>
                <a:lnTo>
                  <a:pt x="1943941" y="141782"/>
                </a:lnTo>
                <a:lnTo>
                  <a:pt x="1942707" y="138933"/>
                </a:lnTo>
                <a:lnTo>
                  <a:pt x="1941398" y="136173"/>
                </a:lnTo>
                <a:lnTo>
                  <a:pt x="1940015" y="133502"/>
                </a:lnTo>
                <a:lnTo>
                  <a:pt x="1938556" y="130921"/>
                </a:lnTo>
                <a:lnTo>
                  <a:pt x="1937023" y="128430"/>
                </a:lnTo>
                <a:lnTo>
                  <a:pt x="1935415" y="126028"/>
                </a:lnTo>
                <a:lnTo>
                  <a:pt x="1933733" y="123715"/>
                </a:lnTo>
                <a:lnTo>
                  <a:pt x="1931975" y="121493"/>
                </a:lnTo>
                <a:lnTo>
                  <a:pt x="1930151" y="119360"/>
                </a:lnTo>
                <a:lnTo>
                  <a:pt x="1928269" y="117318"/>
                </a:lnTo>
                <a:lnTo>
                  <a:pt x="1926329" y="115366"/>
                </a:lnTo>
                <a:lnTo>
                  <a:pt x="1924331" y="113506"/>
                </a:lnTo>
                <a:lnTo>
                  <a:pt x="1922274" y="111736"/>
                </a:lnTo>
                <a:lnTo>
                  <a:pt x="1920159" y="110057"/>
                </a:lnTo>
                <a:lnTo>
                  <a:pt x="1917986" y="108468"/>
                </a:lnTo>
                <a:lnTo>
                  <a:pt x="1915755" y="106971"/>
                </a:lnTo>
                <a:lnTo>
                  <a:pt x="1913466" y="105564"/>
                </a:lnTo>
                <a:lnTo>
                  <a:pt x="1911119" y="104248"/>
                </a:lnTo>
                <a:lnTo>
                  <a:pt x="1908713" y="103023"/>
                </a:lnTo>
                <a:lnTo>
                  <a:pt x="1906249" y="101888"/>
                </a:lnTo>
                <a:lnTo>
                  <a:pt x="1903728" y="100845"/>
                </a:lnTo>
                <a:lnTo>
                  <a:pt x="1901147" y="99892"/>
                </a:lnTo>
                <a:lnTo>
                  <a:pt x="1898509" y="99029"/>
                </a:lnTo>
                <a:lnTo>
                  <a:pt x="1895813" y="98258"/>
                </a:lnTo>
                <a:lnTo>
                  <a:pt x="1893058" y="97577"/>
                </a:lnTo>
                <a:lnTo>
                  <a:pt x="1890246" y="96987"/>
                </a:lnTo>
                <a:lnTo>
                  <a:pt x="1887375" y="96488"/>
                </a:lnTo>
                <a:lnTo>
                  <a:pt x="1884446" y="96080"/>
                </a:lnTo>
                <a:lnTo>
                  <a:pt x="1881458" y="95762"/>
                </a:lnTo>
                <a:lnTo>
                  <a:pt x="1878413" y="95535"/>
                </a:lnTo>
                <a:lnTo>
                  <a:pt x="1875309" y="95399"/>
                </a:lnTo>
                <a:lnTo>
                  <a:pt x="1872148" y="95354"/>
                </a:lnTo>
                <a:lnTo>
                  <a:pt x="1868986" y="95400"/>
                </a:lnTo>
                <a:lnTo>
                  <a:pt x="1865883" y="95539"/>
                </a:lnTo>
                <a:lnTo>
                  <a:pt x="1862838" y="95771"/>
                </a:lnTo>
                <a:lnTo>
                  <a:pt x="1859851" y="96095"/>
                </a:lnTo>
                <a:lnTo>
                  <a:pt x="1856923" y="96512"/>
                </a:lnTo>
                <a:close/>
                <a:moveTo>
                  <a:pt x="1877206" y="137194"/>
                </a:moveTo>
                <a:lnTo>
                  <a:pt x="1878142" y="137462"/>
                </a:lnTo>
                <a:lnTo>
                  <a:pt x="1879054" y="137777"/>
                </a:lnTo>
                <a:lnTo>
                  <a:pt x="1879941" y="138142"/>
                </a:lnTo>
                <a:lnTo>
                  <a:pt x="1880803" y="138555"/>
                </a:lnTo>
                <a:lnTo>
                  <a:pt x="1881640" y="139017"/>
                </a:lnTo>
                <a:lnTo>
                  <a:pt x="1882452" y="139527"/>
                </a:lnTo>
                <a:lnTo>
                  <a:pt x="1883240" y="140085"/>
                </a:lnTo>
                <a:lnTo>
                  <a:pt x="1884002" y="140693"/>
                </a:lnTo>
                <a:lnTo>
                  <a:pt x="1884739" y="141349"/>
                </a:lnTo>
                <a:lnTo>
                  <a:pt x="1885452" y="142053"/>
                </a:lnTo>
                <a:lnTo>
                  <a:pt x="1886139" y="142806"/>
                </a:lnTo>
                <a:lnTo>
                  <a:pt x="1886802" y="143608"/>
                </a:lnTo>
                <a:lnTo>
                  <a:pt x="1887439" y="144458"/>
                </a:lnTo>
                <a:lnTo>
                  <a:pt x="1888052" y="145357"/>
                </a:lnTo>
                <a:lnTo>
                  <a:pt x="1888640" y="146305"/>
                </a:lnTo>
                <a:lnTo>
                  <a:pt x="1889203" y="147301"/>
                </a:lnTo>
                <a:lnTo>
                  <a:pt x="1889741" y="148346"/>
                </a:lnTo>
                <a:lnTo>
                  <a:pt x="1890254" y="149439"/>
                </a:lnTo>
                <a:lnTo>
                  <a:pt x="1890742" y="150581"/>
                </a:lnTo>
                <a:lnTo>
                  <a:pt x="1891208" y="151783"/>
                </a:lnTo>
                <a:lnTo>
                  <a:pt x="1891654" y="153058"/>
                </a:lnTo>
                <a:lnTo>
                  <a:pt x="1892080" y="154406"/>
                </a:lnTo>
                <a:lnTo>
                  <a:pt x="1892486" y="155826"/>
                </a:lnTo>
                <a:lnTo>
                  <a:pt x="1892872" y="157320"/>
                </a:lnTo>
                <a:lnTo>
                  <a:pt x="1893239" y="158886"/>
                </a:lnTo>
                <a:lnTo>
                  <a:pt x="1893586" y="160526"/>
                </a:lnTo>
                <a:lnTo>
                  <a:pt x="1893913" y="162238"/>
                </a:lnTo>
                <a:lnTo>
                  <a:pt x="1894220" y="164023"/>
                </a:lnTo>
                <a:lnTo>
                  <a:pt x="1894507" y="165881"/>
                </a:lnTo>
                <a:lnTo>
                  <a:pt x="1894775" y="167812"/>
                </a:lnTo>
                <a:lnTo>
                  <a:pt x="1895023" y="169815"/>
                </a:lnTo>
                <a:lnTo>
                  <a:pt x="1895250" y="171892"/>
                </a:lnTo>
                <a:lnTo>
                  <a:pt x="1895459" y="174041"/>
                </a:lnTo>
                <a:lnTo>
                  <a:pt x="1895647" y="176264"/>
                </a:lnTo>
                <a:lnTo>
                  <a:pt x="1895815" y="178559"/>
                </a:lnTo>
                <a:lnTo>
                  <a:pt x="1895964" y="180927"/>
                </a:lnTo>
                <a:lnTo>
                  <a:pt x="1896093" y="183368"/>
                </a:lnTo>
                <a:lnTo>
                  <a:pt x="1896202" y="185882"/>
                </a:lnTo>
                <a:lnTo>
                  <a:pt x="1896291" y="188468"/>
                </a:lnTo>
                <a:lnTo>
                  <a:pt x="1896360" y="191128"/>
                </a:lnTo>
                <a:lnTo>
                  <a:pt x="1896410" y="193860"/>
                </a:lnTo>
                <a:lnTo>
                  <a:pt x="1896440" y="196666"/>
                </a:lnTo>
                <a:lnTo>
                  <a:pt x="1896449" y="199544"/>
                </a:lnTo>
                <a:lnTo>
                  <a:pt x="1896440" y="202392"/>
                </a:lnTo>
                <a:lnTo>
                  <a:pt x="1896410" y="205169"/>
                </a:lnTo>
                <a:lnTo>
                  <a:pt x="1896360" y="207876"/>
                </a:lnTo>
                <a:lnTo>
                  <a:pt x="1896291" y="210511"/>
                </a:lnTo>
                <a:lnTo>
                  <a:pt x="1896202" y="213076"/>
                </a:lnTo>
                <a:lnTo>
                  <a:pt x="1896093" y="215570"/>
                </a:lnTo>
                <a:lnTo>
                  <a:pt x="1895964" y="217992"/>
                </a:lnTo>
                <a:lnTo>
                  <a:pt x="1895815" y="220344"/>
                </a:lnTo>
                <a:lnTo>
                  <a:pt x="1895647" y="222625"/>
                </a:lnTo>
                <a:lnTo>
                  <a:pt x="1895459" y="224835"/>
                </a:lnTo>
                <a:lnTo>
                  <a:pt x="1895250" y="226974"/>
                </a:lnTo>
                <a:lnTo>
                  <a:pt x="1895023" y="229042"/>
                </a:lnTo>
                <a:lnTo>
                  <a:pt x="1894775" y="231039"/>
                </a:lnTo>
                <a:lnTo>
                  <a:pt x="1894507" y="232965"/>
                </a:lnTo>
                <a:lnTo>
                  <a:pt x="1894220" y="234821"/>
                </a:lnTo>
                <a:lnTo>
                  <a:pt x="1893913" y="236605"/>
                </a:lnTo>
                <a:lnTo>
                  <a:pt x="1893586" y="238319"/>
                </a:lnTo>
                <a:lnTo>
                  <a:pt x="1893239" y="239961"/>
                </a:lnTo>
                <a:lnTo>
                  <a:pt x="1892872" y="241533"/>
                </a:lnTo>
                <a:lnTo>
                  <a:pt x="1892486" y="243034"/>
                </a:lnTo>
                <a:lnTo>
                  <a:pt x="1892080" y="244463"/>
                </a:lnTo>
                <a:lnTo>
                  <a:pt x="1891654" y="245822"/>
                </a:lnTo>
                <a:lnTo>
                  <a:pt x="1891208" y="247110"/>
                </a:lnTo>
                <a:lnTo>
                  <a:pt x="1890742" y="248327"/>
                </a:lnTo>
                <a:lnTo>
                  <a:pt x="1890254" y="249484"/>
                </a:lnTo>
                <a:lnTo>
                  <a:pt x="1889741" y="250591"/>
                </a:lnTo>
                <a:lnTo>
                  <a:pt x="1889203" y="251649"/>
                </a:lnTo>
                <a:lnTo>
                  <a:pt x="1888640" y="252658"/>
                </a:lnTo>
                <a:lnTo>
                  <a:pt x="1888052" y="253618"/>
                </a:lnTo>
                <a:lnTo>
                  <a:pt x="1887439" y="254528"/>
                </a:lnTo>
                <a:lnTo>
                  <a:pt x="1886802" y="255389"/>
                </a:lnTo>
                <a:lnTo>
                  <a:pt x="1886139" y="256201"/>
                </a:lnTo>
                <a:lnTo>
                  <a:pt x="1885452" y="256964"/>
                </a:lnTo>
                <a:lnTo>
                  <a:pt x="1884739" y="257678"/>
                </a:lnTo>
                <a:lnTo>
                  <a:pt x="1884002" y="258342"/>
                </a:lnTo>
                <a:lnTo>
                  <a:pt x="1883240" y="258957"/>
                </a:lnTo>
                <a:lnTo>
                  <a:pt x="1882452" y="259523"/>
                </a:lnTo>
                <a:lnTo>
                  <a:pt x="1881640" y="260040"/>
                </a:lnTo>
                <a:lnTo>
                  <a:pt x="1880803" y="260508"/>
                </a:lnTo>
                <a:lnTo>
                  <a:pt x="1879941" y="260926"/>
                </a:lnTo>
                <a:lnTo>
                  <a:pt x="1879054" y="261295"/>
                </a:lnTo>
                <a:lnTo>
                  <a:pt x="1878142" y="261615"/>
                </a:lnTo>
                <a:lnTo>
                  <a:pt x="1877206" y="261885"/>
                </a:lnTo>
                <a:lnTo>
                  <a:pt x="1876244" y="262107"/>
                </a:lnTo>
                <a:lnTo>
                  <a:pt x="1875257" y="262279"/>
                </a:lnTo>
                <a:lnTo>
                  <a:pt x="1874246" y="262402"/>
                </a:lnTo>
                <a:lnTo>
                  <a:pt x="1873209" y="262476"/>
                </a:lnTo>
                <a:lnTo>
                  <a:pt x="1872148" y="262501"/>
                </a:lnTo>
                <a:lnTo>
                  <a:pt x="1871087" y="262476"/>
                </a:lnTo>
                <a:lnTo>
                  <a:pt x="1870051" y="262404"/>
                </a:lnTo>
                <a:lnTo>
                  <a:pt x="1869039" y="262282"/>
                </a:lnTo>
                <a:lnTo>
                  <a:pt x="1868053" y="262112"/>
                </a:lnTo>
                <a:lnTo>
                  <a:pt x="1867092" y="261894"/>
                </a:lnTo>
                <a:lnTo>
                  <a:pt x="1866155" y="261626"/>
                </a:lnTo>
                <a:lnTo>
                  <a:pt x="1865244" y="261311"/>
                </a:lnTo>
                <a:lnTo>
                  <a:pt x="1864357" y="260946"/>
                </a:lnTo>
                <a:lnTo>
                  <a:pt x="1863495" y="260534"/>
                </a:lnTo>
                <a:lnTo>
                  <a:pt x="1862659" y="260072"/>
                </a:lnTo>
                <a:lnTo>
                  <a:pt x="1861847" y="259562"/>
                </a:lnTo>
                <a:lnTo>
                  <a:pt x="1861060" y="259004"/>
                </a:lnTo>
                <a:lnTo>
                  <a:pt x="1860298" y="258397"/>
                </a:lnTo>
                <a:lnTo>
                  <a:pt x="1859561" y="257741"/>
                </a:lnTo>
                <a:lnTo>
                  <a:pt x="1858848" y="257037"/>
                </a:lnTo>
                <a:lnTo>
                  <a:pt x="1858161" y="256284"/>
                </a:lnTo>
                <a:lnTo>
                  <a:pt x="1857499" y="255482"/>
                </a:lnTo>
                <a:lnTo>
                  <a:pt x="1856861" y="254632"/>
                </a:lnTo>
                <a:lnTo>
                  <a:pt x="1856248" y="253734"/>
                </a:lnTo>
                <a:lnTo>
                  <a:pt x="1855661" y="252787"/>
                </a:lnTo>
                <a:lnTo>
                  <a:pt x="1855098" y="251791"/>
                </a:lnTo>
                <a:lnTo>
                  <a:pt x="1854560" y="250747"/>
                </a:lnTo>
                <a:lnTo>
                  <a:pt x="1854047" y="249654"/>
                </a:lnTo>
                <a:lnTo>
                  <a:pt x="1853559" y="248513"/>
                </a:lnTo>
                <a:lnTo>
                  <a:pt x="1853093" y="247310"/>
                </a:lnTo>
                <a:lnTo>
                  <a:pt x="1852647" y="246032"/>
                </a:lnTo>
                <a:lnTo>
                  <a:pt x="1852221" y="244681"/>
                </a:lnTo>
                <a:lnTo>
                  <a:pt x="1851815" y="243255"/>
                </a:lnTo>
                <a:lnTo>
                  <a:pt x="1851428" y="241755"/>
                </a:lnTo>
                <a:lnTo>
                  <a:pt x="1851062" y="240181"/>
                </a:lnTo>
                <a:lnTo>
                  <a:pt x="1850715" y="238533"/>
                </a:lnTo>
                <a:lnTo>
                  <a:pt x="1850388" y="236811"/>
                </a:lnTo>
                <a:lnTo>
                  <a:pt x="1850081" y="235015"/>
                </a:lnTo>
                <a:lnTo>
                  <a:pt x="1849793" y="233144"/>
                </a:lnTo>
                <a:lnTo>
                  <a:pt x="1849526" y="231200"/>
                </a:lnTo>
                <a:lnTo>
                  <a:pt x="1849278" y="229181"/>
                </a:lnTo>
                <a:lnTo>
                  <a:pt x="1849050" y="227088"/>
                </a:lnTo>
                <a:lnTo>
                  <a:pt x="1848842" y="224921"/>
                </a:lnTo>
                <a:lnTo>
                  <a:pt x="1848654" y="222680"/>
                </a:lnTo>
                <a:lnTo>
                  <a:pt x="1848486" y="220365"/>
                </a:lnTo>
                <a:lnTo>
                  <a:pt x="1848337" y="217975"/>
                </a:lnTo>
                <a:lnTo>
                  <a:pt x="1848208" y="215512"/>
                </a:lnTo>
                <a:lnTo>
                  <a:pt x="1848099" y="212974"/>
                </a:lnTo>
                <a:lnTo>
                  <a:pt x="1848010" y="210362"/>
                </a:lnTo>
                <a:lnTo>
                  <a:pt x="1847941" y="207676"/>
                </a:lnTo>
                <a:lnTo>
                  <a:pt x="1847891" y="204916"/>
                </a:lnTo>
                <a:lnTo>
                  <a:pt x="1847861" y="202082"/>
                </a:lnTo>
                <a:lnTo>
                  <a:pt x="1847851" y="199173"/>
                </a:lnTo>
                <a:lnTo>
                  <a:pt x="1847861" y="196355"/>
                </a:lnTo>
                <a:lnTo>
                  <a:pt x="1847891" y="193607"/>
                </a:lnTo>
                <a:lnTo>
                  <a:pt x="1847941" y="190928"/>
                </a:lnTo>
                <a:lnTo>
                  <a:pt x="1848010" y="188319"/>
                </a:lnTo>
                <a:lnTo>
                  <a:pt x="1848099" y="185780"/>
                </a:lnTo>
                <a:lnTo>
                  <a:pt x="1848208" y="183310"/>
                </a:lnTo>
                <a:lnTo>
                  <a:pt x="1848337" y="180910"/>
                </a:lnTo>
                <a:lnTo>
                  <a:pt x="1848486" y="178579"/>
                </a:lnTo>
                <a:lnTo>
                  <a:pt x="1848654" y="176319"/>
                </a:lnTo>
                <a:lnTo>
                  <a:pt x="1848842" y="174128"/>
                </a:lnTo>
                <a:lnTo>
                  <a:pt x="1849050" y="172006"/>
                </a:lnTo>
                <a:lnTo>
                  <a:pt x="1849278" y="169954"/>
                </a:lnTo>
                <a:lnTo>
                  <a:pt x="1849526" y="167972"/>
                </a:lnTo>
                <a:lnTo>
                  <a:pt x="1849793" y="166060"/>
                </a:lnTo>
                <a:lnTo>
                  <a:pt x="1850081" y="164217"/>
                </a:lnTo>
                <a:lnTo>
                  <a:pt x="1850388" y="162444"/>
                </a:lnTo>
                <a:lnTo>
                  <a:pt x="1850715" y="160740"/>
                </a:lnTo>
                <a:lnTo>
                  <a:pt x="1851062" y="159106"/>
                </a:lnTo>
                <a:lnTo>
                  <a:pt x="1851428" y="157542"/>
                </a:lnTo>
                <a:lnTo>
                  <a:pt x="1851815" y="156048"/>
                </a:lnTo>
                <a:lnTo>
                  <a:pt x="1852221" y="154623"/>
                </a:lnTo>
                <a:lnTo>
                  <a:pt x="1852647" y="153268"/>
                </a:lnTo>
                <a:lnTo>
                  <a:pt x="1853093" y="151982"/>
                </a:lnTo>
                <a:lnTo>
                  <a:pt x="1853559" y="150766"/>
                </a:lnTo>
                <a:lnTo>
                  <a:pt x="1854047" y="149609"/>
                </a:lnTo>
                <a:lnTo>
                  <a:pt x="1854560" y="148501"/>
                </a:lnTo>
                <a:lnTo>
                  <a:pt x="1855098" y="147443"/>
                </a:lnTo>
                <a:lnTo>
                  <a:pt x="1855661" y="146434"/>
                </a:lnTo>
                <a:lnTo>
                  <a:pt x="1856248" y="145474"/>
                </a:lnTo>
                <a:lnTo>
                  <a:pt x="1856861" y="144563"/>
                </a:lnTo>
                <a:lnTo>
                  <a:pt x="1857499" y="143701"/>
                </a:lnTo>
                <a:lnTo>
                  <a:pt x="1858161" y="142889"/>
                </a:lnTo>
                <a:lnTo>
                  <a:pt x="1858848" y="142126"/>
                </a:lnTo>
                <a:lnTo>
                  <a:pt x="1859561" y="141412"/>
                </a:lnTo>
                <a:lnTo>
                  <a:pt x="1860298" y="140747"/>
                </a:lnTo>
                <a:lnTo>
                  <a:pt x="1861060" y="140132"/>
                </a:lnTo>
                <a:lnTo>
                  <a:pt x="1861847" y="139566"/>
                </a:lnTo>
                <a:lnTo>
                  <a:pt x="1862659" y="139049"/>
                </a:lnTo>
                <a:lnTo>
                  <a:pt x="1863495" y="138581"/>
                </a:lnTo>
                <a:lnTo>
                  <a:pt x="1864357" y="138163"/>
                </a:lnTo>
                <a:lnTo>
                  <a:pt x="1865244" y="137793"/>
                </a:lnTo>
                <a:lnTo>
                  <a:pt x="1866155" y="137473"/>
                </a:lnTo>
                <a:lnTo>
                  <a:pt x="1867092" y="137202"/>
                </a:lnTo>
                <a:lnTo>
                  <a:pt x="1868053" y="136981"/>
                </a:lnTo>
                <a:lnTo>
                  <a:pt x="1869039" y="136809"/>
                </a:lnTo>
                <a:lnTo>
                  <a:pt x="1870051" y="136686"/>
                </a:lnTo>
                <a:lnTo>
                  <a:pt x="1871087" y="136612"/>
                </a:lnTo>
                <a:lnTo>
                  <a:pt x="1872148" y="136587"/>
                </a:lnTo>
                <a:lnTo>
                  <a:pt x="1873209" y="136611"/>
                </a:lnTo>
                <a:lnTo>
                  <a:pt x="1874246" y="136684"/>
                </a:lnTo>
                <a:lnTo>
                  <a:pt x="1875257" y="136806"/>
                </a:lnTo>
                <a:lnTo>
                  <a:pt x="1876244" y="136976"/>
                </a:lnTo>
                <a:lnTo>
                  <a:pt x="1877206" y="137194"/>
                </a:lnTo>
                <a:close/>
                <a:moveTo>
                  <a:pt x="2029694" y="95824"/>
                </a:moveTo>
                <a:lnTo>
                  <a:pt x="2027238" y="96089"/>
                </a:lnTo>
                <a:lnTo>
                  <a:pt x="2024829" y="96412"/>
                </a:lnTo>
                <a:lnTo>
                  <a:pt x="2022467" y="96794"/>
                </a:lnTo>
                <a:lnTo>
                  <a:pt x="2020152" y="97236"/>
                </a:lnTo>
                <a:lnTo>
                  <a:pt x="2017885" y="97735"/>
                </a:lnTo>
                <a:lnTo>
                  <a:pt x="2015665" y="98294"/>
                </a:lnTo>
                <a:lnTo>
                  <a:pt x="2013492" y="98912"/>
                </a:lnTo>
                <a:lnTo>
                  <a:pt x="2011367" y="99588"/>
                </a:lnTo>
                <a:lnTo>
                  <a:pt x="2009289" y="100323"/>
                </a:lnTo>
                <a:lnTo>
                  <a:pt x="2007258" y="101117"/>
                </a:lnTo>
                <a:lnTo>
                  <a:pt x="2005275" y="101970"/>
                </a:lnTo>
                <a:lnTo>
                  <a:pt x="2003339" y="102881"/>
                </a:lnTo>
                <a:lnTo>
                  <a:pt x="2001450" y="103852"/>
                </a:lnTo>
                <a:lnTo>
                  <a:pt x="1999608" y="104881"/>
                </a:lnTo>
                <a:lnTo>
                  <a:pt x="1997814" y="105969"/>
                </a:lnTo>
                <a:lnTo>
                  <a:pt x="1996067" y="107116"/>
                </a:lnTo>
                <a:lnTo>
                  <a:pt x="1994368" y="108321"/>
                </a:lnTo>
                <a:lnTo>
                  <a:pt x="1992715" y="109586"/>
                </a:lnTo>
                <a:lnTo>
                  <a:pt x="1991110" y="110909"/>
                </a:lnTo>
                <a:lnTo>
                  <a:pt x="1989552" y="112291"/>
                </a:lnTo>
                <a:lnTo>
                  <a:pt x="1988051" y="113719"/>
                </a:lnTo>
                <a:lnTo>
                  <a:pt x="1986613" y="115180"/>
                </a:lnTo>
                <a:lnTo>
                  <a:pt x="1985239" y="116675"/>
                </a:lnTo>
                <a:lnTo>
                  <a:pt x="1983929" y="118202"/>
                </a:lnTo>
                <a:lnTo>
                  <a:pt x="1982683" y="119763"/>
                </a:lnTo>
                <a:lnTo>
                  <a:pt x="1981501" y="121357"/>
                </a:lnTo>
                <a:lnTo>
                  <a:pt x="1980383" y="122985"/>
                </a:lnTo>
                <a:lnTo>
                  <a:pt x="1979328" y="124645"/>
                </a:lnTo>
                <a:lnTo>
                  <a:pt x="1978338" y="126339"/>
                </a:lnTo>
                <a:lnTo>
                  <a:pt x="1977411" y="128066"/>
                </a:lnTo>
                <a:lnTo>
                  <a:pt x="1976549" y="129826"/>
                </a:lnTo>
                <a:lnTo>
                  <a:pt x="1975750" y="131620"/>
                </a:lnTo>
                <a:lnTo>
                  <a:pt x="1975015" y="133446"/>
                </a:lnTo>
                <a:lnTo>
                  <a:pt x="1974344" y="135306"/>
                </a:lnTo>
                <a:lnTo>
                  <a:pt x="1973737" y="137199"/>
                </a:lnTo>
                <a:lnTo>
                  <a:pt x="1973194" y="139126"/>
                </a:lnTo>
                <a:lnTo>
                  <a:pt x="1972715" y="141085"/>
                </a:lnTo>
                <a:lnTo>
                  <a:pt x="1972299" y="143078"/>
                </a:lnTo>
                <a:lnTo>
                  <a:pt x="1971948" y="145104"/>
                </a:lnTo>
                <a:lnTo>
                  <a:pt x="1971660" y="147163"/>
                </a:lnTo>
                <a:lnTo>
                  <a:pt x="1971437" y="149255"/>
                </a:lnTo>
                <a:lnTo>
                  <a:pt x="1971277" y="151381"/>
                </a:lnTo>
                <a:lnTo>
                  <a:pt x="1971181" y="153540"/>
                </a:lnTo>
                <a:lnTo>
                  <a:pt x="1971149" y="155732"/>
                </a:lnTo>
                <a:lnTo>
                  <a:pt x="1971168" y="157468"/>
                </a:lnTo>
                <a:lnTo>
                  <a:pt x="1971226" y="159177"/>
                </a:lnTo>
                <a:lnTo>
                  <a:pt x="1971322" y="160861"/>
                </a:lnTo>
                <a:lnTo>
                  <a:pt x="1971456" y="162518"/>
                </a:lnTo>
                <a:lnTo>
                  <a:pt x="1971628" y="164149"/>
                </a:lnTo>
                <a:lnTo>
                  <a:pt x="1971839" y="165754"/>
                </a:lnTo>
                <a:lnTo>
                  <a:pt x="1972089" y="167332"/>
                </a:lnTo>
                <a:lnTo>
                  <a:pt x="1972376" y="168885"/>
                </a:lnTo>
                <a:lnTo>
                  <a:pt x="1972702" y="170411"/>
                </a:lnTo>
                <a:lnTo>
                  <a:pt x="1973067" y="171911"/>
                </a:lnTo>
                <a:lnTo>
                  <a:pt x="1973469" y="173384"/>
                </a:lnTo>
                <a:lnTo>
                  <a:pt x="1973910" y="174832"/>
                </a:lnTo>
                <a:lnTo>
                  <a:pt x="1974390" y="176253"/>
                </a:lnTo>
                <a:lnTo>
                  <a:pt x="1974907" y="177648"/>
                </a:lnTo>
                <a:lnTo>
                  <a:pt x="1975463" y="179017"/>
                </a:lnTo>
                <a:lnTo>
                  <a:pt x="1976058" y="180360"/>
                </a:lnTo>
                <a:lnTo>
                  <a:pt x="1976690" y="181676"/>
                </a:lnTo>
                <a:lnTo>
                  <a:pt x="1977362" y="182966"/>
                </a:lnTo>
                <a:lnTo>
                  <a:pt x="1978071" y="184230"/>
                </a:lnTo>
                <a:lnTo>
                  <a:pt x="1978819" y="185468"/>
                </a:lnTo>
                <a:lnTo>
                  <a:pt x="1979605" y="186679"/>
                </a:lnTo>
                <a:lnTo>
                  <a:pt x="1980429" y="187865"/>
                </a:lnTo>
                <a:lnTo>
                  <a:pt x="1981292" y="189024"/>
                </a:lnTo>
                <a:lnTo>
                  <a:pt x="1982193" y="190157"/>
                </a:lnTo>
                <a:lnTo>
                  <a:pt x="1983138" y="191271"/>
                </a:lnTo>
                <a:lnTo>
                  <a:pt x="1984131" y="192375"/>
                </a:lnTo>
                <a:lnTo>
                  <a:pt x="1985173" y="193467"/>
                </a:lnTo>
                <a:lnTo>
                  <a:pt x="1986263" y="194549"/>
                </a:lnTo>
                <a:lnTo>
                  <a:pt x="1987402" y="195620"/>
                </a:lnTo>
                <a:lnTo>
                  <a:pt x="1988590" y="196680"/>
                </a:lnTo>
                <a:lnTo>
                  <a:pt x="1989826" y="197729"/>
                </a:lnTo>
                <a:lnTo>
                  <a:pt x="1991110" y="198767"/>
                </a:lnTo>
                <a:lnTo>
                  <a:pt x="1992444" y="199795"/>
                </a:lnTo>
                <a:lnTo>
                  <a:pt x="1993825" y="200811"/>
                </a:lnTo>
                <a:lnTo>
                  <a:pt x="1995256" y="201817"/>
                </a:lnTo>
                <a:lnTo>
                  <a:pt x="1996735" y="202812"/>
                </a:lnTo>
                <a:lnTo>
                  <a:pt x="1998262" y="203796"/>
                </a:lnTo>
                <a:lnTo>
                  <a:pt x="1999838" y="204769"/>
                </a:lnTo>
                <a:lnTo>
                  <a:pt x="2001463" y="205731"/>
                </a:lnTo>
                <a:lnTo>
                  <a:pt x="2003136" y="206683"/>
                </a:lnTo>
                <a:lnTo>
                  <a:pt x="2004858" y="207623"/>
                </a:lnTo>
                <a:lnTo>
                  <a:pt x="2006628" y="208553"/>
                </a:lnTo>
                <a:lnTo>
                  <a:pt x="2008447" y="209472"/>
                </a:lnTo>
                <a:lnTo>
                  <a:pt x="2010314" y="210379"/>
                </a:lnTo>
                <a:lnTo>
                  <a:pt x="2012230" y="211277"/>
                </a:lnTo>
                <a:lnTo>
                  <a:pt x="2014195" y="212163"/>
                </a:lnTo>
                <a:lnTo>
                  <a:pt x="2016208" y="213038"/>
                </a:lnTo>
                <a:lnTo>
                  <a:pt x="2018270" y="213903"/>
                </a:lnTo>
                <a:lnTo>
                  <a:pt x="2019903" y="214574"/>
                </a:lnTo>
                <a:lnTo>
                  <a:pt x="2021490" y="215239"/>
                </a:lnTo>
                <a:lnTo>
                  <a:pt x="2023030" y="215896"/>
                </a:lnTo>
                <a:lnTo>
                  <a:pt x="2024523" y="216546"/>
                </a:lnTo>
                <a:lnTo>
                  <a:pt x="2025970" y="217190"/>
                </a:lnTo>
                <a:lnTo>
                  <a:pt x="2027370" y="217826"/>
                </a:lnTo>
                <a:lnTo>
                  <a:pt x="2028724" y="218455"/>
                </a:lnTo>
                <a:lnTo>
                  <a:pt x="2030031" y="219078"/>
                </a:lnTo>
                <a:lnTo>
                  <a:pt x="2031291" y="219693"/>
                </a:lnTo>
                <a:lnTo>
                  <a:pt x="2032504" y="220301"/>
                </a:lnTo>
                <a:lnTo>
                  <a:pt x="2033671" y="220902"/>
                </a:lnTo>
                <a:lnTo>
                  <a:pt x="2034791" y="221496"/>
                </a:lnTo>
                <a:lnTo>
                  <a:pt x="2035865" y="222083"/>
                </a:lnTo>
                <a:lnTo>
                  <a:pt x="2036892" y="222663"/>
                </a:lnTo>
                <a:lnTo>
                  <a:pt x="2037872" y="223236"/>
                </a:lnTo>
                <a:lnTo>
                  <a:pt x="2038805" y="223802"/>
                </a:lnTo>
                <a:lnTo>
                  <a:pt x="2039692" y="224361"/>
                </a:lnTo>
                <a:lnTo>
                  <a:pt x="2040532" y="224913"/>
                </a:lnTo>
                <a:lnTo>
                  <a:pt x="2041326" y="225458"/>
                </a:lnTo>
                <a:lnTo>
                  <a:pt x="2042073" y="225995"/>
                </a:lnTo>
                <a:lnTo>
                  <a:pt x="2042773" y="226526"/>
                </a:lnTo>
                <a:lnTo>
                  <a:pt x="2043427" y="227050"/>
                </a:lnTo>
                <a:lnTo>
                  <a:pt x="2044034" y="227566"/>
                </a:lnTo>
                <a:lnTo>
                  <a:pt x="2044594" y="228076"/>
                </a:lnTo>
                <a:lnTo>
                  <a:pt x="2045120" y="228589"/>
                </a:lnTo>
                <a:lnTo>
                  <a:pt x="2045623" y="229117"/>
                </a:lnTo>
                <a:lnTo>
                  <a:pt x="2046104" y="229660"/>
                </a:lnTo>
                <a:lnTo>
                  <a:pt x="2046563" y="230218"/>
                </a:lnTo>
                <a:lnTo>
                  <a:pt x="2046999" y="230790"/>
                </a:lnTo>
                <a:lnTo>
                  <a:pt x="2047413" y="231377"/>
                </a:lnTo>
                <a:lnTo>
                  <a:pt x="2047805" y="231979"/>
                </a:lnTo>
                <a:lnTo>
                  <a:pt x="2048174" y="232595"/>
                </a:lnTo>
                <a:lnTo>
                  <a:pt x="2048520" y="233226"/>
                </a:lnTo>
                <a:lnTo>
                  <a:pt x="2048845" y="233872"/>
                </a:lnTo>
                <a:lnTo>
                  <a:pt x="2049147" y="234532"/>
                </a:lnTo>
                <a:lnTo>
                  <a:pt x="2049427" y="235207"/>
                </a:lnTo>
                <a:lnTo>
                  <a:pt x="2049684" y="235897"/>
                </a:lnTo>
                <a:lnTo>
                  <a:pt x="2049919" y="236602"/>
                </a:lnTo>
                <a:lnTo>
                  <a:pt x="2050131" y="237321"/>
                </a:lnTo>
                <a:lnTo>
                  <a:pt x="2050322" y="238055"/>
                </a:lnTo>
                <a:lnTo>
                  <a:pt x="2050489" y="238804"/>
                </a:lnTo>
                <a:lnTo>
                  <a:pt x="2050635" y="239567"/>
                </a:lnTo>
                <a:lnTo>
                  <a:pt x="2050758" y="240346"/>
                </a:lnTo>
                <a:lnTo>
                  <a:pt x="2050858" y="241138"/>
                </a:lnTo>
                <a:lnTo>
                  <a:pt x="2050937" y="241946"/>
                </a:lnTo>
                <a:lnTo>
                  <a:pt x="2050993" y="242768"/>
                </a:lnTo>
                <a:lnTo>
                  <a:pt x="2051026" y="243605"/>
                </a:lnTo>
                <a:lnTo>
                  <a:pt x="2051037" y="244457"/>
                </a:lnTo>
                <a:lnTo>
                  <a:pt x="2051028" y="245217"/>
                </a:lnTo>
                <a:lnTo>
                  <a:pt x="2050998" y="245963"/>
                </a:lnTo>
                <a:lnTo>
                  <a:pt x="2050948" y="246695"/>
                </a:lnTo>
                <a:lnTo>
                  <a:pt x="2050879" y="247413"/>
                </a:lnTo>
                <a:lnTo>
                  <a:pt x="2050790" y="248117"/>
                </a:lnTo>
                <a:lnTo>
                  <a:pt x="2050681" y="248807"/>
                </a:lnTo>
                <a:lnTo>
                  <a:pt x="2050552" y="249483"/>
                </a:lnTo>
                <a:lnTo>
                  <a:pt x="2050403" y="250145"/>
                </a:lnTo>
                <a:lnTo>
                  <a:pt x="2050235" y="250793"/>
                </a:lnTo>
                <a:lnTo>
                  <a:pt x="2050047" y="251426"/>
                </a:lnTo>
                <a:lnTo>
                  <a:pt x="2049838" y="252046"/>
                </a:lnTo>
                <a:lnTo>
                  <a:pt x="2049611" y="252652"/>
                </a:lnTo>
                <a:lnTo>
                  <a:pt x="2049363" y="253243"/>
                </a:lnTo>
                <a:lnTo>
                  <a:pt x="2049095" y="253820"/>
                </a:lnTo>
                <a:lnTo>
                  <a:pt x="2048808" y="254384"/>
                </a:lnTo>
                <a:lnTo>
                  <a:pt x="2048501" y="254933"/>
                </a:lnTo>
                <a:lnTo>
                  <a:pt x="2048174" y="255468"/>
                </a:lnTo>
                <a:lnTo>
                  <a:pt x="2047827" y="255989"/>
                </a:lnTo>
                <a:lnTo>
                  <a:pt x="2047460" y="256497"/>
                </a:lnTo>
                <a:lnTo>
                  <a:pt x="2047074" y="256990"/>
                </a:lnTo>
                <a:lnTo>
                  <a:pt x="2046668" y="257469"/>
                </a:lnTo>
                <a:lnTo>
                  <a:pt x="2046242" y="257933"/>
                </a:lnTo>
                <a:lnTo>
                  <a:pt x="2045796" y="258384"/>
                </a:lnTo>
                <a:lnTo>
                  <a:pt x="2045330" y="258821"/>
                </a:lnTo>
                <a:lnTo>
                  <a:pt x="2044847" y="259241"/>
                </a:lnTo>
                <a:lnTo>
                  <a:pt x="2044349" y="259644"/>
                </a:lnTo>
                <a:lnTo>
                  <a:pt x="2043837" y="260028"/>
                </a:lnTo>
                <a:lnTo>
                  <a:pt x="2043310" y="260395"/>
                </a:lnTo>
                <a:lnTo>
                  <a:pt x="2042768" y="260744"/>
                </a:lnTo>
                <a:lnTo>
                  <a:pt x="2042212" y="261075"/>
                </a:lnTo>
                <a:lnTo>
                  <a:pt x="2041641" y="261388"/>
                </a:lnTo>
                <a:lnTo>
                  <a:pt x="2041055" y="261683"/>
                </a:lnTo>
                <a:lnTo>
                  <a:pt x="2040454" y="261960"/>
                </a:lnTo>
                <a:lnTo>
                  <a:pt x="2039839" y="262220"/>
                </a:lnTo>
                <a:lnTo>
                  <a:pt x="2039209" y="262461"/>
                </a:lnTo>
                <a:lnTo>
                  <a:pt x="2038565" y="262685"/>
                </a:lnTo>
                <a:lnTo>
                  <a:pt x="2037906" y="262890"/>
                </a:lnTo>
                <a:lnTo>
                  <a:pt x="2037232" y="263078"/>
                </a:lnTo>
                <a:lnTo>
                  <a:pt x="2036543" y="263248"/>
                </a:lnTo>
                <a:lnTo>
                  <a:pt x="2035840" y="263400"/>
                </a:lnTo>
                <a:lnTo>
                  <a:pt x="2035122" y="263534"/>
                </a:lnTo>
                <a:lnTo>
                  <a:pt x="2034389" y="263651"/>
                </a:lnTo>
                <a:lnTo>
                  <a:pt x="2033642" y="263749"/>
                </a:lnTo>
                <a:lnTo>
                  <a:pt x="2032880" y="263829"/>
                </a:lnTo>
                <a:lnTo>
                  <a:pt x="2032103" y="263892"/>
                </a:lnTo>
                <a:lnTo>
                  <a:pt x="2031312" y="263937"/>
                </a:lnTo>
                <a:lnTo>
                  <a:pt x="2030506" y="263964"/>
                </a:lnTo>
                <a:lnTo>
                  <a:pt x="2029685" y="263972"/>
                </a:lnTo>
                <a:lnTo>
                  <a:pt x="2028144" y="263941"/>
                </a:lnTo>
                <a:lnTo>
                  <a:pt x="2026591" y="263847"/>
                </a:lnTo>
                <a:lnTo>
                  <a:pt x="2025025" y="263691"/>
                </a:lnTo>
                <a:lnTo>
                  <a:pt x="2023446" y="263471"/>
                </a:lnTo>
                <a:lnTo>
                  <a:pt x="2021855" y="263189"/>
                </a:lnTo>
                <a:lnTo>
                  <a:pt x="2020250" y="262845"/>
                </a:lnTo>
                <a:lnTo>
                  <a:pt x="2018633" y="262437"/>
                </a:lnTo>
                <a:lnTo>
                  <a:pt x="2017003" y="261968"/>
                </a:lnTo>
                <a:lnTo>
                  <a:pt x="2015361" y="261435"/>
                </a:lnTo>
                <a:lnTo>
                  <a:pt x="2013705" y="260840"/>
                </a:lnTo>
                <a:lnTo>
                  <a:pt x="2012037" y="260182"/>
                </a:lnTo>
                <a:lnTo>
                  <a:pt x="2010356" y="259462"/>
                </a:lnTo>
                <a:lnTo>
                  <a:pt x="2008662" y="258678"/>
                </a:lnTo>
                <a:lnTo>
                  <a:pt x="2006956" y="257833"/>
                </a:lnTo>
                <a:lnTo>
                  <a:pt x="2005236" y="256924"/>
                </a:lnTo>
                <a:lnTo>
                  <a:pt x="2003504" y="255953"/>
                </a:lnTo>
                <a:lnTo>
                  <a:pt x="2001759" y="254919"/>
                </a:lnTo>
                <a:lnTo>
                  <a:pt x="2000002" y="253823"/>
                </a:lnTo>
                <a:lnTo>
                  <a:pt x="1998231" y="252664"/>
                </a:lnTo>
                <a:lnTo>
                  <a:pt x="1996448" y="251442"/>
                </a:lnTo>
                <a:lnTo>
                  <a:pt x="1994652" y="250158"/>
                </a:lnTo>
                <a:lnTo>
                  <a:pt x="1992843" y="248811"/>
                </a:lnTo>
                <a:lnTo>
                  <a:pt x="1991022" y="247401"/>
                </a:lnTo>
                <a:lnTo>
                  <a:pt x="1989187" y="245929"/>
                </a:lnTo>
                <a:lnTo>
                  <a:pt x="1963048" y="274646"/>
                </a:lnTo>
                <a:lnTo>
                  <a:pt x="1964131" y="275771"/>
                </a:lnTo>
                <a:lnTo>
                  <a:pt x="1965232" y="276874"/>
                </a:lnTo>
                <a:lnTo>
                  <a:pt x="1966351" y="277957"/>
                </a:lnTo>
                <a:lnTo>
                  <a:pt x="1967487" y="279018"/>
                </a:lnTo>
                <a:lnTo>
                  <a:pt x="1968642" y="280059"/>
                </a:lnTo>
                <a:lnTo>
                  <a:pt x="1969814" y="281078"/>
                </a:lnTo>
                <a:lnTo>
                  <a:pt x="1971004" y="282076"/>
                </a:lnTo>
                <a:lnTo>
                  <a:pt x="1972212" y="283053"/>
                </a:lnTo>
                <a:lnTo>
                  <a:pt x="1973438" y="284009"/>
                </a:lnTo>
                <a:lnTo>
                  <a:pt x="1974682" y="284944"/>
                </a:lnTo>
                <a:lnTo>
                  <a:pt x="1975944" y="285858"/>
                </a:lnTo>
                <a:lnTo>
                  <a:pt x="1977223" y="286751"/>
                </a:lnTo>
                <a:lnTo>
                  <a:pt x="1978521" y="287622"/>
                </a:lnTo>
                <a:lnTo>
                  <a:pt x="1979836" y="288473"/>
                </a:lnTo>
                <a:lnTo>
                  <a:pt x="1981169" y="289302"/>
                </a:lnTo>
                <a:lnTo>
                  <a:pt x="1982520" y="290111"/>
                </a:lnTo>
                <a:lnTo>
                  <a:pt x="1983889" y="290898"/>
                </a:lnTo>
                <a:lnTo>
                  <a:pt x="1985276" y="291664"/>
                </a:lnTo>
                <a:lnTo>
                  <a:pt x="1986681" y="292409"/>
                </a:lnTo>
                <a:lnTo>
                  <a:pt x="1988104" y="293133"/>
                </a:lnTo>
                <a:lnTo>
                  <a:pt x="1989544" y="293836"/>
                </a:lnTo>
                <a:lnTo>
                  <a:pt x="1991003" y="294518"/>
                </a:lnTo>
                <a:lnTo>
                  <a:pt x="1992479" y="295179"/>
                </a:lnTo>
                <a:lnTo>
                  <a:pt x="1993974" y="295819"/>
                </a:lnTo>
                <a:lnTo>
                  <a:pt x="1995481" y="296434"/>
                </a:lnTo>
                <a:lnTo>
                  <a:pt x="1996998" y="297024"/>
                </a:lnTo>
                <a:lnTo>
                  <a:pt x="1998523" y="297587"/>
                </a:lnTo>
                <a:lnTo>
                  <a:pt x="2000058" y="298124"/>
                </a:lnTo>
                <a:lnTo>
                  <a:pt x="2001601" y="298635"/>
                </a:lnTo>
                <a:lnTo>
                  <a:pt x="2003154" y="299120"/>
                </a:lnTo>
                <a:lnTo>
                  <a:pt x="2004715" y="299578"/>
                </a:lnTo>
                <a:lnTo>
                  <a:pt x="2006286" y="300010"/>
                </a:lnTo>
                <a:lnTo>
                  <a:pt x="2007865" y="300416"/>
                </a:lnTo>
                <a:lnTo>
                  <a:pt x="2009453" y="300796"/>
                </a:lnTo>
                <a:lnTo>
                  <a:pt x="2011050" y="301150"/>
                </a:lnTo>
                <a:lnTo>
                  <a:pt x="2012656" y="301477"/>
                </a:lnTo>
                <a:lnTo>
                  <a:pt x="2014271" y="301778"/>
                </a:lnTo>
                <a:lnTo>
                  <a:pt x="2015896" y="302053"/>
                </a:lnTo>
                <a:lnTo>
                  <a:pt x="2017529" y="302302"/>
                </a:lnTo>
                <a:lnTo>
                  <a:pt x="2019170" y="302525"/>
                </a:lnTo>
                <a:lnTo>
                  <a:pt x="2020821" y="302721"/>
                </a:lnTo>
                <a:lnTo>
                  <a:pt x="2022481" y="302892"/>
                </a:lnTo>
                <a:lnTo>
                  <a:pt x="2024150" y="303036"/>
                </a:lnTo>
                <a:lnTo>
                  <a:pt x="2025828" y="303154"/>
                </a:lnTo>
                <a:lnTo>
                  <a:pt x="2027515" y="303245"/>
                </a:lnTo>
                <a:lnTo>
                  <a:pt x="2029210" y="303311"/>
                </a:lnTo>
                <a:lnTo>
                  <a:pt x="2030915" y="303350"/>
                </a:lnTo>
                <a:lnTo>
                  <a:pt x="2032628" y="303363"/>
                </a:lnTo>
                <a:lnTo>
                  <a:pt x="2035368" y="303334"/>
                </a:lnTo>
                <a:lnTo>
                  <a:pt x="2038065" y="303244"/>
                </a:lnTo>
                <a:lnTo>
                  <a:pt x="2040719" y="303096"/>
                </a:lnTo>
                <a:lnTo>
                  <a:pt x="2043330" y="302888"/>
                </a:lnTo>
                <a:lnTo>
                  <a:pt x="2045899" y="302620"/>
                </a:lnTo>
                <a:lnTo>
                  <a:pt x="2048424" y="302293"/>
                </a:lnTo>
                <a:lnTo>
                  <a:pt x="2050907" y="301907"/>
                </a:lnTo>
                <a:lnTo>
                  <a:pt x="2053347" y="301461"/>
                </a:lnTo>
                <a:lnTo>
                  <a:pt x="2055744" y="300956"/>
                </a:lnTo>
                <a:lnTo>
                  <a:pt x="2058098" y="300392"/>
                </a:lnTo>
                <a:lnTo>
                  <a:pt x="2060410" y="299768"/>
                </a:lnTo>
                <a:lnTo>
                  <a:pt x="2062679" y="299084"/>
                </a:lnTo>
                <a:lnTo>
                  <a:pt x="2064904" y="298341"/>
                </a:lnTo>
                <a:lnTo>
                  <a:pt x="2067088" y="297539"/>
                </a:lnTo>
                <a:lnTo>
                  <a:pt x="2069228" y="296677"/>
                </a:lnTo>
                <a:lnTo>
                  <a:pt x="2071325" y="295756"/>
                </a:lnTo>
                <a:lnTo>
                  <a:pt x="2073380" y="294775"/>
                </a:lnTo>
                <a:lnTo>
                  <a:pt x="2075392" y="293735"/>
                </a:lnTo>
                <a:lnTo>
                  <a:pt x="2077361" y="292636"/>
                </a:lnTo>
                <a:lnTo>
                  <a:pt x="2079287" y="291477"/>
                </a:lnTo>
                <a:lnTo>
                  <a:pt x="2081170" y="290258"/>
                </a:lnTo>
                <a:lnTo>
                  <a:pt x="2083011" y="288980"/>
                </a:lnTo>
                <a:lnTo>
                  <a:pt x="2084808" y="287643"/>
                </a:lnTo>
                <a:lnTo>
                  <a:pt x="2086563" y="286246"/>
                </a:lnTo>
                <a:lnTo>
                  <a:pt x="2088261" y="284798"/>
                </a:lnTo>
                <a:lnTo>
                  <a:pt x="2089886" y="283307"/>
                </a:lnTo>
                <a:lnTo>
                  <a:pt x="2091439" y="281773"/>
                </a:lnTo>
                <a:lnTo>
                  <a:pt x="2092920" y="280196"/>
                </a:lnTo>
                <a:lnTo>
                  <a:pt x="2094328" y="278577"/>
                </a:lnTo>
                <a:lnTo>
                  <a:pt x="2095664" y="276914"/>
                </a:lnTo>
                <a:lnTo>
                  <a:pt x="2096928" y="275209"/>
                </a:lnTo>
                <a:lnTo>
                  <a:pt x="2098120" y="273461"/>
                </a:lnTo>
                <a:lnTo>
                  <a:pt x="2099240" y="271670"/>
                </a:lnTo>
                <a:lnTo>
                  <a:pt x="2100287" y="269837"/>
                </a:lnTo>
                <a:lnTo>
                  <a:pt x="2101262" y="267960"/>
                </a:lnTo>
                <a:lnTo>
                  <a:pt x="2102165" y="266041"/>
                </a:lnTo>
                <a:lnTo>
                  <a:pt x="2102996" y="264079"/>
                </a:lnTo>
                <a:lnTo>
                  <a:pt x="2103754" y="262074"/>
                </a:lnTo>
                <a:lnTo>
                  <a:pt x="2104440" y="260027"/>
                </a:lnTo>
                <a:lnTo>
                  <a:pt x="2105054" y="257936"/>
                </a:lnTo>
                <a:lnTo>
                  <a:pt x="2105596" y="255803"/>
                </a:lnTo>
                <a:lnTo>
                  <a:pt x="2106065" y="253627"/>
                </a:lnTo>
                <a:lnTo>
                  <a:pt x="2106463" y="251408"/>
                </a:lnTo>
                <a:lnTo>
                  <a:pt x="2106788" y="249146"/>
                </a:lnTo>
                <a:lnTo>
                  <a:pt x="2107040" y="246841"/>
                </a:lnTo>
                <a:lnTo>
                  <a:pt x="2107221" y="244494"/>
                </a:lnTo>
                <a:lnTo>
                  <a:pt x="2107329" y="242104"/>
                </a:lnTo>
                <a:lnTo>
                  <a:pt x="2107365" y="239671"/>
                </a:lnTo>
                <a:lnTo>
                  <a:pt x="2107345" y="237785"/>
                </a:lnTo>
                <a:lnTo>
                  <a:pt x="2107284" y="235930"/>
                </a:lnTo>
                <a:lnTo>
                  <a:pt x="2107181" y="234108"/>
                </a:lnTo>
                <a:lnTo>
                  <a:pt x="2107038" y="232318"/>
                </a:lnTo>
                <a:lnTo>
                  <a:pt x="2106854" y="230560"/>
                </a:lnTo>
                <a:lnTo>
                  <a:pt x="2106629" y="228833"/>
                </a:lnTo>
                <a:lnTo>
                  <a:pt x="2106363" y="227139"/>
                </a:lnTo>
                <a:lnTo>
                  <a:pt x="2106057" y="225477"/>
                </a:lnTo>
                <a:lnTo>
                  <a:pt x="2105709" y="223846"/>
                </a:lnTo>
                <a:lnTo>
                  <a:pt x="2105320" y="222248"/>
                </a:lnTo>
                <a:lnTo>
                  <a:pt x="2104891" y="220681"/>
                </a:lnTo>
                <a:lnTo>
                  <a:pt x="2104420" y="219147"/>
                </a:lnTo>
                <a:lnTo>
                  <a:pt x="2103909" y="217644"/>
                </a:lnTo>
                <a:lnTo>
                  <a:pt x="2103357" y="216173"/>
                </a:lnTo>
                <a:lnTo>
                  <a:pt x="2102764" y="214734"/>
                </a:lnTo>
                <a:lnTo>
                  <a:pt x="2102130" y="213328"/>
                </a:lnTo>
                <a:lnTo>
                  <a:pt x="2101455" y="211953"/>
                </a:lnTo>
                <a:lnTo>
                  <a:pt x="2100739" y="210610"/>
                </a:lnTo>
                <a:lnTo>
                  <a:pt x="2099982" y="209299"/>
                </a:lnTo>
                <a:lnTo>
                  <a:pt x="2099185" y="208020"/>
                </a:lnTo>
                <a:lnTo>
                  <a:pt x="2098346" y="206773"/>
                </a:lnTo>
                <a:lnTo>
                  <a:pt x="2097467" y="205558"/>
                </a:lnTo>
                <a:lnTo>
                  <a:pt x="2096546" y="204375"/>
                </a:lnTo>
                <a:lnTo>
                  <a:pt x="2095585" y="203223"/>
                </a:lnTo>
                <a:lnTo>
                  <a:pt x="2094581" y="202094"/>
                </a:lnTo>
                <a:lnTo>
                  <a:pt x="2093532" y="200976"/>
                </a:lnTo>
                <a:lnTo>
                  <a:pt x="2092439" y="199870"/>
                </a:lnTo>
                <a:lnTo>
                  <a:pt x="2091301" y="198775"/>
                </a:lnTo>
                <a:lnTo>
                  <a:pt x="2090118" y="197691"/>
                </a:lnTo>
                <a:lnTo>
                  <a:pt x="2088890" y="196619"/>
                </a:lnTo>
                <a:lnTo>
                  <a:pt x="2087617" y="195559"/>
                </a:lnTo>
                <a:lnTo>
                  <a:pt x="2086300" y="194510"/>
                </a:lnTo>
                <a:lnTo>
                  <a:pt x="2084938" y="193472"/>
                </a:lnTo>
                <a:lnTo>
                  <a:pt x="2083531" y="192447"/>
                </a:lnTo>
                <a:lnTo>
                  <a:pt x="2082080" y="191432"/>
                </a:lnTo>
                <a:lnTo>
                  <a:pt x="2080583" y="190429"/>
                </a:lnTo>
                <a:lnTo>
                  <a:pt x="2079042" y="189438"/>
                </a:lnTo>
                <a:lnTo>
                  <a:pt x="2077457" y="188458"/>
                </a:lnTo>
                <a:lnTo>
                  <a:pt x="2075826" y="187490"/>
                </a:lnTo>
                <a:lnTo>
                  <a:pt x="2074151" y="186533"/>
                </a:lnTo>
                <a:lnTo>
                  <a:pt x="2072431" y="185587"/>
                </a:lnTo>
                <a:lnTo>
                  <a:pt x="2070666" y="184654"/>
                </a:lnTo>
                <a:lnTo>
                  <a:pt x="2068857" y="183731"/>
                </a:lnTo>
                <a:lnTo>
                  <a:pt x="2067002" y="182820"/>
                </a:lnTo>
                <a:lnTo>
                  <a:pt x="2065103" y="181921"/>
                </a:lnTo>
                <a:lnTo>
                  <a:pt x="2063160" y="181033"/>
                </a:lnTo>
                <a:lnTo>
                  <a:pt x="2061171" y="180157"/>
                </a:lnTo>
                <a:lnTo>
                  <a:pt x="2059138" y="179292"/>
                </a:lnTo>
                <a:lnTo>
                  <a:pt x="2057445" y="178592"/>
                </a:lnTo>
                <a:lnTo>
                  <a:pt x="2055802" y="177903"/>
                </a:lnTo>
                <a:lnTo>
                  <a:pt x="2054208" y="177225"/>
                </a:lnTo>
                <a:lnTo>
                  <a:pt x="2052665" y="176557"/>
                </a:lnTo>
                <a:lnTo>
                  <a:pt x="2051171" y="175901"/>
                </a:lnTo>
                <a:lnTo>
                  <a:pt x="2049727" y="175255"/>
                </a:lnTo>
                <a:lnTo>
                  <a:pt x="2048333" y="174620"/>
                </a:lnTo>
                <a:lnTo>
                  <a:pt x="2046989" y="173996"/>
                </a:lnTo>
                <a:lnTo>
                  <a:pt x="2045695" y="173383"/>
                </a:lnTo>
                <a:lnTo>
                  <a:pt x="2044450" y="172781"/>
                </a:lnTo>
                <a:lnTo>
                  <a:pt x="2043256" y="172189"/>
                </a:lnTo>
                <a:lnTo>
                  <a:pt x="2042111" y="171609"/>
                </a:lnTo>
                <a:lnTo>
                  <a:pt x="2041016" y="171039"/>
                </a:lnTo>
                <a:lnTo>
                  <a:pt x="2039971" y="170480"/>
                </a:lnTo>
                <a:lnTo>
                  <a:pt x="2038976" y="169932"/>
                </a:lnTo>
                <a:lnTo>
                  <a:pt x="2038031" y="169395"/>
                </a:lnTo>
                <a:lnTo>
                  <a:pt x="2037135" y="168869"/>
                </a:lnTo>
                <a:lnTo>
                  <a:pt x="2036290" y="168354"/>
                </a:lnTo>
                <a:lnTo>
                  <a:pt x="2035494" y="167849"/>
                </a:lnTo>
                <a:lnTo>
                  <a:pt x="2034748" y="167356"/>
                </a:lnTo>
                <a:lnTo>
                  <a:pt x="2034052" y="166873"/>
                </a:lnTo>
                <a:lnTo>
                  <a:pt x="2033406" y="166401"/>
                </a:lnTo>
                <a:lnTo>
                  <a:pt x="2032810" y="165940"/>
                </a:lnTo>
                <a:lnTo>
                  <a:pt x="2032263" y="165490"/>
                </a:lnTo>
                <a:lnTo>
                  <a:pt x="2031753" y="165040"/>
                </a:lnTo>
                <a:lnTo>
                  <a:pt x="2031264" y="164579"/>
                </a:lnTo>
                <a:lnTo>
                  <a:pt x="2030797" y="164107"/>
                </a:lnTo>
                <a:lnTo>
                  <a:pt x="2030351" y="163624"/>
                </a:lnTo>
                <a:lnTo>
                  <a:pt x="2029927" y="163130"/>
                </a:lnTo>
                <a:lnTo>
                  <a:pt x="2029525" y="162625"/>
                </a:lnTo>
                <a:lnTo>
                  <a:pt x="2029145" y="162110"/>
                </a:lnTo>
                <a:lnTo>
                  <a:pt x="2028787" y="161584"/>
                </a:lnTo>
                <a:lnTo>
                  <a:pt x="2028450" y="161046"/>
                </a:lnTo>
                <a:lnTo>
                  <a:pt x="2028135" y="160498"/>
                </a:lnTo>
                <a:lnTo>
                  <a:pt x="2027841" y="159939"/>
                </a:lnTo>
                <a:lnTo>
                  <a:pt x="2027570" y="159369"/>
                </a:lnTo>
                <a:lnTo>
                  <a:pt x="2027320" y="158789"/>
                </a:lnTo>
                <a:lnTo>
                  <a:pt x="2027092" y="158197"/>
                </a:lnTo>
                <a:lnTo>
                  <a:pt x="2026885" y="157594"/>
                </a:lnTo>
                <a:lnTo>
                  <a:pt x="2026701" y="156981"/>
                </a:lnTo>
                <a:lnTo>
                  <a:pt x="2026538" y="156357"/>
                </a:lnTo>
                <a:lnTo>
                  <a:pt x="2026396" y="155721"/>
                </a:lnTo>
                <a:lnTo>
                  <a:pt x="2026277" y="155075"/>
                </a:lnTo>
                <a:lnTo>
                  <a:pt x="2026179" y="154418"/>
                </a:lnTo>
                <a:lnTo>
                  <a:pt x="2026103" y="153751"/>
                </a:lnTo>
                <a:lnTo>
                  <a:pt x="2026049" y="153072"/>
                </a:lnTo>
                <a:lnTo>
                  <a:pt x="2026016" y="152382"/>
                </a:lnTo>
                <a:lnTo>
                  <a:pt x="2026005" y="151682"/>
                </a:lnTo>
                <a:lnTo>
                  <a:pt x="2026014" y="151043"/>
                </a:lnTo>
                <a:lnTo>
                  <a:pt x="2026040" y="150416"/>
                </a:lnTo>
                <a:lnTo>
                  <a:pt x="2026083" y="149801"/>
                </a:lnTo>
                <a:lnTo>
                  <a:pt x="2026143" y="149197"/>
                </a:lnTo>
                <a:lnTo>
                  <a:pt x="2026221" y="148605"/>
                </a:lnTo>
                <a:lnTo>
                  <a:pt x="2026316" y="148024"/>
                </a:lnTo>
                <a:lnTo>
                  <a:pt x="2026428" y="147455"/>
                </a:lnTo>
                <a:lnTo>
                  <a:pt x="2026557" y="146897"/>
                </a:lnTo>
                <a:lnTo>
                  <a:pt x="2026704" y="146350"/>
                </a:lnTo>
                <a:lnTo>
                  <a:pt x="2026867" y="145816"/>
                </a:lnTo>
                <a:lnTo>
                  <a:pt x="2027048" y="145292"/>
                </a:lnTo>
                <a:lnTo>
                  <a:pt x="2027247" y="144780"/>
                </a:lnTo>
                <a:lnTo>
                  <a:pt x="2027462" y="144280"/>
                </a:lnTo>
                <a:lnTo>
                  <a:pt x="2027695" y="143791"/>
                </a:lnTo>
                <a:lnTo>
                  <a:pt x="2027945" y="143314"/>
                </a:lnTo>
                <a:lnTo>
                  <a:pt x="2028212" y="142848"/>
                </a:lnTo>
                <a:lnTo>
                  <a:pt x="2028497" y="142394"/>
                </a:lnTo>
                <a:lnTo>
                  <a:pt x="2028799" y="141951"/>
                </a:lnTo>
                <a:lnTo>
                  <a:pt x="2029118" y="141520"/>
                </a:lnTo>
                <a:lnTo>
                  <a:pt x="2029454" y="141100"/>
                </a:lnTo>
                <a:lnTo>
                  <a:pt x="2029807" y="140692"/>
                </a:lnTo>
                <a:lnTo>
                  <a:pt x="2030178" y="140295"/>
                </a:lnTo>
                <a:lnTo>
                  <a:pt x="2030566" y="139910"/>
                </a:lnTo>
                <a:lnTo>
                  <a:pt x="2030971" y="139536"/>
                </a:lnTo>
                <a:lnTo>
                  <a:pt x="2031392" y="139176"/>
                </a:lnTo>
                <a:lnTo>
                  <a:pt x="2031827" y="138830"/>
                </a:lnTo>
                <a:lnTo>
                  <a:pt x="2032275" y="138500"/>
                </a:lnTo>
                <a:lnTo>
                  <a:pt x="2032736" y="138185"/>
                </a:lnTo>
                <a:lnTo>
                  <a:pt x="2033211" y="137886"/>
                </a:lnTo>
                <a:lnTo>
                  <a:pt x="2033699" y="137602"/>
                </a:lnTo>
                <a:lnTo>
                  <a:pt x="2034200" y="137333"/>
                </a:lnTo>
                <a:lnTo>
                  <a:pt x="2034715" y="137080"/>
                </a:lnTo>
                <a:lnTo>
                  <a:pt x="2035243" y="136842"/>
                </a:lnTo>
                <a:lnTo>
                  <a:pt x="2035785" y="136620"/>
                </a:lnTo>
                <a:lnTo>
                  <a:pt x="2036340" y="136412"/>
                </a:lnTo>
                <a:lnTo>
                  <a:pt x="2036909" y="136221"/>
                </a:lnTo>
                <a:lnTo>
                  <a:pt x="2037491" y="136044"/>
                </a:lnTo>
                <a:lnTo>
                  <a:pt x="2038087" y="135883"/>
                </a:lnTo>
                <a:lnTo>
                  <a:pt x="2038696" y="135737"/>
                </a:lnTo>
                <a:lnTo>
                  <a:pt x="2039318" y="135606"/>
                </a:lnTo>
                <a:lnTo>
                  <a:pt x="2039954" y="135491"/>
                </a:lnTo>
                <a:lnTo>
                  <a:pt x="2040603" y="135392"/>
                </a:lnTo>
                <a:lnTo>
                  <a:pt x="2041265" y="135307"/>
                </a:lnTo>
                <a:lnTo>
                  <a:pt x="2041941" y="135238"/>
                </a:lnTo>
                <a:lnTo>
                  <a:pt x="2042631" y="135184"/>
                </a:lnTo>
                <a:lnTo>
                  <a:pt x="2043333" y="135146"/>
                </a:lnTo>
                <a:lnTo>
                  <a:pt x="2044050" y="135123"/>
                </a:lnTo>
                <a:lnTo>
                  <a:pt x="2044779" y="135115"/>
                </a:lnTo>
                <a:lnTo>
                  <a:pt x="2046137" y="135140"/>
                </a:lnTo>
                <a:lnTo>
                  <a:pt x="2047508" y="135212"/>
                </a:lnTo>
                <a:lnTo>
                  <a:pt x="2048893" y="135334"/>
                </a:lnTo>
                <a:lnTo>
                  <a:pt x="2050292" y="135504"/>
                </a:lnTo>
                <a:lnTo>
                  <a:pt x="2051705" y="135723"/>
                </a:lnTo>
                <a:lnTo>
                  <a:pt x="2053133" y="135990"/>
                </a:lnTo>
                <a:lnTo>
                  <a:pt x="2054574" y="136306"/>
                </a:lnTo>
                <a:lnTo>
                  <a:pt x="2056030" y="136670"/>
                </a:lnTo>
                <a:lnTo>
                  <a:pt x="2057499" y="137083"/>
                </a:lnTo>
                <a:lnTo>
                  <a:pt x="2058983" y="137545"/>
                </a:lnTo>
                <a:lnTo>
                  <a:pt x="2060480" y="138055"/>
                </a:lnTo>
                <a:lnTo>
                  <a:pt x="2061992" y="138614"/>
                </a:lnTo>
                <a:lnTo>
                  <a:pt x="2063517" y="139221"/>
                </a:lnTo>
                <a:lnTo>
                  <a:pt x="2065057" y="139877"/>
                </a:lnTo>
                <a:lnTo>
                  <a:pt x="2066611" y="140581"/>
                </a:lnTo>
                <a:lnTo>
                  <a:pt x="2068179" y="141335"/>
                </a:lnTo>
                <a:lnTo>
                  <a:pt x="2069761" y="142136"/>
                </a:lnTo>
                <a:lnTo>
                  <a:pt x="2071356" y="142987"/>
                </a:lnTo>
                <a:lnTo>
                  <a:pt x="2072966" y="143886"/>
                </a:lnTo>
                <a:lnTo>
                  <a:pt x="2074590" y="144833"/>
                </a:lnTo>
                <a:lnTo>
                  <a:pt x="2076228" y="145829"/>
                </a:lnTo>
                <a:lnTo>
                  <a:pt x="2077880" y="146874"/>
                </a:lnTo>
                <a:lnTo>
                  <a:pt x="2079546" y="147967"/>
                </a:lnTo>
                <a:lnTo>
                  <a:pt x="2081227" y="149109"/>
                </a:lnTo>
                <a:lnTo>
                  <a:pt x="2101473" y="119285"/>
                </a:lnTo>
                <a:lnTo>
                  <a:pt x="2100484" y="118342"/>
                </a:lnTo>
                <a:lnTo>
                  <a:pt x="2099481" y="117418"/>
                </a:lnTo>
                <a:lnTo>
                  <a:pt x="2098464" y="116512"/>
                </a:lnTo>
                <a:lnTo>
                  <a:pt x="2097433" y="115623"/>
                </a:lnTo>
                <a:lnTo>
                  <a:pt x="2096388" y="114752"/>
                </a:lnTo>
                <a:lnTo>
                  <a:pt x="2095329" y="113900"/>
                </a:lnTo>
                <a:lnTo>
                  <a:pt x="2094256" y="113065"/>
                </a:lnTo>
                <a:lnTo>
                  <a:pt x="2093169" y="112248"/>
                </a:lnTo>
                <a:lnTo>
                  <a:pt x="2092068" y="111449"/>
                </a:lnTo>
                <a:lnTo>
                  <a:pt x="2090953" y="110668"/>
                </a:lnTo>
                <a:lnTo>
                  <a:pt x="2089823" y="109904"/>
                </a:lnTo>
                <a:lnTo>
                  <a:pt x="2088680" y="109159"/>
                </a:lnTo>
                <a:lnTo>
                  <a:pt x="2087522" y="108432"/>
                </a:lnTo>
                <a:lnTo>
                  <a:pt x="2086351" y="107722"/>
                </a:lnTo>
                <a:lnTo>
                  <a:pt x="2085165" y="107030"/>
                </a:lnTo>
                <a:lnTo>
                  <a:pt x="2083965" y="106357"/>
                </a:lnTo>
                <a:lnTo>
                  <a:pt x="2082752" y="105701"/>
                </a:lnTo>
                <a:lnTo>
                  <a:pt x="2081524" y="105063"/>
                </a:lnTo>
                <a:lnTo>
                  <a:pt x="2080282" y="104443"/>
                </a:lnTo>
                <a:lnTo>
                  <a:pt x="2079026" y="103841"/>
                </a:lnTo>
                <a:lnTo>
                  <a:pt x="2077756" y="103257"/>
                </a:lnTo>
                <a:lnTo>
                  <a:pt x="2076472" y="102691"/>
                </a:lnTo>
                <a:lnTo>
                  <a:pt x="2075174" y="102142"/>
                </a:lnTo>
                <a:lnTo>
                  <a:pt x="2073862" y="101612"/>
                </a:lnTo>
                <a:lnTo>
                  <a:pt x="2072539" y="101101"/>
                </a:lnTo>
                <a:lnTo>
                  <a:pt x="2071208" y="100612"/>
                </a:lnTo>
                <a:lnTo>
                  <a:pt x="2069870" y="100145"/>
                </a:lnTo>
                <a:lnTo>
                  <a:pt x="2068524" y="99700"/>
                </a:lnTo>
                <a:lnTo>
                  <a:pt x="2067170" y="99276"/>
                </a:lnTo>
                <a:lnTo>
                  <a:pt x="2065809" y="98874"/>
                </a:lnTo>
                <a:lnTo>
                  <a:pt x="2064440" y="98494"/>
                </a:lnTo>
                <a:lnTo>
                  <a:pt x="2063063" y="98135"/>
                </a:lnTo>
                <a:lnTo>
                  <a:pt x="2061679" y="97798"/>
                </a:lnTo>
                <a:lnTo>
                  <a:pt x="2060287" y="97483"/>
                </a:lnTo>
                <a:lnTo>
                  <a:pt x="2058887" y="97190"/>
                </a:lnTo>
                <a:lnTo>
                  <a:pt x="2057479" y="96918"/>
                </a:lnTo>
                <a:lnTo>
                  <a:pt x="2056064" y="96668"/>
                </a:lnTo>
                <a:lnTo>
                  <a:pt x="2054642" y="96440"/>
                </a:lnTo>
                <a:lnTo>
                  <a:pt x="2053211" y="96234"/>
                </a:lnTo>
                <a:lnTo>
                  <a:pt x="2051773" y="96049"/>
                </a:lnTo>
                <a:lnTo>
                  <a:pt x="2050328" y="95886"/>
                </a:lnTo>
                <a:lnTo>
                  <a:pt x="2048874" y="95745"/>
                </a:lnTo>
                <a:lnTo>
                  <a:pt x="2047413" y="95625"/>
                </a:lnTo>
                <a:lnTo>
                  <a:pt x="2045945" y="95527"/>
                </a:lnTo>
                <a:lnTo>
                  <a:pt x="2044468" y="95451"/>
                </a:lnTo>
                <a:lnTo>
                  <a:pt x="2042984" y="95397"/>
                </a:lnTo>
                <a:lnTo>
                  <a:pt x="2041493" y="95365"/>
                </a:lnTo>
                <a:lnTo>
                  <a:pt x="2039993" y="95354"/>
                </a:lnTo>
                <a:lnTo>
                  <a:pt x="2037348" y="95383"/>
                </a:lnTo>
                <a:lnTo>
                  <a:pt x="2034749" y="95471"/>
                </a:lnTo>
                <a:lnTo>
                  <a:pt x="2032198" y="95618"/>
                </a:lnTo>
                <a:lnTo>
                  <a:pt x="2029694" y="95824"/>
                </a:lnTo>
                <a:close/>
                <a:moveTo>
                  <a:pt x="2398244" y="96095"/>
                </a:moveTo>
                <a:lnTo>
                  <a:pt x="2395315" y="96512"/>
                </a:lnTo>
                <a:lnTo>
                  <a:pt x="2392444" y="97022"/>
                </a:lnTo>
                <a:lnTo>
                  <a:pt x="2389632" y="97625"/>
                </a:lnTo>
                <a:lnTo>
                  <a:pt x="2386878" y="98320"/>
                </a:lnTo>
                <a:lnTo>
                  <a:pt x="2384182" y="99108"/>
                </a:lnTo>
                <a:lnTo>
                  <a:pt x="2381544" y="99988"/>
                </a:lnTo>
                <a:lnTo>
                  <a:pt x="2378964" y="100961"/>
                </a:lnTo>
                <a:lnTo>
                  <a:pt x="2376442" y="102027"/>
                </a:lnTo>
                <a:lnTo>
                  <a:pt x="2373979" y="103186"/>
                </a:lnTo>
                <a:lnTo>
                  <a:pt x="2371573" y="104437"/>
                </a:lnTo>
                <a:lnTo>
                  <a:pt x="2369226" y="105781"/>
                </a:lnTo>
                <a:lnTo>
                  <a:pt x="2366937" y="107218"/>
                </a:lnTo>
                <a:lnTo>
                  <a:pt x="2364706" y="108748"/>
                </a:lnTo>
                <a:lnTo>
                  <a:pt x="2362533" y="110370"/>
                </a:lnTo>
                <a:lnTo>
                  <a:pt x="2360419" y="112084"/>
                </a:lnTo>
                <a:lnTo>
                  <a:pt x="2358362" y="113892"/>
                </a:lnTo>
                <a:lnTo>
                  <a:pt x="2356364" y="115792"/>
                </a:lnTo>
                <a:lnTo>
                  <a:pt x="2354424" y="117785"/>
                </a:lnTo>
                <a:lnTo>
                  <a:pt x="2352542" y="119870"/>
                </a:lnTo>
                <a:lnTo>
                  <a:pt x="2350718" y="122049"/>
                </a:lnTo>
                <a:lnTo>
                  <a:pt x="2348960" y="124314"/>
                </a:lnTo>
                <a:lnTo>
                  <a:pt x="2347278" y="126662"/>
                </a:lnTo>
                <a:lnTo>
                  <a:pt x="2345670" y="129092"/>
                </a:lnTo>
                <a:lnTo>
                  <a:pt x="2344137" y="131605"/>
                </a:lnTo>
                <a:lnTo>
                  <a:pt x="2342678" y="134200"/>
                </a:lnTo>
                <a:lnTo>
                  <a:pt x="2341295" y="136877"/>
                </a:lnTo>
                <a:lnTo>
                  <a:pt x="2339986" y="139637"/>
                </a:lnTo>
                <a:lnTo>
                  <a:pt x="2338752" y="142480"/>
                </a:lnTo>
                <a:lnTo>
                  <a:pt x="2337593" y="145405"/>
                </a:lnTo>
                <a:lnTo>
                  <a:pt x="2336509" y="148412"/>
                </a:lnTo>
                <a:lnTo>
                  <a:pt x="2335499" y="151502"/>
                </a:lnTo>
                <a:lnTo>
                  <a:pt x="2334564" y="154674"/>
                </a:lnTo>
                <a:lnTo>
                  <a:pt x="2333704" y="157929"/>
                </a:lnTo>
                <a:lnTo>
                  <a:pt x="2332919" y="161266"/>
                </a:lnTo>
                <a:lnTo>
                  <a:pt x="2332208" y="164686"/>
                </a:lnTo>
                <a:lnTo>
                  <a:pt x="2331573" y="168188"/>
                </a:lnTo>
                <a:lnTo>
                  <a:pt x="2331012" y="171773"/>
                </a:lnTo>
                <a:lnTo>
                  <a:pt x="2330526" y="175440"/>
                </a:lnTo>
                <a:lnTo>
                  <a:pt x="2330114" y="179189"/>
                </a:lnTo>
                <a:lnTo>
                  <a:pt x="2329778" y="183021"/>
                </a:lnTo>
                <a:lnTo>
                  <a:pt x="2329516" y="186935"/>
                </a:lnTo>
                <a:lnTo>
                  <a:pt x="2329329" y="190932"/>
                </a:lnTo>
                <a:lnTo>
                  <a:pt x="2329217" y="195011"/>
                </a:lnTo>
                <a:lnTo>
                  <a:pt x="2329180" y="199173"/>
                </a:lnTo>
                <a:lnTo>
                  <a:pt x="2329217" y="203424"/>
                </a:lnTo>
                <a:lnTo>
                  <a:pt x="2329329" y="207588"/>
                </a:lnTo>
                <a:lnTo>
                  <a:pt x="2329516" y="211665"/>
                </a:lnTo>
                <a:lnTo>
                  <a:pt x="2329778" y="215653"/>
                </a:lnTo>
                <a:lnTo>
                  <a:pt x="2330114" y="219554"/>
                </a:lnTo>
                <a:lnTo>
                  <a:pt x="2330526" y="223368"/>
                </a:lnTo>
                <a:lnTo>
                  <a:pt x="2331012" y="227094"/>
                </a:lnTo>
                <a:lnTo>
                  <a:pt x="2331573" y="230732"/>
                </a:lnTo>
                <a:lnTo>
                  <a:pt x="2332208" y="234283"/>
                </a:lnTo>
                <a:lnTo>
                  <a:pt x="2332919" y="237747"/>
                </a:lnTo>
                <a:lnTo>
                  <a:pt x="2333704" y="241122"/>
                </a:lnTo>
                <a:lnTo>
                  <a:pt x="2334564" y="244410"/>
                </a:lnTo>
                <a:lnTo>
                  <a:pt x="2335499" y="247611"/>
                </a:lnTo>
                <a:lnTo>
                  <a:pt x="2336509" y="250724"/>
                </a:lnTo>
                <a:lnTo>
                  <a:pt x="2337593" y="253750"/>
                </a:lnTo>
                <a:lnTo>
                  <a:pt x="2338752" y="256688"/>
                </a:lnTo>
                <a:lnTo>
                  <a:pt x="2339986" y="259538"/>
                </a:lnTo>
                <a:lnTo>
                  <a:pt x="2341295" y="262301"/>
                </a:lnTo>
                <a:lnTo>
                  <a:pt x="2342678" y="264976"/>
                </a:lnTo>
                <a:lnTo>
                  <a:pt x="2344137" y="267564"/>
                </a:lnTo>
                <a:lnTo>
                  <a:pt x="2345670" y="270064"/>
                </a:lnTo>
                <a:lnTo>
                  <a:pt x="2347278" y="272477"/>
                </a:lnTo>
                <a:lnTo>
                  <a:pt x="2348960" y="274802"/>
                </a:lnTo>
                <a:lnTo>
                  <a:pt x="2350718" y="277039"/>
                </a:lnTo>
                <a:lnTo>
                  <a:pt x="2352542" y="279187"/>
                </a:lnTo>
                <a:lnTo>
                  <a:pt x="2354424" y="281244"/>
                </a:lnTo>
                <a:lnTo>
                  <a:pt x="2356364" y="283209"/>
                </a:lnTo>
                <a:lnTo>
                  <a:pt x="2358362" y="285083"/>
                </a:lnTo>
                <a:lnTo>
                  <a:pt x="2360419" y="286865"/>
                </a:lnTo>
                <a:lnTo>
                  <a:pt x="2362533" y="288556"/>
                </a:lnTo>
                <a:lnTo>
                  <a:pt x="2364706" y="290155"/>
                </a:lnTo>
                <a:lnTo>
                  <a:pt x="2366937" y="291664"/>
                </a:lnTo>
                <a:lnTo>
                  <a:pt x="2369226" y="293080"/>
                </a:lnTo>
                <a:lnTo>
                  <a:pt x="2371573" y="294406"/>
                </a:lnTo>
                <a:lnTo>
                  <a:pt x="2373979" y="295640"/>
                </a:lnTo>
                <a:lnTo>
                  <a:pt x="2376442" y="296782"/>
                </a:lnTo>
                <a:lnTo>
                  <a:pt x="2378964" y="297833"/>
                </a:lnTo>
                <a:lnTo>
                  <a:pt x="2381544" y="298793"/>
                </a:lnTo>
                <a:lnTo>
                  <a:pt x="2384182" y="299661"/>
                </a:lnTo>
                <a:lnTo>
                  <a:pt x="2386878" y="300438"/>
                </a:lnTo>
                <a:lnTo>
                  <a:pt x="2389632" y="301124"/>
                </a:lnTo>
                <a:lnTo>
                  <a:pt x="2392444" y="301718"/>
                </a:lnTo>
                <a:lnTo>
                  <a:pt x="2395315" y="302221"/>
                </a:lnTo>
                <a:lnTo>
                  <a:pt x="2398244" y="302632"/>
                </a:lnTo>
                <a:lnTo>
                  <a:pt x="2401230" y="302952"/>
                </a:lnTo>
                <a:lnTo>
                  <a:pt x="2404275" y="303180"/>
                </a:lnTo>
                <a:lnTo>
                  <a:pt x="2407378" y="303318"/>
                </a:lnTo>
                <a:lnTo>
                  <a:pt x="2410540" y="303363"/>
                </a:lnTo>
                <a:lnTo>
                  <a:pt x="2413701" y="303316"/>
                </a:lnTo>
                <a:lnTo>
                  <a:pt x="2416805" y="303175"/>
                </a:lnTo>
                <a:lnTo>
                  <a:pt x="2419850" y="302940"/>
                </a:lnTo>
                <a:lnTo>
                  <a:pt x="2422838" y="302612"/>
                </a:lnTo>
                <a:lnTo>
                  <a:pt x="2425767" y="302189"/>
                </a:lnTo>
                <a:lnTo>
                  <a:pt x="2428638" y="301672"/>
                </a:lnTo>
                <a:lnTo>
                  <a:pt x="2431450" y="301061"/>
                </a:lnTo>
                <a:lnTo>
                  <a:pt x="2434205" y="300357"/>
                </a:lnTo>
                <a:lnTo>
                  <a:pt x="2436901" y="299558"/>
                </a:lnTo>
                <a:lnTo>
                  <a:pt x="2439540" y="298665"/>
                </a:lnTo>
                <a:lnTo>
                  <a:pt x="2442120" y="297679"/>
                </a:lnTo>
                <a:lnTo>
                  <a:pt x="2444642" y="296598"/>
                </a:lnTo>
                <a:lnTo>
                  <a:pt x="2447105" y="295424"/>
                </a:lnTo>
                <a:lnTo>
                  <a:pt x="2449511" y="294155"/>
                </a:lnTo>
                <a:lnTo>
                  <a:pt x="2451858" y="292793"/>
                </a:lnTo>
                <a:lnTo>
                  <a:pt x="2454148" y="291337"/>
                </a:lnTo>
                <a:lnTo>
                  <a:pt x="2456379" y="289786"/>
                </a:lnTo>
                <a:lnTo>
                  <a:pt x="2458552" y="288142"/>
                </a:lnTo>
                <a:lnTo>
                  <a:pt x="2460666" y="286404"/>
                </a:lnTo>
                <a:lnTo>
                  <a:pt x="2462723" y="284572"/>
                </a:lnTo>
                <a:lnTo>
                  <a:pt x="2464721" y="282645"/>
                </a:lnTo>
                <a:lnTo>
                  <a:pt x="2466662" y="280625"/>
                </a:lnTo>
                <a:lnTo>
                  <a:pt x="2468544" y="278511"/>
                </a:lnTo>
                <a:lnTo>
                  <a:pt x="2470368" y="276303"/>
                </a:lnTo>
                <a:lnTo>
                  <a:pt x="2472125" y="274009"/>
                </a:lnTo>
                <a:lnTo>
                  <a:pt x="2473808" y="271636"/>
                </a:lnTo>
                <a:lnTo>
                  <a:pt x="2475415" y="269184"/>
                </a:lnTo>
                <a:lnTo>
                  <a:pt x="2476949" y="266654"/>
                </a:lnTo>
                <a:lnTo>
                  <a:pt x="2478407" y="264046"/>
                </a:lnTo>
                <a:lnTo>
                  <a:pt x="2479790" y="261358"/>
                </a:lnTo>
                <a:lnTo>
                  <a:pt x="2481099" y="258592"/>
                </a:lnTo>
                <a:lnTo>
                  <a:pt x="2482333" y="255748"/>
                </a:lnTo>
                <a:lnTo>
                  <a:pt x="2483492" y="252824"/>
                </a:lnTo>
                <a:lnTo>
                  <a:pt x="2484577" y="249823"/>
                </a:lnTo>
                <a:lnTo>
                  <a:pt x="2485586" y="246742"/>
                </a:lnTo>
                <a:lnTo>
                  <a:pt x="2486521" y="243583"/>
                </a:lnTo>
                <a:lnTo>
                  <a:pt x="2487381" y="240346"/>
                </a:lnTo>
                <a:lnTo>
                  <a:pt x="2488166" y="237029"/>
                </a:lnTo>
                <a:lnTo>
                  <a:pt x="2488877" y="233635"/>
                </a:lnTo>
                <a:lnTo>
                  <a:pt x="2489512" y="230161"/>
                </a:lnTo>
                <a:lnTo>
                  <a:pt x="2490073" y="226609"/>
                </a:lnTo>
                <a:lnTo>
                  <a:pt x="2490559" y="222979"/>
                </a:lnTo>
                <a:lnTo>
                  <a:pt x="2490971" y="219269"/>
                </a:lnTo>
                <a:lnTo>
                  <a:pt x="2491307" y="215481"/>
                </a:lnTo>
                <a:lnTo>
                  <a:pt x="2491569" y="211615"/>
                </a:lnTo>
                <a:lnTo>
                  <a:pt x="2491756" y="207670"/>
                </a:lnTo>
                <a:lnTo>
                  <a:pt x="2491868" y="203646"/>
                </a:lnTo>
                <a:lnTo>
                  <a:pt x="2491906" y="199544"/>
                </a:lnTo>
                <a:lnTo>
                  <a:pt x="2491868" y="195263"/>
                </a:lnTo>
                <a:lnTo>
                  <a:pt x="2491756" y="191071"/>
                </a:lnTo>
                <a:lnTo>
                  <a:pt x="2491569" y="186968"/>
                </a:lnTo>
                <a:lnTo>
                  <a:pt x="2491307" y="182956"/>
                </a:lnTo>
                <a:lnTo>
                  <a:pt x="2490971" y="179032"/>
                </a:lnTo>
                <a:lnTo>
                  <a:pt x="2490559" y="175198"/>
                </a:lnTo>
                <a:lnTo>
                  <a:pt x="2490073" y="171454"/>
                </a:lnTo>
                <a:lnTo>
                  <a:pt x="2489512" y="167799"/>
                </a:lnTo>
                <a:lnTo>
                  <a:pt x="2488877" y="164234"/>
                </a:lnTo>
                <a:lnTo>
                  <a:pt x="2488166" y="160758"/>
                </a:lnTo>
                <a:lnTo>
                  <a:pt x="2487381" y="157372"/>
                </a:lnTo>
                <a:lnTo>
                  <a:pt x="2486521" y="154075"/>
                </a:lnTo>
                <a:lnTo>
                  <a:pt x="2485586" y="150867"/>
                </a:lnTo>
                <a:lnTo>
                  <a:pt x="2484577" y="147749"/>
                </a:lnTo>
                <a:lnTo>
                  <a:pt x="2483492" y="144721"/>
                </a:lnTo>
                <a:lnTo>
                  <a:pt x="2482333" y="141782"/>
                </a:lnTo>
                <a:lnTo>
                  <a:pt x="2481099" y="138933"/>
                </a:lnTo>
                <a:lnTo>
                  <a:pt x="2479790" y="136173"/>
                </a:lnTo>
                <a:lnTo>
                  <a:pt x="2478407" y="133502"/>
                </a:lnTo>
                <a:lnTo>
                  <a:pt x="2476949" y="130921"/>
                </a:lnTo>
                <a:lnTo>
                  <a:pt x="2475415" y="128430"/>
                </a:lnTo>
                <a:lnTo>
                  <a:pt x="2473808" y="126028"/>
                </a:lnTo>
                <a:lnTo>
                  <a:pt x="2472125" y="123715"/>
                </a:lnTo>
                <a:lnTo>
                  <a:pt x="2470368" y="121493"/>
                </a:lnTo>
                <a:lnTo>
                  <a:pt x="2468544" y="119360"/>
                </a:lnTo>
                <a:lnTo>
                  <a:pt x="2466662" y="117318"/>
                </a:lnTo>
                <a:lnTo>
                  <a:pt x="2464721" y="115366"/>
                </a:lnTo>
                <a:lnTo>
                  <a:pt x="2462723" y="113506"/>
                </a:lnTo>
                <a:lnTo>
                  <a:pt x="2460666" y="111736"/>
                </a:lnTo>
                <a:lnTo>
                  <a:pt x="2458552" y="110057"/>
                </a:lnTo>
                <a:lnTo>
                  <a:pt x="2456379" y="108468"/>
                </a:lnTo>
                <a:lnTo>
                  <a:pt x="2454148" y="106971"/>
                </a:lnTo>
                <a:lnTo>
                  <a:pt x="2451858" y="105564"/>
                </a:lnTo>
                <a:lnTo>
                  <a:pt x="2449511" y="104248"/>
                </a:lnTo>
                <a:lnTo>
                  <a:pt x="2447105" y="103023"/>
                </a:lnTo>
                <a:lnTo>
                  <a:pt x="2444642" y="101888"/>
                </a:lnTo>
                <a:lnTo>
                  <a:pt x="2442120" y="100845"/>
                </a:lnTo>
                <a:lnTo>
                  <a:pt x="2439540" y="99892"/>
                </a:lnTo>
                <a:lnTo>
                  <a:pt x="2436901" y="99029"/>
                </a:lnTo>
                <a:lnTo>
                  <a:pt x="2434205" y="98258"/>
                </a:lnTo>
                <a:lnTo>
                  <a:pt x="2431450" y="97577"/>
                </a:lnTo>
                <a:lnTo>
                  <a:pt x="2428638" y="96987"/>
                </a:lnTo>
                <a:lnTo>
                  <a:pt x="2425767" y="96488"/>
                </a:lnTo>
                <a:lnTo>
                  <a:pt x="2422838" y="96080"/>
                </a:lnTo>
                <a:lnTo>
                  <a:pt x="2419850" y="95762"/>
                </a:lnTo>
                <a:lnTo>
                  <a:pt x="2416805" y="95535"/>
                </a:lnTo>
                <a:lnTo>
                  <a:pt x="2413701" y="95399"/>
                </a:lnTo>
                <a:lnTo>
                  <a:pt x="2410540" y="95354"/>
                </a:lnTo>
                <a:lnTo>
                  <a:pt x="2407378" y="95400"/>
                </a:lnTo>
                <a:lnTo>
                  <a:pt x="2404275" y="95539"/>
                </a:lnTo>
                <a:lnTo>
                  <a:pt x="2401230" y="95771"/>
                </a:lnTo>
                <a:lnTo>
                  <a:pt x="2398244" y="96095"/>
                </a:lnTo>
                <a:close/>
                <a:moveTo>
                  <a:pt x="2414636" y="136976"/>
                </a:moveTo>
                <a:lnTo>
                  <a:pt x="2415598" y="137194"/>
                </a:lnTo>
                <a:lnTo>
                  <a:pt x="2416534" y="137462"/>
                </a:lnTo>
                <a:lnTo>
                  <a:pt x="2417446" y="137777"/>
                </a:lnTo>
                <a:lnTo>
                  <a:pt x="2418333" y="138142"/>
                </a:lnTo>
                <a:lnTo>
                  <a:pt x="2419195" y="138555"/>
                </a:lnTo>
                <a:lnTo>
                  <a:pt x="2420032" y="139017"/>
                </a:lnTo>
                <a:lnTo>
                  <a:pt x="2420845" y="139527"/>
                </a:lnTo>
                <a:lnTo>
                  <a:pt x="2421632" y="140085"/>
                </a:lnTo>
                <a:lnTo>
                  <a:pt x="2422394" y="140693"/>
                </a:lnTo>
                <a:lnTo>
                  <a:pt x="2423131" y="141349"/>
                </a:lnTo>
                <a:lnTo>
                  <a:pt x="2423844" y="142053"/>
                </a:lnTo>
                <a:lnTo>
                  <a:pt x="2424531" y="142806"/>
                </a:lnTo>
                <a:lnTo>
                  <a:pt x="2425194" y="143608"/>
                </a:lnTo>
                <a:lnTo>
                  <a:pt x="2425832" y="144458"/>
                </a:lnTo>
                <a:lnTo>
                  <a:pt x="2426444" y="145357"/>
                </a:lnTo>
                <a:lnTo>
                  <a:pt x="2427032" y="146305"/>
                </a:lnTo>
                <a:lnTo>
                  <a:pt x="2427595" y="147301"/>
                </a:lnTo>
                <a:lnTo>
                  <a:pt x="2428133" y="148346"/>
                </a:lnTo>
                <a:lnTo>
                  <a:pt x="2428646" y="149439"/>
                </a:lnTo>
                <a:lnTo>
                  <a:pt x="2429134" y="150581"/>
                </a:lnTo>
                <a:lnTo>
                  <a:pt x="2429600" y="151783"/>
                </a:lnTo>
                <a:lnTo>
                  <a:pt x="2430046" y="153058"/>
                </a:lnTo>
                <a:lnTo>
                  <a:pt x="2430472" y="154406"/>
                </a:lnTo>
                <a:lnTo>
                  <a:pt x="2430878" y="155826"/>
                </a:lnTo>
                <a:lnTo>
                  <a:pt x="2431265" y="157320"/>
                </a:lnTo>
                <a:lnTo>
                  <a:pt x="2431631" y="158886"/>
                </a:lnTo>
                <a:lnTo>
                  <a:pt x="2431978" y="160526"/>
                </a:lnTo>
                <a:lnTo>
                  <a:pt x="2432305" y="162238"/>
                </a:lnTo>
                <a:lnTo>
                  <a:pt x="2432612" y="164023"/>
                </a:lnTo>
                <a:lnTo>
                  <a:pt x="2432899" y="165881"/>
                </a:lnTo>
                <a:lnTo>
                  <a:pt x="2433167" y="167812"/>
                </a:lnTo>
                <a:lnTo>
                  <a:pt x="2433415" y="169815"/>
                </a:lnTo>
                <a:lnTo>
                  <a:pt x="2433643" y="171892"/>
                </a:lnTo>
                <a:lnTo>
                  <a:pt x="2433851" y="174041"/>
                </a:lnTo>
                <a:lnTo>
                  <a:pt x="2434039" y="176264"/>
                </a:lnTo>
                <a:lnTo>
                  <a:pt x="2434207" y="178559"/>
                </a:lnTo>
                <a:lnTo>
                  <a:pt x="2434356" y="180927"/>
                </a:lnTo>
                <a:lnTo>
                  <a:pt x="2434485" y="183368"/>
                </a:lnTo>
                <a:lnTo>
                  <a:pt x="2434594" y="185882"/>
                </a:lnTo>
                <a:lnTo>
                  <a:pt x="2434683" y="188468"/>
                </a:lnTo>
                <a:lnTo>
                  <a:pt x="2434752" y="191128"/>
                </a:lnTo>
                <a:lnTo>
                  <a:pt x="2434802" y="193860"/>
                </a:lnTo>
                <a:lnTo>
                  <a:pt x="2434832" y="196666"/>
                </a:lnTo>
                <a:lnTo>
                  <a:pt x="2434842" y="199544"/>
                </a:lnTo>
                <a:lnTo>
                  <a:pt x="2434832" y="202392"/>
                </a:lnTo>
                <a:lnTo>
                  <a:pt x="2434802" y="205169"/>
                </a:lnTo>
                <a:lnTo>
                  <a:pt x="2434752" y="207876"/>
                </a:lnTo>
                <a:lnTo>
                  <a:pt x="2434683" y="210511"/>
                </a:lnTo>
                <a:lnTo>
                  <a:pt x="2434594" y="213076"/>
                </a:lnTo>
                <a:lnTo>
                  <a:pt x="2434485" y="215570"/>
                </a:lnTo>
                <a:lnTo>
                  <a:pt x="2434356" y="217992"/>
                </a:lnTo>
                <a:lnTo>
                  <a:pt x="2434207" y="220344"/>
                </a:lnTo>
                <a:lnTo>
                  <a:pt x="2434039" y="222625"/>
                </a:lnTo>
                <a:lnTo>
                  <a:pt x="2433851" y="224835"/>
                </a:lnTo>
                <a:lnTo>
                  <a:pt x="2433643" y="226974"/>
                </a:lnTo>
                <a:lnTo>
                  <a:pt x="2433415" y="229042"/>
                </a:lnTo>
                <a:lnTo>
                  <a:pt x="2433167" y="231039"/>
                </a:lnTo>
                <a:lnTo>
                  <a:pt x="2432899" y="232965"/>
                </a:lnTo>
                <a:lnTo>
                  <a:pt x="2432612" y="234821"/>
                </a:lnTo>
                <a:lnTo>
                  <a:pt x="2432305" y="236605"/>
                </a:lnTo>
                <a:lnTo>
                  <a:pt x="2431978" y="238319"/>
                </a:lnTo>
                <a:lnTo>
                  <a:pt x="2431631" y="239961"/>
                </a:lnTo>
                <a:lnTo>
                  <a:pt x="2431265" y="241533"/>
                </a:lnTo>
                <a:lnTo>
                  <a:pt x="2430878" y="243034"/>
                </a:lnTo>
                <a:lnTo>
                  <a:pt x="2430472" y="244463"/>
                </a:lnTo>
                <a:lnTo>
                  <a:pt x="2430046" y="245822"/>
                </a:lnTo>
                <a:lnTo>
                  <a:pt x="2429600" y="247110"/>
                </a:lnTo>
                <a:lnTo>
                  <a:pt x="2429134" y="248327"/>
                </a:lnTo>
                <a:lnTo>
                  <a:pt x="2428646" y="249484"/>
                </a:lnTo>
                <a:lnTo>
                  <a:pt x="2428133" y="250591"/>
                </a:lnTo>
                <a:lnTo>
                  <a:pt x="2427595" y="251649"/>
                </a:lnTo>
                <a:lnTo>
                  <a:pt x="2427032" y="252658"/>
                </a:lnTo>
                <a:lnTo>
                  <a:pt x="2426444" y="253618"/>
                </a:lnTo>
                <a:lnTo>
                  <a:pt x="2425832" y="254528"/>
                </a:lnTo>
                <a:lnTo>
                  <a:pt x="2425194" y="255389"/>
                </a:lnTo>
                <a:lnTo>
                  <a:pt x="2424531" y="256201"/>
                </a:lnTo>
                <a:lnTo>
                  <a:pt x="2423844" y="256964"/>
                </a:lnTo>
                <a:lnTo>
                  <a:pt x="2423131" y="257678"/>
                </a:lnTo>
                <a:lnTo>
                  <a:pt x="2422394" y="258342"/>
                </a:lnTo>
                <a:lnTo>
                  <a:pt x="2421632" y="258957"/>
                </a:lnTo>
                <a:lnTo>
                  <a:pt x="2420845" y="259523"/>
                </a:lnTo>
                <a:lnTo>
                  <a:pt x="2420032" y="260040"/>
                </a:lnTo>
                <a:lnTo>
                  <a:pt x="2419195" y="260508"/>
                </a:lnTo>
                <a:lnTo>
                  <a:pt x="2418333" y="260926"/>
                </a:lnTo>
                <a:lnTo>
                  <a:pt x="2417446" y="261295"/>
                </a:lnTo>
                <a:lnTo>
                  <a:pt x="2416534" y="261615"/>
                </a:lnTo>
                <a:lnTo>
                  <a:pt x="2415598" y="261885"/>
                </a:lnTo>
                <a:lnTo>
                  <a:pt x="2414636" y="262107"/>
                </a:lnTo>
                <a:lnTo>
                  <a:pt x="2413649" y="262279"/>
                </a:lnTo>
                <a:lnTo>
                  <a:pt x="2412638" y="262402"/>
                </a:lnTo>
                <a:lnTo>
                  <a:pt x="2411601" y="262476"/>
                </a:lnTo>
                <a:lnTo>
                  <a:pt x="2410540" y="262501"/>
                </a:lnTo>
                <a:lnTo>
                  <a:pt x="2409479" y="262476"/>
                </a:lnTo>
                <a:lnTo>
                  <a:pt x="2408443" y="262404"/>
                </a:lnTo>
                <a:lnTo>
                  <a:pt x="2407432" y="262282"/>
                </a:lnTo>
                <a:lnTo>
                  <a:pt x="2406445" y="262112"/>
                </a:lnTo>
                <a:lnTo>
                  <a:pt x="2405484" y="261894"/>
                </a:lnTo>
                <a:lnTo>
                  <a:pt x="2404547" y="261626"/>
                </a:lnTo>
                <a:lnTo>
                  <a:pt x="2403636" y="261311"/>
                </a:lnTo>
                <a:lnTo>
                  <a:pt x="2402749" y="260946"/>
                </a:lnTo>
                <a:lnTo>
                  <a:pt x="2401888" y="260534"/>
                </a:lnTo>
                <a:lnTo>
                  <a:pt x="2401051" y="260072"/>
                </a:lnTo>
                <a:lnTo>
                  <a:pt x="2400239" y="259562"/>
                </a:lnTo>
                <a:lnTo>
                  <a:pt x="2399452" y="259004"/>
                </a:lnTo>
                <a:lnTo>
                  <a:pt x="2398690" y="258397"/>
                </a:lnTo>
                <a:lnTo>
                  <a:pt x="2397953" y="257741"/>
                </a:lnTo>
                <a:lnTo>
                  <a:pt x="2397240" y="257037"/>
                </a:lnTo>
                <a:lnTo>
                  <a:pt x="2396553" y="256284"/>
                </a:lnTo>
                <a:lnTo>
                  <a:pt x="2395891" y="255482"/>
                </a:lnTo>
                <a:lnTo>
                  <a:pt x="2395253" y="254632"/>
                </a:lnTo>
                <a:lnTo>
                  <a:pt x="2394640" y="253734"/>
                </a:lnTo>
                <a:lnTo>
                  <a:pt x="2394053" y="252787"/>
                </a:lnTo>
                <a:lnTo>
                  <a:pt x="2393490" y="251791"/>
                </a:lnTo>
                <a:lnTo>
                  <a:pt x="2392952" y="250747"/>
                </a:lnTo>
                <a:lnTo>
                  <a:pt x="2392439" y="249654"/>
                </a:lnTo>
                <a:lnTo>
                  <a:pt x="2391951" y="248513"/>
                </a:lnTo>
                <a:lnTo>
                  <a:pt x="2391485" y="247310"/>
                </a:lnTo>
                <a:lnTo>
                  <a:pt x="2391039" y="246032"/>
                </a:lnTo>
                <a:lnTo>
                  <a:pt x="2390613" y="244681"/>
                </a:lnTo>
                <a:lnTo>
                  <a:pt x="2390207" y="243255"/>
                </a:lnTo>
                <a:lnTo>
                  <a:pt x="2389821" y="241755"/>
                </a:lnTo>
                <a:lnTo>
                  <a:pt x="2389454" y="240181"/>
                </a:lnTo>
                <a:lnTo>
                  <a:pt x="2389107" y="238533"/>
                </a:lnTo>
                <a:lnTo>
                  <a:pt x="2388780" y="236811"/>
                </a:lnTo>
                <a:lnTo>
                  <a:pt x="2388473" y="235015"/>
                </a:lnTo>
                <a:lnTo>
                  <a:pt x="2388186" y="233144"/>
                </a:lnTo>
                <a:lnTo>
                  <a:pt x="2387918" y="231200"/>
                </a:lnTo>
                <a:lnTo>
                  <a:pt x="2387670" y="229181"/>
                </a:lnTo>
                <a:lnTo>
                  <a:pt x="2387442" y="227088"/>
                </a:lnTo>
                <a:lnTo>
                  <a:pt x="2387234" y="224921"/>
                </a:lnTo>
                <a:lnTo>
                  <a:pt x="2387046" y="222680"/>
                </a:lnTo>
                <a:lnTo>
                  <a:pt x="2386878" y="220365"/>
                </a:lnTo>
                <a:lnTo>
                  <a:pt x="2386729" y="217975"/>
                </a:lnTo>
                <a:lnTo>
                  <a:pt x="2386600" y="215512"/>
                </a:lnTo>
                <a:lnTo>
                  <a:pt x="2386491" y="212974"/>
                </a:lnTo>
                <a:lnTo>
                  <a:pt x="2386402" y="210362"/>
                </a:lnTo>
                <a:lnTo>
                  <a:pt x="2386333" y="207676"/>
                </a:lnTo>
                <a:lnTo>
                  <a:pt x="2386283" y="204916"/>
                </a:lnTo>
                <a:lnTo>
                  <a:pt x="2386253" y="202082"/>
                </a:lnTo>
                <a:lnTo>
                  <a:pt x="2386243" y="199173"/>
                </a:lnTo>
                <a:lnTo>
                  <a:pt x="2386253" y="196355"/>
                </a:lnTo>
                <a:lnTo>
                  <a:pt x="2386283" y="193607"/>
                </a:lnTo>
                <a:lnTo>
                  <a:pt x="2386333" y="190928"/>
                </a:lnTo>
                <a:lnTo>
                  <a:pt x="2386402" y="188319"/>
                </a:lnTo>
                <a:lnTo>
                  <a:pt x="2386491" y="185780"/>
                </a:lnTo>
                <a:lnTo>
                  <a:pt x="2386600" y="183310"/>
                </a:lnTo>
                <a:lnTo>
                  <a:pt x="2386729" y="180910"/>
                </a:lnTo>
                <a:lnTo>
                  <a:pt x="2386878" y="178579"/>
                </a:lnTo>
                <a:lnTo>
                  <a:pt x="2387046" y="176319"/>
                </a:lnTo>
                <a:lnTo>
                  <a:pt x="2387234" y="174128"/>
                </a:lnTo>
                <a:lnTo>
                  <a:pt x="2387442" y="172006"/>
                </a:lnTo>
                <a:lnTo>
                  <a:pt x="2387670" y="169954"/>
                </a:lnTo>
                <a:lnTo>
                  <a:pt x="2387918" y="167972"/>
                </a:lnTo>
                <a:lnTo>
                  <a:pt x="2388186" y="166060"/>
                </a:lnTo>
                <a:lnTo>
                  <a:pt x="2388473" y="164217"/>
                </a:lnTo>
                <a:lnTo>
                  <a:pt x="2388780" y="162444"/>
                </a:lnTo>
                <a:lnTo>
                  <a:pt x="2389107" y="160740"/>
                </a:lnTo>
                <a:lnTo>
                  <a:pt x="2389454" y="159106"/>
                </a:lnTo>
                <a:lnTo>
                  <a:pt x="2389821" y="157542"/>
                </a:lnTo>
                <a:lnTo>
                  <a:pt x="2390207" y="156048"/>
                </a:lnTo>
                <a:lnTo>
                  <a:pt x="2390613" y="154623"/>
                </a:lnTo>
                <a:lnTo>
                  <a:pt x="2391039" y="153268"/>
                </a:lnTo>
                <a:lnTo>
                  <a:pt x="2391485" y="151982"/>
                </a:lnTo>
                <a:lnTo>
                  <a:pt x="2391951" y="150766"/>
                </a:lnTo>
                <a:lnTo>
                  <a:pt x="2392439" y="149609"/>
                </a:lnTo>
                <a:lnTo>
                  <a:pt x="2392952" y="148501"/>
                </a:lnTo>
                <a:lnTo>
                  <a:pt x="2393490" y="147443"/>
                </a:lnTo>
                <a:lnTo>
                  <a:pt x="2394053" y="146434"/>
                </a:lnTo>
                <a:lnTo>
                  <a:pt x="2394640" y="145474"/>
                </a:lnTo>
                <a:lnTo>
                  <a:pt x="2395253" y="144563"/>
                </a:lnTo>
                <a:lnTo>
                  <a:pt x="2395891" y="143701"/>
                </a:lnTo>
                <a:lnTo>
                  <a:pt x="2396553" y="142889"/>
                </a:lnTo>
                <a:lnTo>
                  <a:pt x="2397240" y="142126"/>
                </a:lnTo>
                <a:lnTo>
                  <a:pt x="2397953" y="141412"/>
                </a:lnTo>
                <a:lnTo>
                  <a:pt x="2398690" y="140747"/>
                </a:lnTo>
                <a:lnTo>
                  <a:pt x="2399452" y="140132"/>
                </a:lnTo>
                <a:lnTo>
                  <a:pt x="2400239" y="139566"/>
                </a:lnTo>
                <a:lnTo>
                  <a:pt x="2401051" y="139049"/>
                </a:lnTo>
                <a:lnTo>
                  <a:pt x="2401888" y="138581"/>
                </a:lnTo>
                <a:lnTo>
                  <a:pt x="2402749" y="138163"/>
                </a:lnTo>
                <a:lnTo>
                  <a:pt x="2403636" y="137793"/>
                </a:lnTo>
                <a:lnTo>
                  <a:pt x="2404547" y="137473"/>
                </a:lnTo>
                <a:lnTo>
                  <a:pt x="2405484" y="137202"/>
                </a:lnTo>
                <a:lnTo>
                  <a:pt x="2406445" y="136981"/>
                </a:lnTo>
                <a:lnTo>
                  <a:pt x="2407432" y="136809"/>
                </a:lnTo>
                <a:lnTo>
                  <a:pt x="2408443" y="136686"/>
                </a:lnTo>
                <a:lnTo>
                  <a:pt x="2409479" y="136612"/>
                </a:lnTo>
                <a:lnTo>
                  <a:pt x="2410540" y="136587"/>
                </a:lnTo>
                <a:lnTo>
                  <a:pt x="2411601" y="136611"/>
                </a:lnTo>
                <a:lnTo>
                  <a:pt x="2412638" y="136684"/>
                </a:lnTo>
                <a:lnTo>
                  <a:pt x="2413649" y="136806"/>
                </a:lnTo>
                <a:lnTo>
                  <a:pt x="2414636" y="136976"/>
                </a:lnTo>
                <a:close/>
                <a:moveTo>
                  <a:pt x="2183500" y="101612"/>
                </a:moveTo>
                <a:lnTo>
                  <a:pt x="2127908" y="101612"/>
                </a:lnTo>
                <a:lnTo>
                  <a:pt x="2127908" y="297105"/>
                </a:lnTo>
                <a:lnTo>
                  <a:pt x="2183500" y="297105"/>
                </a:lnTo>
                <a:lnTo>
                  <a:pt x="2183500" y="101612"/>
                </a:lnTo>
                <a:close/>
                <a:moveTo>
                  <a:pt x="1706377" y="95641"/>
                </a:moveTo>
                <a:lnTo>
                  <a:pt x="1705213" y="95768"/>
                </a:lnTo>
                <a:lnTo>
                  <a:pt x="1704060" y="95918"/>
                </a:lnTo>
                <a:lnTo>
                  <a:pt x="1702919" y="96090"/>
                </a:lnTo>
                <a:lnTo>
                  <a:pt x="1701789" y="96286"/>
                </a:lnTo>
                <a:lnTo>
                  <a:pt x="1700671" y="96504"/>
                </a:lnTo>
                <a:lnTo>
                  <a:pt x="1699565" y="96746"/>
                </a:lnTo>
                <a:lnTo>
                  <a:pt x="1698470" y="97011"/>
                </a:lnTo>
                <a:lnTo>
                  <a:pt x="1697386" y="97299"/>
                </a:lnTo>
                <a:lnTo>
                  <a:pt x="1696314" y="97609"/>
                </a:lnTo>
                <a:lnTo>
                  <a:pt x="1695253" y="97943"/>
                </a:lnTo>
                <a:lnTo>
                  <a:pt x="1694204" y="98300"/>
                </a:lnTo>
                <a:lnTo>
                  <a:pt x="1693167" y="98680"/>
                </a:lnTo>
                <a:lnTo>
                  <a:pt x="1692141" y="99082"/>
                </a:lnTo>
                <a:lnTo>
                  <a:pt x="1691126" y="99508"/>
                </a:lnTo>
                <a:lnTo>
                  <a:pt x="1690123" y="99957"/>
                </a:lnTo>
                <a:lnTo>
                  <a:pt x="1689132" y="100429"/>
                </a:lnTo>
                <a:lnTo>
                  <a:pt x="1688152" y="100924"/>
                </a:lnTo>
                <a:lnTo>
                  <a:pt x="1687183" y="101442"/>
                </a:lnTo>
                <a:lnTo>
                  <a:pt x="1686226" y="101982"/>
                </a:lnTo>
                <a:lnTo>
                  <a:pt x="1685278" y="102548"/>
                </a:lnTo>
                <a:lnTo>
                  <a:pt x="1684337" y="103141"/>
                </a:lnTo>
                <a:lnTo>
                  <a:pt x="1683402" y="103760"/>
                </a:lnTo>
                <a:lnTo>
                  <a:pt x="1682474" y="104407"/>
                </a:lnTo>
                <a:lnTo>
                  <a:pt x="1681552" y="105080"/>
                </a:lnTo>
                <a:lnTo>
                  <a:pt x="1680636" y="105780"/>
                </a:lnTo>
                <a:lnTo>
                  <a:pt x="1679727" y="106506"/>
                </a:lnTo>
                <a:lnTo>
                  <a:pt x="1678824" y="107260"/>
                </a:lnTo>
                <a:lnTo>
                  <a:pt x="1677927" y="108040"/>
                </a:lnTo>
                <a:lnTo>
                  <a:pt x="1677037" y="108847"/>
                </a:lnTo>
                <a:lnTo>
                  <a:pt x="1676153" y="109682"/>
                </a:lnTo>
                <a:lnTo>
                  <a:pt x="1675276" y="110542"/>
                </a:lnTo>
                <a:lnTo>
                  <a:pt x="1674405" y="111430"/>
                </a:lnTo>
                <a:lnTo>
                  <a:pt x="1673540" y="112344"/>
                </a:lnTo>
                <a:lnTo>
                  <a:pt x="1672682" y="113286"/>
                </a:lnTo>
                <a:lnTo>
                  <a:pt x="1671830" y="114254"/>
                </a:lnTo>
                <a:lnTo>
                  <a:pt x="1670984" y="115249"/>
                </a:lnTo>
                <a:lnTo>
                  <a:pt x="1670145" y="116271"/>
                </a:lnTo>
                <a:lnTo>
                  <a:pt x="1669312" y="117319"/>
                </a:lnTo>
                <a:lnTo>
                  <a:pt x="1668486" y="118395"/>
                </a:lnTo>
                <a:lnTo>
                  <a:pt x="1667666" y="119497"/>
                </a:lnTo>
                <a:lnTo>
                  <a:pt x="1666852" y="120626"/>
                </a:lnTo>
                <a:lnTo>
                  <a:pt x="1666045" y="121782"/>
                </a:lnTo>
                <a:lnTo>
                  <a:pt x="1665244" y="122964"/>
                </a:lnTo>
                <a:lnTo>
                  <a:pt x="1663036" y="101612"/>
                </a:lnTo>
                <a:lnTo>
                  <a:pt x="1613702" y="101612"/>
                </a:lnTo>
                <a:lnTo>
                  <a:pt x="1613702" y="378465"/>
                </a:lnTo>
                <a:lnTo>
                  <a:pt x="1669294" y="372578"/>
                </a:lnTo>
                <a:lnTo>
                  <a:pt x="1669294" y="283853"/>
                </a:lnTo>
                <a:lnTo>
                  <a:pt x="1670566" y="285445"/>
                </a:lnTo>
                <a:lnTo>
                  <a:pt x="1671864" y="286969"/>
                </a:lnTo>
                <a:lnTo>
                  <a:pt x="1673189" y="288426"/>
                </a:lnTo>
                <a:lnTo>
                  <a:pt x="1674541" y="289815"/>
                </a:lnTo>
                <a:lnTo>
                  <a:pt x="1675919" y="291136"/>
                </a:lnTo>
                <a:lnTo>
                  <a:pt x="1677325" y="292389"/>
                </a:lnTo>
                <a:lnTo>
                  <a:pt x="1678757" y="293574"/>
                </a:lnTo>
                <a:lnTo>
                  <a:pt x="1680216" y="294692"/>
                </a:lnTo>
                <a:lnTo>
                  <a:pt x="1681702" y="295742"/>
                </a:lnTo>
                <a:lnTo>
                  <a:pt x="1683215" y="296724"/>
                </a:lnTo>
                <a:lnTo>
                  <a:pt x="1684755" y="297639"/>
                </a:lnTo>
                <a:lnTo>
                  <a:pt x="1686322" y="298486"/>
                </a:lnTo>
                <a:lnTo>
                  <a:pt x="1687915" y="299265"/>
                </a:lnTo>
                <a:lnTo>
                  <a:pt x="1689535" y="299976"/>
                </a:lnTo>
                <a:lnTo>
                  <a:pt x="1691182" y="300620"/>
                </a:lnTo>
                <a:lnTo>
                  <a:pt x="1692856" y="301196"/>
                </a:lnTo>
                <a:lnTo>
                  <a:pt x="1694557" y="301704"/>
                </a:lnTo>
                <a:lnTo>
                  <a:pt x="1696284" y="302144"/>
                </a:lnTo>
                <a:lnTo>
                  <a:pt x="1698039" y="302517"/>
                </a:lnTo>
                <a:lnTo>
                  <a:pt x="1699820" y="302821"/>
                </a:lnTo>
                <a:lnTo>
                  <a:pt x="1701628" y="303058"/>
                </a:lnTo>
                <a:lnTo>
                  <a:pt x="1703463" y="303228"/>
                </a:lnTo>
                <a:lnTo>
                  <a:pt x="1705325" y="303329"/>
                </a:lnTo>
                <a:lnTo>
                  <a:pt x="1707213" y="303363"/>
                </a:lnTo>
                <a:lnTo>
                  <a:pt x="1708831" y="303341"/>
                </a:lnTo>
                <a:lnTo>
                  <a:pt x="1710430" y="303275"/>
                </a:lnTo>
                <a:lnTo>
                  <a:pt x="1712012" y="303165"/>
                </a:lnTo>
                <a:lnTo>
                  <a:pt x="1713575" y="303010"/>
                </a:lnTo>
                <a:lnTo>
                  <a:pt x="1715121" y="302812"/>
                </a:lnTo>
                <a:lnTo>
                  <a:pt x="1716649" y="302569"/>
                </a:lnTo>
                <a:lnTo>
                  <a:pt x="1718158" y="302283"/>
                </a:lnTo>
                <a:lnTo>
                  <a:pt x="1719650" y="301952"/>
                </a:lnTo>
                <a:lnTo>
                  <a:pt x="1721124" y="301577"/>
                </a:lnTo>
                <a:lnTo>
                  <a:pt x="1722580" y="301158"/>
                </a:lnTo>
                <a:lnTo>
                  <a:pt x="1724018" y="300695"/>
                </a:lnTo>
                <a:lnTo>
                  <a:pt x="1725438" y="300188"/>
                </a:lnTo>
                <a:lnTo>
                  <a:pt x="1726841" y="299637"/>
                </a:lnTo>
                <a:lnTo>
                  <a:pt x="1728225" y="299041"/>
                </a:lnTo>
                <a:lnTo>
                  <a:pt x="1729591" y="298402"/>
                </a:lnTo>
                <a:lnTo>
                  <a:pt x="1730940" y="297718"/>
                </a:lnTo>
                <a:lnTo>
                  <a:pt x="1732270" y="296991"/>
                </a:lnTo>
                <a:lnTo>
                  <a:pt x="1733583" y="296219"/>
                </a:lnTo>
                <a:lnTo>
                  <a:pt x="1734878" y="295403"/>
                </a:lnTo>
                <a:lnTo>
                  <a:pt x="1736154" y="294543"/>
                </a:lnTo>
                <a:lnTo>
                  <a:pt x="1737413" y="293639"/>
                </a:lnTo>
                <a:lnTo>
                  <a:pt x="1738654" y="292691"/>
                </a:lnTo>
                <a:lnTo>
                  <a:pt x="1739877" y="291698"/>
                </a:lnTo>
                <a:lnTo>
                  <a:pt x="1741082" y="290662"/>
                </a:lnTo>
                <a:lnTo>
                  <a:pt x="1742268" y="289584"/>
                </a:lnTo>
                <a:lnTo>
                  <a:pt x="1743431" y="288468"/>
                </a:lnTo>
                <a:lnTo>
                  <a:pt x="1744571" y="287314"/>
                </a:lnTo>
                <a:lnTo>
                  <a:pt x="1745689" y="286121"/>
                </a:lnTo>
                <a:lnTo>
                  <a:pt x="1746785" y="284890"/>
                </a:lnTo>
                <a:lnTo>
                  <a:pt x="1747859" y="283621"/>
                </a:lnTo>
                <a:lnTo>
                  <a:pt x="1748910" y="282313"/>
                </a:lnTo>
                <a:lnTo>
                  <a:pt x="1749939" y="280967"/>
                </a:lnTo>
                <a:lnTo>
                  <a:pt x="1750945" y="279583"/>
                </a:lnTo>
                <a:lnTo>
                  <a:pt x="1751929" y="278160"/>
                </a:lnTo>
                <a:lnTo>
                  <a:pt x="1752891" y="276699"/>
                </a:lnTo>
                <a:lnTo>
                  <a:pt x="1753830" y="275199"/>
                </a:lnTo>
                <a:lnTo>
                  <a:pt x="1754747" y="273662"/>
                </a:lnTo>
                <a:lnTo>
                  <a:pt x="1755641" y="272085"/>
                </a:lnTo>
                <a:lnTo>
                  <a:pt x="1756514" y="270471"/>
                </a:lnTo>
                <a:lnTo>
                  <a:pt x="1757363" y="268818"/>
                </a:lnTo>
                <a:lnTo>
                  <a:pt x="1758191" y="267127"/>
                </a:lnTo>
                <a:lnTo>
                  <a:pt x="1758996" y="265397"/>
                </a:lnTo>
                <a:lnTo>
                  <a:pt x="1759778" y="263629"/>
                </a:lnTo>
                <a:lnTo>
                  <a:pt x="1760539" y="261823"/>
                </a:lnTo>
                <a:lnTo>
                  <a:pt x="1761277" y="259979"/>
                </a:lnTo>
                <a:lnTo>
                  <a:pt x="1761992" y="258096"/>
                </a:lnTo>
                <a:lnTo>
                  <a:pt x="1762685" y="256174"/>
                </a:lnTo>
                <a:lnTo>
                  <a:pt x="1763356" y="254215"/>
                </a:lnTo>
                <a:lnTo>
                  <a:pt x="1764002" y="252222"/>
                </a:lnTo>
                <a:lnTo>
                  <a:pt x="1764621" y="250202"/>
                </a:lnTo>
                <a:lnTo>
                  <a:pt x="1765213" y="248155"/>
                </a:lnTo>
                <a:lnTo>
                  <a:pt x="1765776" y="246080"/>
                </a:lnTo>
                <a:lnTo>
                  <a:pt x="1766313" y="243977"/>
                </a:lnTo>
                <a:lnTo>
                  <a:pt x="1766821" y="241847"/>
                </a:lnTo>
                <a:lnTo>
                  <a:pt x="1767303" y="239690"/>
                </a:lnTo>
                <a:lnTo>
                  <a:pt x="1767757" y="237505"/>
                </a:lnTo>
                <a:lnTo>
                  <a:pt x="1768183" y="235292"/>
                </a:lnTo>
                <a:lnTo>
                  <a:pt x="1768582" y="233052"/>
                </a:lnTo>
                <a:lnTo>
                  <a:pt x="1768953" y="230785"/>
                </a:lnTo>
                <a:lnTo>
                  <a:pt x="1769297" y="228490"/>
                </a:lnTo>
                <a:lnTo>
                  <a:pt x="1769613" y="226168"/>
                </a:lnTo>
                <a:lnTo>
                  <a:pt x="1769902" y="223818"/>
                </a:lnTo>
                <a:lnTo>
                  <a:pt x="1770163" y="221441"/>
                </a:lnTo>
                <a:lnTo>
                  <a:pt x="1770397" y="219036"/>
                </a:lnTo>
                <a:lnTo>
                  <a:pt x="1770603" y="216604"/>
                </a:lnTo>
                <a:lnTo>
                  <a:pt x="1770782" y="214144"/>
                </a:lnTo>
                <a:lnTo>
                  <a:pt x="1770933" y="211656"/>
                </a:lnTo>
                <a:lnTo>
                  <a:pt x="1771057" y="209142"/>
                </a:lnTo>
                <a:lnTo>
                  <a:pt x="1771153" y="206600"/>
                </a:lnTo>
                <a:lnTo>
                  <a:pt x="1771222" y="204030"/>
                </a:lnTo>
                <a:lnTo>
                  <a:pt x="1771263" y="201433"/>
                </a:lnTo>
                <a:lnTo>
                  <a:pt x="1771277" y="198808"/>
                </a:lnTo>
                <a:lnTo>
                  <a:pt x="1771251" y="194676"/>
                </a:lnTo>
                <a:lnTo>
                  <a:pt x="1771172" y="190625"/>
                </a:lnTo>
                <a:lnTo>
                  <a:pt x="1771041" y="186656"/>
                </a:lnTo>
                <a:lnTo>
                  <a:pt x="1770858" y="182767"/>
                </a:lnTo>
                <a:lnTo>
                  <a:pt x="1770622" y="178960"/>
                </a:lnTo>
                <a:lnTo>
                  <a:pt x="1770334" y="175234"/>
                </a:lnTo>
                <a:lnTo>
                  <a:pt x="1769993" y="171589"/>
                </a:lnTo>
                <a:lnTo>
                  <a:pt x="1769600" y="168026"/>
                </a:lnTo>
                <a:lnTo>
                  <a:pt x="1769154" y="164543"/>
                </a:lnTo>
                <a:lnTo>
                  <a:pt x="1768656" y="161142"/>
                </a:lnTo>
                <a:lnTo>
                  <a:pt x="1768106" y="157822"/>
                </a:lnTo>
                <a:lnTo>
                  <a:pt x="1767503" y="154583"/>
                </a:lnTo>
                <a:lnTo>
                  <a:pt x="1766848" y="151425"/>
                </a:lnTo>
                <a:lnTo>
                  <a:pt x="1766141" y="148349"/>
                </a:lnTo>
                <a:lnTo>
                  <a:pt x="1765381" y="145354"/>
                </a:lnTo>
                <a:lnTo>
                  <a:pt x="1764568" y="142439"/>
                </a:lnTo>
                <a:lnTo>
                  <a:pt x="1763703" y="139606"/>
                </a:lnTo>
                <a:lnTo>
                  <a:pt x="1762786" y="136855"/>
                </a:lnTo>
                <a:lnTo>
                  <a:pt x="1761817" y="134184"/>
                </a:lnTo>
                <a:lnTo>
                  <a:pt x="1760795" y="131595"/>
                </a:lnTo>
                <a:lnTo>
                  <a:pt x="1759720" y="129086"/>
                </a:lnTo>
                <a:lnTo>
                  <a:pt x="1758593" y="126659"/>
                </a:lnTo>
                <a:lnTo>
                  <a:pt x="1757414" y="124313"/>
                </a:lnTo>
                <a:lnTo>
                  <a:pt x="1756182" y="122049"/>
                </a:lnTo>
                <a:lnTo>
                  <a:pt x="1754901" y="119870"/>
                </a:lnTo>
                <a:lnTo>
                  <a:pt x="1753572" y="117785"/>
                </a:lnTo>
                <a:lnTo>
                  <a:pt x="1752196" y="115792"/>
                </a:lnTo>
                <a:lnTo>
                  <a:pt x="1750772" y="113892"/>
                </a:lnTo>
                <a:lnTo>
                  <a:pt x="1749302" y="112084"/>
                </a:lnTo>
                <a:lnTo>
                  <a:pt x="1747784" y="110370"/>
                </a:lnTo>
                <a:lnTo>
                  <a:pt x="1746218" y="108748"/>
                </a:lnTo>
                <a:lnTo>
                  <a:pt x="1744606" y="107218"/>
                </a:lnTo>
                <a:lnTo>
                  <a:pt x="1742946" y="105781"/>
                </a:lnTo>
                <a:lnTo>
                  <a:pt x="1741238" y="104437"/>
                </a:lnTo>
                <a:lnTo>
                  <a:pt x="1739484" y="103186"/>
                </a:lnTo>
                <a:lnTo>
                  <a:pt x="1737682" y="102027"/>
                </a:lnTo>
                <a:lnTo>
                  <a:pt x="1735833" y="100961"/>
                </a:lnTo>
                <a:lnTo>
                  <a:pt x="1733937" y="99988"/>
                </a:lnTo>
                <a:lnTo>
                  <a:pt x="1731993" y="99108"/>
                </a:lnTo>
                <a:lnTo>
                  <a:pt x="1730002" y="98320"/>
                </a:lnTo>
                <a:lnTo>
                  <a:pt x="1727963" y="97625"/>
                </a:lnTo>
                <a:lnTo>
                  <a:pt x="1725878" y="97022"/>
                </a:lnTo>
                <a:lnTo>
                  <a:pt x="1723745" y="96512"/>
                </a:lnTo>
                <a:lnTo>
                  <a:pt x="1721564" y="96095"/>
                </a:lnTo>
                <a:lnTo>
                  <a:pt x="1719337" y="95771"/>
                </a:lnTo>
                <a:lnTo>
                  <a:pt x="1717062" y="95539"/>
                </a:lnTo>
                <a:lnTo>
                  <a:pt x="1714740" y="95400"/>
                </a:lnTo>
                <a:lnTo>
                  <a:pt x="1712370" y="95354"/>
                </a:lnTo>
                <a:lnTo>
                  <a:pt x="1711149" y="95365"/>
                </a:lnTo>
                <a:lnTo>
                  <a:pt x="1709939" y="95400"/>
                </a:lnTo>
                <a:lnTo>
                  <a:pt x="1708740" y="95457"/>
                </a:lnTo>
                <a:lnTo>
                  <a:pt x="1707553" y="95538"/>
                </a:lnTo>
                <a:lnTo>
                  <a:pt x="1706377" y="95641"/>
                </a:lnTo>
                <a:close/>
                <a:moveTo>
                  <a:pt x="1685945" y="261475"/>
                </a:moveTo>
                <a:lnTo>
                  <a:pt x="1684965" y="261186"/>
                </a:lnTo>
                <a:lnTo>
                  <a:pt x="1683996" y="260846"/>
                </a:lnTo>
                <a:lnTo>
                  <a:pt x="1683039" y="260453"/>
                </a:lnTo>
                <a:lnTo>
                  <a:pt x="1682093" y="260007"/>
                </a:lnTo>
                <a:lnTo>
                  <a:pt x="1681159" y="259509"/>
                </a:lnTo>
                <a:lnTo>
                  <a:pt x="1680237" y="258959"/>
                </a:lnTo>
                <a:lnTo>
                  <a:pt x="1679326" y="258356"/>
                </a:lnTo>
                <a:lnTo>
                  <a:pt x="1678427" y="257701"/>
                </a:lnTo>
                <a:lnTo>
                  <a:pt x="1677539" y="256994"/>
                </a:lnTo>
                <a:lnTo>
                  <a:pt x="1676663" y="256234"/>
                </a:lnTo>
                <a:lnTo>
                  <a:pt x="1675798" y="255421"/>
                </a:lnTo>
                <a:lnTo>
                  <a:pt x="1674945" y="254556"/>
                </a:lnTo>
                <a:lnTo>
                  <a:pt x="1674103" y="253639"/>
                </a:lnTo>
                <a:lnTo>
                  <a:pt x="1673273" y="252670"/>
                </a:lnTo>
                <a:lnTo>
                  <a:pt x="1672454" y="251648"/>
                </a:lnTo>
                <a:lnTo>
                  <a:pt x="1671647" y="250573"/>
                </a:lnTo>
                <a:lnTo>
                  <a:pt x="1670851" y="249446"/>
                </a:lnTo>
                <a:lnTo>
                  <a:pt x="1670067" y="248267"/>
                </a:lnTo>
                <a:lnTo>
                  <a:pt x="1669294" y="247035"/>
                </a:lnTo>
                <a:lnTo>
                  <a:pt x="1669294" y="156839"/>
                </a:lnTo>
                <a:lnTo>
                  <a:pt x="1670189" y="155156"/>
                </a:lnTo>
                <a:lnTo>
                  <a:pt x="1671092" y="153546"/>
                </a:lnTo>
                <a:lnTo>
                  <a:pt x="1672004" y="152007"/>
                </a:lnTo>
                <a:lnTo>
                  <a:pt x="1672926" y="150539"/>
                </a:lnTo>
                <a:lnTo>
                  <a:pt x="1673856" y="149143"/>
                </a:lnTo>
                <a:lnTo>
                  <a:pt x="1674795" y="147819"/>
                </a:lnTo>
                <a:lnTo>
                  <a:pt x="1675743" y="146566"/>
                </a:lnTo>
                <a:lnTo>
                  <a:pt x="1676700" y="145385"/>
                </a:lnTo>
                <a:lnTo>
                  <a:pt x="1677666" y="144275"/>
                </a:lnTo>
                <a:lnTo>
                  <a:pt x="1678640" y="143237"/>
                </a:lnTo>
                <a:lnTo>
                  <a:pt x="1679624" y="142271"/>
                </a:lnTo>
                <a:lnTo>
                  <a:pt x="1680617" y="141376"/>
                </a:lnTo>
                <a:lnTo>
                  <a:pt x="1681618" y="140553"/>
                </a:lnTo>
                <a:lnTo>
                  <a:pt x="1682629" y="139801"/>
                </a:lnTo>
                <a:lnTo>
                  <a:pt x="1683648" y="139121"/>
                </a:lnTo>
                <a:lnTo>
                  <a:pt x="1684677" y="138513"/>
                </a:lnTo>
                <a:lnTo>
                  <a:pt x="1685714" y="137976"/>
                </a:lnTo>
                <a:lnTo>
                  <a:pt x="1686760" y="137510"/>
                </a:lnTo>
                <a:lnTo>
                  <a:pt x="1687816" y="137117"/>
                </a:lnTo>
                <a:lnTo>
                  <a:pt x="1688880" y="136795"/>
                </a:lnTo>
                <a:lnTo>
                  <a:pt x="1689953" y="136544"/>
                </a:lnTo>
                <a:lnTo>
                  <a:pt x="1691035" y="136365"/>
                </a:lnTo>
                <a:lnTo>
                  <a:pt x="1692126" y="136258"/>
                </a:lnTo>
                <a:lnTo>
                  <a:pt x="1693226" y="136222"/>
                </a:lnTo>
                <a:lnTo>
                  <a:pt x="1694105" y="136245"/>
                </a:lnTo>
                <a:lnTo>
                  <a:pt x="1694966" y="136315"/>
                </a:lnTo>
                <a:lnTo>
                  <a:pt x="1695808" y="136432"/>
                </a:lnTo>
                <a:lnTo>
                  <a:pt x="1696630" y="136595"/>
                </a:lnTo>
                <a:lnTo>
                  <a:pt x="1697433" y="136805"/>
                </a:lnTo>
                <a:lnTo>
                  <a:pt x="1698217" y="137062"/>
                </a:lnTo>
                <a:lnTo>
                  <a:pt x="1698982" y="137365"/>
                </a:lnTo>
                <a:lnTo>
                  <a:pt x="1699728" y="137715"/>
                </a:lnTo>
                <a:lnTo>
                  <a:pt x="1700454" y="138112"/>
                </a:lnTo>
                <a:lnTo>
                  <a:pt x="1701161" y="138555"/>
                </a:lnTo>
                <a:lnTo>
                  <a:pt x="1701850" y="139045"/>
                </a:lnTo>
                <a:lnTo>
                  <a:pt x="1702519" y="139581"/>
                </a:lnTo>
                <a:lnTo>
                  <a:pt x="1703168" y="140164"/>
                </a:lnTo>
                <a:lnTo>
                  <a:pt x="1703799" y="140794"/>
                </a:lnTo>
                <a:lnTo>
                  <a:pt x="1704410" y="141471"/>
                </a:lnTo>
                <a:lnTo>
                  <a:pt x="1705003" y="142194"/>
                </a:lnTo>
                <a:lnTo>
                  <a:pt x="1705576" y="142964"/>
                </a:lnTo>
                <a:lnTo>
                  <a:pt x="1706130" y="143780"/>
                </a:lnTo>
                <a:lnTo>
                  <a:pt x="1706664" y="144644"/>
                </a:lnTo>
                <a:lnTo>
                  <a:pt x="1707180" y="145553"/>
                </a:lnTo>
                <a:lnTo>
                  <a:pt x="1707676" y="146510"/>
                </a:lnTo>
                <a:lnTo>
                  <a:pt x="1708154" y="147513"/>
                </a:lnTo>
                <a:lnTo>
                  <a:pt x="1708612" y="148563"/>
                </a:lnTo>
                <a:lnTo>
                  <a:pt x="1709050" y="149659"/>
                </a:lnTo>
                <a:lnTo>
                  <a:pt x="1709471" y="150819"/>
                </a:lnTo>
                <a:lnTo>
                  <a:pt x="1709874" y="152059"/>
                </a:lnTo>
                <a:lnTo>
                  <a:pt x="1710259" y="153378"/>
                </a:lnTo>
                <a:lnTo>
                  <a:pt x="1710626" y="154778"/>
                </a:lnTo>
                <a:lnTo>
                  <a:pt x="1710975" y="156257"/>
                </a:lnTo>
                <a:lnTo>
                  <a:pt x="1711307" y="157816"/>
                </a:lnTo>
                <a:lnTo>
                  <a:pt x="1711620" y="159455"/>
                </a:lnTo>
                <a:lnTo>
                  <a:pt x="1711915" y="161174"/>
                </a:lnTo>
                <a:lnTo>
                  <a:pt x="1712193" y="162973"/>
                </a:lnTo>
                <a:lnTo>
                  <a:pt x="1712453" y="164852"/>
                </a:lnTo>
                <a:lnTo>
                  <a:pt x="1712694" y="166811"/>
                </a:lnTo>
                <a:lnTo>
                  <a:pt x="1712918" y="168849"/>
                </a:lnTo>
                <a:lnTo>
                  <a:pt x="1713124" y="170968"/>
                </a:lnTo>
                <a:lnTo>
                  <a:pt x="1713312" y="173166"/>
                </a:lnTo>
                <a:lnTo>
                  <a:pt x="1713482" y="175444"/>
                </a:lnTo>
                <a:lnTo>
                  <a:pt x="1713634" y="177802"/>
                </a:lnTo>
                <a:lnTo>
                  <a:pt x="1713769" y="180240"/>
                </a:lnTo>
                <a:lnTo>
                  <a:pt x="1713885" y="182758"/>
                </a:lnTo>
                <a:lnTo>
                  <a:pt x="1713984" y="185356"/>
                </a:lnTo>
                <a:lnTo>
                  <a:pt x="1714064" y="188034"/>
                </a:lnTo>
                <a:lnTo>
                  <a:pt x="1714127" y="190792"/>
                </a:lnTo>
                <a:lnTo>
                  <a:pt x="1714172" y="193629"/>
                </a:lnTo>
                <a:lnTo>
                  <a:pt x="1714198" y="196547"/>
                </a:lnTo>
                <a:lnTo>
                  <a:pt x="1714207" y="199544"/>
                </a:lnTo>
                <a:lnTo>
                  <a:pt x="1714197" y="202332"/>
                </a:lnTo>
                <a:lnTo>
                  <a:pt x="1714165" y="205053"/>
                </a:lnTo>
                <a:lnTo>
                  <a:pt x="1714113" y="207706"/>
                </a:lnTo>
                <a:lnTo>
                  <a:pt x="1714039" y="210291"/>
                </a:lnTo>
                <a:lnTo>
                  <a:pt x="1713944" y="212809"/>
                </a:lnTo>
                <a:lnTo>
                  <a:pt x="1713828" y="215259"/>
                </a:lnTo>
                <a:lnTo>
                  <a:pt x="1713691" y="217641"/>
                </a:lnTo>
                <a:lnTo>
                  <a:pt x="1713533" y="219955"/>
                </a:lnTo>
                <a:lnTo>
                  <a:pt x="1713353" y="222202"/>
                </a:lnTo>
                <a:lnTo>
                  <a:pt x="1713153" y="224381"/>
                </a:lnTo>
                <a:lnTo>
                  <a:pt x="1712932" y="226492"/>
                </a:lnTo>
                <a:lnTo>
                  <a:pt x="1712689" y="228535"/>
                </a:lnTo>
                <a:lnTo>
                  <a:pt x="1712426" y="230511"/>
                </a:lnTo>
                <a:lnTo>
                  <a:pt x="1712141" y="232419"/>
                </a:lnTo>
                <a:lnTo>
                  <a:pt x="1711835" y="234259"/>
                </a:lnTo>
                <a:lnTo>
                  <a:pt x="1711508" y="236031"/>
                </a:lnTo>
                <a:lnTo>
                  <a:pt x="1711161" y="237736"/>
                </a:lnTo>
                <a:lnTo>
                  <a:pt x="1710792" y="239373"/>
                </a:lnTo>
                <a:lnTo>
                  <a:pt x="1710401" y="240942"/>
                </a:lnTo>
                <a:lnTo>
                  <a:pt x="1709990" y="242443"/>
                </a:lnTo>
                <a:lnTo>
                  <a:pt x="1709558" y="243877"/>
                </a:lnTo>
                <a:lnTo>
                  <a:pt x="1709105" y="245243"/>
                </a:lnTo>
                <a:lnTo>
                  <a:pt x="1708630" y="246541"/>
                </a:lnTo>
                <a:lnTo>
                  <a:pt x="1708135" y="247771"/>
                </a:lnTo>
                <a:lnTo>
                  <a:pt x="1707620" y="248943"/>
                </a:lnTo>
                <a:lnTo>
                  <a:pt x="1707088" y="250065"/>
                </a:lnTo>
                <a:lnTo>
                  <a:pt x="1706539" y="251137"/>
                </a:lnTo>
                <a:lnTo>
                  <a:pt x="1705972" y="252159"/>
                </a:lnTo>
                <a:lnTo>
                  <a:pt x="1705389" y="253131"/>
                </a:lnTo>
                <a:lnTo>
                  <a:pt x="1704788" y="254053"/>
                </a:lnTo>
                <a:lnTo>
                  <a:pt x="1704169" y="254926"/>
                </a:lnTo>
                <a:lnTo>
                  <a:pt x="1703534" y="255748"/>
                </a:lnTo>
                <a:lnTo>
                  <a:pt x="1702881" y="256521"/>
                </a:lnTo>
                <a:lnTo>
                  <a:pt x="1702211" y="257244"/>
                </a:lnTo>
                <a:lnTo>
                  <a:pt x="1701524" y="257917"/>
                </a:lnTo>
                <a:lnTo>
                  <a:pt x="1700819" y="258540"/>
                </a:lnTo>
                <a:lnTo>
                  <a:pt x="1700097" y="259114"/>
                </a:lnTo>
                <a:lnTo>
                  <a:pt x="1699358" y="259637"/>
                </a:lnTo>
                <a:lnTo>
                  <a:pt x="1698602" y="260111"/>
                </a:lnTo>
                <a:lnTo>
                  <a:pt x="1697828" y="260534"/>
                </a:lnTo>
                <a:lnTo>
                  <a:pt x="1697037" y="260908"/>
                </a:lnTo>
                <a:lnTo>
                  <a:pt x="1696229" y="261232"/>
                </a:lnTo>
                <a:lnTo>
                  <a:pt x="1695404" y="261507"/>
                </a:lnTo>
                <a:lnTo>
                  <a:pt x="1694561" y="261731"/>
                </a:lnTo>
                <a:lnTo>
                  <a:pt x="1693701" y="261906"/>
                </a:lnTo>
                <a:lnTo>
                  <a:pt x="1692824" y="262030"/>
                </a:lnTo>
                <a:lnTo>
                  <a:pt x="1691930" y="262105"/>
                </a:lnTo>
                <a:lnTo>
                  <a:pt x="1691018" y="262130"/>
                </a:lnTo>
                <a:lnTo>
                  <a:pt x="1689980" y="262104"/>
                </a:lnTo>
                <a:lnTo>
                  <a:pt x="1688954" y="262025"/>
                </a:lnTo>
                <a:lnTo>
                  <a:pt x="1687939" y="261894"/>
                </a:lnTo>
                <a:lnTo>
                  <a:pt x="1686936" y="261711"/>
                </a:lnTo>
                <a:lnTo>
                  <a:pt x="1685945" y="2614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E0E88-DCA4-4CF7-B08F-70582E6D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3090" y="3242869"/>
            <a:ext cx="75647" cy="65606"/>
          </a:xfrm>
          <a:custGeom xmlns:a="http://schemas.openxmlformats.org/drawingml/2006/main">
            <a:pathLst>
              <a:path w="75647" h="65606">
                <a:moveTo>
                  <a:pt x="54476" y="0"/>
                </a:moveTo>
                <a:cubicBezTo>
                  <a:pt x="59407" y="0"/>
                  <a:pt x="64351" y="1902"/>
                  <a:pt x="68091" y="5680"/>
                </a:cubicBezTo>
                <a:cubicBezTo>
                  <a:pt x="75546" y="13071"/>
                  <a:pt x="75647" y="25051"/>
                  <a:pt x="68396" y="32645"/>
                </a:cubicBezTo>
                <a:lnTo>
                  <a:pt x="41228" y="59813"/>
                </a:lnTo>
                <a:cubicBezTo>
                  <a:pt x="37145" y="63908"/>
                  <a:pt x="32556" y="65606"/>
                  <a:pt x="28094" y="65606"/>
                </a:cubicBezTo>
                <a:cubicBezTo>
                  <a:pt x="13210" y="65606"/>
                  <a:pt x="0" y="46603"/>
                  <a:pt x="14059" y="32645"/>
                </a:cubicBezTo>
                <a:lnTo>
                  <a:pt x="41228" y="5375"/>
                </a:lnTo>
                <a:cubicBezTo>
                  <a:pt x="44904" y="1800"/>
                  <a:pt x="49709" y="0"/>
                  <a:pt x="5447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2DA60-1A2B-4791-B7C3-831B41CE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4627" y="3160856"/>
            <a:ext cx="82151" cy="66050"/>
          </a:xfrm>
          <a:custGeom xmlns:a="http://schemas.openxmlformats.org/drawingml/2006/main">
            <a:pathLst>
              <a:path w="82151" h="66050">
                <a:moveTo>
                  <a:pt x="54476" y="0"/>
                </a:moveTo>
                <a:cubicBezTo>
                  <a:pt x="69321" y="0"/>
                  <a:pt x="82151" y="19333"/>
                  <a:pt x="68370" y="33063"/>
                </a:cubicBezTo>
                <a:lnTo>
                  <a:pt x="41202" y="60231"/>
                </a:lnTo>
                <a:cubicBezTo>
                  <a:pt x="37107" y="64313"/>
                  <a:pt x="32480" y="66050"/>
                  <a:pt x="28017" y="66050"/>
                </a:cubicBezTo>
                <a:cubicBezTo>
                  <a:pt x="13185" y="66050"/>
                  <a:pt x="0" y="47085"/>
                  <a:pt x="14034" y="33063"/>
                </a:cubicBezTo>
                <a:lnTo>
                  <a:pt x="41202" y="5895"/>
                </a:lnTo>
                <a:cubicBezTo>
                  <a:pt x="45348" y="1737"/>
                  <a:pt x="50013" y="0"/>
                  <a:pt x="5447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42DE2-94E2-4905-9F06-C16CB2FC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5631" y="2680826"/>
            <a:ext cx="341674" cy="606305"/>
          </a:xfrm>
          <a:custGeom xmlns:a="http://schemas.openxmlformats.org/drawingml/2006/main">
            <a:pathLst>
              <a:path w="341674" h="606305">
                <a:moveTo>
                  <a:pt x="341674" y="0"/>
                </a:moveTo>
                <a:lnTo>
                  <a:pt x="180199" y="592031"/>
                </a:lnTo>
                <a:cubicBezTo>
                  <a:pt x="177752" y="601196"/>
                  <a:pt x="169677" y="606305"/>
                  <a:pt x="161512" y="606305"/>
                </a:cubicBezTo>
                <a:cubicBezTo>
                  <a:pt x="156124" y="606305"/>
                  <a:pt x="150711" y="604087"/>
                  <a:pt x="146806" y="599320"/>
                </a:cubicBezTo>
                <a:lnTo>
                  <a:pt x="0" y="421137"/>
                </a:lnTo>
                <a:cubicBezTo>
                  <a:pt x="3981" y="416230"/>
                  <a:pt x="336666" y="4082"/>
                  <a:pt x="341674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344BE-0044-4B6C-ABED-FA1B88AA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621" y="2799029"/>
            <a:ext cx="333598" cy="330238"/>
          </a:xfrm>
          <a:custGeom xmlns:a="http://schemas.openxmlformats.org/drawingml/2006/main">
            <a:pathLst>
              <a:path w="333598" h="330238">
                <a:moveTo>
                  <a:pt x="333598" y="0"/>
                </a:moveTo>
                <a:lnTo>
                  <a:pt x="81593" y="311539"/>
                </a:lnTo>
                <a:lnTo>
                  <a:pt x="28626" y="329173"/>
                </a:lnTo>
                <a:cubicBezTo>
                  <a:pt x="26509" y="329896"/>
                  <a:pt x="24442" y="330238"/>
                  <a:pt x="22401" y="330238"/>
                </a:cubicBezTo>
                <a:cubicBezTo>
                  <a:pt x="10104" y="330238"/>
                  <a:pt x="0" y="317903"/>
                  <a:pt x="4222" y="304871"/>
                </a:cubicBezTo>
                <a:lnTo>
                  <a:pt x="21958" y="251891"/>
                </a:lnTo>
                <a:lnTo>
                  <a:pt x="333598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E4BA1-5CBE-481E-B975-4F35511D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584" y="2194269"/>
            <a:ext cx="1050054" cy="1179597"/>
          </a:xfrm>
          <a:custGeom xmlns:a="http://schemas.openxmlformats.org/drawingml/2006/main">
            <a:pathLst>
              <a:path w="1050054" h="1179597">
                <a:moveTo>
                  <a:pt x="1046270" y="1066083"/>
                </a:moveTo>
                <a:lnTo>
                  <a:pt x="992349" y="738785"/>
                </a:lnTo>
                <a:cubicBezTo>
                  <a:pt x="987619" y="711353"/>
                  <a:pt x="971537" y="685812"/>
                  <a:pt x="947887" y="671623"/>
                </a:cubicBezTo>
                <a:lnTo>
                  <a:pt x="792744" y="591218"/>
                </a:lnTo>
                <a:cubicBezTo>
                  <a:pt x="776662" y="639461"/>
                  <a:pt x="739768" y="651758"/>
                  <a:pt x="728416" y="661218"/>
                </a:cubicBezTo>
                <a:cubicBezTo>
                  <a:pt x="723686" y="664056"/>
                  <a:pt x="718010" y="663110"/>
                  <a:pt x="715172" y="658380"/>
                </a:cubicBezTo>
                <a:cubicBezTo>
                  <a:pt x="712334" y="653650"/>
                  <a:pt x="713280" y="647974"/>
                  <a:pt x="718010" y="645137"/>
                </a:cubicBezTo>
                <a:cubicBezTo>
                  <a:pt x="729362" y="635677"/>
                  <a:pt x="764364" y="624326"/>
                  <a:pt x="775716" y="582704"/>
                </a:cubicBezTo>
                <a:cubicBezTo>
                  <a:pt x="778554" y="572299"/>
                  <a:pt x="808826" y="464461"/>
                  <a:pt x="823016" y="415271"/>
                </a:cubicBezTo>
                <a:cubicBezTo>
                  <a:pt x="829638" y="392568"/>
                  <a:pt x="826800" y="367974"/>
                  <a:pt x="815448" y="349055"/>
                </a:cubicBezTo>
                <a:cubicBezTo>
                  <a:pt x="704766" y="156081"/>
                  <a:pt x="638547" y="0"/>
                  <a:pt x="525027" y="0"/>
                </a:cubicBezTo>
                <a:cubicBezTo>
                  <a:pt x="414346" y="0"/>
                  <a:pt x="351910" y="142838"/>
                  <a:pt x="235553" y="350001"/>
                </a:cubicBezTo>
                <a:cubicBezTo>
                  <a:pt x="224201" y="369866"/>
                  <a:pt x="222309" y="393514"/>
                  <a:pt x="227985" y="416217"/>
                </a:cubicBezTo>
                <a:cubicBezTo>
                  <a:pt x="227985" y="417163"/>
                  <a:pt x="228931" y="419055"/>
                  <a:pt x="227985" y="417163"/>
                </a:cubicBezTo>
                <a:cubicBezTo>
                  <a:pt x="229877" y="423785"/>
                  <a:pt x="238391" y="455947"/>
                  <a:pt x="275285" y="581758"/>
                </a:cubicBezTo>
                <a:cubicBezTo>
                  <a:pt x="286636" y="622434"/>
                  <a:pt x="321638" y="634731"/>
                  <a:pt x="332990" y="644191"/>
                </a:cubicBezTo>
                <a:cubicBezTo>
                  <a:pt x="337720" y="647028"/>
                  <a:pt x="338666" y="652704"/>
                  <a:pt x="335828" y="657434"/>
                </a:cubicBezTo>
                <a:cubicBezTo>
                  <a:pt x="332990" y="662164"/>
                  <a:pt x="327314" y="663110"/>
                  <a:pt x="322584" y="660272"/>
                </a:cubicBezTo>
                <a:cubicBezTo>
                  <a:pt x="312178" y="650812"/>
                  <a:pt x="273393" y="637569"/>
                  <a:pt x="258257" y="590272"/>
                </a:cubicBezTo>
                <a:lnTo>
                  <a:pt x="102167" y="670677"/>
                </a:lnTo>
                <a:cubicBezTo>
                  <a:pt x="78518" y="684866"/>
                  <a:pt x="63382" y="710407"/>
                  <a:pt x="58652" y="737840"/>
                </a:cubicBezTo>
                <a:lnTo>
                  <a:pt x="4730" y="1065138"/>
                </a:lnTo>
                <a:cubicBezTo>
                  <a:pt x="0" y="1094462"/>
                  <a:pt x="8514" y="1122840"/>
                  <a:pt x="27434" y="1145543"/>
                </a:cubicBezTo>
                <a:cubicBezTo>
                  <a:pt x="46354" y="1167300"/>
                  <a:pt x="73788" y="1179597"/>
                  <a:pt x="102167" y="1179597"/>
                </a:cubicBezTo>
                <a:lnTo>
                  <a:pt x="111627" y="1179597"/>
                </a:lnTo>
                <a:cubicBezTo>
                  <a:pt x="107843" y="1170138"/>
                  <a:pt x="105951" y="1158786"/>
                  <a:pt x="105951" y="1148381"/>
                </a:cubicBezTo>
                <a:cubicBezTo>
                  <a:pt x="105951" y="1143651"/>
                  <a:pt x="109735" y="1138921"/>
                  <a:pt x="115411" y="1138921"/>
                </a:cubicBezTo>
                <a:lnTo>
                  <a:pt x="176901" y="1138921"/>
                </a:lnTo>
                <a:lnTo>
                  <a:pt x="176901" y="764326"/>
                </a:lnTo>
                <a:cubicBezTo>
                  <a:pt x="176901" y="738785"/>
                  <a:pt x="197713" y="719866"/>
                  <a:pt x="221363" y="719866"/>
                </a:cubicBezTo>
                <a:lnTo>
                  <a:pt x="827746" y="719866"/>
                </a:lnTo>
                <a:cubicBezTo>
                  <a:pt x="853287" y="719866"/>
                  <a:pt x="872207" y="740677"/>
                  <a:pt x="872207" y="764326"/>
                </a:cubicBezTo>
                <a:lnTo>
                  <a:pt x="872207" y="1137030"/>
                </a:lnTo>
                <a:lnTo>
                  <a:pt x="933697" y="1137030"/>
                </a:lnTo>
                <a:cubicBezTo>
                  <a:pt x="939373" y="1137030"/>
                  <a:pt x="943157" y="1141759"/>
                  <a:pt x="943157" y="1146489"/>
                </a:cubicBezTo>
                <a:cubicBezTo>
                  <a:pt x="943157" y="1156895"/>
                  <a:pt x="941265" y="1168246"/>
                  <a:pt x="937481" y="1177705"/>
                </a:cubicBezTo>
                <a:lnTo>
                  <a:pt x="946941" y="1177705"/>
                </a:lnTo>
                <a:cubicBezTo>
                  <a:pt x="976267" y="1177705"/>
                  <a:pt x="1003701" y="1166354"/>
                  <a:pt x="1021675" y="1143651"/>
                </a:cubicBezTo>
                <a:cubicBezTo>
                  <a:pt x="1042486" y="1122840"/>
                  <a:pt x="1050054" y="1093516"/>
                  <a:pt x="1046270" y="1066083"/>
                </a:cubicBezTo>
                <a:moveTo>
                  <a:pt x="596923" y="635677"/>
                </a:moveTo>
                <a:lnTo>
                  <a:pt x="450294" y="635677"/>
                </a:lnTo>
                <a:cubicBezTo>
                  <a:pt x="419076" y="635677"/>
                  <a:pt x="390696" y="616758"/>
                  <a:pt x="378398" y="588380"/>
                </a:cubicBezTo>
                <a:cubicBezTo>
                  <a:pt x="356640" y="541082"/>
                  <a:pt x="319746" y="455947"/>
                  <a:pt x="308394" y="414325"/>
                </a:cubicBezTo>
                <a:cubicBezTo>
                  <a:pt x="299880" y="383109"/>
                  <a:pt x="315962" y="350947"/>
                  <a:pt x="345288" y="339595"/>
                </a:cubicBezTo>
                <a:lnTo>
                  <a:pt x="483403" y="282838"/>
                </a:lnTo>
                <a:cubicBezTo>
                  <a:pt x="511783" y="271487"/>
                  <a:pt x="542055" y="271487"/>
                  <a:pt x="570435" y="282838"/>
                </a:cubicBezTo>
                <a:lnTo>
                  <a:pt x="707604" y="339595"/>
                </a:lnTo>
                <a:cubicBezTo>
                  <a:pt x="736930" y="351893"/>
                  <a:pt x="753958" y="384055"/>
                  <a:pt x="744498" y="416217"/>
                </a:cubicBezTo>
                <a:lnTo>
                  <a:pt x="742606" y="416217"/>
                </a:lnTo>
                <a:lnTo>
                  <a:pt x="670710" y="586488"/>
                </a:lnTo>
                <a:cubicBezTo>
                  <a:pt x="657466" y="615812"/>
                  <a:pt x="629087" y="635677"/>
                  <a:pt x="596923" y="63567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4FA513-71DD-4B21-92D4-1CC4DA7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38" y="3352109"/>
            <a:ext cx="51084" cy="52027"/>
          </a:xfrm>
          <a:custGeom xmlns:a="http://schemas.openxmlformats.org/drawingml/2006/main">
            <a:pathLst>
              <a:path w="51084" h="52027">
                <a:moveTo>
                  <a:pt x="51084" y="0"/>
                </a:moveTo>
                <a:lnTo>
                  <a:pt x="0" y="0"/>
                </a:lnTo>
                <a:lnTo>
                  <a:pt x="0" y="52027"/>
                </a:lnTo>
                <a:cubicBezTo>
                  <a:pt x="26488" y="47297"/>
                  <a:pt x="47300" y="26487"/>
                  <a:pt x="51084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832EEA-5BDE-4D04-B106-53D57F46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56" y="3352109"/>
            <a:ext cx="51084" cy="52027"/>
          </a:xfrm>
          <a:custGeom xmlns:a="http://schemas.openxmlformats.org/drawingml/2006/main">
            <a:pathLst>
              <a:path w="51084" h="52027">
                <a:moveTo>
                  <a:pt x="51084" y="52027"/>
                </a:moveTo>
                <a:lnTo>
                  <a:pt x="51084" y="0"/>
                </a:lnTo>
                <a:lnTo>
                  <a:pt x="0" y="0"/>
                </a:lnTo>
                <a:cubicBezTo>
                  <a:pt x="4730" y="26487"/>
                  <a:pt x="25542" y="47297"/>
                  <a:pt x="51084" y="5202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A152-D3E0-4766-8210-3F0B4C1D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05" y="2933054"/>
            <a:ext cx="659358" cy="472028"/>
          </a:xfrm>
          <a:custGeom xmlns:a="http://schemas.openxmlformats.org/drawingml/2006/main">
            <a:pathLst>
              <a:path w="659358" h="472028">
                <a:moveTo>
                  <a:pt x="633817" y="0"/>
                </a:moveTo>
                <a:lnTo>
                  <a:pt x="25542" y="0"/>
                </a:lnTo>
                <a:cubicBezTo>
                  <a:pt x="11352" y="0"/>
                  <a:pt x="0" y="11351"/>
                  <a:pt x="0" y="25541"/>
                </a:cubicBezTo>
                <a:lnTo>
                  <a:pt x="0" y="472028"/>
                </a:lnTo>
                <a:lnTo>
                  <a:pt x="658412" y="472028"/>
                </a:lnTo>
                <a:lnTo>
                  <a:pt x="659358" y="472028"/>
                </a:lnTo>
                <a:lnTo>
                  <a:pt x="659358" y="25541"/>
                </a:lnTo>
                <a:cubicBezTo>
                  <a:pt x="659358" y="11351"/>
                  <a:pt x="648007" y="0"/>
                  <a:pt x="633817" y="0"/>
                </a:cubicBezTo>
                <a:moveTo>
                  <a:pt x="329206" y="300811"/>
                </a:moveTo>
                <a:cubicBezTo>
                  <a:pt x="293258" y="300811"/>
                  <a:pt x="263933" y="271487"/>
                  <a:pt x="263933" y="235541"/>
                </a:cubicBezTo>
                <a:cubicBezTo>
                  <a:pt x="263933" y="199595"/>
                  <a:pt x="293258" y="170271"/>
                  <a:pt x="329206" y="170271"/>
                </a:cubicBezTo>
                <a:cubicBezTo>
                  <a:pt x="365154" y="170271"/>
                  <a:pt x="394480" y="199595"/>
                  <a:pt x="394480" y="235541"/>
                </a:cubicBezTo>
                <a:cubicBezTo>
                  <a:pt x="394480" y="272433"/>
                  <a:pt x="365154" y="300811"/>
                  <a:pt x="329206" y="30081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385A0-E8F5-4587-BC44-388AFE07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42" y="790210"/>
            <a:ext cx="4048675" cy="921090"/>
          </a:xfrm>
          <a:custGeom xmlns:a="http://schemas.openxmlformats.org/drawingml/2006/main">
            <a:pathLst>
              <a:path w="4048675" h="921090" fill="none">
                <a:moveTo>
                  <a:pt x="0" y="921090"/>
                </a:moveTo>
                <a:lnTo>
                  <a:pt x="0" y="0"/>
                </a:lnTo>
                <a:lnTo>
                  <a:pt x="404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00000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6AB797-2877-41A9-AA56-F9E25E75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904" y="695126"/>
            <a:ext cx="190164" cy="190164"/>
          </a:xfrm>
          <a:custGeom xmlns:a="http://schemas.openxmlformats.org/drawingml/2006/main">
            <a:pathLst>
              <a:path w="190164" h="190164">
                <a:moveTo>
                  <a:pt x="0" y="0"/>
                </a:moveTo>
                <a:lnTo>
                  <a:pt x="190164" y="95082"/>
                </a:lnTo>
                <a:lnTo>
                  <a:pt x="0" y="190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383810-43FD-47E8-90F2-0987197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445" y="47684"/>
            <a:ext cx="128289" cy="352776"/>
          </a:xfrm>
          <a:custGeom xmlns:a="http://schemas.openxmlformats.org/drawingml/2006/main">
            <a:pathLst>
              <a:path w="128289" h="352776">
                <a:moveTo>
                  <a:pt x="96216" y="352776"/>
                </a:moveTo>
                <a:lnTo>
                  <a:pt x="96216" y="119367"/>
                </a:lnTo>
                <a:cubicBezTo>
                  <a:pt x="115299" y="108238"/>
                  <a:pt x="128289" y="87777"/>
                  <a:pt x="128289" y="64141"/>
                </a:cubicBezTo>
                <a:cubicBezTo>
                  <a:pt x="128289" y="28767"/>
                  <a:pt x="99520" y="0"/>
                  <a:pt x="64144" y="0"/>
                </a:cubicBezTo>
                <a:cubicBezTo>
                  <a:pt x="28769" y="0"/>
                  <a:pt x="0" y="28767"/>
                  <a:pt x="0" y="64141"/>
                </a:cubicBezTo>
                <a:cubicBezTo>
                  <a:pt x="0" y="87777"/>
                  <a:pt x="12989" y="108238"/>
                  <a:pt x="32072" y="119367"/>
                </a:cubicBezTo>
                <a:lnTo>
                  <a:pt x="32072" y="352776"/>
                </a:lnTo>
                <a:lnTo>
                  <a:pt x="96216" y="3527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25895C-2965-46A1-A335-3A835A33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8679" y="805447"/>
            <a:ext cx="90957" cy="204354"/>
          </a:xfrm>
          <a:custGeom xmlns:a="http://schemas.openxmlformats.org/drawingml/2006/main">
            <a:pathLst>
              <a:path w="90957" h="204354">
                <a:moveTo>
                  <a:pt x="45478" y="0"/>
                </a:moveTo>
                <a:lnTo>
                  <a:pt x="0" y="204354"/>
                </a:lnTo>
                <a:lnTo>
                  <a:pt x="90957" y="204354"/>
                </a:lnTo>
                <a:lnTo>
                  <a:pt x="454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E8CE26-EC39-41B0-BC7B-E39B61E0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383" y="1555000"/>
            <a:ext cx="288649" cy="320706"/>
          </a:xfrm>
          <a:custGeom xmlns:a="http://schemas.openxmlformats.org/drawingml/2006/main">
            <a:pathLst>
              <a:path w="288649" h="320706">
                <a:moveTo>
                  <a:pt x="224505" y="192423"/>
                </a:moveTo>
                <a:cubicBezTo>
                  <a:pt x="200868" y="192423"/>
                  <a:pt x="180406" y="205412"/>
                  <a:pt x="169277" y="224494"/>
                </a:cubicBezTo>
                <a:lnTo>
                  <a:pt x="64144" y="224494"/>
                </a:lnTo>
                <a:lnTo>
                  <a:pt x="64144" y="0"/>
                </a:lnTo>
                <a:lnTo>
                  <a:pt x="0" y="0"/>
                </a:lnTo>
                <a:lnTo>
                  <a:pt x="0" y="224494"/>
                </a:lnTo>
                <a:cubicBezTo>
                  <a:pt x="0" y="259772"/>
                  <a:pt x="28865" y="288635"/>
                  <a:pt x="64144" y="288635"/>
                </a:cubicBezTo>
                <a:lnTo>
                  <a:pt x="169277" y="288635"/>
                </a:lnTo>
                <a:cubicBezTo>
                  <a:pt x="180406" y="307717"/>
                  <a:pt x="200868" y="320706"/>
                  <a:pt x="224505" y="320706"/>
                </a:cubicBezTo>
                <a:cubicBezTo>
                  <a:pt x="259881" y="320706"/>
                  <a:pt x="288649" y="291938"/>
                  <a:pt x="288649" y="256564"/>
                </a:cubicBezTo>
                <a:cubicBezTo>
                  <a:pt x="288649" y="221191"/>
                  <a:pt x="259881" y="192423"/>
                  <a:pt x="224505" y="1924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D78A4-2886-49D8-AE77-B209884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435" y="464601"/>
            <a:ext cx="1026309" cy="1026258"/>
          </a:xfrm>
          <a:custGeom xmlns:a="http://schemas.openxmlformats.org/drawingml/2006/main">
            <a:pathLst>
              <a:path w="1026309" h="1026258">
                <a:moveTo>
                  <a:pt x="0" y="64141"/>
                </a:moveTo>
                <a:lnTo>
                  <a:pt x="0" y="962117"/>
                </a:lnTo>
                <a:cubicBezTo>
                  <a:pt x="0" y="997491"/>
                  <a:pt x="28769" y="1026258"/>
                  <a:pt x="64144" y="1026258"/>
                </a:cubicBezTo>
                <a:lnTo>
                  <a:pt x="962164" y="1026258"/>
                </a:lnTo>
                <a:cubicBezTo>
                  <a:pt x="997540" y="1026258"/>
                  <a:pt x="1026309" y="997491"/>
                  <a:pt x="1026309" y="962117"/>
                </a:cubicBezTo>
                <a:lnTo>
                  <a:pt x="1026309" y="64141"/>
                </a:lnTo>
                <a:cubicBezTo>
                  <a:pt x="1026309" y="28767"/>
                  <a:pt x="997540" y="0"/>
                  <a:pt x="962164" y="0"/>
                </a:cubicBezTo>
                <a:lnTo>
                  <a:pt x="64144" y="0"/>
                </a:lnTo>
                <a:cubicBezTo>
                  <a:pt x="28769" y="0"/>
                  <a:pt x="0" y="28767"/>
                  <a:pt x="0" y="64141"/>
                </a:cubicBezTo>
                <a:moveTo>
                  <a:pt x="577299" y="288635"/>
                </a:moveTo>
                <a:cubicBezTo>
                  <a:pt x="559563" y="288635"/>
                  <a:pt x="545226" y="274299"/>
                  <a:pt x="545226" y="256564"/>
                </a:cubicBezTo>
                <a:cubicBezTo>
                  <a:pt x="545226" y="238829"/>
                  <a:pt x="559563" y="224494"/>
                  <a:pt x="577299" y="224494"/>
                </a:cubicBezTo>
                <a:lnTo>
                  <a:pt x="769731" y="224494"/>
                </a:lnTo>
                <a:cubicBezTo>
                  <a:pt x="787467" y="224494"/>
                  <a:pt x="801804" y="238829"/>
                  <a:pt x="801804" y="256564"/>
                </a:cubicBezTo>
                <a:cubicBezTo>
                  <a:pt x="801804" y="274299"/>
                  <a:pt x="787467" y="288635"/>
                  <a:pt x="769731" y="288635"/>
                </a:cubicBezTo>
                <a:lnTo>
                  <a:pt x="705587" y="288635"/>
                </a:lnTo>
                <a:lnTo>
                  <a:pt x="705587" y="737623"/>
                </a:lnTo>
                <a:lnTo>
                  <a:pt x="769731" y="737623"/>
                </a:lnTo>
                <a:cubicBezTo>
                  <a:pt x="787467" y="737623"/>
                  <a:pt x="801804" y="751958"/>
                  <a:pt x="801804" y="769693"/>
                </a:cubicBezTo>
                <a:cubicBezTo>
                  <a:pt x="801804" y="787428"/>
                  <a:pt x="787467" y="801764"/>
                  <a:pt x="769731" y="801764"/>
                </a:cubicBezTo>
                <a:lnTo>
                  <a:pt x="577299" y="801764"/>
                </a:lnTo>
                <a:cubicBezTo>
                  <a:pt x="559563" y="801764"/>
                  <a:pt x="545226" y="787428"/>
                  <a:pt x="545226" y="769693"/>
                </a:cubicBezTo>
                <a:cubicBezTo>
                  <a:pt x="545226" y="751958"/>
                  <a:pt x="559563" y="737623"/>
                  <a:pt x="577299" y="737623"/>
                </a:cubicBezTo>
                <a:lnTo>
                  <a:pt x="641443" y="737623"/>
                </a:lnTo>
                <a:lnTo>
                  <a:pt x="641443" y="288635"/>
                </a:lnTo>
                <a:lnTo>
                  <a:pt x="577299" y="288635"/>
                </a:lnTo>
                <a:close/>
                <a:moveTo>
                  <a:pt x="161098" y="762734"/>
                </a:moveTo>
                <a:lnTo>
                  <a:pt x="272228" y="263363"/>
                </a:lnTo>
                <a:cubicBezTo>
                  <a:pt x="277360" y="240465"/>
                  <a:pt x="297277" y="224494"/>
                  <a:pt x="320721" y="224494"/>
                </a:cubicBezTo>
                <a:cubicBezTo>
                  <a:pt x="344166" y="224494"/>
                  <a:pt x="364083" y="240465"/>
                  <a:pt x="369182" y="263299"/>
                </a:cubicBezTo>
                <a:lnTo>
                  <a:pt x="480344" y="762734"/>
                </a:lnTo>
                <a:cubicBezTo>
                  <a:pt x="484161" y="780020"/>
                  <a:pt x="473257" y="797146"/>
                  <a:pt x="455970" y="800994"/>
                </a:cubicBezTo>
                <a:cubicBezTo>
                  <a:pt x="453660" y="801507"/>
                  <a:pt x="451287" y="801732"/>
                  <a:pt x="448978" y="801732"/>
                </a:cubicBezTo>
                <a:cubicBezTo>
                  <a:pt x="434289" y="801732"/>
                  <a:pt x="421043" y="791598"/>
                  <a:pt x="417676" y="776621"/>
                </a:cubicBezTo>
                <a:lnTo>
                  <a:pt x="380440" y="609309"/>
                </a:lnTo>
                <a:lnTo>
                  <a:pt x="260971" y="609309"/>
                </a:lnTo>
                <a:lnTo>
                  <a:pt x="223735" y="776621"/>
                </a:lnTo>
                <a:cubicBezTo>
                  <a:pt x="219855" y="793971"/>
                  <a:pt x="202504" y="804779"/>
                  <a:pt x="185473" y="800994"/>
                </a:cubicBezTo>
                <a:cubicBezTo>
                  <a:pt x="168186" y="797146"/>
                  <a:pt x="157282" y="780020"/>
                  <a:pt x="161098" y="7627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7220C-F5A8-480C-8643-4BBA275A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888" y="1330507"/>
            <a:ext cx="320721" cy="288635"/>
          </a:xfrm>
          <a:custGeom xmlns:a="http://schemas.openxmlformats.org/drawingml/2006/main">
            <a:pathLst>
              <a:path w="320721" h="288635">
                <a:moveTo>
                  <a:pt x="288649" y="169268"/>
                </a:moveTo>
                <a:lnTo>
                  <a:pt x="288649" y="64141"/>
                </a:lnTo>
                <a:cubicBezTo>
                  <a:pt x="288649" y="28864"/>
                  <a:pt x="259784" y="0"/>
                  <a:pt x="224505" y="0"/>
                </a:cubicBezTo>
                <a:lnTo>
                  <a:pt x="0" y="0"/>
                </a:lnTo>
                <a:lnTo>
                  <a:pt x="0" y="64141"/>
                </a:lnTo>
                <a:lnTo>
                  <a:pt x="224505" y="64141"/>
                </a:lnTo>
                <a:lnTo>
                  <a:pt x="224505" y="169268"/>
                </a:lnTo>
                <a:cubicBezTo>
                  <a:pt x="205422" y="180397"/>
                  <a:pt x="192433" y="200858"/>
                  <a:pt x="192433" y="224494"/>
                </a:cubicBezTo>
                <a:cubicBezTo>
                  <a:pt x="192433" y="259868"/>
                  <a:pt x="221202" y="288635"/>
                  <a:pt x="256577" y="288635"/>
                </a:cubicBezTo>
                <a:cubicBezTo>
                  <a:pt x="291953" y="288635"/>
                  <a:pt x="320721" y="259868"/>
                  <a:pt x="320721" y="224494"/>
                </a:cubicBezTo>
                <a:cubicBezTo>
                  <a:pt x="320721" y="200858"/>
                  <a:pt x="307732" y="180397"/>
                  <a:pt x="288649" y="1692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60A464-6CA7-4872-B604-045631A1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446" y="1555000"/>
            <a:ext cx="128289" cy="352776"/>
          </a:xfrm>
          <a:custGeom xmlns:a="http://schemas.openxmlformats.org/drawingml/2006/main">
            <a:pathLst>
              <a:path w="128289" h="352776">
                <a:moveTo>
                  <a:pt x="32072" y="0"/>
                </a:moveTo>
                <a:lnTo>
                  <a:pt x="32072" y="233410"/>
                </a:lnTo>
                <a:cubicBezTo>
                  <a:pt x="12989" y="244538"/>
                  <a:pt x="0" y="264999"/>
                  <a:pt x="0" y="288635"/>
                </a:cubicBezTo>
                <a:cubicBezTo>
                  <a:pt x="0" y="324009"/>
                  <a:pt x="28769" y="352776"/>
                  <a:pt x="64144" y="352776"/>
                </a:cubicBezTo>
                <a:cubicBezTo>
                  <a:pt x="99520" y="352776"/>
                  <a:pt x="128289" y="324009"/>
                  <a:pt x="128289" y="288635"/>
                </a:cubicBezTo>
                <a:cubicBezTo>
                  <a:pt x="128289" y="264999"/>
                  <a:pt x="115299" y="244538"/>
                  <a:pt x="96216" y="233410"/>
                </a:cubicBezTo>
                <a:lnTo>
                  <a:pt x="96216" y="0"/>
                </a:lnTo>
                <a:lnTo>
                  <a:pt x="320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845C0-EBD9-4038-8335-FF078E6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147" y="79755"/>
            <a:ext cx="288649" cy="320706"/>
          </a:xfrm>
          <a:custGeom xmlns:a="http://schemas.openxmlformats.org/drawingml/2006/main">
            <a:pathLst>
              <a:path w="288649" h="320706">
                <a:moveTo>
                  <a:pt x="0" y="64141"/>
                </a:moveTo>
                <a:cubicBezTo>
                  <a:pt x="0" y="99515"/>
                  <a:pt x="28769" y="128282"/>
                  <a:pt x="64144" y="128282"/>
                </a:cubicBezTo>
                <a:cubicBezTo>
                  <a:pt x="87781" y="128282"/>
                  <a:pt x="108243" y="115294"/>
                  <a:pt x="119373" y="96212"/>
                </a:cubicBezTo>
                <a:lnTo>
                  <a:pt x="224505" y="96212"/>
                </a:lnTo>
                <a:lnTo>
                  <a:pt x="224505" y="320706"/>
                </a:lnTo>
                <a:lnTo>
                  <a:pt x="288649" y="320706"/>
                </a:lnTo>
                <a:lnTo>
                  <a:pt x="288649" y="96212"/>
                </a:lnTo>
                <a:cubicBezTo>
                  <a:pt x="288649" y="60934"/>
                  <a:pt x="259784" y="32071"/>
                  <a:pt x="224505" y="32071"/>
                </a:cubicBezTo>
                <a:lnTo>
                  <a:pt x="119373" y="32071"/>
                </a:lnTo>
                <a:cubicBezTo>
                  <a:pt x="108243" y="12989"/>
                  <a:pt x="87781" y="0"/>
                  <a:pt x="64144" y="0"/>
                </a:cubicBezTo>
                <a:cubicBezTo>
                  <a:pt x="28769" y="0"/>
                  <a:pt x="0" y="28767"/>
                  <a:pt x="0" y="641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C62BED-971A-4521-A4DD-EE4B7F51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570" y="1330507"/>
            <a:ext cx="320721" cy="288635"/>
          </a:xfrm>
          <a:custGeom xmlns:a="http://schemas.openxmlformats.org/drawingml/2006/main">
            <a:pathLst>
              <a:path w="320721" h="288635">
                <a:moveTo>
                  <a:pt x="32072" y="64141"/>
                </a:moveTo>
                <a:lnTo>
                  <a:pt x="32072" y="169268"/>
                </a:lnTo>
                <a:cubicBezTo>
                  <a:pt x="12989" y="180397"/>
                  <a:pt x="0" y="200858"/>
                  <a:pt x="0" y="224494"/>
                </a:cubicBezTo>
                <a:cubicBezTo>
                  <a:pt x="0" y="259868"/>
                  <a:pt x="28769" y="288635"/>
                  <a:pt x="64144" y="288635"/>
                </a:cubicBezTo>
                <a:cubicBezTo>
                  <a:pt x="99520" y="288635"/>
                  <a:pt x="128289" y="259868"/>
                  <a:pt x="128289" y="224494"/>
                </a:cubicBezTo>
                <a:cubicBezTo>
                  <a:pt x="128289" y="200858"/>
                  <a:pt x="115299" y="180397"/>
                  <a:pt x="96216" y="169268"/>
                </a:cubicBezTo>
                <a:lnTo>
                  <a:pt x="96216" y="64141"/>
                </a:lnTo>
                <a:lnTo>
                  <a:pt x="320721" y="64141"/>
                </a:lnTo>
                <a:lnTo>
                  <a:pt x="320721" y="0"/>
                </a:lnTo>
                <a:lnTo>
                  <a:pt x="96216" y="0"/>
                </a:lnTo>
                <a:cubicBezTo>
                  <a:pt x="60937" y="0"/>
                  <a:pt x="32072" y="28864"/>
                  <a:pt x="32072" y="641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79A77-57A3-4DB2-93C7-1764D6EC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498" y="913589"/>
            <a:ext cx="352794" cy="128282"/>
          </a:xfrm>
          <a:custGeom xmlns:a="http://schemas.openxmlformats.org/drawingml/2006/main">
            <a:pathLst>
              <a:path w="352794" h="128282">
                <a:moveTo>
                  <a:pt x="64144" y="128282"/>
                </a:moveTo>
                <a:cubicBezTo>
                  <a:pt x="87781" y="128282"/>
                  <a:pt x="108243" y="115294"/>
                  <a:pt x="119373" y="96212"/>
                </a:cubicBezTo>
                <a:lnTo>
                  <a:pt x="352794" y="96212"/>
                </a:lnTo>
                <a:lnTo>
                  <a:pt x="352794" y="32071"/>
                </a:lnTo>
                <a:lnTo>
                  <a:pt x="119373" y="32071"/>
                </a:lnTo>
                <a:cubicBezTo>
                  <a:pt x="108243" y="12989"/>
                  <a:pt x="87781" y="0"/>
                  <a:pt x="64144" y="0"/>
                </a:cubicBezTo>
                <a:cubicBezTo>
                  <a:pt x="28769" y="0"/>
                  <a:pt x="0" y="28767"/>
                  <a:pt x="0" y="64141"/>
                </a:cubicBezTo>
                <a:cubicBezTo>
                  <a:pt x="0" y="99515"/>
                  <a:pt x="28769" y="128282"/>
                  <a:pt x="64144" y="1282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87E72E-FF87-42A0-BF33-7EB38AA0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888" y="913589"/>
            <a:ext cx="352794" cy="128282"/>
          </a:xfrm>
          <a:custGeom xmlns:a="http://schemas.openxmlformats.org/drawingml/2006/main">
            <a:pathLst>
              <a:path w="352794" h="128282">
                <a:moveTo>
                  <a:pt x="233421" y="32071"/>
                </a:moveTo>
                <a:lnTo>
                  <a:pt x="0" y="32071"/>
                </a:lnTo>
                <a:lnTo>
                  <a:pt x="0" y="96212"/>
                </a:lnTo>
                <a:lnTo>
                  <a:pt x="233421" y="96212"/>
                </a:lnTo>
                <a:cubicBezTo>
                  <a:pt x="244550" y="115294"/>
                  <a:pt x="265012" y="128282"/>
                  <a:pt x="288649" y="128282"/>
                </a:cubicBezTo>
                <a:cubicBezTo>
                  <a:pt x="324025" y="128282"/>
                  <a:pt x="352794" y="99515"/>
                  <a:pt x="352794" y="64141"/>
                </a:cubicBezTo>
                <a:cubicBezTo>
                  <a:pt x="352794" y="28767"/>
                  <a:pt x="324025" y="0"/>
                  <a:pt x="288649" y="0"/>
                </a:cubicBezTo>
                <a:cubicBezTo>
                  <a:pt x="265012" y="0"/>
                  <a:pt x="244550" y="12989"/>
                  <a:pt x="233421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ACEB1-0060-4ADE-988C-A7F19E70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570" y="336319"/>
            <a:ext cx="320721" cy="288635"/>
          </a:xfrm>
          <a:custGeom xmlns:a="http://schemas.openxmlformats.org/drawingml/2006/main">
            <a:pathLst>
              <a:path w="320721" h="288635">
                <a:moveTo>
                  <a:pt x="32072" y="119367"/>
                </a:moveTo>
                <a:lnTo>
                  <a:pt x="32072" y="224494"/>
                </a:lnTo>
                <a:cubicBezTo>
                  <a:pt x="32072" y="259772"/>
                  <a:pt x="60937" y="288635"/>
                  <a:pt x="96216" y="288635"/>
                </a:cubicBezTo>
                <a:lnTo>
                  <a:pt x="320721" y="288635"/>
                </a:lnTo>
                <a:lnTo>
                  <a:pt x="320721" y="224494"/>
                </a:lnTo>
                <a:lnTo>
                  <a:pt x="96216" y="224494"/>
                </a:lnTo>
                <a:lnTo>
                  <a:pt x="96216" y="119367"/>
                </a:lnTo>
                <a:cubicBezTo>
                  <a:pt x="115299" y="108238"/>
                  <a:pt x="128289" y="87777"/>
                  <a:pt x="128289" y="64141"/>
                </a:cubicBezTo>
                <a:cubicBezTo>
                  <a:pt x="128289" y="28767"/>
                  <a:pt x="99520" y="0"/>
                  <a:pt x="64144" y="0"/>
                </a:cubicBezTo>
                <a:cubicBezTo>
                  <a:pt x="28769" y="0"/>
                  <a:pt x="0" y="28767"/>
                  <a:pt x="0" y="64141"/>
                </a:cubicBezTo>
                <a:cubicBezTo>
                  <a:pt x="0" y="87777"/>
                  <a:pt x="12989" y="108238"/>
                  <a:pt x="32072" y="1193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B30BBC-5DD0-4AB0-9452-8406EC4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889" y="336319"/>
            <a:ext cx="320721" cy="288635"/>
          </a:xfrm>
          <a:custGeom xmlns:a="http://schemas.openxmlformats.org/drawingml/2006/main">
            <a:pathLst>
              <a:path w="320721" h="288635">
                <a:moveTo>
                  <a:pt x="224505" y="119367"/>
                </a:moveTo>
                <a:lnTo>
                  <a:pt x="224505" y="224494"/>
                </a:lnTo>
                <a:lnTo>
                  <a:pt x="0" y="224494"/>
                </a:lnTo>
                <a:lnTo>
                  <a:pt x="0" y="288635"/>
                </a:lnTo>
                <a:lnTo>
                  <a:pt x="224505" y="288635"/>
                </a:lnTo>
                <a:cubicBezTo>
                  <a:pt x="259784" y="288635"/>
                  <a:pt x="288649" y="259772"/>
                  <a:pt x="288649" y="224494"/>
                </a:cubicBezTo>
                <a:lnTo>
                  <a:pt x="288649" y="119367"/>
                </a:lnTo>
                <a:cubicBezTo>
                  <a:pt x="307732" y="108238"/>
                  <a:pt x="320721" y="87777"/>
                  <a:pt x="320721" y="64141"/>
                </a:cubicBezTo>
                <a:cubicBezTo>
                  <a:pt x="320721" y="28767"/>
                  <a:pt x="291953" y="0"/>
                  <a:pt x="256577" y="0"/>
                </a:cubicBezTo>
                <a:cubicBezTo>
                  <a:pt x="221202" y="0"/>
                  <a:pt x="192433" y="28767"/>
                  <a:pt x="192433" y="64141"/>
                </a:cubicBezTo>
                <a:cubicBezTo>
                  <a:pt x="192433" y="87777"/>
                  <a:pt x="205422" y="108238"/>
                  <a:pt x="224505" y="1193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EC8FC-03FF-445D-9970-944FF8F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786" y="753236"/>
            <a:ext cx="224505" cy="64141"/>
          </a:xfrm>
          <a:custGeom xmlns:a="http://schemas.openxmlformats.org/drawingml/2006/main">
            <a:pathLst>
              <a:path w="224505" h="64141">
                <a:moveTo>
                  <a:pt x="0" y="32071"/>
                </a:moveTo>
                <a:cubicBezTo>
                  <a:pt x="0" y="49709"/>
                  <a:pt x="14432" y="64141"/>
                  <a:pt x="32072" y="64141"/>
                </a:cubicBezTo>
                <a:lnTo>
                  <a:pt x="224505" y="64141"/>
                </a:lnTo>
                <a:lnTo>
                  <a:pt x="224505" y="0"/>
                </a:lnTo>
                <a:lnTo>
                  <a:pt x="32072" y="0"/>
                </a:lnTo>
                <a:cubicBezTo>
                  <a:pt x="14432" y="0"/>
                  <a:pt x="0" y="14432"/>
                  <a:pt x="0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7294A1-07B8-4969-8B90-4DF15412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786" y="1138083"/>
            <a:ext cx="224505" cy="64141"/>
          </a:xfrm>
          <a:custGeom xmlns:a="http://schemas.openxmlformats.org/drawingml/2006/main">
            <a:pathLst>
              <a:path w="224505" h="64141">
                <a:moveTo>
                  <a:pt x="0" y="32071"/>
                </a:moveTo>
                <a:cubicBezTo>
                  <a:pt x="0" y="49709"/>
                  <a:pt x="14432" y="64141"/>
                  <a:pt x="32072" y="64141"/>
                </a:cubicBezTo>
                <a:lnTo>
                  <a:pt x="224505" y="64141"/>
                </a:lnTo>
                <a:lnTo>
                  <a:pt x="224505" y="0"/>
                </a:lnTo>
                <a:lnTo>
                  <a:pt x="32072" y="0"/>
                </a:lnTo>
                <a:cubicBezTo>
                  <a:pt x="14432" y="0"/>
                  <a:pt x="0" y="14432"/>
                  <a:pt x="0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2E8DC-A1F2-4140-96E7-318F434F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147" y="1555001"/>
            <a:ext cx="288649" cy="320706"/>
          </a:xfrm>
          <a:custGeom xmlns:a="http://schemas.openxmlformats.org/drawingml/2006/main">
            <a:pathLst>
              <a:path w="288649" h="320706">
                <a:moveTo>
                  <a:pt x="0" y="256564"/>
                </a:moveTo>
                <a:cubicBezTo>
                  <a:pt x="0" y="291938"/>
                  <a:pt x="28769" y="320706"/>
                  <a:pt x="64144" y="320706"/>
                </a:cubicBezTo>
                <a:cubicBezTo>
                  <a:pt x="87781" y="320706"/>
                  <a:pt x="108243" y="307717"/>
                  <a:pt x="119373" y="288635"/>
                </a:cubicBezTo>
                <a:lnTo>
                  <a:pt x="224505" y="288635"/>
                </a:lnTo>
                <a:cubicBezTo>
                  <a:pt x="259784" y="288635"/>
                  <a:pt x="288649" y="259772"/>
                  <a:pt x="288649" y="224494"/>
                </a:cubicBezTo>
                <a:lnTo>
                  <a:pt x="288649" y="0"/>
                </a:lnTo>
                <a:lnTo>
                  <a:pt x="224505" y="0"/>
                </a:lnTo>
                <a:lnTo>
                  <a:pt x="224505" y="224494"/>
                </a:lnTo>
                <a:lnTo>
                  <a:pt x="119373" y="224494"/>
                </a:lnTo>
                <a:cubicBezTo>
                  <a:pt x="108243" y="205412"/>
                  <a:pt x="87781" y="192423"/>
                  <a:pt x="64144" y="192423"/>
                </a:cubicBezTo>
                <a:cubicBezTo>
                  <a:pt x="28769" y="192423"/>
                  <a:pt x="0" y="221191"/>
                  <a:pt x="0" y="25656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EA183-EF1B-49BF-AC9F-F8449ED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085" y="1555001"/>
            <a:ext cx="64144" cy="224494"/>
          </a:xfrm>
          <a:custGeom xmlns:a="http://schemas.openxmlformats.org/drawingml/2006/main">
            <a:pathLst>
              <a:path w="64144" h="224494">
                <a:moveTo>
                  <a:pt x="32072" y="224494"/>
                </a:moveTo>
                <a:cubicBezTo>
                  <a:pt x="49712" y="224494"/>
                  <a:pt x="64144" y="210062"/>
                  <a:pt x="64144" y="192423"/>
                </a:cubicBezTo>
                <a:lnTo>
                  <a:pt x="64144" y="0"/>
                </a:lnTo>
                <a:lnTo>
                  <a:pt x="0" y="0"/>
                </a:lnTo>
                <a:lnTo>
                  <a:pt x="0" y="192423"/>
                </a:lnTo>
                <a:cubicBezTo>
                  <a:pt x="0" y="210062"/>
                  <a:pt x="14432" y="224494"/>
                  <a:pt x="32072" y="2244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3349A-7082-41A6-8C2B-A1E912C3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1" y="1555001"/>
            <a:ext cx="64144" cy="224494"/>
          </a:xfrm>
          <a:custGeom xmlns:a="http://schemas.openxmlformats.org/drawingml/2006/main">
            <a:pathLst>
              <a:path w="64144" h="224494">
                <a:moveTo>
                  <a:pt x="32072" y="224494"/>
                </a:moveTo>
                <a:cubicBezTo>
                  <a:pt x="49712" y="224494"/>
                  <a:pt x="64144" y="210062"/>
                  <a:pt x="64144" y="192423"/>
                </a:cubicBezTo>
                <a:lnTo>
                  <a:pt x="64144" y="0"/>
                </a:lnTo>
                <a:lnTo>
                  <a:pt x="0" y="0"/>
                </a:lnTo>
                <a:lnTo>
                  <a:pt x="0" y="192423"/>
                </a:lnTo>
                <a:cubicBezTo>
                  <a:pt x="0" y="210062"/>
                  <a:pt x="14432" y="224494"/>
                  <a:pt x="32072" y="22449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77992-384B-4EA2-A674-3E18B38E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889" y="1138083"/>
            <a:ext cx="224505" cy="64141"/>
          </a:xfrm>
          <a:custGeom xmlns:a="http://schemas.openxmlformats.org/drawingml/2006/main">
            <a:pathLst>
              <a:path w="224505" h="64141">
                <a:moveTo>
                  <a:pt x="224505" y="32071"/>
                </a:moveTo>
                <a:cubicBezTo>
                  <a:pt x="224505" y="14432"/>
                  <a:pt x="210073" y="0"/>
                  <a:pt x="192433" y="0"/>
                </a:cubicBezTo>
                <a:lnTo>
                  <a:pt x="0" y="0"/>
                </a:lnTo>
                <a:lnTo>
                  <a:pt x="0" y="64141"/>
                </a:lnTo>
                <a:lnTo>
                  <a:pt x="192433" y="64141"/>
                </a:lnTo>
                <a:cubicBezTo>
                  <a:pt x="210073" y="64141"/>
                  <a:pt x="224505" y="49709"/>
                  <a:pt x="224505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442383-5A3A-4A7C-9FB8-E2D8E465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889" y="753236"/>
            <a:ext cx="224505" cy="64141"/>
          </a:xfrm>
          <a:custGeom xmlns:a="http://schemas.openxmlformats.org/drawingml/2006/main">
            <a:pathLst>
              <a:path w="224505" h="64141">
                <a:moveTo>
                  <a:pt x="224505" y="32071"/>
                </a:moveTo>
                <a:cubicBezTo>
                  <a:pt x="224505" y="14432"/>
                  <a:pt x="210073" y="0"/>
                  <a:pt x="192433" y="0"/>
                </a:cubicBezTo>
                <a:lnTo>
                  <a:pt x="0" y="0"/>
                </a:lnTo>
                <a:lnTo>
                  <a:pt x="0" y="64141"/>
                </a:lnTo>
                <a:lnTo>
                  <a:pt x="192433" y="64141"/>
                </a:lnTo>
                <a:cubicBezTo>
                  <a:pt x="210073" y="64141"/>
                  <a:pt x="224505" y="49709"/>
                  <a:pt x="224505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3D0A0-07BD-450F-AE2A-14B8AB30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383" y="79755"/>
            <a:ext cx="288649" cy="320706"/>
          </a:xfrm>
          <a:custGeom xmlns:a="http://schemas.openxmlformats.org/drawingml/2006/main">
            <a:pathLst>
              <a:path w="288649" h="320706">
                <a:moveTo>
                  <a:pt x="288649" y="64141"/>
                </a:moveTo>
                <a:cubicBezTo>
                  <a:pt x="288649" y="28767"/>
                  <a:pt x="259881" y="0"/>
                  <a:pt x="224505" y="0"/>
                </a:cubicBezTo>
                <a:cubicBezTo>
                  <a:pt x="200868" y="0"/>
                  <a:pt x="180406" y="12989"/>
                  <a:pt x="169277" y="32071"/>
                </a:cubicBezTo>
                <a:lnTo>
                  <a:pt x="64144" y="32071"/>
                </a:lnTo>
                <a:cubicBezTo>
                  <a:pt x="28865" y="32071"/>
                  <a:pt x="0" y="60934"/>
                  <a:pt x="0" y="96212"/>
                </a:cubicBezTo>
                <a:lnTo>
                  <a:pt x="0" y="320706"/>
                </a:lnTo>
                <a:lnTo>
                  <a:pt x="64144" y="320706"/>
                </a:lnTo>
                <a:lnTo>
                  <a:pt x="64144" y="96212"/>
                </a:lnTo>
                <a:lnTo>
                  <a:pt x="169277" y="96212"/>
                </a:lnTo>
                <a:cubicBezTo>
                  <a:pt x="180406" y="115294"/>
                  <a:pt x="200868" y="128282"/>
                  <a:pt x="224505" y="128282"/>
                </a:cubicBezTo>
                <a:cubicBezTo>
                  <a:pt x="259881" y="128282"/>
                  <a:pt x="288649" y="99515"/>
                  <a:pt x="288649" y="641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3A831-9988-4FDE-AF17-B83145B3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951" y="175966"/>
            <a:ext cx="64144" cy="224494"/>
          </a:xfrm>
          <a:custGeom xmlns:a="http://schemas.openxmlformats.org/drawingml/2006/main">
            <a:pathLst>
              <a:path w="64144" h="224494">
                <a:moveTo>
                  <a:pt x="0" y="32071"/>
                </a:moveTo>
                <a:lnTo>
                  <a:pt x="0" y="224494"/>
                </a:lnTo>
                <a:lnTo>
                  <a:pt x="64144" y="224494"/>
                </a:lnTo>
                <a:lnTo>
                  <a:pt x="64144" y="32071"/>
                </a:lnTo>
                <a:cubicBezTo>
                  <a:pt x="64144" y="14432"/>
                  <a:pt x="49712" y="0"/>
                  <a:pt x="32072" y="0"/>
                </a:cubicBezTo>
                <a:cubicBezTo>
                  <a:pt x="14432" y="0"/>
                  <a:pt x="0" y="14432"/>
                  <a:pt x="0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E8AA2D-D45C-47A9-A04D-93C64E8F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085" y="175966"/>
            <a:ext cx="64144" cy="224494"/>
          </a:xfrm>
          <a:custGeom xmlns:a="http://schemas.openxmlformats.org/drawingml/2006/main">
            <a:pathLst>
              <a:path w="64144" h="224494">
                <a:moveTo>
                  <a:pt x="0" y="32071"/>
                </a:moveTo>
                <a:lnTo>
                  <a:pt x="0" y="224494"/>
                </a:lnTo>
                <a:lnTo>
                  <a:pt x="64144" y="224494"/>
                </a:lnTo>
                <a:lnTo>
                  <a:pt x="64144" y="32071"/>
                </a:lnTo>
                <a:cubicBezTo>
                  <a:pt x="64144" y="14432"/>
                  <a:pt x="49712" y="0"/>
                  <a:pt x="32072" y="0"/>
                </a:cubicBezTo>
                <a:cubicBezTo>
                  <a:pt x="14432" y="0"/>
                  <a:pt x="0" y="14432"/>
                  <a:pt x="0" y="320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PromptsLLMtogeneratecode">
            <a:extLst xmlns:a="http://schemas.openxmlformats.org/drawingml/2006/main">
              <a:ext uri="{FF2B5EF4-FFF2-40B4-BE49-F238E27FC236}">
                <a16:creationId xmlns:a16="http://schemas.microsoft.com/office/drawing/2014/main" id="{AAF6F94D-D638-4FC5-BDC5-2CFFDE3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847" y="460968"/>
            <a:ext cx="2844699" cy="239785"/>
          </a:xfrm>
          <a:custGeom xmlns:a="http://schemas.openxmlformats.org/drawingml/2006/main">
            <a:pathLst>
              <a:path w="2844699" h="239785">
                <a:moveTo>
                  <a:pt x="43596" y="15921"/>
                </a:moveTo>
                <a:cubicBezTo>
                  <a:pt x="64660" y="15921"/>
                  <a:pt x="80743" y="20575"/>
                  <a:pt x="91845" y="29884"/>
                </a:cubicBezTo>
                <a:cubicBezTo>
                  <a:pt x="102950" y="39190"/>
                  <a:pt x="108503" y="52905"/>
                  <a:pt x="108503" y="71028"/>
                </a:cubicBezTo>
                <a:cubicBezTo>
                  <a:pt x="108503" y="89969"/>
                  <a:pt x="103196" y="104298"/>
                  <a:pt x="92582" y="114015"/>
                </a:cubicBezTo>
                <a:cubicBezTo>
                  <a:pt x="81968" y="123730"/>
                  <a:pt x="66946" y="128587"/>
                  <a:pt x="47517" y="128587"/>
                </a:cubicBezTo>
                <a:lnTo>
                  <a:pt x="38454" y="128587"/>
                </a:lnTo>
                <a:lnTo>
                  <a:pt x="38454" y="185657"/>
                </a:lnTo>
                <a:lnTo>
                  <a:pt x="0" y="185657"/>
                </a:lnTo>
                <a:lnTo>
                  <a:pt x="0" y="15921"/>
                </a:lnTo>
                <a:lnTo>
                  <a:pt x="43596" y="15921"/>
                </a:lnTo>
                <a:moveTo>
                  <a:pt x="44332" y="100666"/>
                </a:moveTo>
                <a:cubicBezTo>
                  <a:pt x="53150" y="100666"/>
                  <a:pt x="59477" y="98421"/>
                  <a:pt x="63314" y="93931"/>
                </a:cubicBezTo>
                <a:cubicBezTo>
                  <a:pt x="67151" y="89441"/>
                  <a:pt x="69070" y="81807"/>
                  <a:pt x="69070" y="71028"/>
                </a:cubicBezTo>
                <a:cubicBezTo>
                  <a:pt x="69070" y="61558"/>
                  <a:pt x="67232" y="54578"/>
                  <a:pt x="63557" y="50088"/>
                </a:cubicBezTo>
                <a:cubicBezTo>
                  <a:pt x="59885" y="45598"/>
                  <a:pt x="53640" y="43353"/>
                  <a:pt x="44822" y="43353"/>
                </a:cubicBezTo>
                <a:lnTo>
                  <a:pt x="38454" y="43353"/>
                </a:lnTo>
                <a:lnTo>
                  <a:pt x="38454" y="100666"/>
                </a:lnTo>
                <a:lnTo>
                  <a:pt x="44332" y="100666"/>
                </a:lnTo>
                <a:close/>
                <a:moveTo>
                  <a:pt x="184432" y="51923"/>
                </a:moveTo>
                <a:cubicBezTo>
                  <a:pt x="187861" y="51923"/>
                  <a:pt x="191289" y="52577"/>
                  <a:pt x="194717" y="53885"/>
                </a:cubicBezTo>
                <a:lnTo>
                  <a:pt x="188596" y="89397"/>
                </a:lnTo>
                <a:cubicBezTo>
                  <a:pt x="185656" y="88418"/>
                  <a:pt x="182634" y="87929"/>
                  <a:pt x="179532" y="87929"/>
                </a:cubicBezTo>
                <a:cubicBezTo>
                  <a:pt x="173490" y="87929"/>
                  <a:pt x="168958" y="90256"/>
                  <a:pt x="165936" y="94910"/>
                </a:cubicBezTo>
                <a:cubicBezTo>
                  <a:pt x="162916" y="99564"/>
                  <a:pt x="160427" y="106544"/>
                  <a:pt x="158469" y="115850"/>
                </a:cubicBezTo>
                <a:lnTo>
                  <a:pt x="158469" y="185657"/>
                </a:lnTo>
                <a:lnTo>
                  <a:pt x="121484" y="185657"/>
                </a:lnTo>
                <a:lnTo>
                  <a:pt x="121484" y="55597"/>
                </a:lnTo>
                <a:lnTo>
                  <a:pt x="153569" y="55597"/>
                </a:lnTo>
                <a:lnTo>
                  <a:pt x="156264" y="76907"/>
                </a:lnTo>
                <a:cubicBezTo>
                  <a:pt x="162470" y="60251"/>
                  <a:pt x="171860" y="51923"/>
                  <a:pt x="184432" y="51923"/>
                </a:cubicBezTo>
                <a:close/>
                <a:moveTo>
                  <a:pt x="253109" y="51433"/>
                </a:moveTo>
                <a:cubicBezTo>
                  <a:pt x="270091" y="51433"/>
                  <a:pt x="283359" y="57230"/>
                  <a:pt x="292911" y="68823"/>
                </a:cubicBezTo>
                <a:cubicBezTo>
                  <a:pt x="302464" y="80417"/>
                  <a:pt x="307240" y="97725"/>
                  <a:pt x="307240" y="120750"/>
                </a:cubicBezTo>
                <a:cubicBezTo>
                  <a:pt x="307240" y="142793"/>
                  <a:pt x="302464" y="159815"/>
                  <a:pt x="292911" y="171817"/>
                </a:cubicBezTo>
                <a:cubicBezTo>
                  <a:pt x="283359" y="183819"/>
                  <a:pt x="270091" y="189820"/>
                  <a:pt x="253109" y="189820"/>
                </a:cubicBezTo>
                <a:cubicBezTo>
                  <a:pt x="236129" y="189820"/>
                  <a:pt x="222862" y="183982"/>
                  <a:pt x="213310" y="172307"/>
                </a:cubicBezTo>
                <a:cubicBezTo>
                  <a:pt x="203757" y="160631"/>
                  <a:pt x="198981" y="143363"/>
                  <a:pt x="198981" y="120503"/>
                </a:cubicBezTo>
                <a:cubicBezTo>
                  <a:pt x="198981" y="98134"/>
                  <a:pt x="203757" y="81031"/>
                  <a:pt x="213310" y="69193"/>
                </a:cubicBezTo>
                <a:cubicBezTo>
                  <a:pt x="222862" y="57353"/>
                  <a:pt x="236129" y="51433"/>
                  <a:pt x="253109" y="51433"/>
                </a:cubicBezTo>
                <a:moveTo>
                  <a:pt x="253109" y="78866"/>
                </a:moveTo>
                <a:cubicBezTo>
                  <a:pt x="247395" y="78866"/>
                  <a:pt x="243273" y="82010"/>
                  <a:pt x="240742" y="88299"/>
                </a:cubicBezTo>
                <a:cubicBezTo>
                  <a:pt x="238210" y="94585"/>
                  <a:pt x="236945" y="105320"/>
                  <a:pt x="236945" y="120503"/>
                </a:cubicBezTo>
                <a:cubicBezTo>
                  <a:pt x="236945" y="136180"/>
                  <a:pt x="238210" y="147122"/>
                  <a:pt x="240742" y="153328"/>
                </a:cubicBezTo>
                <a:cubicBezTo>
                  <a:pt x="243273" y="159532"/>
                  <a:pt x="247395" y="162634"/>
                  <a:pt x="253109" y="162634"/>
                </a:cubicBezTo>
                <a:cubicBezTo>
                  <a:pt x="258824" y="162634"/>
                  <a:pt x="262948" y="159491"/>
                  <a:pt x="265479" y="153205"/>
                </a:cubicBezTo>
                <a:cubicBezTo>
                  <a:pt x="268011" y="146916"/>
                  <a:pt x="269276" y="136098"/>
                  <a:pt x="269276" y="120750"/>
                </a:cubicBezTo>
                <a:cubicBezTo>
                  <a:pt x="269276" y="105238"/>
                  <a:pt x="268011" y="94379"/>
                  <a:pt x="265479" y="88175"/>
                </a:cubicBezTo>
                <a:cubicBezTo>
                  <a:pt x="262948" y="81969"/>
                  <a:pt x="258824" y="78866"/>
                  <a:pt x="253109" y="78866"/>
                </a:cubicBezTo>
                <a:close/>
                <a:moveTo>
                  <a:pt x="446826" y="51433"/>
                </a:moveTo>
                <a:cubicBezTo>
                  <a:pt x="455479" y="51433"/>
                  <a:pt x="462377" y="54781"/>
                  <a:pt x="467520" y="61476"/>
                </a:cubicBezTo>
                <a:cubicBezTo>
                  <a:pt x="472665" y="68170"/>
                  <a:pt x="475238" y="77151"/>
                  <a:pt x="475238" y="88418"/>
                </a:cubicBezTo>
                <a:lnTo>
                  <a:pt x="475238" y="185657"/>
                </a:lnTo>
                <a:lnTo>
                  <a:pt x="438989" y="185657"/>
                </a:lnTo>
                <a:lnTo>
                  <a:pt x="438989" y="92092"/>
                </a:lnTo>
                <a:cubicBezTo>
                  <a:pt x="438989" y="87684"/>
                  <a:pt x="438417" y="84460"/>
                  <a:pt x="437274" y="82420"/>
                </a:cubicBezTo>
                <a:cubicBezTo>
                  <a:pt x="436130" y="80377"/>
                  <a:pt x="434416" y="79355"/>
                  <a:pt x="432131" y="79355"/>
                </a:cubicBezTo>
                <a:cubicBezTo>
                  <a:pt x="427559" y="79355"/>
                  <a:pt x="422905" y="84173"/>
                  <a:pt x="418168" y="93807"/>
                </a:cubicBezTo>
                <a:lnTo>
                  <a:pt x="418168" y="185657"/>
                </a:lnTo>
                <a:lnTo>
                  <a:pt x="382409" y="185657"/>
                </a:lnTo>
                <a:lnTo>
                  <a:pt x="382409" y="92092"/>
                </a:lnTo>
                <a:cubicBezTo>
                  <a:pt x="382409" y="83601"/>
                  <a:pt x="380123" y="79355"/>
                  <a:pt x="375551" y="79355"/>
                </a:cubicBezTo>
                <a:cubicBezTo>
                  <a:pt x="370815" y="79355"/>
                  <a:pt x="366080" y="84173"/>
                  <a:pt x="361346" y="93807"/>
                </a:cubicBezTo>
                <a:lnTo>
                  <a:pt x="361346" y="185657"/>
                </a:lnTo>
                <a:lnTo>
                  <a:pt x="325340" y="185657"/>
                </a:lnTo>
                <a:lnTo>
                  <a:pt x="325340" y="55597"/>
                </a:lnTo>
                <a:lnTo>
                  <a:pt x="357425" y="55597"/>
                </a:lnTo>
                <a:lnTo>
                  <a:pt x="359630" y="71275"/>
                </a:lnTo>
                <a:cubicBezTo>
                  <a:pt x="367957" y="58047"/>
                  <a:pt x="378162" y="51433"/>
                  <a:pt x="390246" y="51433"/>
                </a:cubicBezTo>
                <a:cubicBezTo>
                  <a:pt x="396124" y="51433"/>
                  <a:pt x="401227" y="53230"/>
                  <a:pt x="405555" y="56823"/>
                </a:cubicBezTo>
                <a:cubicBezTo>
                  <a:pt x="409882" y="60415"/>
                  <a:pt x="413189" y="65559"/>
                  <a:pt x="415474" y="72254"/>
                </a:cubicBezTo>
                <a:cubicBezTo>
                  <a:pt x="423965" y="58374"/>
                  <a:pt x="434416" y="51433"/>
                  <a:pt x="446826" y="51433"/>
                </a:cubicBezTo>
                <a:close/>
                <a:moveTo>
                  <a:pt x="561455" y="51433"/>
                </a:moveTo>
                <a:cubicBezTo>
                  <a:pt x="574191" y="51433"/>
                  <a:pt x="583907" y="57353"/>
                  <a:pt x="590602" y="69193"/>
                </a:cubicBezTo>
                <a:cubicBezTo>
                  <a:pt x="597297" y="81031"/>
                  <a:pt x="600644" y="98053"/>
                  <a:pt x="600644" y="120260"/>
                </a:cubicBezTo>
                <a:cubicBezTo>
                  <a:pt x="600644" y="134303"/>
                  <a:pt x="598888" y="146590"/>
                  <a:pt x="595375" y="157122"/>
                </a:cubicBezTo>
                <a:cubicBezTo>
                  <a:pt x="591864" y="167654"/>
                  <a:pt x="586925" y="175736"/>
                  <a:pt x="580556" y="181370"/>
                </a:cubicBezTo>
                <a:cubicBezTo>
                  <a:pt x="574190" y="187003"/>
                  <a:pt x="566679" y="189820"/>
                  <a:pt x="558024" y="189820"/>
                </a:cubicBezTo>
                <a:cubicBezTo>
                  <a:pt x="547900" y="189820"/>
                  <a:pt x="539491" y="185493"/>
                  <a:pt x="532797" y="176840"/>
                </a:cubicBezTo>
                <a:lnTo>
                  <a:pt x="532797" y="235868"/>
                </a:lnTo>
                <a:lnTo>
                  <a:pt x="495812" y="239785"/>
                </a:lnTo>
                <a:lnTo>
                  <a:pt x="495812" y="55597"/>
                </a:lnTo>
                <a:lnTo>
                  <a:pt x="528633" y="55597"/>
                </a:lnTo>
                <a:lnTo>
                  <a:pt x="530102" y="69802"/>
                </a:lnTo>
                <a:cubicBezTo>
                  <a:pt x="534348" y="63437"/>
                  <a:pt x="539001" y="58784"/>
                  <a:pt x="544061" y="55843"/>
                </a:cubicBezTo>
                <a:cubicBezTo>
                  <a:pt x="549124" y="52903"/>
                  <a:pt x="554922" y="51433"/>
                  <a:pt x="561455" y="51433"/>
                </a:cubicBezTo>
                <a:moveTo>
                  <a:pt x="547249" y="162388"/>
                </a:moveTo>
                <a:cubicBezTo>
                  <a:pt x="552147" y="162388"/>
                  <a:pt x="555943" y="159204"/>
                  <a:pt x="558637" y="152835"/>
                </a:cubicBezTo>
                <a:cubicBezTo>
                  <a:pt x="561330" y="146467"/>
                  <a:pt x="562677" y="135772"/>
                  <a:pt x="562677" y="120750"/>
                </a:cubicBezTo>
                <a:cubicBezTo>
                  <a:pt x="562677" y="104585"/>
                  <a:pt x="561533" y="93522"/>
                  <a:pt x="559246" y="87562"/>
                </a:cubicBezTo>
                <a:cubicBezTo>
                  <a:pt x="556961" y="81603"/>
                  <a:pt x="553452" y="78623"/>
                  <a:pt x="548718" y="78623"/>
                </a:cubicBezTo>
                <a:cubicBezTo>
                  <a:pt x="542840" y="78623"/>
                  <a:pt x="537533" y="83195"/>
                  <a:pt x="532797" y="92339"/>
                </a:cubicBezTo>
                <a:lnTo>
                  <a:pt x="532797" y="152346"/>
                </a:lnTo>
                <a:cubicBezTo>
                  <a:pt x="536878" y="159040"/>
                  <a:pt x="541695" y="162388"/>
                  <a:pt x="547249" y="162388"/>
                </a:cubicBezTo>
                <a:close/>
                <a:moveTo>
                  <a:pt x="688817" y="179535"/>
                </a:moveTo>
                <a:cubicBezTo>
                  <a:pt x="684736" y="182963"/>
                  <a:pt x="680001" y="185534"/>
                  <a:pt x="674611" y="187249"/>
                </a:cubicBezTo>
                <a:cubicBezTo>
                  <a:pt x="669222" y="188963"/>
                  <a:pt x="663752" y="189820"/>
                  <a:pt x="658201" y="189820"/>
                </a:cubicBezTo>
                <a:cubicBezTo>
                  <a:pt x="645628" y="189820"/>
                  <a:pt x="636158" y="186228"/>
                  <a:pt x="629789" y="179045"/>
                </a:cubicBezTo>
                <a:cubicBezTo>
                  <a:pt x="623421" y="171860"/>
                  <a:pt x="620237" y="162225"/>
                  <a:pt x="620237" y="150141"/>
                </a:cubicBezTo>
                <a:lnTo>
                  <a:pt x="620237" y="81560"/>
                </a:lnTo>
                <a:lnTo>
                  <a:pt x="606767" y="81560"/>
                </a:lnTo>
                <a:lnTo>
                  <a:pt x="606767" y="55597"/>
                </a:lnTo>
                <a:lnTo>
                  <a:pt x="620237" y="55597"/>
                </a:lnTo>
                <a:lnTo>
                  <a:pt x="620237" y="27185"/>
                </a:lnTo>
                <a:lnTo>
                  <a:pt x="657222" y="23022"/>
                </a:lnTo>
                <a:lnTo>
                  <a:pt x="657222" y="55597"/>
                </a:lnTo>
                <a:lnTo>
                  <a:pt x="681470" y="55597"/>
                </a:lnTo>
                <a:lnTo>
                  <a:pt x="677549" y="81560"/>
                </a:lnTo>
                <a:lnTo>
                  <a:pt x="657222" y="81560"/>
                </a:lnTo>
                <a:lnTo>
                  <a:pt x="657222" y="149898"/>
                </a:lnTo>
                <a:cubicBezTo>
                  <a:pt x="657222" y="156919"/>
                  <a:pt x="660160" y="160429"/>
                  <a:pt x="666038" y="160429"/>
                </a:cubicBezTo>
                <a:cubicBezTo>
                  <a:pt x="669304" y="160429"/>
                  <a:pt x="672815" y="159286"/>
                  <a:pt x="676570" y="156999"/>
                </a:cubicBezTo>
                <a:lnTo>
                  <a:pt x="688817" y="179535"/>
                </a:lnTo>
                <a:close/>
                <a:moveTo>
                  <a:pt x="736335" y="51433"/>
                </a:moveTo>
                <a:cubicBezTo>
                  <a:pt x="744335" y="51433"/>
                  <a:pt x="751846" y="52821"/>
                  <a:pt x="758867" y="55597"/>
                </a:cubicBezTo>
                <a:cubicBezTo>
                  <a:pt x="765888" y="58372"/>
                  <a:pt x="772011" y="62292"/>
                  <a:pt x="777236" y="67355"/>
                </a:cubicBezTo>
                <a:lnTo>
                  <a:pt x="763767" y="87196"/>
                </a:lnTo>
                <a:cubicBezTo>
                  <a:pt x="754787" y="80990"/>
                  <a:pt x="746704" y="77886"/>
                  <a:pt x="739519" y="77886"/>
                </a:cubicBezTo>
                <a:cubicBezTo>
                  <a:pt x="735600" y="77886"/>
                  <a:pt x="732537" y="78867"/>
                  <a:pt x="730332" y="80828"/>
                </a:cubicBezTo>
                <a:cubicBezTo>
                  <a:pt x="728130" y="82786"/>
                  <a:pt x="727029" y="85479"/>
                  <a:pt x="727029" y="88908"/>
                </a:cubicBezTo>
                <a:cubicBezTo>
                  <a:pt x="727029" y="92665"/>
                  <a:pt x="728416" y="95727"/>
                  <a:pt x="731192" y="98094"/>
                </a:cubicBezTo>
                <a:cubicBezTo>
                  <a:pt x="733968" y="100461"/>
                  <a:pt x="739927" y="103522"/>
                  <a:pt x="749071" y="107277"/>
                </a:cubicBezTo>
                <a:cubicBezTo>
                  <a:pt x="760012" y="111849"/>
                  <a:pt x="768095" y="117156"/>
                  <a:pt x="773319" y="123198"/>
                </a:cubicBezTo>
                <a:cubicBezTo>
                  <a:pt x="778544" y="129240"/>
                  <a:pt x="781157" y="137323"/>
                  <a:pt x="781157" y="147446"/>
                </a:cubicBezTo>
                <a:cubicBezTo>
                  <a:pt x="781157" y="160509"/>
                  <a:pt x="776543" y="170838"/>
                  <a:pt x="767317" y="178432"/>
                </a:cubicBezTo>
                <a:cubicBezTo>
                  <a:pt x="758091" y="186024"/>
                  <a:pt x="746130" y="189820"/>
                  <a:pt x="731435" y="189820"/>
                </a:cubicBezTo>
                <a:cubicBezTo>
                  <a:pt x="722291" y="189820"/>
                  <a:pt x="713719" y="188147"/>
                  <a:pt x="705718" y="184801"/>
                </a:cubicBezTo>
                <a:cubicBezTo>
                  <a:pt x="697718" y="181452"/>
                  <a:pt x="690860" y="176757"/>
                  <a:pt x="685144" y="170715"/>
                </a:cubicBezTo>
                <a:lnTo>
                  <a:pt x="702534" y="151609"/>
                </a:lnTo>
                <a:cubicBezTo>
                  <a:pt x="712331" y="159612"/>
                  <a:pt x="721312" y="163614"/>
                  <a:pt x="729476" y="163614"/>
                </a:cubicBezTo>
                <a:cubicBezTo>
                  <a:pt x="733884" y="163614"/>
                  <a:pt x="737354" y="162471"/>
                  <a:pt x="739885" y="160187"/>
                </a:cubicBezTo>
                <a:cubicBezTo>
                  <a:pt x="742416" y="157899"/>
                  <a:pt x="743682" y="154714"/>
                  <a:pt x="743682" y="150630"/>
                </a:cubicBezTo>
                <a:cubicBezTo>
                  <a:pt x="743682" y="146058"/>
                  <a:pt x="742253" y="142425"/>
                  <a:pt x="739395" y="139732"/>
                </a:cubicBezTo>
                <a:cubicBezTo>
                  <a:pt x="736538" y="137039"/>
                  <a:pt x="730700" y="133896"/>
                  <a:pt x="721882" y="130303"/>
                </a:cubicBezTo>
                <a:cubicBezTo>
                  <a:pt x="710780" y="125731"/>
                  <a:pt x="702779" y="120465"/>
                  <a:pt x="697881" y="114505"/>
                </a:cubicBezTo>
                <a:cubicBezTo>
                  <a:pt x="692983" y="108545"/>
                  <a:pt x="690533" y="100911"/>
                  <a:pt x="690533" y="91602"/>
                </a:cubicBezTo>
                <a:cubicBezTo>
                  <a:pt x="690533" y="79847"/>
                  <a:pt x="694615" y="70214"/>
                  <a:pt x="702777" y="62702"/>
                </a:cubicBezTo>
                <a:cubicBezTo>
                  <a:pt x="710942" y="55189"/>
                  <a:pt x="722128" y="51433"/>
                  <a:pt x="736335" y="51433"/>
                </a:cubicBezTo>
                <a:close/>
                <a:moveTo>
                  <a:pt x="881408" y="15921"/>
                </a:moveTo>
                <a:lnTo>
                  <a:pt x="881408" y="155287"/>
                </a:lnTo>
                <a:lnTo>
                  <a:pt x="934803" y="155287"/>
                </a:lnTo>
                <a:lnTo>
                  <a:pt x="930883" y="185657"/>
                </a:lnTo>
                <a:lnTo>
                  <a:pt x="842954" y="185657"/>
                </a:lnTo>
                <a:lnTo>
                  <a:pt x="842954" y="15921"/>
                </a:lnTo>
                <a:lnTo>
                  <a:pt x="881408" y="15921"/>
                </a:lnTo>
                <a:close/>
                <a:moveTo>
                  <a:pt x="986385" y="15921"/>
                </a:moveTo>
                <a:lnTo>
                  <a:pt x="986385" y="155287"/>
                </a:lnTo>
                <a:lnTo>
                  <a:pt x="1039780" y="155287"/>
                </a:lnTo>
                <a:lnTo>
                  <a:pt x="1035860" y="185657"/>
                </a:lnTo>
                <a:lnTo>
                  <a:pt x="947931" y="185657"/>
                </a:lnTo>
                <a:lnTo>
                  <a:pt x="947931" y="15921"/>
                </a:lnTo>
                <a:lnTo>
                  <a:pt x="986385" y="15921"/>
                </a:lnTo>
                <a:close/>
                <a:moveTo>
                  <a:pt x="1198372" y="185657"/>
                </a:moveTo>
                <a:lnTo>
                  <a:pt x="1162123" y="185657"/>
                </a:lnTo>
                <a:lnTo>
                  <a:pt x="1160651" y="118302"/>
                </a:lnTo>
                <a:cubicBezTo>
                  <a:pt x="1160162" y="102790"/>
                  <a:pt x="1159918" y="87684"/>
                  <a:pt x="1159918" y="72987"/>
                </a:cubicBezTo>
                <a:cubicBezTo>
                  <a:pt x="1159918" y="62702"/>
                  <a:pt x="1159999" y="55110"/>
                  <a:pt x="1160161" y="50211"/>
                </a:cubicBezTo>
                <a:lnTo>
                  <a:pt x="1141303" y="167530"/>
                </a:lnTo>
                <a:lnTo>
                  <a:pt x="1105297" y="167530"/>
                </a:lnTo>
                <a:lnTo>
                  <a:pt x="1085459" y="49965"/>
                </a:lnTo>
                <a:cubicBezTo>
                  <a:pt x="1085785" y="59109"/>
                  <a:pt x="1085949" y="71846"/>
                  <a:pt x="1085949" y="88175"/>
                </a:cubicBezTo>
                <a:cubicBezTo>
                  <a:pt x="1085949" y="101401"/>
                  <a:pt x="1085866" y="111606"/>
                  <a:pt x="1085702" y="118792"/>
                </a:cubicBezTo>
                <a:lnTo>
                  <a:pt x="1084233" y="185657"/>
                </a:lnTo>
                <a:lnTo>
                  <a:pt x="1048228" y="185657"/>
                </a:lnTo>
                <a:lnTo>
                  <a:pt x="1058517" y="15921"/>
                </a:lnTo>
                <a:lnTo>
                  <a:pt x="1106033" y="15921"/>
                </a:lnTo>
                <a:lnTo>
                  <a:pt x="1123913" y="132018"/>
                </a:lnTo>
                <a:lnTo>
                  <a:pt x="1140077" y="15921"/>
                </a:lnTo>
                <a:lnTo>
                  <a:pt x="1188330" y="15921"/>
                </a:lnTo>
                <a:lnTo>
                  <a:pt x="1198372" y="185657"/>
                </a:lnTo>
                <a:close/>
                <a:moveTo>
                  <a:pt x="1332348" y="179535"/>
                </a:moveTo>
                <a:cubicBezTo>
                  <a:pt x="1328267" y="182963"/>
                  <a:pt x="1323532" y="185534"/>
                  <a:pt x="1318143" y="187249"/>
                </a:cubicBezTo>
                <a:cubicBezTo>
                  <a:pt x="1312754" y="188963"/>
                  <a:pt x="1307283" y="189820"/>
                  <a:pt x="1301732" y="189820"/>
                </a:cubicBezTo>
                <a:cubicBezTo>
                  <a:pt x="1289160" y="189820"/>
                  <a:pt x="1279689" y="186228"/>
                  <a:pt x="1273321" y="179045"/>
                </a:cubicBezTo>
                <a:cubicBezTo>
                  <a:pt x="1266952" y="171860"/>
                  <a:pt x="1263768" y="162225"/>
                  <a:pt x="1263768" y="150141"/>
                </a:cubicBezTo>
                <a:lnTo>
                  <a:pt x="1263768" y="81560"/>
                </a:lnTo>
                <a:lnTo>
                  <a:pt x="1250299" y="81560"/>
                </a:lnTo>
                <a:lnTo>
                  <a:pt x="1250299" y="55597"/>
                </a:lnTo>
                <a:lnTo>
                  <a:pt x="1263768" y="55597"/>
                </a:lnTo>
                <a:lnTo>
                  <a:pt x="1263768" y="27185"/>
                </a:lnTo>
                <a:lnTo>
                  <a:pt x="1300753" y="23022"/>
                </a:lnTo>
                <a:lnTo>
                  <a:pt x="1300753" y="55597"/>
                </a:lnTo>
                <a:lnTo>
                  <a:pt x="1325001" y="55597"/>
                </a:lnTo>
                <a:lnTo>
                  <a:pt x="1321080" y="81560"/>
                </a:lnTo>
                <a:lnTo>
                  <a:pt x="1300753" y="81560"/>
                </a:lnTo>
                <a:lnTo>
                  <a:pt x="1300753" y="149898"/>
                </a:lnTo>
                <a:cubicBezTo>
                  <a:pt x="1300753" y="156919"/>
                  <a:pt x="1303692" y="160429"/>
                  <a:pt x="1309569" y="160429"/>
                </a:cubicBezTo>
                <a:cubicBezTo>
                  <a:pt x="1312836" y="160429"/>
                  <a:pt x="1316346" y="159286"/>
                  <a:pt x="1320101" y="156999"/>
                </a:cubicBezTo>
                <a:lnTo>
                  <a:pt x="1332348" y="179535"/>
                </a:lnTo>
                <a:close/>
                <a:moveTo>
                  <a:pt x="1389661" y="51433"/>
                </a:moveTo>
                <a:cubicBezTo>
                  <a:pt x="1406644" y="51433"/>
                  <a:pt x="1419911" y="57230"/>
                  <a:pt x="1429464" y="68823"/>
                </a:cubicBezTo>
                <a:cubicBezTo>
                  <a:pt x="1439017" y="80417"/>
                  <a:pt x="1443793" y="97725"/>
                  <a:pt x="1443793" y="120750"/>
                </a:cubicBezTo>
                <a:cubicBezTo>
                  <a:pt x="1443793" y="142793"/>
                  <a:pt x="1439017" y="159815"/>
                  <a:pt x="1429464" y="171817"/>
                </a:cubicBezTo>
                <a:cubicBezTo>
                  <a:pt x="1419911" y="183819"/>
                  <a:pt x="1406644" y="189820"/>
                  <a:pt x="1389661" y="189820"/>
                </a:cubicBezTo>
                <a:cubicBezTo>
                  <a:pt x="1372681" y="189820"/>
                  <a:pt x="1359415" y="183982"/>
                  <a:pt x="1349862" y="172307"/>
                </a:cubicBezTo>
                <a:cubicBezTo>
                  <a:pt x="1340310" y="160631"/>
                  <a:pt x="1335533" y="143363"/>
                  <a:pt x="1335533" y="120503"/>
                </a:cubicBezTo>
                <a:cubicBezTo>
                  <a:pt x="1335533" y="98134"/>
                  <a:pt x="1340310" y="81031"/>
                  <a:pt x="1349862" y="69193"/>
                </a:cubicBezTo>
                <a:cubicBezTo>
                  <a:pt x="1359415" y="57353"/>
                  <a:pt x="1372681" y="51433"/>
                  <a:pt x="1389661" y="51433"/>
                </a:cubicBezTo>
                <a:moveTo>
                  <a:pt x="1389661" y="78866"/>
                </a:moveTo>
                <a:cubicBezTo>
                  <a:pt x="1383948" y="78866"/>
                  <a:pt x="1379826" y="82010"/>
                  <a:pt x="1377294" y="88299"/>
                </a:cubicBezTo>
                <a:cubicBezTo>
                  <a:pt x="1374763" y="94585"/>
                  <a:pt x="1373497" y="105320"/>
                  <a:pt x="1373497" y="120503"/>
                </a:cubicBezTo>
                <a:cubicBezTo>
                  <a:pt x="1373497" y="136180"/>
                  <a:pt x="1374763" y="147122"/>
                  <a:pt x="1377294" y="153328"/>
                </a:cubicBezTo>
                <a:cubicBezTo>
                  <a:pt x="1379826" y="159532"/>
                  <a:pt x="1383948" y="162634"/>
                  <a:pt x="1389661" y="162634"/>
                </a:cubicBezTo>
                <a:cubicBezTo>
                  <a:pt x="1395377" y="162634"/>
                  <a:pt x="1399500" y="159491"/>
                  <a:pt x="1402032" y="153205"/>
                </a:cubicBezTo>
                <a:cubicBezTo>
                  <a:pt x="1404563" y="146916"/>
                  <a:pt x="1405829" y="136098"/>
                  <a:pt x="1405829" y="120750"/>
                </a:cubicBezTo>
                <a:cubicBezTo>
                  <a:pt x="1405829" y="105238"/>
                  <a:pt x="1404563" y="94379"/>
                  <a:pt x="1402032" y="88175"/>
                </a:cubicBezTo>
                <a:cubicBezTo>
                  <a:pt x="1399500" y="81969"/>
                  <a:pt x="1395377" y="78866"/>
                  <a:pt x="1389661" y="78866"/>
                </a:cubicBezTo>
                <a:close/>
                <a:moveTo>
                  <a:pt x="1610714" y="62944"/>
                </a:moveTo>
                <a:cubicBezTo>
                  <a:pt x="1604672" y="66211"/>
                  <a:pt x="1594547" y="67844"/>
                  <a:pt x="1580341" y="67844"/>
                </a:cubicBezTo>
                <a:cubicBezTo>
                  <a:pt x="1587526" y="71111"/>
                  <a:pt x="1592833" y="75480"/>
                  <a:pt x="1596262" y="80951"/>
                </a:cubicBezTo>
                <a:cubicBezTo>
                  <a:pt x="1599690" y="86420"/>
                  <a:pt x="1601404" y="93318"/>
                  <a:pt x="1601404" y="101645"/>
                </a:cubicBezTo>
                <a:cubicBezTo>
                  <a:pt x="1601404" y="114544"/>
                  <a:pt x="1597200" y="124994"/>
                  <a:pt x="1588791" y="132997"/>
                </a:cubicBezTo>
                <a:cubicBezTo>
                  <a:pt x="1580382" y="140998"/>
                  <a:pt x="1568911" y="144998"/>
                  <a:pt x="1554377" y="144998"/>
                </a:cubicBezTo>
                <a:cubicBezTo>
                  <a:pt x="1549805" y="144998"/>
                  <a:pt x="1545887" y="144508"/>
                  <a:pt x="1542623" y="143529"/>
                </a:cubicBezTo>
                <a:cubicBezTo>
                  <a:pt x="1540010" y="145326"/>
                  <a:pt x="1538703" y="148101"/>
                  <a:pt x="1538703" y="151856"/>
                </a:cubicBezTo>
                <a:cubicBezTo>
                  <a:pt x="1538703" y="154632"/>
                  <a:pt x="1539560" y="156754"/>
                  <a:pt x="1541274" y="158224"/>
                </a:cubicBezTo>
                <a:cubicBezTo>
                  <a:pt x="1542988" y="159694"/>
                  <a:pt x="1546131" y="160429"/>
                  <a:pt x="1550703" y="160429"/>
                </a:cubicBezTo>
                <a:lnTo>
                  <a:pt x="1563930" y="160429"/>
                </a:lnTo>
                <a:cubicBezTo>
                  <a:pt x="1577972" y="160429"/>
                  <a:pt x="1588953" y="163859"/>
                  <a:pt x="1596871" y="170718"/>
                </a:cubicBezTo>
                <a:cubicBezTo>
                  <a:pt x="1604792" y="177575"/>
                  <a:pt x="1608752" y="186392"/>
                  <a:pt x="1608752" y="197168"/>
                </a:cubicBezTo>
                <a:cubicBezTo>
                  <a:pt x="1608752" y="210069"/>
                  <a:pt x="1603730" y="220396"/>
                  <a:pt x="1593687" y="228150"/>
                </a:cubicBezTo>
                <a:cubicBezTo>
                  <a:pt x="1583646" y="235906"/>
                  <a:pt x="1569318" y="239785"/>
                  <a:pt x="1550703" y="239785"/>
                </a:cubicBezTo>
                <a:cubicBezTo>
                  <a:pt x="1530619" y="239785"/>
                  <a:pt x="1516740" y="236274"/>
                  <a:pt x="1509066" y="229253"/>
                </a:cubicBezTo>
                <a:cubicBezTo>
                  <a:pt x="1501392" y="222232"/>
                  <a:pt x="1497555" y="211863"/>
                  <a:pt x="1497555" y="198147"/>
                </a:cubicBezTo>
                <a:lnTo>
                  <a:pt x="1530376" y="198147"/>
                </a:lnTo>
                <a:cubicBezTo>
                  <a:pt x="1530376" y="204353"/>
                  <a:pt x="1531805" y="208803"/>
                  <a:pt x="1534663" y="211497"/>
                </a:cubicBezTo>
                <a:cubicBezTo>
                  <a:pt x="1537521" y="214190"/>
                  <a:pt x="1542950" y="215537"/>
                  <a:pt x="1550950" y="215537"/>
                </a:cubicBezTo>
                <a:cubicBezTo>
                  <a:pt x="1564993" y="215537"/>
                  <a:pt x="1572014" y="210312"/>
                  <a:pt x="1572014" y="199862"/>
                </a:cubicBezTo>
                <a:cubicBezTo>
                  <a:pt x="1572014" y="195128"/>
                  <a:pt x="1570666" y="191577"/>
                  <a:pt x="1567970" y="189207"/>
                </a:cubicBezTo>
                <a:cubicBezTo>
                  <a:pt x="1565277" y="186840"/>
                  <a:pt x="1561154" y="185657"/>
                  <a:pt x="1555603" y="185657"/>
                </a:cubicBezTo>
                <a:lnTo>
                  <a:pt x="1545807" y="185657"/>
                </a:lnTo>
                <a:cubicBezTo>
                  <a:pt x="1532906" y="185657"/>
                  <a:pt x="1523517" y="183412"/>
                  <a:pt x="1517639" y="178922"/>
                </a:cubicBezTo>
                <a:cubicBezTo>
                  <a:pt x="1511761" y="174432"/>
                  <a:pt x="1508823" y="168268"/>
                  <a:pt x="1508823" y="160429"/>
                </a:cubicBezTo>
                <a:cubicBezTo>
                  <a:pt x="1508823" y="155693"/>
                  <a:pt x="1510047" y="151243"/>
                  <a:pt x="1512496" y="147080"/>
                </a:cubicBezTo>
                <a:cubicBezTo>
                  <a:pt x="1514946" y="142916"/>
                  <a:pt x="1518293" y="139365"/>
                  <a:pt x="1522539" y="136424"/>
                </a:cubicBezTo>
                <a:cubicBezTo>
                  <a:pt x="1515517" y="132017"/>
                  <a:pt x="1510415" y="126874"/>
                  <a:pt x="1507231" y="120997"/>
                </a:cubicBezTo>
                <a:cubicBezTo>
                  <a:pt x="1504046" y="115117"/>
                  <a:pt x="1502454" y="107768"/>
                  <a:pt x="1502454" y="98950"/>
                </a:cubicBezTo>
                <a:cubicBezTo>
                  <a:pt x="1502454" y="84255"/>
                  <a:pt x="1506944" y="72744"/>
                  <a:pt x="1515924" y="64417"/>
                </a:cubicBezTo>
                <a:cubicBezTo>
                  <a:pt x="1524906" y="56088"/>
                  <a:pt x="1537153" y="51923"/>
                  <a:pt x="1552665" y="51923"/>
                </a:cubicBezTo>
                <a:cubicBezTo>
                  <a:pt x="1562951" y="51923"/>
                  <a:pt x="1571645" y="50617"/>
                  <a:pt x="1578748" y="48006"/>
                </a:cubicBezTo>
                <a:cubicBezTo>
                  <a:pt x="1585852" y="45393"/>
                  <a:pt x="1593486" y="41556"/>
                  <a:pt x="1601651" y="36495"/>
                </a:cubicBezTo>
                <a:lnTo>
                  <a:pt x="1610714" y="62944"/>
                </a:lnTo>
                <a:moveTo>
                  <a:pt x="1552908" y="75928"/>
                </a:moveTo>
                <a:cubicBezTo>
                  <a:pt x="1548174" y="75928"/>
                  <a:pt x="1544623" y="77683"/>
                  <a:pt x="1542253" y="81194"/>
                </a:cubicBezTo>
                <a:cubicBezTo>
                  <a:pt x="1539886" y="84705"/>
                  <a:pt x="1538703" y="90460"/>
                  <a:pt x="1538703" y="98460"/>
                </a:cubicBezTo>
                <a:cubicBezTo>
                  <a:pt x="1538703" y="113647"/>
                  <a:pt x="1543357" y="121240"/>
                  <a:pt x="1552665" y="121240"/>
                </a:cubicBezTo>
                <a:cubicBezTo>
                  <a:pt x="1557238" y="121240"/>
                  <a:pt x="1560666" y="119525"/>
                  <a:pt x="1562951" y="116097"/>
                </a:cubicBezTo>
                <a:cubicBezTo>
                  <a:pt x="1565238" y="112669"/>
                  <a:pt x="1566382" y="106627"/>
                  <a:pt x="1566382" y="97971"/>
                </a:cubicBezTo>
                <a:cubicBezTo>
                  <a:pt x="1566382" y="90132"/>
                  <a:pt x="1565279" y="84499"/>
                  <a:pt x="1563074" y="81071"/>
                </a:cubicBezTo>
                <a:cubicBezTo>
                  <a:pt x="1560869" y="77642"/>
                  <a:pt x="1557480" y="75928"/>
                  <a:pt x="1552908" y="75928"/>
                </a:cubicBezTo>
                <a:close/>
                <a:moveTo>
                  <a:pt x="1719071" y="118055"/>
                </a:moveTo>
                <a:cubicBezTo>
                  <a:pt x="1719071" y="123280"/>
                  <a:pt x="1718825" y="127771"/>
                  <a:pt x="1718335" y="131529"/>
                </a:cubicBezTo>
                <a:lnTo>
                  <a:pt x="1652202" y="131529"/>
                </a:lnTo>
                <a:cubicBezTo>
                  <a:pt x="1653019" y="143284"/>
                  <a:pt x="1655183" y="151407"/>
                  <a:pt x="1658694" y="155900"/>
                </a:cubicBezTo>
                <a:cubicBezTo>
                  <a:pt x="1662205" y="160390"/>
                  <a:pt x="1667307" y="162634"/>
                  <a:pt x="1674002" y="162634"/>
                </a:cubicBezTo>
                <a:cubicBezTo>
                  <a:pt x="1678412" y="162634"/>
                  <a:pt x="1682658" y="161777"/>
                  <a:pt x="1686739" y="160063"/>
                </a:cubicBezTo>
                <a:cubicBezTo>
                  <a:pt x="1690820" y="158347"/>
                  <a:pt x="1695229" y="155693"/>
                  <a:pt x="1699966" y="152103"/>
                </a:cubicBezTo>
                <a:lnTo>
                  <a:pt x="1715150" y="172187"/>
                </a:lnTo>
                <a:cubicBezTo>
                  <a:pt x="1703066" y="183942"/>
                  <a:pt x="1688452" y="189820"/>
                  <a:pt x="1671308" y="189820"/>
                </a:cubicBezTo>
                <a:cubicBezTo>
                  <a:pt x="1653019" y="189820"/>
                  <a:pt x="1639140" y="183819"/>
                  <a:pt x="1629670" y="171817"/>
                </a:cubicBezTo>
                <a:cubicBezTo>
                  <a:pt x="1620199" y="159815"/>
                  <a:pt x="1615464" y="143038"/>
                  <a:pt x="1615464" y="121486"/>
                </a:cubicBezTo>
                <a:cubicBezTo>
                  <a:pt x="1615464" y="99932"/>
                  <a:pt x="1619995" y="82868"/>
                  <a:pt x="1629057" y="70296"/>
                </a:cubicBezTo>
                <a:cubicBezTo>
                  <a:pt x="1638119" y="57721"/>
                  <a:pt x="1651060" y="51433"/>
                  <a:pt x="1667880" y="51433"/>
                </a:cubicBezTo>
                <a:cubicBezTo>
                  <a:pt x="1683881" y="51433"/>
                  <a:pt x="1696413" y="57108"/>
                  <a:pt x="1705474" y="68457"/>
                </a:cubicBezTo>
                <a:cubicBezTo>
                  <a:pt x="1714539" y="79806"/>
                  <a:pt x="1719071" y="96339"/>
                  <a:pt x="1719071" y="118055"/>
                </a:cubicBezTo>
                <a:moveTo>
                  <a:pt x="1683065" y="107524"/>
                </a:moveTo>
                <a:cubicBezTo>
                  <a:pt x="1683065" y="96421"/>
                  <a:pt x="1681963" y="88380"/>
                  <a:pt x="1679758" y="83399"/>
                </a:cubicBezTo>
                <a:cubicBezTo>
                  <a:pt x="1677553" y="78418"/>
                  <a:pt x="1673675" y="75928"/>
                  <a:pt x="1668123" y="75928"/>
                </a:cubicBezTo>
                <a:cubicBezTo>
                  <a:pt x="1663225" y="75928"/>
                  <a:pt x="1659510" y="78336"/>
                  <a:pt x="1656979" y="83152"/>
                </a:cubicBezTo>
                <a:cubicBezTo>
                  <a:pt x="1654447" y="87968"/>
                  <a:pt x="1652855" y="96664"/>
                  <a:pt x="1652202" y="109239"/>
                </a:cubicBezTo>
                <a:lnTo>
                  <a:pt x="1683065" y="109239"/>
                </a:lnTo>
                <a:lnTo>
                  <a:pt x="1683065" y="107524"/>
                </a:lnTo>
                <a:close/>
                <a:moveTo>
                  <a:pt x="1802346" y="51433"/>
                </a:moveTo>
                <a:cubicBezTo>
                  <a:pt x="1811652" y="51433"/>
                  <a:pt x="1818959" y="54781"/>
                  <a:pt x="1824266" y="61476"/>
                </a:cubicBezTo>
                <a:cubicBezTo>
                  <a:pt x="1829573" y="68170"/>
                  <a:pt x="1832226" y="77151"/>
                  <a:pt x="1832226" y="88418"/>
                </a:cubicBezTo>
                <a:lnTo>
                  <a:pt x="1832226" y="185657"/>
                </a:lnTo>
                <a:lnTo>
                  <a:pt x="1795241" y="185657"/>
                </a:lnTo>
                <a:lnTo>
                  <a:pt x="1795241" y="92339"/>
                </a:lnTo>
                <a:cubicBezTo>
                  <a:pt x="1795241" y="83847"/>
                  <a:pt x="1792874" y="79602"/>
                  <a:pt x="1788141" y="79602"/>
                </a:cubicBezTo>
                <a:cubicBezTo>
                  <a:pt x="1783404" y="79602"/>
                  <a:pt x="1778260" y="84827"/>
                  <a:pt x="1772709" y="95276"/>
                </a:cubicBezTo>
                <a:lnTo>
                  <a:pt x="1772709" y="185657"/>
                </a:lnTo>
                <a:lnTo>
                  <a:pt x="1735724" y="185657"/>
                </a:lnTo>
                <a:lnTo>
                  <a:pt x="1735724" y="55597"/>
                </a:lnTo>
                <a:lnTo>
                  <a:pt x="1767809" y="55597"/>
                </a:lnTo>
                <a:lnTo>
                  <a:pt x="1770504" y="71028"/>
                </a:lnTo>
                <a:cubicBezTo>
                  <a:pt x="1774750" y="64498"/>
                  <a:pt x="1779403" y="59600"/>
                  <a:pt x="1784463" y="56333"/>
                </a:cubicBezTo>
                <a:cubicBezTo>
                  <a:pt x="1789526" y="53067"/>
                  <a:pt x="1795487" y="51433"/>
                  <a:pt x="1802346" y="51433"/>
                </a:cubicBezTo>
                <a:close/>
                <a:moveTo>
                  <a:pt x="1951755" y="118055"/>
                </a:moveTo>
                <a:cubicBezTo>
                  <a:pt x="1951755" y="123280"/>
                  <a:pt x="1951510" y="127771"/>
                  <a:pt x="1951019" y="131529"/>
                </a:cubicBezTo>
                <a:lnTo>
                  <a:pt x="1884886" y="131529"/>
                </a:lnTo>
                <a:cubicBezTo>
                  <a:pt x="1885704" y="143284"/>
                  <a:pt x="1887868" y="151407"/>
                  <a:pt x="1891378" y="155900"/>
                </a:cubicBezTo>
                <a:cubicBezTo>
                  <a:pt x="1894889" y="160390"/>
                  <a:pt x="1899992" y="162634"/>
                  <a:pt x="1906686" y="162634"/>
                </a:cubicBezTo>
                <a:cubicBezTo>
                  <a:pt x="1911096" y="162634"/>
                  <a:pt x="1915342" y="161777"/>
                  <a:pt x="1919423" y="160063"/>
                </a:cubicBezTo>
                <a:cubicBezTo>
                  <a:pt x="1923504" y="158347"/>
                  <a:pt x="1927913" y="155693"/>
                  <a:pt x="1932650" y="152103"/>
                </a:cubicBezTo>
                <a:lnTo>
                  <a:pt x="1947835" y="172187"/>
                </a:lnTo>
                <a:cubicBezTo>
                  <a:pt x="1935751" y="183942"/>
                  <a:pt x="1921136" y="189820"/>
                  <a:pt x="1903992" y="189820"/>
                </a:cubicBezTo>
                <a:cubicBezTo>
                  <a:pt x="1885704" y="189820"/>
                  <a:pt x="1871824" y="183819"/>
                  <a:pt x="1862354" y="171817"/>
                </a:cubicBezTo>
                <a:cubicBezTo>
                  <a:pt x="1852884" y="159815"/>
                  <a:pt x="1848148" y="143038"/>
                  <a:pt x="1848148" y="121486"/>
                </a:cubicBezTo>
                <a:cubicBezTo>
                  <a:pt x="1848148" y="99932"/>
                  <a:pt x="1852679" y="82868"/>
                  <a:pt x="1861741" y="70296"/>
                </a:cubicBezTo>
                <a:cubicBezTo>
                  <a:pt x="1870803" y="57721"/>
                  <a:pt x="1883744" y="51433"/>
                  <a:pt x="1900565" y="51433"/>
                </a:cubicBezTo>
                <a:cubicBezTo>
                  <a:pt x="1916565" y="51433"/>
                  <a:pt x="1929097" y="57108"/>
                  <a:pt x="1938159" y="68457"/>
                </a:cubicBezTo>
                <a:cubicBezTo>
                  <a:pt x="1947223" y="79806"/>
                  <a:pt x="1951755" y="96339"/>
                  <a:pt x="1951755" y="118055"/>
                </a:cubicBezTo>
                <a:moveTo>
                  <a:pt x="1915749" y="107524"/>
                </a:moveTo>
                <a:cubicBezTo>
                  <a:pt x="1915749" y="96421"/>
                  <a:pt x="1914647" y="88380"/>
                  <a:pt x="1912442" y="83399"/>
                </a:cubicBezTo>
                <a:cubicBezTo>
                  <a:pt x="1910237" y="78418"/>
                  <a:pt x="1906359" y="75928"/>
                  <a:pt x="1900808" y="75928"/>
                </a:cubicBezTo>
                <a:cubicBezTo>
                  <a:pt x="1895909" y="75928"/>
                  <a:pt x="1892194" y="78336"/>
                  <a:pt x="1889663" y="83152"/>
                </a:cubicBezTo>
                <a:cubicBezTo>
                  <a:pt x="1887131" y="87968"/>
                  <a:pt x="1885539" y="96664"/>
                  <a:pt x="1884886" y="109239"/>
                </a:cubicBezTo>
                <a:lnTo>
                  <a:pt x="1915749" y="109239"/>
                </a:lnTo>
                <a:lnTo>
                  <a:pt x="1915749" y="107524"/>
                </a:lnTo>
                <a:close/>
                <a:moveTo>
                  <a:pt x="2031357" y="51923"/>
                </a:moveTo>
                <a:cubicBezTo>
                  <a:pt x="2034785" y="51923"/>
                  <a:pt x="2038213" y="52577"/>
                  <a:pt x="2041642" y="53885"/>
                </a:cubicBezTo>
                <a:lnTo>
                  <a:pt x="2035520" y="89397"/>
                </a:lnTo>
                <a:cubicBezTo>
                  <a:pt x="2032580" y="88418"/>
                  <a:pt x="2029559" y="87929"/>
                  <a:pt x="2026457" y="87929"/>
                </a:cubicBezTo>
                <a:cubicBezTo>
                  <a:pt x="2020415" y="87929"/>
                  <a:pt x="2015883" y="90256"/>
                  <a:pt x="2012860" y="94910"/>
                </a:cubicBezTo>
                <a:cubicBezTo>
                  <a:pt x="2009841" y="99564"/>
                  <a:pt x="2007352" y="106544"/>
                  <a:pt x="2005393" y="115850"/>
                </a:cubicBezTo>
                <a:lnTo>
                  <a:pt x="2005393" y="185657"/>
                </a:lnTo>
                <a:lnTo>
                  <a:pt x="1968408" y="185657"/>
                </a:lnTo>
                <a:lnTo>
                  <a:pt x="1968408" y="55597"/>
                </a:lnTo>
                <a:lnTo>
                  <a:pt x="2000494" y="55597"/>
                </a:lnTo>
                <a:lnTo>
                  <a:pt x="2003188" y="76907"/>
                </a:lnTo>
                <a:cubicBezTo>
                  <a:pt x="2009395" y="60251"/>
                  <a:pt x="2018784" y="51923"/>
                  <a:pt x="2031357" y="51923"/>
                </a:cubicBezTo>
                <a:close/>
                <a:moveTo>
                  <a:pt x="2139959" y="151120"/>
                </a:moveTo>
                <a:cubicBezTo>
                  <a:pt x="2139959" y="155203"/>
                  <a:pt x="2140449" y="158226"/>
                  <a:pt x="2141428" y="160187"/>
                </a:cubicBezTo>
                <a:cubicBezTo>
                  <a:pt x="2142407" y="162145"/>
                  <a:pt x="2144121" y="163695"/>
                  <a:pt x="2146571" y="164836"/>
                </a:cubicBezTo>
                <a:lnTo>
                  <a:pt x="2138980" y="189087"/>
                </a:lnTo>
                <a:cubicBezTo>
                  <a:pt x="2131959" y="188432"/>
                  <a:pt x="2126202" y="186758"/>
                  <a:pt x="2121710" y="184064"/>
                </a:cubicBezTo>
                <a:cubicBezTo>
                  <a:pt x="2117220" y="181371"/>
                  <a:pt x="2113750" y="177167"/>
                  <a:pt x="2111301" y="171451"/>
                </a:cubicBezTo>
                <a:cubicBezTo>
                  <a:pt x="2103789" y="183697"/>
                  <a:pt x="2093094" y="189820"/>
                  <a:pt x="2079216" y="189820"/>
                </a:cubicBezTo>
                <a:cubicBezTo>
                  <a:pt x="2068438" y="189820"/>
                  <a:pt x="2059864" y="186105"/>
                  <a:pt x="2053496" y="178675"/>
                </a:cubicBezTo>
                <a:cubicBezTo>
                  <a:pt x="2047130" y="171245"/>
                  <a:pt x="2043947" y="161407"/>
                  <a:pt x="2043947" y="149161"/>
                </a:cubicBezTo>
                <a:cubicBezTo>
                  <a:pt x="2043947" y="134957"/>
                  <a:pt x="2048356" y="124140"/>
                  <a:pt x="2057173" y="116710"/>
                </a:cubicBezTo>
                <a:cubicBezTo>
                  <a:pt x="2065991" y="109280"/>
                  <a:pt x="2078890" y="105565"/>
                  <a:pt x="2095870" y="105565"/>
                </a:cubicBezTo>
                <a:lnTo>
                  <a:pt x="2103707" y="105565"/>
                </a:lnTo>
                <a:lnTo>
                  <a:pt x="2103707" y="98707"/>
                </a:lnTo>
                <a:cubicBezTo>
                  <a:pt x="2103707" y="90869"/>
                  <a:pt x="2102523" y="85440"/>
                  <a:pt x="2100156" y="82420"/>
                </a:cubicBezTo>
                <a:cubicBezTo>
                  <a:pt x="2097789" y="79397"/>
                  <a:pt x="2093585" y="77886"/>
                  <a:pt x="2087543" y="77886"/>
                </a:cubicBezTo>
                <a:cubicBezTo>
                  <a:pt x="2080031" y="77886"/>
                  <a:pt x="2070724" y="80091"/>
                  <a:pt x="2059621" y="84501"/>
                </a:cubicBezTo>
                <a:lnTo>
                  <a:pt x="2051294" y="60986"/>
                </a:lnTo>
                <a:cubicBezTo>
                  <a:pt x="2057989" y="57884"/>
                  <a:pt x="2065133" y="55517"/>
                  <a:pt x="2072724" y="53885"/>
                </a:cubicBezTo>
                <a:cubicBezTo>
                  <a:pt x="2080319" y="52251"/>
                  <a:pt x="2087544" y="51433"/>
                  <a:pt x="2094401" y="51433"/>
                </a:cubicBezTo>
                <a:cubicBezTo>
                  <a:pt x="2109749" y="51433"/>
                  <a:pt x="2121179" y="55148"/>
                  <a:pt x="2128691" y="62578"/>
                </a:cubicBezTo>
                <a:cubicBezTo>
                  <a:pt x="2136203" y="70008"/>
                  <a:pt x="2139959" y="81397"/>
                  <a:pt x="2139959" y="96745"/>
                </a:cubicBezTo>
                <a:lnTo>
                  <a:pt x="2139959" y="151120"/>
                </a:lnTo>
                <a:moveTo>
                  <a:pt x="2090480" y="163614"/>
                </a:moveTo>
                <a:cubicBezTo>
                  <a:pt x="2093259" y="163614"/>
                  <a:pt x="2095790" y="162552"/>
                  <a:pt x="2098075" y="160429"/>
                </a:cubicBezTo>
                <a:cubicBezTo>
                  <a:pt x="2100362" y="158307"/>
                  <a:pt x="2102239" y="155286"/>
                  <a:pt x="2103707" y="151366"/>
                </a:cubicBezTo>
                <a:lnTo>
                  <a:pt x="2103707" y="126139"/>
                </a:lnTo>
                <a:lnTo>
                  <a:pt x="2099301" y="126139"/>
                </a:lnTo>
                <a:cubicBezTo>
                  <a:pt x="2092606" y="126139"/>
                  <a:pt x="2087747" y="127731"/>
                  <a:pt x="2084725" y="130916"/>
                </a:cubicBezTo>
                <a:cubicBezTo>
                  <a:pt x="2081705" y="134100"/>
                  <a:pt x="2080195" y="139120"/>
                  <a:pt x="2080195" y="145977"/>
                </a:cubicBezTo>
                <a:cubicBezTo>
                  <a:pt x="2080195" y="151693"/>
                  <a:pt x="2081093" y="156062"/>
                  <a:pt x="2082890" y="159084"/>
                </a:cubicBezTo>
                <a:cubicBezTo>
                  <a:pt x="2084686" y="162104"/>
                  <a:pt x="2087217" y="163614"/>
                  <a:pt x="2090480" y="163614"/>
                </a:cubicBezTo>
                <a:close/>
                <a:moveTo>
                  <a:pt x="2234428" y="179535"/>
                </a:moveTo>
                <a:cubicBezTo>
                  <a:pt x="2230347" y="182963"/>
                  <a:pt x="2225611" y="185534"/>
                  <a:pt x="2220222" y="187249"/>
                </a:cubicBezTo>
                <a:cubicBezTo>
                  <a:pt x="2214833" y="188963"/>
                  <a:pt x="2209363" y="189820"/>
                  <a:pt x="2203811" y="189820"/>
                </a:cubicBezTo>
                <a:cubicBezTo>
                  <a:pt x="2191239" y="189820"/>
                  <a:pt x="2181768" y="186228"/>
                  <a:pt x="2175400" y="179045"/>
                </a:cubicBezTo>
                <a:cubicBezTo>
                  <a:pt x="2169032" y="171860"/>
                  <a:pt x="2165847" y="162225"/>
                  <a:pt x="2165847" y="150141"/>
                </a:cubicBezTo>
                <a:lnTo>
                  <a:pt x="2165847" y="81560"/>
                </a:lnTo>
                <a:lnTo>
                  <a:pt x="2152378" y="81560"/>
                </a:lnTo>
                <a:lnTo>
                  <a:pt x="2152378" y="55597"/>
                </a:lnTo>
                <a:lnTo>
                  <a:pt x="2165847" y="55597"/>
                </a:lnTo>
                <a:lnTo>
                  <a:pt x="2165847" y="27185"/>
                </a:lnTo>
                <a:lnTo>
                  <a:pt x="2202832" y="23022"/>
                </a:lnTo>
                <a:lnTo>
                  <a:pt x="2202832" y="55597"/>
                </a:lnTo>
                <a:lnTo>
                  <a:pt x="2227080" y="55597"/>
                </a:lnTo>
                <a:lnTo>
                  <a:pt x="2223160" y="81560"/>
                </a:lnTo>
                <a:lnTo>
                  <a:pt x="2202832" y="81560"/>
                </a:lnTo>
                <a:lnTo>
                  <a:pt x="2202832" y="149898"/>
                </a:lnTo>
                <a:cubicBezTo>
                  <a:pt x="2202832" y="156919"/>
                  <a:pt x="2205771" y="160429"/>
                  <a:pt x="2211649" y="160429"/>
                </a:cubicBezTo>
                <a:cubicBezTo>
                  <a:pt x="2214915" y="160429"/>
                  <a:pt x="2218426" y="159286"/>
                  <a:pt x="2222180" y="156999"/>
                </a:cubicBezTo>
                <a:lnTo>
                  <a:pt x="2234428" y="179535"/>
                </a:lnTo>
                <a:close/>
                <a:moveTo>
                  <a:pt x="2341219" y="118055"/>
                </a:moveTo>
                <a:cubicBezTo>
                  <a:pt x="2341219" y="123280"/>
                  <a:pt x="2340973" y="127771"/>
                  <a:pt x="2340482" y="131529"/>
                </a:cubicBezTo>
                <a:lnTo>
                  <a:pt x="2274350" y="131529"/>
                </a:lnTo>
                <a:cubicBezTo>
                  <a:pt x="2275167" y="143284"/>
                  <a:pt x="2277331" y="151407"/>
                  <a:pt x="2280842" y="155900"/>
                </a:cubicBezTo>
                <a:cubicBezTo>
                  <a:pt x="2284352" y="160390"/>
                  <a:pt x="2289455" y="162634"/>
                  <a:pt x="2296150" y="162634"/>
                </a:cubicBezTo>
                <a:cubicBezTo>
                  <a:pt x="2300560" y="162634"/>
                  <a:pt x="2304806" y="161777"/>
                  <a:pt x="2308887" y="160063"/>
                </a:cubicBezTo>
                <a:cubicBezTo>
                  <a:pt x="2312968" y="158347"/>
                  <a:pt x="2317377" y="155693"/>
                  <a:pt x="2322113" y="152103"/>
                </a:cubicBezTo>
                <a:lnTo>
                  <a:pt x="2337298" y="172187"/>
                </a:lnTo>
                <a:cubicBezTo>
                  <a:pt x="2325214" y="183942"/>
                  <a:pt x="2310600" y="189820"/>
                  <a:pt x="2293455" y="189820"/>
                </a:cubicBezTo>
                <a:cubicBezTo>
                  <a:pt x="2275167" y="189820"/>
                  <a:pt x="2261288" y="183819"/>
                  <a:pt x="2251818" y="171817"/>
                </a:cubicBezTo>
                <a:cubicBezTo>
                  <a:pt x="2242347" y="159815"/>
                  <a:pt x="2237612" y="143038"/>
                  <a:pt x="2237612" y="121486"/>
                </a:cubicBezTo>
                <a:cubicBezTo>
                  <a:pt x="2237612" y="99932"/>
                  <a:pt x="2242143" y="82868"/>
                  <a:pt x="2251205" y="70296"/>
                </a:cubicBezTo>
                <a:cubicBezTo>
                  <a:pt x="2260266" y="57721"/>
                  <a:pt x="2273208" y="51433"/>
                  <a:pt x="2290028" y="51433"/>
                </a:cubicBezTo>
                <a:cubicBezTo>
                  <a:pt x="2306029" y="51433"/>
                  <a:pt x="2318560" y="57108"/>
                  <a:pt x="2327622" y="68457"/>
                </a:cubicBezTo>
                <a:cubicBezTo>
                  <a:pt x="2336687" y="79806"/>
                  <a:pt x="2341219" y="96339"/>
                  <a:pt x="2341219" y="118055"/>
                </a:cubicBezTo>
                <a:moveTo>
                  <a:pt x="2305213" y="107524"/>
                </a:moveTo>
                <a:cubicBezTo>
                  <a:pt x="2305213" y="96421"/>
                  <a:pt x="2304111" y="88380"/>
                  <a:pt x="2301906" y="83399"/>
                </a:cubicBezTo>
                <a:cubicBezTo>
                  <a:pt x="2299701" y="78418"/>
                  <a:pt x="2295822" y="75928"/>
                  <a:pt x="2290271" y="75928"/>
                </a:cubicBezTo>
                <a:cubicBezTo>
                  <a:pt x="2285373" y="75928"/>
                  <a:pt x="2281658" y="78336"/>
                  <a:pt x="2279126" y="83152"/>
                </a:cubicBezTo>
                <a:cubicBezTo>
                  <a:pt x="2276595" y="87968"/>
                  <a:pt x="2275003" y="96664"/>
                  <a:pt x="2274350" y="109239"/>
                </a:cubicBezTo>
                <a:lnTo>
                  <a:pt x="2305213" y="109239"/>
                </a:lnTo>
                <a:lnTo>
                  <a:pt x="2305213" y="107524"/>
                </a:lnTo>
                <a:close/>
                <a:moveTo>
                  <a:pt x="2454155" y="51433"/>
                </a:moveTo>
                <a:cubicBezTo>
                  <a:pt x="2461667" y="51433"/>
                  <a:pt x="2468442" y="52740"/>
                  <a:pt x="2474482" y="55354"/>
                </a:cubicBezTo>
                <a:cubicBezTo>
                  <a:pt x="2480524" y="57965"/>
                  <a:pt x="2486159" y="61965"/>
                  <a:pt x="2491386" y="67355"/>
                </a:cubicBezTo>
                <a:lnTo>
                  <a:pt x="2476197" y="87686"/>
                </a:lnTo>
                <a:cubicBezTo>
                  <a:pt x="2469503" y="82296"/>
                  <a:pt x="2463135" y="79602"/>
                  <a:pt x="2457096" y="79602"/>
                </a:cubicBezTo>
                <a:cubicBezTo>
                  <a:pt x="2450401" y="79602"/>
                  <a:pt x="2445420" y="82664"/>
                  <a:pt x="2442154" y="88788"/>
                </a:cubicBezTo>
                <a:cubicBezTo>
                  <a:pt x="2438887" y="94910"/>
                  <a:pt x="2437254" y="105809"/>
                  <a:pt x="2437254" y="121486"/>
                </a:cubicBezTo>
                <a:cubicBezTo>
                  <a:pt x="2437254" y="136343"/>
                  <a:pt x="2438968" y="146630"/>
                  <a:pt x="2442397" y="152346"/>
                </a:cubicBezTo>
                <a:cubicBezTo>
                  <a:pt x="2445828" y="158061"/>
                  <a:pt x="2450645" y="160919"/>
                  <a:pt x="2456849" y="160919"/>
                </a:cubicBezTo>
                <a:cubicBezTo>
                  <a:pt x="2460116" y="160919"/>
                  <a:pt x="2463137" y="160347"/>
                  <a:pt x="2465912" y="159204"/>
                </a:cubicBezTo>
                <a:cubicBezTo>
                  <a:pt x="2468688" y="158060"/>
                  <a:pt x="2471872" y="156100"/>
                  <a:pt x="2475465" y="153325"/>
                </a:cubicBezTo>
                <a:lnTo>
                  <a:pt x="2491386" y="174635"/>
                </a:lnTo>
                <a:cubicBezTo>
                  <a:pt x="2480772" y="184758"/>
                  <a:pt x="2468525" y="189820"/>
                  <a:pt x="2454644" y="189820"/>
                </a:cubicBezTo>
                <a:cubicBezTo>
                  <a:pt x="2437009" y="189820"/>
                  <a:pt x="2423293" y="184064"/>
                  <a:pt x="2413496" y="172553"/>
                </a:cubicBezTo>
                <a:cubicBezTo>
                  <a:pt x="2403699" y="161042"/>
                  <a:pt x="2398801" y="144101"/>
                  <a:pt x="2398801" y="121729"/>
                </a:cubicBezTo>
                <a:cubicBezTo>
                  <a:pt x="2398801" y="107196"/>
                  <a:pt x="2401046" y="94663"/>
                  <a:pt x="2405535" y="84131"/>
                </a:cubicBezTo>
                <a:cubicBezTo>
                  <a:pt x="2410025" y="73600"/>
                  <a:pt x="2416433" y="65517"/>
                  <a:pt x="2424760" y="59884"/>
                </a:cubicBezTo>
                <a:cubicBezTo>
                  <a:pt x="2433090" y="54250"/>
                  <a:pt x="2442888" y="51433"/>
                  <a:pt x="2454155" y="51433"/>
                </a:cubicBezTo>
                <a:close/>
                <a:moveTo>
                  <a:pt x="2551807" y="51433"/>
                </a:moveTo>
                <a:cubicBezTo>
                  <a:pt x="2568790" y="51433"/>
                  <a:pt x="2582057" y="57230"/>
                  <a:pt x="2591610" y="68823"/>
                </a:cubicBezTo>
                <a:cubicBezTo>
                  <a:pt x="2601163" y="80417"/>
                  <a:pt x="2605939" y="97725"/>
                  <a:pt x="2605939" y="120750"/>
                </a:cubicBezTo>
                <a:cubicBezTo>
                  <a:pt x="2605939" y="142793"/>
                  <a:pt x="2601163" y="159815"/>
                  <a:pt x="2591610" y="171817"/>
                </a:cubicBezTo>
                <a:cubicBezTo>
                  <a:pt x="2582057" y="183819"/>
                  <a:pt x="2568790" y="189820"/>
                  <a:pt x="2551807" y="189820"/>
                </a:cubicBezTo>
                <a:cubicBezTo>
                  <a:pt x="2534827" y="189820"/>
                  <a:pt x="2521561" y="183982"/>
                  <a:pt x="2512008" y="172307"/>
                </a:cubicBezTo>
                <a:cubicBezTo>
                  <a:pt x="2502456" y="160631"/>
                  <a:pt x="2497679" y="143363"/>
                  <a:pt x="2497679" y="120503"/>
                </a:cubicBezTo>
                <a:cubicBezTo>
                  <a:pt x="2497679" y="98134"/>
                  <a:pt x="2502456" y="81031"/>
                  <a:pt x="2512008" y="69193"/>
                </a:cubicBezTo>
                <a:cubicBezTo>
                  <a:pt x="2521561" y="57353"/>
                  <a:pt x="2534827" y="51433"/>
                  <a:pt x="2551807" y="51433"/>
                </a:cubicBezTo>
                <a:moveTo>
                  <a:pt x="2551807" y="78866"/>
                </a:moveTo>
                <a:cubicBezTo>
                  <a:pt x="2546094" y="78866"/>
                  <a:pt x="2541972" y="82010"/>
                  <a:pt x="2539440" y="88299"/>
                </a:cubicBezTo>
                <a:cubicBezTo>
                  <a:pt x="2536909" y="94585"/>
                  <a:pt x="2535643" y="105320"/>
                  <a:pt x="2535643" y="120503"/>
                </a:cubicBezTo>
                <a:cubicBezTo>
                  <a:pt x="2535643" y="136180"/>
                  <a:pt x="2536909" y="147122"/>
                  <a:pt x="2539440" y="153328"/>
                </a:cubicBezTo>
                <a:cubicBezTo>
                  <a:pt x="2541972" y="159532"/>
                  <a:pt x="2546094" y="162634"/>
                  <a:pt x="2551807" y="162634"/>
                </a:cubicBezTo>
                <a:cubicBezTo>
                  <a:pt x="2557523" y="162634"/>
                  <a:pt x="2561647" y="159491"/>
                  <a:pt x="2564178" y="153205"/>
                </a:cubicBezTo>
                <a:cubicBezTo>
                  <a:pt x="2566709" y="146916"/>
                  <a:pt x="2567975" y="136098"/>
                  <a:pt x="2567975" y="120750"/>
                </a:cubicBezTo>
                <a:cubicBezTo>
                  <a:pt x="2567975" y="105238"/>
                  <a:pt x="2566709" y="94379"/>
                  <a:pt x="2564178" y="88175"/>
                </a:cubicBezTo>
                <a:cubicBezTo>
                  <a:pt x="2561647" y="81969"/>
                  <a:pt x="2557523" y="78866"/>
                  <a:pt x="2551807" y="78866"/>
                </a:cubicBezTo>
                <a:close/>
                <a:moveTo>
                  <a:pt x="2724704" y="3917"/>
                </a:moveTo>
                <a:lnTo>
                  <a:pt x="2724704" y="185657"/>
                </a:lnTo>
                <a:lnTo>
                  <a:pt x="2691640" y="185657"/>
                </a:lnTo>
                <a:lnTo>
                  <a:pt x="2690414" y="171940"/>
                </a:lnTo>
                <a:cubicBezTo>
                  <a:pt x="2686659" y="177492"/>
                  <a:pt x="2682414" y="181859"/>
                  <a:pt x="2677677" y="185044"/>
                </a:cubicBezTo>
                <a:cubicBezTo>
                  <a:pt x="2672943" y="188228"/>
                  <a:pt x="2667229" y="189820"/>
                  <a:pt x="2660534" y="189820"/>
                </a:cubicBezTo>
                <a:cubicBezTo>
                  <a:pt x="2647144" y="189820"/>
                  <a:pt x="2636939" y="183819"/>
                  <a:pt x="2629917" y="171817"/>
                </a:cubicBezTo>
                <a:cubicBezTo>
                  <a:pt x="2622896" y="159815"/>
                  <a:pt x="2619386" y="142711"/>
                  <a:pt x="2619386" y="120503"/>
                </a:cubicBezTo>
                <a:cubicBezTo>
                  <a:pt x="2619386" y="106625"/>
                  <a:pt x="2621263" y="94462"/>
                  <a:pt x="2625018" y="84012"/>
                </a:cubicBezTo>
                <a:cubicBezTo>
                  <a:pt x="2628775" y="73560"/>
                  <a:pt x="2634001" y="65517"/>
                  <a:pt x="2640696" y="59884"/>
                </a:cubicBezTo>
                <a:cubicBezTo>
                  <a:pt x="2647391" y="54250"/>
                  <a:pt x="2654983" y="51433"/>
                  <a:pt x="2663471" y="51433"/>
                </a:cubicBezTo>
                <a:cubicBezTo>
                  <a:pt x="2673271" y="51433"/>
                  <a:pt x="2681353" y="55435"/>
                  <a:pt x="2687719" y="63438"/>
                </a:cubicBezTo>
                <a:lnTo>
                  <a:pt x="2687719" y="0"/>
                </a:lnTo>
                <a:lnTo>
                  <a:pt x="2724704" y="3917"/>
                </a:lnTo>
                <a:moveTo>
                  <a:pt x="2672534" y="162634"/>
                </a:moveTo>
                <a:cubicBezTo>
                  <a:pt x="2678250" y="162634"/>
                  <a:pt x="2683312" y="158389"/>
                  <a:pt x="2687719" y="149898"/>
                </a:cubicBezTo>
                <a:lnTo>
                  <a:pt x="2687719" y="89154"/>
                </a:lnTo>
                <a:cubicBezTo>
                  <a:pt x="2685599" y="85562"/>
                  <a:pt x="2683477" y="82908"/>
                  <a:pt x="2681355" y="81194"/>
                </a:cubicBezTo>
                <a:cubicBezTo>
                  <a:pt x="2679232" y="79480"/>
                  <a:pt x="2676781" y="78623"/>
                  <a:pt x="2674003" y="78623"/>
                </a:cubicBezTo>
                <a:cubicBezTo>
                  <a:pt x="2662901" y="78623"/>
                  <a:pt x="2657350" y="92583"/>
                  <a:pt x="2657350" y="120503"/>
                </a:cubicBezTo>
                <a:cubicBezTo>
                  <a:pt x="2657350" y="136342"/>
                  <a:pt x="2658696" y="147324"/>
                  <a:pt x="2661390" y="153448"/>
                </a:cubicBezTo>
                <a:cubicBezTo>
                  <a:pt x="2664086" y="159572"/>
                  <a:pt x="2667801" y="162634"/>
                  <a:pt x="2672534" y="162634"/>
                </a:cubicBezTo>
                <a:close/>
                <a:moveTo>
                  <a:pt x="2844699" y="118055"/>
                </a:moveTo>
                <a:cubicBezTo>
                  <a:pt x="2844699" y="123280"/>
                  <a:pt x="2844453" y="127771"/>
                  <a:pt x="2843963" y="131529"/>
                </a:cubicBezTo>
                <a:lnTo>
                  <a:pt x="2777830" y="131529"/>
                </a:lnTo>
                <a:cubicBezTo>
                  <a:pt x="2778647" y="143284"/>
                  <a:pt x="2780811" y="151407"/>
                  <a:pt x="2784322" y="155900"/>
                </a:cubicBezTo>
                <a:cubicBezTo>
                  <a:pt x="2787833" y="160390"/>
                  <a:pt x="2792935" y="162634"/>
                  <a:pt x="2799630" y="162634"/>
                </a:cubicBezTo>
                <a:cubicBezTo>
                  <a:pt x="2804040" y="162634"/>
                  <a:pt x="2808286" y="161777"/>
                  <a:pt x="2812367" y="160063"/>
                </a:cubicBezTo>
                <a:cubicBezTo>
                  <a:pt x="2816448" y="158347"/>
                  <a:pt x="2820857" y="155693"/>
                  <a:pt x="2825593" y="152103"/>
                </a:cubicBezTo>
                <a:lnTo>
                  <a:pt x="2840778" y="172187"/>
                </a:lnTo>
                <a:cubicBezTo>
                  <a:pt x="2828694" y="183942"/>
                  <a:pt x="2814080" y="189820"/>
                  <a:pt x="2796935" y="189820"/>
                </a:cubicBezTo>
                <a:cubicBezTo>
                  <a:pt x="2778647" y="189820"/>
                  <a:pt x="2764768" y="183819"/>
                  <a:pt x="2755298" y="171817"/>
                </a:cubicBezTo>
                <a:cubicBezTo>
                  <a:pt x="2745827" y="159815"/>
                  <a:pt x="2741092" y="143038"/>
                  <a:pt x="2741092" y="121486"/>
                </a:cubicBezTo>
                <a:cubicBezTo>
                  <a:pt x="2741092" y="99932"/>
                  <a:pt x="2745623" y="82868"/>
                  <a:pt x="2754685" y="70296"/>
                </a:cubicBezTo>
                <a:cubicBezTo>
                  <a:pt x="2763747" y="57721"/>
                  <a:pt x="2776688" y="51433"/>
                  <a:pt x="2793508" y="51433"/>
                </a:cubicBezTo>
                <a:cubicBezTo>
                  <a:pt x="2809509" y="51433"/>
                  <a:pt x="2822040" y="57108"/>
                  <a:pt x="2831102" y="68457"/>
                </a:cubicBezTo>
                <a:cubicBezTo>
                  <a:pt x="2840167" y="79806"/>
                  <a:pt x="2844699" y="96339"/>
                  <a:pt x="2844699" y="118055"/>
                </a:cubicBezTo>
                <a:moveTo>
                  <a:pt x="2808693" y="107524"/>
                </a:moveTo>
                <a:cubicBezTo>
                  <a:pt x="2808693" y="96421"/>
                  <a:pt x="2807591" y="88380"/>
                  <a:pt x="2805386" y="83399"/>
                </a:cubicBezTo>
                <a:cubicBezTo>
                  <a:pt x="2803181" y="78418"/>
                  <a:pt x="2799302" y="75928"/>
                  <a:pt x="2793751" y="75928"/>
                </a:cubicBezTo>
                <a:cubicBezTo>
                  <a:pt x="2788853" y="75928"/>
                  <a:pt x="2785138" y="78336"/>
                  <a:pt x="2782606" y="83152"/>
                </a:cubicBezTo>
                <a:cubicBezTo>
                  <a:pt x="2780075" y="87968"/>
                  <a:pt x="2778483" y="96664"/>
                  <a:pt x="2777830" y="109239"/>
                </a:cubicBezTo>
                <a:lnTo>
                  <a:pt x="2808693" y="109239"/>
                </a:lnTo>
                <a:lnTo>
                  <a:pt x="2808693" y="10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0F1E1-CA1F-4AC6-95D5-6D58331C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722" y="1010246"/>
            <a:ext cx="3920809" cy="503300"/>
          </a:xfrm>
          <a:custGeom xmlns:a="http://schemas.openxmlformats.org/drawingml/2006/main">
            <a:pathLst>
              <a:path w="3920809" h="503300" fill="none">
                <a:moveTo>
                  <a:pt x="3920809" y="0"/>
                </a:moveTo>
                <a:lnTo>
                  <a:pt x="0" y="0"/>
                </a:lnTo>
                <a:lnTo>
                  <a:pt x="0" y="50330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74500-C246-459B-8701-3226134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749" y="1493970"/>
            <a:ext cx="190164" cy="190722"/>
          </a:xfrm>
          <a:custGeom xmlns:a="http://schemas.openxmlformats.org/drawingml/2006/main">
            <a:pathLst>
              <a:path w="190164" h="190722">
                <a:moveTo>
                  <a:pt x="0" y="0"/>
                </a:moveTo>
                <a:lnTo>
                  <a:pt x="190164" y="1128"/>
                </a:lnTo>
                <a:lnTo>
                  <a:pt x="93954" y="1907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GeneratescodethatusesPackageX">
            <a:extLst xmlns:a="http://schemas.openxmlformats.org/drawingml/2006/main">
              <a:ext uri="{FF2B5EF4-FFF2-40B4-BE49-F238E27FC236}">
                <a16:creationId xmlns:a16="http://schemas.microsoft.com/office/drawing/2014/main" id="{BEA9DB02-247F-43F3-98C4-9533CC7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794" y="1142186"/>
            <a:ext cx="3379263" cy="239785"/>
          </a:xfrm>
          <a:custGeom xmlns:a="http://schemas.openxmlformats.org/drawingml/2006/main">
            <a:pathLst>
              <a:path w="3379263" h="239785">
                <a:moveTo>
                  <a:pt x="69317" y="11754"/>
                </a:moveTo>
                <a:cubicBezTo>
                  <a:pt x="87767" y="11754"/>
                  <a:pt x="103850" y="18612"/>
                  <a:pt x="117566" y="32328"/>
                </a:cubicBezTo>
                <a:lnTo>
                  <a:pt x="99197" y="51680"/>
                </a:lnTo>
                <a:cubicBezTo>
                  <a:pt x="94134" y="47434"/>
                  <a:pt x="89521" y="44374"/>
                  <a:pt x="85357" y="42497"/>
                </a:cubicBezTo>
                <a:cubicBezTo>
                  <a:pt x="81194" y="40619"/>
                  <a:pt x="76418" y="39679"/>
                  <a:pt x="71028" y="39679"/>
                </a:cubicBezTo>
                <a:cubicBezTo>
                  <a:pt x="60579" y="39679"/>
                  <a:pt x="52741" y="44170"/>
                  <a:pt x="47517" y="53153"/>
                </a:cubicBezTo>
                <a:cubicBezTo>
                  <a:pt x="42292" y="62132"/>
                  <a:pt x="39679" y="77970"/>
                  <a:pt x="39679" y="100666"/>
                </a:cubicBezTo>
                <a:cubicBezTo>
                  <a:pt x="39679" y="116669"/>
                  <a:pt x="40578" y="129079"/>
                  <a:pt x="42374" y="137897"/>
                </a:cubicBezTo>
                <a:cubicBezTo>
                  <a:pt x="44170" y="146712"/>
                  <a:pt x="46864" y="152835"/>
                  <a:pt x="50454" y="156266"/>
                </a:cubicBezTo>
                <a:cubicBezTo>
                  <a:pt x="54047" y="159694"/>
                  <a:pt x="58784" y="161409"/>
                  <a:pt x="64664" y="161409"/>
                </a:cubicBezTo>
                <a:cubicBezTo>
                  <a:pt x="70703" y="161409"/>
                  <a:pt x="76335" y="159694"/>
                  <a:pt x="81560" y="156266"/>
                </a:cubicBezTo>
                <a:lnTo>
                  <a:pt x="81560" y="115607"/>
                </a:lnTo>
                <a:lnTo>
                  <a:pt x="65396" y="115607"/>
                </a:lnTo>
                <a:lnTo>
                  <a:pt x="61722" y="88418"/>
                </a:lnTo>
                <a:lnTo>
                  <a:pt x="117812" y="88418"/>
                </a:lnTo>
                <a:lnTo>
                  <a:pt x="117812" y="172187"/>
                </a:lnTo>
                <a:cubicBezTo>
                  <a:pt x="110465" y="177574"/>
                  <a:pt x="102137" y="181820"/>
                  <a:pt x="92828" y="184924"/>
                </a:cubicBezTo>
                <a:cubicBezTo>
                  <a:pt x="83522" y="188026"/>
                  <a:pt x="74378" y="189577"/>
                  <a:pt x="65396" y="189577"/>
                </a:cubicBezTo>
                <a:cubicBezTo>
                  <a:pt x="43027" y="189577"/>
                  <a:pt x="26535" y="182393"/>
                  <a:pt x="15921" y="168024"/>
                </a:cubicBezTo>
                <a:cubicBezTo>
                  <a:pt x="5307" y="153652"/>
                  <a:pt x="0" y="131200"/>
                  <a:pt x="0" y="100666"/>
                </a:cubicBezTo>
                <a:cubicBezTo>
                  <a:pt x="0" y="80907"/>
                  <a:pt x="2980" y="64375"/>
                  <a:pt x="8940" y="51067"/>
                </a:cubicBezTo>
                <a:cubicBezTo>
                  <a:pt x="14900" y="37760"/>
                  <a:pt x="23104" y="27881"/>
                  <a:pt x="33554" y="21430"/>
                </a:cubicBezTo>
                <a:cubicBezTo>
                  <a:pt x="44006" y="14979"/>
                  <a:pt x="55927" y="11754"/>
                  <a:pt x="69317" y="11754"/>
                </a:cubicBezTo>
                <a:close/>
                <a:moveTo>
                  <a:pt x="237094" y="118055"/>
                </a:moveTo>
                <a:cubicBezTo>
                  <a:pt x="237094" y="123280"/>
                  <a:pt x="236849" y="127771"/>
                  <a:pt x="236358" y="131529"/>
                </a:cubicBezTo>
                <a:lnTo>
                  <a:pt x="170226" y="131529"/>
                </a:lnTo>
                <a:cubicBezTo>
                  <a:pt x="171043" y="143284"/>
                  <a:pt x="173207" y="151407"/>
                  <a:pt x="176718" y="155900"/>
                </a:cubicBezTo>
                <a:cubicBezTo>
                  <a:pt x="180228" y="160390"/>
                  <a:pt x="185331" y="162634"/>
                  <a:pt x="192026" y="162634"/>
                </a:cubicBezTo>
                <a:cubicBezTo>
                  <a:pt x="196436" y="162634"/>
                  <a:pt x="200681" y="161777"/>
                  <a:pt x="204763" y="160063"/>
                </a:cubicBezTo>
                <a:cubicBezTo>
                  <a:pt x="208844" y="158347"/>
                  <a:pt x="213253" y="155693"/>
                  <a:pt x="217989" y="152103"/>
                </a:cubicBezTo>
                <a:lnTo>
                  <a:pt x="233174" y="172187"/>
                </a:lnTo>
                <a:cubicBezTo>
                  <a:pt x="221090" y="183942"/>
                  <a:pt x="206476" y="189820"/>
                  <a:pt x="189331" y="189820"/>
                </a:cubicBezTo>
                <a:cubicBezTo>
                  <a:pt x="171043" y="189820"/>
                  <a:pt x="157164" y="183819"/>
                  <a:pt x="147693" y="171817"/>
                </a:cubicBezTo>
                <a:cubicBezTo>
                  <a:pt x="138223" y="159815"/>
                  <a:pt x="133488" y="143038"/>
                  <a:pt x="133488" y="121486"/>
                </a:cubicBezTo>
                <a:cubicBezTo>
                  <a:pt x="133488" y="99932"/>
                  <a:pt x="138019" y="82868"/>
                  <a:pt x="147080" y="70296"/>
                </a:cubicBezTo>
                <a:cubicBezTo>
                  <a:pt x="156142" y="57721"/>
                  <a:pt x="169083" y="51433"/>
                  <a:pt x="185904" y="51433"/>
                </a:cubicBezTo>
                <a:cubicBezTo>
                  <a:pt x="201905" y="51433"/>
                  <a:pt x="214436" y="57108"/>
                  <a:pt x="223498" y="68457"/>
                </a:cubicBezTo>
                <a:cubicBezTo>
                  <a:pt x="232562" y="79806"/>
                  <a:pt x="237094" y="96339"/>
                  <a:pt x="237094" y="118055"/>
                </a:cubicBezTo>
                <a:moveTo>
                  <a:pt x="201089" y="107524"/>
                </a:moveTo>
                <a:cubicBezTo>
                  <a:pt x="201089" y="96421"/>
                  <a:pt x="199986" y="88380"/>
                  <a:pt x="197781" y="83399"/>
                </a:cubicBezTo>
                <a:cubicBezTo>
                  <a:pt x="195576" y="78418"/>
                  <a:pt x="191698" y="75928"/>
                  <a:pt x="186147" y="75928"/>
                </a:cubicBezTo>
                <a:cubicBezTo>
                  <a:pt x="181248" y="75928"/>
                  <a:pt x="177534" y="78336"/>
                  <a:pt x="175002" y="83152"/>
                </a:cubicBezTo>
                <a:cubicBezTo>
                  <a:pt x="172471" y="87968"/>
                  <a:pt x="170879" y="96664"/>
                  <a:pt x="170226" y="109239"/>
                </a:cubicBezTo>
                <a:lnTo>
                  <a:pt x="201089" y="109239"/>
                </a:lnTo>
                <a:lnTo>
                  <a:pt x="201089" y="107524"/>
                </a:lnTo>
                <a:close/>
                <a:moveTo>
                  <a:pt x="320370" y="51433"/>
                </a:moveTo>
                <a:cubicBezTo>
                  <a:pt x="329676" y="51433"/>
                  <a:pt x="336983" y="54781"/>
                  <a:pt x="342290" y="61476"/>
                </a:cubicBezTo>
                <a:cubicBezTo>
                  <a:pt x="347597" y="68170"/>
                  <a:pt x="350250" y="77151"/>
                  <a:pt x="350250" y="88418"/>
                </a:cubicBezTo>
                <a:lnTo>
                  <a:pt x="350250" y="185657"/>
                </a:lnTo>
                <a:lnTo>
                  <a:pt x="313265" y="185657"/>
                </a:lnTo>
                <a:lnTo>
                  <a:pt x="313265" y="92339"/>
                </a:lnTo>
                <a:cubicBezTo>
                  <a:pt x="313265" y="83847"/>
                  <a:pt x="310898" y="79602"/>
                  <a:pt x="306164" y="79602"/>
                </a:cubicBezTo>
                <a:cubicBezTo>
                  <a:pt x="301428" y="79602"/>
                  <a:pt x="296284" y="84827"/>
                  <a:pt x="290733" y="95276"/>
                </a:cubicBezTo>
                <a:lnTo>
                  <a:pt x="290733" y="185657"/>
                </a:lnTo>
                <a:lnTo>
                  <a:pt x="253748" y="185657"/>
                </a:lnTo>
                <a:lnTo>
                  <a:pt x="253748" y="55597"/>
                </a:lnTo>
                <a:lnTo>
                  <a:pt x="285833" y="55597"/>
                </a:lnTo>
                <a:lnTo>
                  <a:pt x="288528" y="71028"/>
                </a:lnTo>
                <a:cubicBezTo>
                  <a:pt x="292773" y="64498"/>
                  <a:pt x="297426" y="59600"/>
                  <a:pt x="302487" y="56333"/>
                </a:cubicBezTo>
                <a:cubicBezTo>
                  <a:pt x="307550" y="53067"/>
                  <a:pt x="313511" y="51433"/>
                  <a:pt x="320370" y="51433"/>
                </a:cubicBezTo>
                <a:close/>
                <a:moveTo>
                  <a:pt x="469852" y="118055"/>
                </a:moveTo>
                <a:cubicBezTo>
                  <a:pt x="469852" y="123280"/>
                  <a:pt x="469607" y="127771"/>
                  <a:pt x="469116" y="131529"/>
                </a:cubicBezTo>
                <a:lnTo>
                  <a:pt x="402983" y="131529"/>
                </a:lnTo>
                <a:cubicBezTo>
                  <a:pt x="403801" y="143284"/>
                  <a:pt x="405965" y="151407"/>
                  <a:pt x="409475" y="155900"/>
                </a:cubicBezTo>
                <a:cubicBezTo>
                  <a:pt x="412986" y="160390"/>
                  <a:pt x="418089" y="162634"/>
                  <a:pt x="424783" y="162634"/>
                </a:cubicBezTo>
                <a:cubicBezTo>
                  <a:pt x="429193" y="162634"/>
                  <a:pt x="433439" y="161777"/>
                  <a:pt x="437520" y="160063"/>
                </a:cubicBezTo>
                <a:cubicBezTo>
                  <a:pt x="441601" y="158347"/>
                  <a:pt x="446010" y="155693"/>
                  <a:pt x="450747" y="152103"/>
                </a:cubicBezTo>
                <a:lnTo>
                  <a:pt x="465932" y="172187"/>
                </a:lnTo>
                <a:cubicBezTo>
                  <a:pt x="453847" y="183942"/>
                  <a:pt x="439233" y="189820"/>
                  <a:pt x="422089" y="189820"/>
                </a:cubicBezTo>
                <a:cubicBezTo>
                  <a:pt x="403801" y="189820"/>
                  <a:pt x="389921" y="183819"/>
                  <a:pt x="380451" y="171817"/>
                </a:cubicBezTo>
                <a:cubicBezTo>
                  <a:pt x="370980" y="159815"/>
                  <a:pt x="366245" y="143038"/>
                  <a:pt x="366245" y="121486"/>
                </a:cubicBezTo>
                <a:cubicBezTo>
                  <a:pt x="366245" y="99932"/>
                  <a:pt x="370776" y="82868"/>
                  <a:pt x="379838" y="70296"/>
                </a:cubicBezTo>
                <a:cubicBezTo>
                  <a:pt x="388900" y="57721"/>
                  <a:pt x="401841" y="51433"/>
                  <a:pt x="418662" y="51433"/>
                </a:cubicBezTo>
                <a:cubicBezTo>
                  <a:pt x="434662" y="51433"/>
                  <a:pt x="447194" y="57108"/>
                  <a:pt x="456256" y="68457"/>
                </a:cubicBezTo>
                <a:cubicBezTo>
                  <a:pt x="465320" y="79806"/>
                  <a:pt x="469852" y="96339"/>
                  <a:pt x="469852" y="118055"/>
                </a:cubicBezTo>
                <a:moveTo>
                  <a:pt x="433846" y="107524"/>
                </a:moveTo>
                <a:cubicBezTo>
                  <a:pt x="433846" y="96421"/>
                  <a:pt x="432744" y="88380"/>
                  <a:pt x="430539" y="83399"/>
                </a:cubicBezTo>
                <a:cubicBezTo>
                  <a:pt x="428334" y="78418"/>
                  <a:pt x="424456" y="75928"/>
                  <a:pt x="418905" y="75928"/>
                </a:cubicBezTo>
                <a:cubicBezTo>
                  <a:pt x="414006" y="75928"/>
                  <a:pt x="410291" y="78336"/>
                  <a:pt x="407760" y="83152"/>
                </a:cubicBezTo>
                <a:cubicBezTo>
                  <a:pt x="405228" y="87968"/>
                  <a:pt x="403636" y="96664"/>
                  <a:pt x="402983" y="109239"/>
                </a:cubicBezTo>
                <a:lnTo>
                  <a:pt x="433846" y="109239"/>
                </a:lnTo>
                <a:lnTo>
                  <a:pt x="433846" y="107524"/>
                </a:lnTo>
                <a:close/>
                <a:moveTo>
                  <a:pt x="549454" y="51923"/>
                </a:moveTo>
                <a:cubicBezTo>
                  <a:pt x="552882" y="51923"/>
                  <a:pt x="556311" y="52577"/>
                  <a:pt x="559739" y="53885"/>
                </a:cubicBezTo>
                <a:lnTo>
                  <a:pt x="553617" y="89397"/>
                </a:lnTo>
                <a:cubicBezTo>
                  <a:pt x="550677" y="88418"/>
                  <a:pt x="547656" y="87929"/>
                  <a:pt x="544554" y="87929"/>
                </a:cubicBezTo>
                <a:cubicBezTo>
                  <a:pt x="538512" y="87929"/>
                  <a:pt x="533980" y="90256"/>
                  <a:pt x="530958" y="94910"/>
                </a:cubicBezTo>
                <a:cubicBezTo>
                  <a:pt x="527938" y="99564"/>
                  <a:pt x="525449" y="106544"/>
                  <a:pt x="523491" y="115850"/>
                </a:cubicBezTo>
                <a:lnTo>
                  <a:pt x="523491" y="185657"/>
                </a:lnTo>
                <a:lnTo>
                  <a:pt x="486506" y="185657"/>
                </a:lnTo>
                <a:lnTo>
                  <a:pt x="486506" y="55597"/>
                </a:lnTo>
                <a:lnTo>
                  <a:pt x="518591" y="55597"/>
                </a:lnTo>
                <a:lnTo>
                  <a:pt x="521286" y="76907"/>
                </a:lnTo>
                <a:cubicBezTo>
                  <a:pt x="527492" y="60251"/>
                  <a:pt x="536882" y="51923"/>
                  <a:pt x="549454" y="51923"/>
                </a:cubicBezTo>
                <a:close/>
                <a:moveTo>
                  <a:pt x="658081" y="151120"/>
                </a:moveTo>
                <a:cubicBezTo>
                  <a:pt x="658081" y="155203"/>
                  <a:pt x="658571" y="158226"/>
                  <a:pt x="659550" y="160187"/>
                </a:cubicBezTo>
                <a:cubicBezTo>
                  <a:pt x="660529" y="162145"/>
                  <a:pt x="662243" y="163695"/>
                  <a:pt x="664693" y="164836"/>
                </a:cubicBezTo>
                <a:lnTo>
                  <a:pt x="657102" y="189087"/>
                </a:lnTo>
                <a:cubicBezTo>
                  <a:pt x="650081" y="188432"/>
                  <a:pt x="644324" y="186758"/>
                  <a:pt x="639832" y="184064"/>
                </a:cubicBezTo>
                <a:cubicBezTo>
                  <a:pt x="635342" y="181371"/>
                  <a:pt x="631872" y="177167"/>
                  <a:pt x="629423" y="171451"/>
                </a:cubicBezTo>
                <a:cubicBezTo>
                  <a:pt x="621911" y="183697"/>
                  <a:pt x="611216" y="189820"/>
                  <a:pt x="597338" y="189820"/>
                </a:cubicBezTo>
                <a:cubicBezTo>
                  <a:pt x="586560" y="189820"/>
                  <a:pt x="577986" y="186105"/>
                  <a:pt x="571618" y="178675"/>
                </a:cubicBezTo>
                <a:cubicBezTo>
                  <a:pt x="565252" y="171245"/>
                  <a:pt x="562069" y="161407"/>
                  <a:pt x="562069" y="149161"/>
                </a:cubicBezTo>
                <a:cubicBezTo>
                  <a:pt x="562069" y="134957"/>
                  <a:pt x="566478" y="124140"/>
                  <a:pt x="575295" y="116710"/>
                </a:cubicBezTo>
                <a:cubicBezTo>
                  <a:pt x="584113" y="109280"/>
                  <a:pt x="597012" y="105565"/>
                  <a:pt x="613992" y="105565"/>
                </a:cubicBezTo>
                <a:lnTo>
                  <a:pt x="621829" y="105565"/>
                </a:lnTo>
                <a:lnTo>
                  <a:pt x="621829" y="98707"/>
                </a:lnTo>
                <a:cubicBezTo>
                  <a:pt x="621829" y="90869"/>
                  <a:pt x="620645" y="85440"/>
                  <a:pt x="618278" y="82420"/>
                </a:cubicBezTo>
                <a:cubicBezTo>
                  <a:pt x="615911" y="79397"/>
                  <a:pt x="611707" y="77886"/>
                  <a:pt x="605665" y="77886"/>
                </a:cubicBezTo>
                <a:cubicBezTo>
                  <a:pt x="598153" y="77886"/>
                  <a:pt x="588846" y="80091"/>
                  <a:pt x="577743" y="84501"/>
                </a:cubicBezTo>
                <a:lnTo>
                  <a:pt x="569416" y="60986"/>
                </a:lnTo>
                <a:cubicBezTo>
                  <a:pt x="576111" y="57884"/>
                  <a:pt x="583254" y="55517"/>
                  <a:pt x="590846" y="53885"/>
                </a:cubicBezTo>
                <a:cubicBezTo>
                  <a:pt x="598441" y="52251"/>
                  <a:pt x="605666" y="51433"/>
                  <a:pt x="612523" y="51433"/>
                </a:cubicBezTo>
                <a:cubicBezTo>
                  <a:pt x="627871" y="51433"/>
                  <a:pt x="639301" y="55148"/>
                  <a:pt x="646813" y="62578"/>
                </a:cubicBezTo>
                <a:cubicBezTo>
                  <a:pt x="654325" y="70008"/>
                  <a:pt x="658081" y="81397"/>
                  <a:pt x="658081" y="96745"/>
                </a:cubicBezTo>
                <a:lnTo>
                  <a:pt x="658081" y="151120"/>
                </a:lnTo>
                <a:moveTo>
                  <a:pt x="608602" y="163614"/>
                </a:moveTo>
                <a:cubicBezTo>
                  <a:pt x="611381" y="163614"/>
                  <a:pt x="613912" y="162552"/>
                  <a:pt x="616197" y="160429"/>
                </a:cubicBezTo>
                <a:cubicBezTo>
                  <a:pt x="618484" y="158307"/>
                  <a:pt x="620361" y="155286"/>
                  <a:pt x="621829" y="151366"/>
                </a:cubicBezTo>
                <a:lnTo>
                  <a:pt x="621829" y="126139"/>
                </a:lnTo>
                <a:lnTo>
                  <a:pt x="617423" y="126139"/>
                </a:lnTo>
                <a:cubicBezTo>
                  <a:pt x="610728" y="126139"/>
                  <a:pt x="605869" y="127731"/>
                  <a:pt x="602847" y="130916"/>
                </a:cubicBezTo>
                <a:cubicBezTo>
                  <a:pt x="599827" y="134100"/>
                  <a:pt x="598317" y="139120"/>
                  <a:pt x="598317" y="145977"/>
                </a:cubicBezTo>
                <a:cubicBezTo>
                  <a:pt x="598317" y="151693"/>
                  <a:pt x="599215" y="156062"/>
                  <a:pt x="601012" y="159084"/>
                </a:cubicBezTo>
                <a:cubicBezTo>
                  <a:pt x="602808" y="162104"/>
                  <a:pt x="605338" y="163614"/>
                  <a:pt x="608602" y="163614"/>
                </a:cubicBezTo>
                <a:close/>
                <a:moveTo>
                  <a:pt x="752525" y="179535"/>
                </a:moveTo>
                <a:cubicBezTo>
                  <a:pt x="748444" y="182963"/>
                  <a:pt x="743709" y="185534"/>
                  <a:pt x="738320" y="187249"/>
                </a:cubicBezTo>
                <a:cubicBezTo>
                  <a:pt x="732930" y="188963"/>
                  <a:pt x="727460" y="189820"/>
                  <a:pt x="721909" y="189820"/>
                </a:cubicBezTo>
                <a:cubicBezTo>
                  <a:pt x="709336" y="189820"/>
                  <a:pt x="699866" y="186228"/>
                  <a:pt x="693497" y="179045"/>
                </a:cubicBezTo>
                <a:cubicBezTo>
                  <a:pt x="687129" y="171860"/>
                  <a:pt x="683945" y="162225"/>
                  <a:pt x="683945" y="150141"/>
                </a:cubicBezTo>
                <a:lnTo>
                  <a:pt x="683945" y="81560"/>
                </a:lnTo>
                <a:lnTo>
                  <a:pt x="670475" y="81560"/>
                </a:lnTo>
                <a:lnTo>
                  <a:pt x="670475" y="55597"/>
                </a:lnTo>
                <a:lnTo>
                  <a:pt x="683945" y="55597"/>
                </a:lnTo>
                <a:lnTo>
                  <a:pt x="683945" y="27185"/>
                </a:lnTo>
                <a:lnTo>
                  <a:pt x="720930" y="23022"/>
                </a:lnTo>
                <a:lnTo>
                  <a:pt x="720930" y="55597"/>
                </a:lnTo>
                <a:lnTo>
                  <a:pt x="745178" y="55597"/>
                </a:lnTo>
                <a:lnTo>
                  <a:pt x="741257" y="81560"/>
                </a:lnTo>
                <a:lnTo>
                  <a:pt x="720930" y="81560"/>
                </a:lnTo>
                <a:lnTo>
                  <a:pt x="720930" y="149898"/>
                </a:lnTo>
                <a:cubicBezTo>
                  <a:pt x="720930" y="156919"/>
                  <a:pt x="723868" y="160429"/>
                  <a:pt x="729746" y="160429"/>
                </a:cubicBezTo>
                <a:cubicBezTo>
                  <a:pt x="733012" y="160429"/>
                  <a:pt x="736523" y="159286"/>
                  <a:pt x="740278" y="156999"/>
                </a:cubicBezTo>
                <a:lnTo>
                  <a:pt x="752525" y="179535"/>
                </a:lnTo>
                <a:close/>
                <a:moveTo>
                  <a:pt x="859317" y="118055"/>
                </a:moveTo>
                <a:cubicBezTo>
                  <a:pt x="859317" y="123280"/>
                  <a:pt x="859071" y="127771"/>
                  <a:pt x="858580" y="131529"/>
                </a:cubicBezTo>
                <a:lnTo>
                  <a:pt x="792448" y="131529"/>
                </a:lnTo>
                <a:cubicBezTo>
                  <a:pt x="793265" y="143284"/>
                  <a:pt x="795429" y="151407"/>
                  <a:pt x="798940" y="155900"/>
                </a:cubicBezTo>
                <a:cubicBezTo>
                  <a:pt x="802450" y="160390"/>
                  <a:pt x="807553" y="162634"/>
                  <a:pt x="814248" y="162634"/>
                </a:cubicBezTo>
                <a:cubicBezTo>
                  <a:pt x="818658" y="162634"/>
                  <a:pt x="822904" y="161777"/>
                  <a:pt x="826985" y="160063"/>
                </a:cubicBezTo>
                <a:cubicBezTo>
                  <a:pt x="831066" y="158347"/>
                  <a:pt x="835475" y="155693"/>
                  <a:pt x="840211" y="152103"/>
                </a:cubicBezTo>
                <a:lnTo>
                  <a:pt x="855396" y="172187"/>
                </a:lnTo>
                <a:cubicBezTo>
                  <a:pt x="843312" y="183942"/>
                  <a:pt x="828698" y="189820"/>
                  <a:pt x="811553" y="189820"/>
                </a:cubicBezTo>
                <a:cubicBezTo>
                  <a:pt x="793265" y="189820"/>
                  <a:pt x="779386" y="183819"/>
                  <a:pt x="769916" y="171817"/>
                </a:cubicBezTo>
                <a:cubicBezTo>
                  <a:pt x="760445" y="159815"/>
                  <a:pt x="755710" y="143038"/>
                  <a:pt x="755710" y="121486"/>
                </a:cubicBezTo>
                <a:cubicBezTo>
                  <a:pt x="755710" y="99932"/>
                  <a:pt x="760241" y="82868"/>
                  <a:pt x="769303" y="70296"/>
                </a:cubicBezTo>
                <a:cubicBezTo>
                  <a:pt x="778364" y="57721"/>
                  <a:pt x="791306" y="51433"/>
                  <a:pt x="808126" y="51433"/>
                </a:cubicBezTo>
                <a:cubicBezTo>
                  <a:pt x="824127" y="51433"/>
                  <a:pt x="836658" y="57108"/>
                  <a:pt x="845720" y="68457"/>
                </a:cubicBezTo>
                <a:cubicBezTo>
                  <a:pt x="854785" y="79806"/>
                  <a:pt x="859317" y="96339"/>
                  <a:pt x="859317" y="118055"/>
                </a:cubicBezTo>
                <a:moveTo>
                  <a:pt x="823311" y="107524"/>
                </a:moveTo>
                <a:cubicBezTo>
                  <a:pt x="823311" y="96421"/>
                  <a:pt x="822209" y="88380"/>
                  <a:pt x="820004" y="83399"/>
                </a:cubicBezTo>
                <a:cubicBezTo>
                  <a:pt x="817799" y="78418"/>
                  <a:pt x="813920" y="75928"/>
                  <a:pt x="808369" y="75928"/>
                </a:cubicBezTo>
                <a:cubicBezTo>
                  <a:pt x="803471" y="75928"/>
                  <a:pt x="799756" y="78336"/>
                  <a:pt x="797224" y="83152"/>
                </a:cubicBezTo>
                <a:cubicBezTo>
                  <a:pt x="794693" y="87968"/>
                  <a:pt x="793101" y="96664"/>
                  <a:pt x="792448" y="109239"/>
                </a:cubicBezTo>
                <a:lnTo>
                  <a:pt x="823311" y="109239"/>
                </a:lnTo>
                <a:lnTo>
                  <a:pt x="823311" y="107524"/>
                </a:lnTo>
                <a:close/>
                <a:moveTo>
                  <a:pt x="915650" y="51433"/>
                </a:moveTo>
                <a:cubicBezTo>
                  <a:pt x="923650" y="51433"/>
                  <a:pt x="931161" y="52821"/>
                  <a:pt x="938182" y="55597"/>
                </a:cubicBezTo>
                <a:cubicBezTo>
                  <a:pt x="945203" y="58372"/>
                  <a:pt x="951326" y="62292"/>
                  <a:pt x="956551" y="67355"/>
                </a:cubicBezTo>
                <a:lnTo>
                  <a:pt x="943082" y="87196"/>
                </a:lnTo>
                <a:cubicBezTo>
                  <a:pt x="934102" y="80990"/>
                  <a:pt x="926020" y="77886"/>
                  <a:pt x="918834" y="77886"/>
                </a:cubicBezTo>
                <a:cubicBezTo>
                  <a:pt x="914915" y="77886"/>
                  <a:pt x="911853" y="78867"/>
                  <a:pt x="909648" y="80828"/>
                </a:cubicBezTo>
                <a:cubicBezTo>
                  <a:pt x="907445" y="82786"/>
                  <a:pt x="906344" y="85479"/>
                  <a:pt x="906344" y="88908"/>
                </a:cubicBezTo>
                <a:cubicBezTo>
                  <a:pt x="906344" y="92665"/>
                  <a:pt x="907731" y="95727"/>
                  <a:pt x="910507" y="98094"/>
                </a:cubicBezTo>
                <a:cubicBezTo>
                  <a:pt x="913283" y="100461"/>
                  <a:pt x="919243" y="103522"/>
                  <a:pt x="928387" y="107277"/>
                </a:cubicBezTo>
                <a:cubicBezTo>
                  <a:pt x="939327" y="111849"/>
                  <a:pt x="947410" y="117156"/>
                  <a:pt x="952635" y="123198"/>
                </a:cubicBezTo>
                <a:cubicBezTo>
                  <a:pt x="957859" y="129240"/>
                  <a:pt x="960472" y="137323"/>
                  <a:pt x="960472" y="147446"/>
                </a:cubicBezTo>
                <a:cubicBezTo>
                  <a:pt x="960472" y="160509"/>
                  <a:pt x="955859" y="170838"/>
                  <a:pt x="946632" y="178432"/>
                </a:cubicBezTo>
                <a:cubicBezTo>
                  <a:pt x="937406" y="186024"/>
                  <a:pt x="925445" y="189820"/>
                  <a:pt x="910750" y="189820"/>
                </a:cubicBezTo>
                <a:cubicBezTo>
                  <a:pt x="901606" y="189820"/>
                  <a:pt x="893034" y="188147"/>
                  <a:pt x="885033" y="184801"/>
                </a:cubicBezTo>
                <a:cubicBezTo>
                  <a:pt x="877033" y="181452"/>
                  <a:pt x="870175" y="176757"/>
                  <a:pt x="864459" y="170715"/>
                </a:cubicBezTo>
                <a:lnTo>
                  <a:pt x="881849" y="151609"/>
                </a:lnTo>
                <a:cubicBezTo>
                  <a:pt x="891646" y="159612"/>
                  <a:pt x="900627" y="163614"/>
                  <a:pt x="908792" y="163614"/>
                </a:cubicBezTo>
                <a:cubicBezTo>
                  <a:pt x="913199" y="163614"/>
                  <a:pt x="916669" y="162471"/>
                  <a:pt x="919200" y="160187"/>
                </a:cubicBezTo>
                <a:cubicBezTo>
                  <a:pt x="921732" y="157899"/>
                  <a:pt x="922997" y="154714"/>
                  <a:pt x="922997" y="150630"/>
                </a:cubicBezTo>
                <a:cubicBezTo>
                  <a:pt x="922997" y="146058"/>
                  <a:pt x="921568" y="142425"/>
                  <a:pt x="918711" y="139732"/>
                </a:cubicBezTo>
                <a:cubicBezTo>
                  <a:pt x="915853" y="137039"/>
                  <a:pt x="910015" y="133896"/>
                  <a:pt x="901197" y="130303"/>
                </a:cubicBezTo>
                <a:cubicBezTo>
                  <a:pt x="890095" y="125731"/>
                  <a:pt x="882095" y="120465"/>
                  <a:pt x="877196" y="114505"/>
                </a:cubicBezTo>
                <a:cubicBezTo>
                  <a:pt x="872298" y="108545"/>
                  <a:pt x="869848" y="100911"/>
                  <a:pt x="869848" y="91602"/>
                </a:cubicBezTo>
                <a:cubicBezTo>
                  <a:pt x="869848" y="79847"/>
                  <a:pt x="873930" y="70214"/>
                  <a:pt x="882092" y="62702"/>
                </a:cubicBezTo>
                <a:cubicBezTo>
                  <a:pt x="890257" y="55189"/>
                  <a:pt x="901443" y="51433"/>
                  <a:pt x="915650" y="51433"/>
                </a:cubicBezTo>
                <a:close/>
                <a:moveTo>
                  <a:pt x="1071180" y="51433"/>
                </a:moveTo>
                <a:cubicBezTo>
                  <a:pt x="1078692" y="51433"/>
                  <a:pt x="1085468" y="52740"/>
                  <a:pt x="1091508" y="55354"/>
                </a:cubicBezTo>
                <a:cubicBezTo>
                  <a:pt x="1097550" y="57965"/>
                  <a:pt x="1103185" y="61965"/>
                  <a:pt x="1108412" y="67355"/>
                </a:cubicBezTo>
                <a:lnTo>
                  <a:pt x="1093223" y="87686"/>
                </a:lnTo>
                <a:cubicBezTo>
                  <a:pt x="1086528" y="82296"/>
                  <a:pt x="1080161" y="79602"/>
                  <a:pt x="1074122" y="79602"/>
                </a:cubicBezTo>
                <a:cubicBezTo>
                  <a:pt x="1067427" y="79602"/>
                  <a:pt x="1062446" y="82664"/>
                  <a:pt x="1059180" y="88788"/>
                </a:cubicBezTo>
                <a:cubicBezTo>
                  <a:pt x="1055913" y="94910"/>
                  <a:pt x="1054280" y="105809"/>
                  <a:pt x="1054280" y="121486"/>
                </a:cubicBezTo>
                <a:cubicBezTo>
                  <a:pt x="1054280" y="136343"/>
                  <a:pt x="1055994" y="146630"/>
                  <a:pt x="1059423" y="152346"/>
                </a:cubicBezTo>
                <a:cubicBezTo>
                  <a:pt x="1062854" y="158061"/>
                  <a:pt x="1067671" y="160919"/>
                  <a:pt x="1073875" y="160919"/>
                </a:cubicBezTo>
                <a:cubicBezTo>
                  <a:pt x="1077141" y="160919"/>
                  <a:pt x="1080162" y="160347"/>
                  <a:pt x="1082938" y="159204"/>
                </a:cubicBezTo>
                <a:cubicBezTo>
                  <a:pt x="1085714" y="158060"/>
                  <a:pt x="1088898" y="156100"/>
                  <a:pt x="1092491" y="153325"/>
                </a:cubicBezTo>
                <a:lnTo>
                  <a:pt x="1108412" y="174635"/>
                </a:lnTo>
                <a:cubicBezTo>
                  <a:pt x="1097798" y="184758"/>
                  <a:pt x="1085550" y="189820"/>
                  <a:pt x="1071670" y="189820"/>
                </a:cubicBezTo>
                <a:cubicBezTo>
                  <a:pt x="1054035" y="189820"/>
                  <a:pt x="1040319" y="184064"/>
                  <a:pt x="1030522" y="172553"/>
                </a:cubicBezTo>
                <a:cubicBezTo>
                  <a:pt x="1020725" y="161042"/>
                  <a:pt x="1015826" y="144101"/>
                  <a:pt x="1015826" y="121729"/>
                </a:cubicBezTo>
                <a:cubicBezTo>
                  <a:pt x="1015826" y="107196"/>
                  <a:pt x="1018071" y="94663"/>
                  <a:pt x="1022561" y="84131"/>
                </a:cubicBezTo>
                <a:cubicBezTo>
                  <a:pt x="1027051" y="73600"/>
                  <a:pt x="1033459" y="65517"/>
                  <a:pt x="1041786" y="59884"/>
                </a:cubicBezTo>
                <a:cubicBezTo>
                  <a:pt x="1050115" y="54250"/>
                  <a:pt x="1059913" y="51433"/>
                  <a:pt x="1071180" y="51433"/>
                </a:cubicBezTo>
                <a:close/>
                <a:moveTo>
                  <a:pt x="1168833" y="51433"/>
                </a:moveTo>
                <a:cubicBezTo>
                  <a:pt x="1185816" y="51433"/>
                  <a:pt x="1199083" y="57230"/>
                  <a:pt x="1208636" y="68823"/>
                </a:cubicBezTo>
                <a:cubicBezTo>
                  <a:pt x="1218189" y="80417"/>
                  <a:pt x="1222965" y="97725"/>
                  <a:pt x="1222965" y="120750"/>
                </a:cubicBezTo>
                <a:cubicBezTo>
                  <a:pt x="1222965" y="142793"/>
                  <a:pt x="1218189" y="159815"/>
                  <a:pt x="1208636" y="171817"/>
                </a:cubicBezTo>
                <a:cubicBezTo>
                  <a:pt x="1199083" y="183819"/>
                  <a:pt x="1185816" y="189820"/>
                  <a:pt x="1168833" y="189820"/>
                </a:cubicBezTo>
                <a:cubicBezTo>
                  <a:pt x="1151853" y="189820"/>
                  <a:pt x="1138587" y="183982"/>
                  <a:pt x="1129034" y="172307"/>
                </a:cubicBezTo>
                <a:cubicBezTo>
                  <a:pt x="1119481" y="160631"/>
                  <a:pt x="1114705" y="143363"/>
                  <a:pt x="1114705" y="120503"/>
                </a:cubicBezTo>
                <a:cubicBezTo>
                  <a:pt x="1114705" y="98134"/>
                  <a:pt x="1119481" y="81031"/>
                  <a:pt x="1129034" y="69193"/>
                </a:cubicBezTo>
                <a:cubicBezTo>
                  <a:pt x="1138587" y="57353"/>
                  <a:pt x="1151853" y="51433"/>
                  <a:pt x="1168833" y="51433"/>
                </a:cubicBezTo>
                <a:moveTo>
                  <a:pt x="1168833" y="78866"/>
                </a:moveTo>
                <a:cubicBezTo>
                  <a:pt x="1163120" y="78866"/>
                  <a:pt x="1158998" y="82010"/>
                  <a:pt x="1156466" y="88299"/>
                </a:cubicBezTo>
                <a:cubicBezTo>
                  <a:pt x="1153935" y="94585"/>
                  <a:pt x="1152669" y="105320"/>
                  <a:pt x="1152669" y="120503"/>
                </a:cubicBezTo>
                <a:cubicBezTo>
                  <a:pt x="1152669" y="136180"/>
                  <a:pt x="1153935" y="147122"/>
                  <a:pt x="1156466" y="153328"/>
                </a:cubicBezTo>
                <a:cubicBezTo>
                  <a:pt x="1158998" y="159532"/>
                  <a:pt x="1163120" y="162634"/>
                  <a:pt x="1168833" y="162634"/>
                </a:cubicBezTo>
                <a:cubicBezTo>
                  <a:pt x="1174549" y="162634"/>
                  <a:pt x="1178672" y="159491"/>
                  <a:pt x="1181204" y="153205"/>
                </a:cubicBezTo>
                <a:cubicBezTo>
                  <a:pt x="1183735" y="146916"/>
                  <a:pt x="1185001" y="136098"/>
                  <a:pt x="1185001" y="120750"/>
                </a:cubicBezTo>
                <a:cubicBezTo>
                  <a:pt x="1185001" y="105238"/>
                  <a:pt x="1183735" y="94379"/>
                  <a:pt x="1181204" y="88175"/>
                </a:cubicBezTo>
                <a:cubicBezTo>
                  <a:pt x="1178672" y="81969"/>
                  <a:pt x="1174549" y="78866"/>
                  <a:pt x="1168833" y="78866"/>
                </a:cubicBezTo>
                <a:close/>
                <a:moveTo>
                  <a:pt x="1341730" y="3917"/>
                </a:moveTo>
                <a:lnTo>
                  <a:pt x="1341730" y="185657"/>
                </a:lnTo>
                <a:lnTo>
                  <a:pt x="1308666" y="185657"/>
                </a:lnTo>
                <a:lnTo>
                  <a:pt x="1307440" y="171940"/>
                </a:lnTo>
                <a:cubicBezTo>
                  <a:pt x="1303685" y="177492"/>
                  <a:pt x="1299439" y="181859"/>
                  <a:pt x="1294703" y="185044"/>
                </a:cubicBezTo>
                <a:cubicBezTo>
                  <a:pt x="1289969" y="188228"/>
                  <a:pt x="1284254" y="189820"/>
                  <a:pt x="1277560" y="189820"/>
                </a:cubicBezTo>
                <a:cubicBezTo>
                  <a:pt x="1264170" y="189820"/>
                  <a:pt x="1253964" y="183819"/>
                  <a:pt x="1246943" y="171817"/>
                </a:cubicBezTo>
                <a:cubicBezTo>
                  <a:pt x="1239922" y="159815"/>
                  <a:pt x="1236411" y="142711"/>
                  <a:pt x="1236411" y="120503"/>
                </a:cubicBezTo>
                <a:cubicBezTo>
                  <a:pt x="1236411" y="106625"/>
                  <a:pt x="1238289" y="94462"/>
                  <a:pt x="1242044" y="84012"/>
                </a:cubicBezTo>
                <a:cubicBezTo>
                  <a:pt x="1245801" y="73560"/>
                  <a:pt x="1251027" y="65517"/>
                  <a:pt x="1257722" y="59884"/>
                </a:cubicBezTo>
                <a:cubicBezTo>
                  <a:pt x="1264417" y="54250"/>
                  <a:pt x="1272008" y="51433"/>
                  <a:pt x="1280497" y="51433"/>
                </a:cubicBezTo>
                <a:cubicBezTo>
                  <a:pt x="1290296" y="51433"/>
                  <a:pt x="1298379" y="55435"/>
                  <a:pt x="1304745" y="63438"/>
                </a:cubicBezTo>
                <a:lnTo>
                  <a:pt x="1304745" y="0"/>
                </a:lnTo>
                <a:lnTo>
                  <a:pt x="1341730" y="3917"/>
                </a:lnTo>
                <a:moveTo>
                  <a:pt x="1289560" y="162634"/>
                </a:moveTo>
                <a:cubicBezTo>
                  <a:pt x="1295276" y="162634"/>
                  <a:pt x="1300337" y="158389"/>
                  <a:pt x="1304745" y="149898"/>
                </a:cubicBezTo>
                <a:lnTo>
                  <a:pt x="1304745" y="89154"/>
                </a:lnTo>
                <a:cubicBezTo>
                  <a:pt x="1302625" y="85562"/>
                  <a:pt x="1300503" y="82908"/>
                  <a:pt x="1298380" y="81194"/>
                </a:cubicBezTo>
                <a:cubicBezTo>
                  <a:pt x="1296258" y="79480"/>
                  <a:pt x="1293807" y="78623"/>
                  <a:pt x="1291029" y="78623"/>
                </a:cubicBezTo>
                <a:cubicBezTo>
                  <a:pt x="1279927" y="78623"/>
                  <a:pt x="1274375" y="92583"/>
                  <a:pt x="1274375" y="120503"/>
                </a:cubicBezTo>
                <a:cubicBezTo>
                  <a:pt x="1274375" y="136342"/>
                  <a:pt x="1275722" y="147324"/>
                  <a:pt x="1278415" y="153448"/>
                </a:cubicBezTo>
                <a:cubicBezTo>
                  <a:pt x="1281111" y="159572"/>
                  <a:pt x="1284826" y="162634"/>
                  <a:pt x="1289560" y="162634"/>
                </a:cubicBezTo>
                <a:close/>
                <a:moveTo>
                  <a:pt x="1461724" y="118055"/>
                </a:moveTo>
                <a:cubicBezTo>
                  <a:pt x="1461724" y="123280"/>
                  <a:pt x="1461479" y="127771"/>
                  <a:pt x="1460988" y="131529"/>
                </a:cubicBezTo>
                <a:lnTo>
                  <a:pt x="1394856" y="131529"/>
                </a:lnTo>
                <a:cubicBezTo>
                  <a:pt x="1395673" y="143284"/>
                  <a:pt x="1397837" y="151407"/>
                  <a:pt x="1401347" y="155900"/>
                </a:cubicBezTo>
                <a:cubicBezTo>
                  <a:pt x="1404858" y="160390"/>
                  <a:pt x="1409961" y="162634"/>
                  <a:pt x="1416656" y="162634"/>
                </a:cubicBezTo>
                <a:cubicBezTo>
                  <a:pt x="1421066" y="162634"/>
                  <a:pt x="1425311" y="161777"/>
                  <a:pt x="1429393" y="160063"/>
                </a:cubicBezTo>
                <a:cubicBezTo>
                  <a:pt x="1433474" y="158347"/>
                  <a:pt x="1437883" y="155693"/>
                  <a:pt x="1442619" y="152103"/>
                </a:cubicBezTo>
                <a:lnTo>
                  <a:pt x="1457804" y="172187"/>
                </a:lnTo>
                <a:cubicBezTo>
                  <a:pt x="1445720" y="183942"/>
                  <a:pt x="1431105" y="189820"/>
                  <a:pt x="1413961" y="189820"/>
                </a:cubicBezTo>
                <a:cubicBezTo>
                  <a:pt x="1395673" y="189820"/>
                  <a:pt x="1381794" y="183819"/>
                  <a:pt x="1372323" y="171817"/>
                </a:cubicBezTo>
                <a:cubicBezTo>
                  <a:pt x="1362853" y="159815"/>
                  <a:pt x="1358118" y="143038"/>
                  <a:pt x="1358118" y="121486"/>
                </a:cubicBezTo>
                <a:cubicBezTo>
                  <a:pt x="1358118" y="99932"/>
                  <a:pt x="1362648" y="82868"/>
                  <a:pt x="1371710" y="70296"/>
                </a:cubicBezTo>
                <a:cubicBezTo>
                  <a:pt x="1380772" y="57721"/>
                  <a:pt x="1393713" y="51433"/>
                  <a:pt x="1410534" y="51433"/>
                </a:cubicBezTo>
                <a:cubicBezTo>
                  <a:pt x="1426535" y="51433"/>
                  <a:pt x="1439066" y="57108"/>
                  <a:pt x="1448128" y="68457"/>
                </a:cubicBezTo>
                <a:cubicBezTo>
                  <a:pt x="1457192" y="79806"/>
                  <a:pt x="1461724" y="96339"/>
                  <a:pt x="1461724" y="118055"/>
                </a:cubicBezTo>
                <a:moveTo>
                  <a:pt x="1425719" y="107524"/>
                </a:moveTo>
                <a:cubicBezTo>
                  <a:pt x="1425719" y="96421"/>
                  <a:pt x="1424616" y="88380"/>
                  <a:pt x="1422411" y="83399"/>
                </a:cubicBezTo>
                <a:cubicBezTo>
                  <a:pt x="1420206" y="78418"/>
                  <a:pt x="1416328" y="75928"/>
                  <a:pt x="1410777" y="75928"/>
                </a:cubicBezTo>
                <a:cubicBezTo>
                  <a:pt x="1405878" y="75928"/>
                  <a:pt x="1402163" y="78336"/>
                  <a:pt x="1399632" y="83152"/>
                </a:cubicBezTo>
                <a:cubicBezTo>
                  <a:pt x="1397101" y="87968"/>
                  <a:pt x="1395508" y="96664"/>
                  <a:pt x="1394856" y="109239"/>
                </a:cubicBezTo>
                <a:lnTo>
                  <a:pt x="1425719" y="109239"/>
                </a:lnTo>
                <a:lnTo>
                  <a:pt x="1425719" y="107524"/>
                </a:lnTo>
                <a:close/>
                <a:moveTo>
                  <a:pt x="1596827" y="179535"/>
                </a:moveTo>
                <a:cubicBezTo>
                  <a:pt x="1592745" y="182963"/>
                  <a:pt x="1588010" y="185534"/>
                  <a:pt x="1582621" y="187249"/>
                </a:cubicBezTo>
                <a:cubicBezTo>
                  <a:pt x="1577232" y="188963"/>
                  <a:pt x="1571762" y="189820"/>
                  <a:pt x="1566210" y="189820"/>
                </a:cubicBezTo>
                <a:cubicBezTo>
                  <a:pt x="1553638" y="189820"/>
                  <a:pt x="1544167" y="186228"/>
                  <a:pt x="1537799" y="179045"/>
                </a:cubicBezTo>
                <a:cubicBezTo>
                  <a:pt x="1531431" y="171860"/>
                  <a:pt x="1528246" y="162225"/>
                  <a:pt x="1528246" y="150141"/>
                </a:cubicBezTo>
                <a:lnTo>
                  <a:pt x="1528246" y="81560"/>
                </a:lnTo>
                <a:lnTo>
                  <a:pt x="1514777" y="81560"/>
                </a:lnTo>
                <a:lnTo>
                  <a:pt x="1514777" y="55597"/>
                </a:lnTo>
                <a:lnTo>
                  <a:pt x="1528246" y="55597"/>
                </a:lnTo>
                <a:lnTo>
                  <a:pt x="1528246" y="27185"/>
                </a:lnTo>
                <a:lnTo>
                  <a:pt x="1565231" y="23022"/>
                </a:lnTo>
                <a:lnTo>
                  <a:pt x="1565231" y="55597"/>
                </a:lnTo>
                <a:lnTo>
                  <a:pt x="1589479" y="55597"/>
                </a:lnTo>
                <a:lnTo>
                  <a:pt x="1585559" y="81560"/>
                </a:lnTo>
                <a:lnTo>
                  <a:pt x="1565231" y="81560"/>
                </a:lnTo>
                <a:lnTo>
                  <a:pt x="1565231" y="149898"/>
                </a:lnTo>
                <a:cubicBezTo>
                  <a:pt x="1565231" y="156919"/>
                  <a:pt x="1568170" y="160429"/>
                  <a:pt x="1574048" y="160429"/>
                </a:cubicBezTo>
                <a:cubicBezTo>
                  <a:pt x="1577314" y="160429"/>
                  <a:pt x="1580825" y="159286"/>
                  <a:pt x="1584579" y="156999"/>
                </a:cubicBezTo>
                <a:lnTo>
                  <a:pt x="1596827" y="179535"/>
                </a:lnTo>
                <a:close/>
                <a:moveTo>
                  <a:pt x="1671286" y="51433"/>
                </a:moveTo>
                <a:cubicBezTo>
                  <a:pt x="1680592" y="51433"/>
                  <a:pt x="1687899" y="54781"/>
                  <a:pt x="1693206" y="61476"/>
                </a:cubicBezTo>
                <a:cubicBezTo>
                  <a:pt x="1698513" y="68170"/>
                  <a:pt x="1701167" y="77151"/>
                  <a:pt x="1701167" y="88418"/>
                </a:cubicBezTo>
                <a:lnTo>
                  <a:pt x="1701167" y="185657"/>
                </a:lnTo>
                <a:lnTo>
                  <a:pt x="1664182" y="185657"/>
                </a:lnTo>
                <a:lnTo>
                  <a:pt x="1664182" y="92339"/>
                </a:lnTo>
                <a:cubicBezTo>
                  <a:pt x="1664182" y="83847"/>
                  <a:pt x="1661815" y="79602"/>
                  <a:pt x="1657081" y="79602"/>
                </a:cubicBezTo>
                <a:cubicBezTo>
                  <a:pt x="1652344" y="79602"/>
                  <a:pt x="1647200" y="84827"/>
                  <a:pt x="1641649" y="95276"/>
                </a:cubicBezTo>
                <a:lnTo>
                  <a:pt x="1641649" y="185657"/>
                </a:lnTo>
                <a:lnTo>
                  <a:pt x="1604664" y="185657"/>
                </a:lnTo>
                <a:lnTo>
                  <a:pt x="1604664" y="3917"/>
                </a:lnTo>
                <a:lnTo>
                  <a:pt x="1641649" y="0"/>
                </a:lnTo>
                <a:lnTo>
                  <a:pt x="1641649" y="69313"/>
                </a:lnTo>
                <a:cubicBezTo>
                  <a:pt x="1645730" y="63109"/>
                  <a:pt x="1650139" y="58578"/>
                  <a:pt x="1654876" y="55720"/>
                </a:cubicBezTo>
                <a:cubicBezTo>
                  <a:pt x="1659612" y="52862"/>
                  <a:pt x="1665082" y="51433"/>
                  <a:pt x="1671286" y="51433"/>
                </a:cubicBezTo>
                <a:close/>
                <a:moveTo>
                  <a:pt x="1811191" y="151120"/>
                </a:moveTo>
                <a:cubicBezTo>
                  <a:pt x="1811191" y="155203"/>
                  <a:pt x="1811681" y="158226"/>
                  <a:pt x="1812660" y="160187"/>
                </a:cubicBezTo>
                <a:cubicBezTo>
                  <a:pt x="1813639" y="162145"/>
                  <a:pt x="1815353" y="163695"/>
                  <a:pt x="1817802" y="164836"/>
                </a:cubicBezTo>
                <a:lnTo>
                  <a:pt x="1810212" y="189087"/>
                </a:lnTo>
                <a:cubicBezTo>
                  <a:pt x="1803191" y="188432"/>
                  <a:pt x="1797434" y="186758"/>
                  <a:pt x="1792942" y="184064"/>
                </a:cubicBezTo>
                <a:cubicBezTo>
                  <a:pt x="1788452" y="181371"/>
                  <a:pt x="1784982" y="177167"/>
                  <a:pt x="1782533" y="171451"/>
                </a:cubicBezTo>
                <a:cubicBezTo>
                  <a:pt x="1775021" y="183697"/>
                  <a:pt x="1764326" y="189820"/>
                  <a:pt x="1750448" y="189820"/>
                </a:cubicBezTo>
                <a:cubicBezTo>
                  <a:pt x="1739669" y="189820"/>
                  <a:pt x="1731096" y="186105"/>
                  <a:pt x="1724728" y="178675"/>
                </a:cubicBezTo>
                <a:cubicBezTo>
                  <a:pt x="1718362" y="171245"/>
                  <a:pt x="1715179" y="161407"/>
                  <a:pt x="1715179" y="149161"/>
                </a:cubicBezTo>
                <a:cubicBezTo>
                  <a:pt x="1715179" y="134957"/>
                  <a:pt x="1719587" y="124140"/>
                  <a:pt x="1728405" y="116710"/>
                </a:cubicBezTo>
                <a:cubicBezTo>
                  <a:pt x="1737223" y="109280"/>
                  <a:pt x="1750122" y="105565"/>
                  <a:pt x="1767102" y="105565"/>
                </a:cubicBezTo>
                <a:lnTo>
                  <a:pt x="1774939" y="105565"/>
                </a:lnTo>
                <a:lnTo>
                  <a:pt x="1774939" y="98707"/>
                </a:lnTo>
                <a:cubicBezTo>
                  <a:pt x="1774939" y="90869"/>
                  <a:pt x="1773755" y="85440"/>
                  <a:pt x="1771388" y="82420"/>
                </a:cubicBezTo>
                <a:cubicBezTo>
                  <a:pt x="1769021" y="79397"/>
                  <a:pt x="1764817" y="77886"/>
                  <a:pt x="1758775" y="77886"/>
                </a:cubicBezTo>
                <a:cubicBezTo>
                  <a:pt x="1751263" y="77886"/>
                  <a:pt x="1741955" y="80091"/>
                  <a:pt x="1730853" y="84501"/>
                </a:cubicBezTo>
                <a:lnTo>
                  <a:pt x="1722526" y="60986"/>
                </a:lnTo>
                <a:cubicBezTo>
                  <a:pt x="1729221" y="57884"/>
                  <a:pt x="1736364" y="55517"/>
                  <a:pt x="1743956" y="53885"/>
                </a:cubicBezTo>
                <a:cubicBezTo>
                  <a:pt x="1751550" y="52251"/>
                  <a:pt x="1758776" y="51433"/>
                  <a:pt x="1765633" y="51433"/>
                </a:cubicBezTo>
                <a:cubicBezTo>
                  <a:pt x="1780981" y="51433"/>
                  <a:pt x="1792411" y="55148"/>
                  <a:pt x="1799923" y="62578"/>
                </a:cubicBezTo>
                <a:cubicBezTo>
                  <a:pt x="1807435" y="70008"/>
                  <a:pt x="1811191" y="81397"/>
                  <a:pt x="1811191" y="96745"/>
                </a:cubicBezTo>
                <a:lnTo>
                  <a:pt x="1811191" y="151120"/>
                </a:lnTo>
                <a:moveTo>
                  <a:pt x="1761712" y="163614"/>
                </a:moveTo>
                <a:cubicBezTo>
                  <a:pt x="1764490" y="163614"/>
                  <a:pt x="1767022" y="162552"/>
                  <a:pt x="1769307" y="160429"/>
                </a:cubicBezTo>
                <a:cubicBezTo>
                  <a:pt x="1771594" y="158307"/>
                  <a:pt x="1773471" y="155286"/>
                  <a:pt x="1774939" y="151366"/>
                </a:cubicBezTo>
                <a:lnTo>
                  <a:pt x="1774939" y="126139"/>
                </a:lnTo>
                <a:lnTo>
                  <a:pt x="1770532" y="126139"/>
                </a:lnTo>
                <a:cubicBezTo>
                  <a:pt x="1763838" y="126139"/>
                  <a:pt x="1758979" y="127731"/>
                  <a:pt x="1755957" y="130916"/>
                </a:cubicBezTo>
                <a:cubicBezTo>
                  <a:pt x="1752937" y="134100"/>
                  <a:pt x="1751427" y="139120"/>
                  <a:pt x="1751427" y="145977"/>
                </a:cubicBezTo>
                <a:cubicBezTo>
                  <a:pt x="1751427" y="151693"/>
                  <a:pt x="1752325" y="156062"/>
                  <a:pt x="1754122" y="159084"/>
                </a:cubicBezTo>
                <a:cubicBezTo>
                  <a:pt x="1755918" y="162104"/>
                  <a:pt x="1758448" y="163614"/>
                  <a:pt x="1761712" y="163614"/>
                </a:cubicBezTo>
                <a:close/>
                <a:moveTo>
                  <a:pt x="1905660" y="179535"/>
                </a:moveTo>
                <a:cubicBezTo>
                  <a:pt x="1901578" y="182963"/>
                  <a:pt x="1896843" y="185534"/>
                  <a:pt x="1891454" y="187249"/>
                </a:cubicBezTo>
                <a:cubicBezTo>
                  <a:pt x="1886065" y="188963"/>
                  <a:pt x="1880594" y="189820"/>
                  <a:pt x="1875043" y="189820"/>
                </a:cubicBezTo>
                <a:cubicBezTo>
                  <a:pt x="1862471" y="189820"/>
                  <a:pt x="1853000" y="186228"/>
                  <a:pt x="1846632" y="179045"/>
                </a:cubicBezTo>
                <a:cubicBezTo>
                  <a:pt x="1840263" y="171860"/>
                  <a:pt x="1837079" y="162225"/>
                  <a:pt x="1837079" y="150141"/>
                </a:cubicBezTo>
                <a:lnTo>
                  <a:pt x="1837079" y="81560"/>
                </a:lnTo>
                <a:lnTo>
                  <a:pt x="1823610" y="81560"/>
                </a:lnTo>
                <a:lnTo>
                  <a:pt x="1823610" y="55597"/>
                </a:lnTo>
                <a:lnTo>
                  <a:pt x="1837079" y="55597"/>
                </a:lnTo>
                <a:lnTo>
                  <a:pt x="1837079" y="27185"/>
                </a:lnTo>
                <a:lnTo>
                  <a:pt x="1874064" y="23022"/>
                </a:lnTo>
                <a:lnTo>
                  <a:pt x="1874064" y="55597"/>
                </a:lnTo>
                <a:lnTo>
                  <a:pt x="1898312" y="55597"/>
                </a:lnTo>
                <a:lnTo>
                  <a:pt x="1894391" y="81560"/>
                </a:lnTo>
                <a:lnTo>
                  <a:pt x="1874064" y="81560"/>
                </a:lnTo>
                <a:lnTo>
                  <a:pt x="1874064" y="149898"/>
                </a:lnTo>
                <a:cubicBezTo>
                  <a:pt x="1874064" y="156919"/>
                  <a:pt x="1877003" y="160429"/>
                  <a:pt x="1882880" y="160429"/>
                </a:cubicBezTo>
                <a:cubicBezTo>
                  <a:pt x="1886147" y="160429"/>
                  <a:pt x="1889658" y="159286"/>
                  <a:pt x="1893412" y="156999"/>
                </a:cubicBezTo>
                <a:lnTo>
                  <a:pt x="1905660" y="179535"/>
                </a:lnTo>
                <a:close/>
                <a:moveTo>
                  <a:pt x="2053598" y="185657"/>
                </a:moveTo>
                <a:lnTo>
                  <a:pt x="2021267" y="185657"/>
                </a:lnTo>
                <a:lnTo>
                  <a:pt x="2019798" y="170715"/>
                </a:lnTo>
                <a:cubicBezTo>
                  <a:pt x="2011959" y="183452"/>
                  <a:pt x="2001591" y="189820"/>
                  <a:pt x="1988692" y="189820"/>
                </a:cubicBezTo>
                <a:cubicBezTo>
                  <a:pt x="1979222" y="189820"/>
                  <a:pt x="1971751" y="186392"/>
                  <a:pt x="1966279" y="179535"/>
                </a:cubicBezTo>
                <a:cubicBezTo>
                  <a:pt x="1960810" y="172676"/>
                  <a:pt x="1958076" y="163612"/>
                  <a:pt x="1958076" y="152346"/>
                </a:cubicBezTo>
                <a:lnTo>
                  <a:pt x="1958076" y="55597"/>
                </a:lnTo>
                <a:lnTo>
                  <a:pt x="1995060" y="55597"/>
                </a:lnTo>
                <a:lnTo>
                  <a:pt x="1995060" y="150877"/>
                </a:lnTo>
                <a:cubicBezTo>
                  <a:pt x="1995060" y="154632"/>
                  <a:pt x="1995713" y="157489"/>
                  <a:pt x="1997019" y="159450"/>
                </a:cubicBezTo>
                <a:cubicBezTo>
                  <a:pt x="1998324" y="161409"/>
                  <a:pt x="2000203" y="162388"/>
                  <a:pt x="2002655" y="162388"/>
                </a:cubicBezTo>
                <a:cubicBezTo>
                  <a:pt x="2007879" y="162388"/>
                  <a:pt x="2012533" y="157816"/>
                  <a:pt x="2016614" y="148672"/>
                </a:cubicBezTo>
                <a:lnTo>
                  <a:pt x="2016614" y="55597"/>
                </a:lnTo>
                <a:lnTo>
                  <a:pt x="2053598" y="55597"/>
                </a:lnTo>
                <a:lnTo>
                  <a:pt x="2053598" y="185657"/>
                </a:lnTo>
                <a:close/>
                <a:moveTo>
                  <a:pt x="2115811" y="51433"/>
                </a:moveTo>
                <a:cubicBezTo>
                  <a:pt x="2123812" y="51433"/>
                  <a:pt x="2131322" y="52821"/>
                  <a:pt x="2138344" y="55597"/>
                </a:cubicBezTo>
                <a:cubicBezTo>
                  <a:pt x="2145365" y="58372"/>
                  <a:pt x="2151488" y="62292"/>
                  <a:pt x="2156713" y="67355"/>
                </a:cubicBezTo>
                <a:lnTo>
                  <a:pt x="2143243" y="87196"/>
                </a:lnTo>
                <a:cubicBezTo>
                  <a:pt x="2134264" y="80990"/>
                  <a:pt x="2126181" y="77886"/>
                  <a:pt x="2118995" y="77886"/>
                </a:cubicBezTo>
                <a:cubicBezTo>
                  <a:pt x="2115076" y="77886"/>
                  <a:pt x="2112014" y="78867"/>
                  <a:pt x="2109809" y="80828"/>
                </a:cubicBezTo>
                <a:cubicBezTo>
                  <a:pt x="2107606" y="82786"/>
                  <a:pt x="2106505" y="85479"/>
                  <a:pt x="2106505" y="88908"/>
                </a:cubicBezTo>
                <a:cubicBezTo>
                  <a:pt x="2106505" y="92665"/>
                  <a:pt x="2107893" y="95727"/>
                  <a:pt x="2110669" y="98094"/>
                </a:cubicBezTo>
                <a:cubicBezTo>
                  <a:pt x="2113444" y="100461"/>
                  <a:pt x="2119404" y="103522"/>
                  <a:pt x="2128548" y="107277"/>
                </a:cubicBezTo>
                <a:cubicBezTo>
                  <a:pt x="2139488" y="111849"/>
                  <a:pt x="2147571" y="117156"/>
                  <a:pt x="2152796" y="123198"/>
                </a:cubicBezTo>
                <a:cubicBezTo>
                  <a:pt x="2158021" y="129240"/>
                  <a:pt x="2160633" y="137323"/>
                  <a:pt x="2160633" y="147446"/>
                </a:cubicBezTo>
                <a:cubicBezTo>
                  <a:pt x="2160633" y="160509"/>
                  <a:pt x="2156020" y="170838"/>
                  <a:pt x="2146794" y="178432"/>
                </a:cubicBezTo>
                <a:cubicBezTo>
                  <a:pt x="2137567" y="186024"/>
                  <a:pt x="2125607" y="189820"/>
                  <a:pt x="2110911" y="189820"/>
                </a:cubicBezTo>
                <a:cubicBezTo>
                  <a:pt x="2101767" y="189820"/>
                  <a:pt x="2093195" y="188147"/>
                  <a:pt x="2085195" y="184801"/>
                </a:cubicBezTo>
                <a:cubicBezTo>
                  <a:pt x="2077194" y="181452"/>
                  <a:pt x="2070336" y="176757"/>
                  <a:pt x="2064621" y="170715"/>
                </a:cubicBezTo>
                <a:lnTo>
                  <a:pt x="2082011" y="151609"/>
                </a:lnTo>
                <a:cubicBezTo>
                  <a:pt x="2091807" y="159612"/>
                  <a:pt x="2100788" y="163614"/>
                  <a:pt x="2108953" y="163614"/>
                </a:cubicBezTo>
                <a:cubicBezTo>
                  <a:pt x="2113361" y="163614"/>
                  <a:pt x="2116830" y="162471"/>
                  <a:pt x="2119362" y="160187"/>
                </a:cubicBezTo>
                <a:cubicBezTo>
                  <a:pt x="2121893" y="157899"/>
                  <a:pt x="2123159" y="154714"/>
                  <a:pt x="2123159" y="150630"/>
                </a:cubicBezTo>
                <a:cubicBezTo>
                  <a:pt x="2123159" y="146058"/>
                  <a:pt x="2121730" y="142425"/>
                  <a:pt x="2118872" y="139732"/>
                </a:cubicBezTo>
                <a:cubicBezTo>
                  <a:pt x="2116014" y="137039"/>
                  <a:pt x="2110176" y="133896"/>
                  <a:pt x="2101359" y="130303"/>
                </a:cubicBezTo>
                <a:cubicBezTo>
                  <a:pt x="2090256" y="125731"/>
                  <a:pt x="2082256" y="120465"/>
                  <a:pt x="2077358" y="114505"/>
                </a:cubicBezTo>
                <a:cubicBezTo>
                  <a:pt x="2072459" y="108545"/>
                  <a:pt x="2070010" y="100911"/>
                  <a:pt x="2070010" y="91602"/>
                </a:cubicBezTo>
                <a:cubicBezTo>
                  <a:pt x="2070010" y="79847"/>
                  <a:pt x="2074091" y="70214"/>
                  <a:pt x="2082253" y="62702"/>
                </a:cubicBezTo>
                <a:cubicBezTo>
                  <a:pt x="2090418" y="55189"/>
                  <a:pt x="2101604" y="51433"/>
                  <a:pt x="2115811" y="51433"/>
                </a:cubicBezTo>
                <a:close/>
                <a:moveTo>
                  <a:pt x="2274038" y="118055"/>
                </a:moveTo>
                <a:cubicBezTo>
                  <a:pt x="2274038" y="123280"/>
                  <a:pt x="2273792" y="127771"/>
                  <a:pt x="2273301" y="131529"/>
                </a:cubicBezTo>
                <a:lnTo>
                  <a:pt x="2207169" y="131529"/>
                </a:lnTo>
                <a:cubicBezTo>
                  <a:pt x="2207986" y="143284"/>
                  <a:pt x="2210150" y="151407"/>
                  <a:pt x="2213661" y="155900"/>
                </a:cubicBezTo>
                <a:cubicBezTo>
                  <a:pt x="2217171" y="160390"/>
                  <a:pt x="2222274" y="162634"/>
                  <a:pt x="2228969" y="162634"/>
                </a:cubicBezTo>
                <a:cubicBezTo>
                  <a:pt x="2233379" y="162634"/>
                  <a:pt x="2237625" y="161777"/>
                  <a:pt x="2241706" y="160063"/>
                </a:cubicBezTo>
                <a:cubicBezTo>
                  <a:pt x="2245787" y="158347"/>
                  <a:pt x="2250196" y="155693"/>
                  <a:pt x="2254932" y="152103"/>
                </a:cubicBezTo>
                <a:lnTo>
                  <a:pt x="2270117" y="172187"/>
                </a:lnTo>
                <a:cubicBezTo>
                  <a:pt x="2258033" y="183942"/>
                  <a:pt x="2243419" y="189820"/>
                  <a:pt x="2226274" y="189820"/>
                </a:cubicBezTo>
                <a:cubicBezTo>
                  <a:pt x="2207986" y="189820"/>
                  <a:pt x="2194107" y="183819"/>
                  <a:pt x="2184636" y="171817"/>
                </a:cubicBezTo>
                <a:cubicBezTo>
                  <a:pt x="2175166" y="159815"/>
                  <a:pt x="2170431" y="143038"/>
                  <a:pt x="2170431" y="121486"/>
                </a:cubicBezTo>
                <a:cubicBezTo>
                  <a:pt x="2170431" y="99932"/>
                  <a:pt x="2174962" y="82868"/>
                  <a:pt x="2184023" y="70296"/>
                </a:cubicBezTo>
                <a:cubicBezTo>
                  <a:pt x="2193085" y="57721"/>
                  <a:pt x="2206026" y="51433"/>
                  <a:pt x="2222847" y="51433"/>
                </a:cubicBezTo>
                <a:cubicBezTo>
                  <a:pt x="2238848" y="51433"/>
                  <a:pt x="2251379" y="57108"/>
                  <a:pt x="2260441" y="68457"/>
                </a:cubicBezTo>
                <a:cubicBezTo>
                  <a:pt x="2269505" y="79806"/>
                  <a:pt x="2274038" y="96339"/>
                  <a:pt x="2274038" y="118055"/>
                </a:cubicBezTo>
                <a:moveTo>
                  <a:pt x="2238032" y="107524"/>
                </a:moveTo>
                <a:cubicBezTo>
                  <a:pt x="2238032" y="96421"/>
                  <a:pt x="2236929" y="88380"/>
                  <a:pt x="2234724" y="83399"/>
                </a:cubicBezTo>
                <a:cubicBezTo>
                  <a:pt x="2232519" y="78418"/>
                  <a:pt x="2228641" y="75928"/>
                  <a:pt x="2223090" y="75928"/>
                </a:cubicBezTo>
                <a:cubicBezTo>
                  <a:pt x="2218192" y="75928"/>
                  <a:pt x="2214477" y="78336"/>
                  <a:pt x="2211945" y="83152"/>
                </a:cubicBezTo>
                <a:cubicBezTo>
                  <a:pt x="2209414" y="87968"/>
                  <a:pt x="2207822" y="96664"/>
                  <a:pt x="2207169" y="109239"/>
                </a:cubicBezTo>
                <a:lnTo>
                  <a:pt x="2238032" y="109239"/>
                </a:lnTo>
                <a:lnTo>
                  <a:pt x="2238032" y="107524"/>
                </a:lnTo>
                <a:close/>
                <a:moveTo>
                  <a:pt x="2330371" y="51433"/>
                </a:moveTo>
                <a:cubicBezTo>
                  <a:pt x="2338372" y="51433"/>
                  <a:pt x="2345882" y="52821"/>
                  <a:pt x="2352904" y="55597"/>
                </a:cubicBezTo>
                <a:cubicBezTo>
                  <a:pt x="2359925" y="58372"/>
                  <a:pt x="2366048" y="62292"/>
                  <a:pt x="2371273" y="67355"/>
                </a:cubicBezTo>
                <a:lnTo>
                  <a:pt x="2357803" y="87196"/>
                </a:lnTo>
                <a:cubicBezTo>
                  <a:pt x="2348824" y="80990"/>
                  <a:pt x="2340741" y="77886"/>
                  <a:pt x="2333555" y="77886"/>
                </a:cubicBezTo>
                <a:cubicBezTo>
                  <a:pt x="2329636" y="77886"/>
                  <a:pt x="2326574" y="78867"/>
                  <a:pt x="2324369" y="80828"/>
                </a:cubicBezTo>
                <a:cubicBezTo>
                  <a:pt x="2322166" y="82786"/>
                  <a:pt x="2321065" y="85479"/>
                  <a:pt x="2321065" y="88908"/>
                </a:cubicBezTo>
                <a:cubicBezTo>
                  <a:pt x="2321065" y="92665"/>
                  <a:pt x="2322453" y="95727"/>
                  <a:pt x="2325228" y="98094"/>
                </a:cubicBezTo>
                <a:cubicBezTo>
                  <a:pt x="2328004" y="100461"/>
                  <a:pt x="2333964" y="103522"/>
                  <a:pt x="2343108" y="107277"/>
                </a:cubicBezTo>
                <a:cubicBezTo>
                  <a:pt x="2354048" y="111849"/>
                  <a:pt x="2362131" y="117156"/>
                  <a:pt x="2367356" y="123198"/>
                </a:cubicBezTo>
                <a:cubicBezTo>
                  <a:pt x="2372581" y="129240"/>
                  <a:pt x="2375193" y="137323"/>
                  <a:pt x="2375193" y="147446"/>
                </a:cubicBezTo>
                <a:cubicBezTo>
                  <a:pt x="2375193" y="160509"/>
                  <a:pt x="2370580" y="170838"/>
                  <a:pt x="2361354" y="178432"/>
                </a:cubicBezTo>
                <a:cubicBezTo>
                  <a:pt x="2352127" y="186024"/>
                  <a:pt x="2340167" y="189820"/>
                  <a:pt x="2325471" y="189820"/>
                </a:cubicBezTo>
                <a:cubicBezTo>
                  <a:pt x="2316327" y="189820"/>
                  <a:pt x="2307755" y="188147"/>
                  <a:pt x="2299755" y="184801"/>
                </a:cubicBezTo>
                <a:cubicBezTo>
                  <a:pt x="2291754" y="181452"/>
                  <a:pt x="2284896" y="176757"/>
                  <a:pt x="2279181" y="170715"/>
                </a:cubicBezTo>
                <a:lnTo>
                  <a:pt x="2296570" y="151609"/>
                </a:lnTo>
                <a:cubicBezTo>
                  <a:pt x="2306367" y="159612"/>
                  <a:pt x="2315348" y="163614"/>
                  <a:pt x="2323513" y="163614"/>
                </a:cubicBezTo>
                <a:cubicBezTo>
                  <a:pt x="2327921" y="163614"/>
                  <a:pt x="2331390" y="162471"/>
                  <a:pt x="2333922" y="160187"/>
                </a:cubicBezTo>
                <a:cubicBezTo>
                  <a:pt x="2336453" y="157899"/>
                  <a:pt x="2337719" y="154714"/>
                  <a:pt x="2337719" y="150630"/>
                </a:cubicBezTo>
                <a:cubicBezTo>
                  <a:pt x="2337719" y="146058"/>
                  <a:pt x="2336290" y="142425"/>
                  <a:pt x="2333432" y="139732"/>
                </a:cubicBezTo>
                <a:cubicBezTo>
                  <a:pt x="2330574" y="137039"/>
                  <a:pt x="2324736" y="133896"/>
                  <a:pt x="2315919" y="130303"/>
                </a:cubicBezTo>
                <a:cubicBezTo>
                  <a:pt x="2304816" y="125731"/>
                  <a:pt x="2296816" y="120465"/>
                  <a:pt x="2291917" y="114505"/>
                </a:cubicBezTo>
                <a:cubicBezTo>
                  <a:pt x="2287019" y="108545"/>
                  <a:pt x="2284570" y="100911"/>
                  <a:pt x="2284570" y="91602"/>
                </a:cubicBezTo>
                <a:cubicBezTo>
                  <a:pt x="2284570" y="79847"/>
                  <a:pt x="2288651" y="70214"/>
                  <a:pt x="2296813" y="62702"/>
                </a:cubicBezTo>
                <a:cubicBezTo>
                  <a:pt x="2304978" y="55189"/>
                  <a:pt x="2316164" y="51433"/>
                  <a:pt x="2330371" y="51433"/>
                </a:cubicBezTo>
                <a:close/>
                <a:moveTo>
                  <a:pt x="2479044" y="15921"/>
                </a:moveTo>
                <a:cubicBezTo>
                  <a:pt x="2500107" y="15921"/>
                  <a:pt x="2516190" y="20575"/>
                  <a:pt x="2527293" y="29884"/>
                </a:cubicBezTo>
                <a:cubicBezTo>
                  <a:pt x="2538398" y="39190"/>
                  <a:pt x="2543950" y="52905"/>
                  <a:pt x="2543950" y="71028"/>
                </a:cubicBezTo>
                <a:cubicBezTo>
                  <a:pt x="2543950" y="89969"/>
                  <a:pt x="2538643" y="104298"/>
                  <a:pt x="2528029" y="114015"/>
                </a:cubicBezTo>
                <a:cubicBezTo>
                  <a:pt x="2517415" y="123730"/>
                  <a:pt x="2502393" y="128587"/>
                  <a:pt x="2482964" y="128587"/>
                </a:cubicBezTo>
                <a:lnTo>
                  <a:pt x="2473901" y="128587"/>
                </a:lnTo>
                <a:lnTo>
                  <a:pt x="2473901" y="185657"/>
                </a:lnTo>
                <a:lnTo>
                  <a:pt x="2435448" y="185657"/>
                </a:lnTo>
                <a:lnTo>
                  <a:pt x="2435448" y="15921"/>
                </a:lnTo>
                <a:lnTo>
                  <a:pt x="2479044" y="15921"/>
                </a:lnTo>
                <a:moveTo>
                  <a:pt x="2479780" y="100666"/>
                </a:moveTo>
                <a:cubicBezTo>
                  <a:pt x="2488598" y="100666"/>
                  <a:pt x="2494925" y="98421"/>
                  <a:pt x="2498762" y="93931"/>
                </a:cubicBezTo>
                <a:cubicBezTo>
                  <a:pt x="2502599" y="89441"/>
                  <a:pt x="2504517" y="81807"/>
                  <a:pt x="2504517" y="71028"/>
                </a:cubicBezTo>
                <a:cubicBezTo>
                  <a:pt x="2504517" y="61558"/>
                  <a:pt x="2502680" y="54578"/>
                  <a:pt x="2499005" y="50088"/>
                </a:cubicBezTo>
                <a:cubicBezTo>
                  <a:pt x="2495332" y="45598"/>
                  <a:pt x="2489087" y="43353"/>
                  <a:pt x="2480270" y="43353"/>
                </a:cubicBezTo>
                <a:lnTo>
                  <a:pt x="2473901" y="43353"/>
                </a:lnTo>
                <a:lnTo>
                  <a:pt x="2473901" y="100666"/>
                </a:lnTo>
                <a:lnTo>
                  <a:pt x="2479780" y="100666"/>
                </a:lnTo>
                <a:close/>
                <a:moveTo>
                  <a:pt x="2646307" y="151120"/>
                </a:moveTo>
                <a:cubicBezTo>
                  <a:pt x="2646307" y="155203"/>
                  <a:pt x="2646797" y="158226"/>
                  <a:pt x="2647776" y="160187"/>
                </a:cubicBezTo>
                <a:cubicBezTo>
                  <a:pt x="2648755" y="162145"/>
                  <a:pt x="2650469" y="163695"/>
                  <a:pt x="2652919" y="164836"/>
                </a:cubicBezTo>
                <a:lnTo>
                  <a:pt x="2645328" y="189087"/>
                </a:lnTo>
                <a:cubicBezTo>
                  <a:pt x="2638307" y="188432"/>
                  <a:pt x="2632550" y="186758"/>
                  <a:pt x="2628058" y="184064"/>
                </a:cubicBezTo>
                <a:cubicBezTo>
                  <a:pt x="2623568" y="181371"/>
                  <a:pt x="2620098" y="177167"/>
                  <a:pt x="2617649" y="171451"/>
                </a:cubicBezTo>
                <a:cubicBezTo>
                  <a:pt x="2610137" y="183697"/>
                  <a:pt x="2599442" y="189820"/>
                  <a:pt x="2585564" y="189820"/>
                </a:cubicBezTo>
                <a:cubicBezTo>
                  <a:pt x="2574786" y="189820"/>
                  <a:pt x="2566212" y="186105"/>
                  <a:pt x="2559844" y="178675"/>
                </a:cubicBezTo>
                <a:cubicBezTo>
                  <a:pt x="2553478" y="171245"/>
                  <a:pt x="2550295" y="161407"/>
                  <a:pt x="2550295" y="149161"/>
                </a:cubicBezTo>
                <a:cubicBezTo>
                  <a:pt x="2550295" y="134957"/>
                  <a:pt x="2554704" y="124140"/>
                  <a:pt x="2563521" y="116710"/>
                </a:cubicBezTo>
                <a:cubicBezTo>
                  <a:pt x="2572339" y="109280"/>
                  <a:pt x="2585238" y="105565"/>
                  <a:pt x="2602218" y="105565"/>
                </a:cubicBezTo>
                <a:lnTo>
                  <a:pt x="2610055" y="105565"/>
                </a:lnTo>
                <a:lnTo>
                  <a:pt x="2610055" y="98707"/>
                </a:lnTo>
                <a:cubicBezTo>
                  <a:pt x="2610055" y="90869"/>
                  <a:pt x="2608871" y="85440"/>
                  <a:pt x="2606504" y="82420"/>
                </a:cubicBezTo>
                <a:cubicBezTo>
                  <a:pt x="2604137" y="79397"/>
                  <a:pt x="2599933" y="77886"/>
                  <a:pt x="2593891" y="77886"/>
                </a:cubicBezTo>
                <a:cubicBezTo>
                  <a:pt x="2586379" y="77886"/>
                  <a:pt x="2577072" y="80091"/>
                  <a:pt x="2565969" y="84501"/>
                </a:cubicBezTo>
                <a:lnTo>
                  <a:pt x="2557642" y="60986"/>
                </a:lnTo>
                <a:cubicBezTo>
                  <a:pt x="2564337" y="57884"/>
                  <a:pt x="2571480" y="55517"/>
                  <a:pt x="2579072" y="53885"/>
                </a:cubicBezTo>
                <a:cubicBezTo>
                  <a:pt x="2586667" y="52251"/>
                  <a:pt x="2593892" y="51433"/>
                  <a:pt x="2600749" y="51433"/>
                </a:cubicBezTo>
                <a:cubicBezTo>
                  <a:pt x="2616097" y="51433"/>
                  <a:pt x="2627527" y="55148"/>
                  <a:pt x="2635039" y="62578"/>
                </a:cubicBezTo>
                <a:cubicBezTo>
                  <a:pt x="2642551" y="70008"/>
                  <a:pt x="2646307" y="81397"/>
                  <a:pt x="2646307" y="96745"/>
                </a:cubicBezTo>
                <a:lnTo>
                  <a:pt x="2646307" y="151120"/>
                </a:lnTo>
                <a:moveTo>
                  <a:pt x="2596828" y="163614"/>
                </a:moveTo>
                <a:cubicBezTo>
                  <a:pt x="2599607" y="163614"/>
                  <a:pt x="2602138" y="162552"/>
                  <a:pt x="2604423" y="160429"/>
                </a:cubicBezTo>
                <a:cubicBezTo>
                  <a:pt x="2606710" y="158307"/>
                  <a:pt x="2608587" y="155286"/>
                  <a:pt x="2610055" y="151366"/>
                </a:cubicBezTo>
                <a:lnTo>
                  <a:pt x="2610055" y="126139"/>
                </a:lnTo>
                <a:lnTo>
                  <a:pt x="2605649" y="126139"/>
                </a:lnTo>
                <a:cubicBezTo>
                  <a:pt x="2598954" y="126139"/>
                  <a:pt x="2594095" y="127731"/>
                  <a:pt x="2591073" y="130916"/>
                </a:cubicBezTo>
                <a:cubicBezTo>
                  <a:pt x="2588053" y="134100"/>
                  <a:pt x="2586543" y="139120"/>
                  <a:pt x="2586543" y="145977"/>
                </a:cubicBezTo>
                <a:cubicBezTo>
                  <a:pt x="2586543" y="151693"/>
                  <a:pt x="2587441" y="156062"/>
                  <a:pt x="2589238" y="159084"/>
                </a:cubicBezTo>
                <a:cubicBezTo>
                  <a:pt x="2591034" y="162104"/>
                  <a:pt x="2593564" y="163614"/>
                  <a:pt x="2596828" y="163614"/>
                </a:cubicBezTo>
                <a:close/>
                <a:moveTo>
                  <a:pt x="2720202" y="51433"/>
                </a:moveTo>
                <a:cubicBezTo>
                  <a:pt x="2727714" y="51433"/>
                  <a:pt x="2734490" y="52740"/>
                  <a:pt x="2740530" y="55354"/>
                </a:cubicBezTo>
                <a:cubicBezTo>
                  <a:pt x="2746572" y="57965"/>
                  <a:pt x="2752206" y="61965"/>
                  <a:pt x="2757434" y="67355"/>
                </a:cubicBezTo>
                <a:lnTo>
                  <a:pt x="2742245" y="87686"/>
                </a:lnTo>
                <a:cubicBezTo>
                  <a:pt x="2735550" y="82296"/>
                  <a:pt x="2729183" y="79602"/>
                  <a:pt x="2723143" y="79602"/>
                </a:cubicBezTo>
                <a:cubicBezTo>
                  <a:pt x="2716449" y="79602"/>
                  <a:pt x="2711468" y="82664"/>
                  <a:pt x="2708202" y="88788"/>
                </a:cubicBezTo>
                <a:cubicBezTo>
                  <a:pt x="2704935" y="94910"/>
                  <a:pt x="2703302" y="105809"/>
                  <a:pt x="2703302" y="121486"/>
                </a:cubicBezTo>
                <a:cubicBezTo>
                  <a:pt x="2703302" y="136343"/>
                  <a:pt x="2705016" y="146630"/>
                  <a:pt x="2708444" y="152346"/>
                </a:cubicBezTo>
                <a:cubicBezTo>
                  <a:pt x="2711875" y="158061"/>
                  <a:pt x="2716693" y="160919"/>
                  <a:pt x="2722897" y="160919"/>
                </a:cubicBezTo>
                <a:cubicBezTo>
                  <a:pt x="2726163" y="160919"/>
                  <a:pt x="2729184" y="160347"/>
                  <a:pt x="2731960" y="159204"/>
                </a:cubicBezTo>
                <a:cubicBezTo>
                  <a:pt x="2734735" y="158060"/>
                  <a:pt x="2737920" y="156100"/>
                  <a:pt x="2741513" y="153325"/>
                </a:cubicBezTo>
                <a:lnTo>
                  <a:pt x="2757434" y="174635"/>
                </a:lnTo>
                <a:cubicBezTo>
                  <a:pt x="2746820" y="184758"/>
                  <a:pt x="2734572" y="189820"/>
                  <a:pt x="2720692" y="189820"/>
                </a:cubicBezTo>
                <a:cubicBezTo>
                  <a:pt x="2703056" y="189820"/>
                  <a:pt x="2689340" y="184064"/>
                  <a:pt x="2679544" y="172553"/>
                </a:cubicBezTo>
                <a:cubicBezTo>
                  <a:pt x="2669747" y="161042"/>
                  <a:pt x="2664848" y="144101"/>
                  <a:pt x="2664848" y="121729"/>
                </a:cubicBezTo>
                <a:cubicBezTo>
                  <a:pt x="2664848" y="107196"/>
                  <a:pt x="2667093" y="94663"/>
                  <a:pt x="2671583" y="84131"/>
                </a:cubicBezTo>
                <a:cubicBezTo>
                  <a:pt x="2676073" y="73600"/>
                  <a:pt x="2682481" y="65517"/>
                  <a:pt x="2690808" y="59884"/>
                </a:cubicBezTo>
                <a:cubicBezTo>
                  <a:pt x="2699137" y="54250"/>
                  <a:pt x="2708935" y="51433"/>
                  <a:pt x="2720202" y="51433"/>
                </a:cubicBezTo>
                <a:close/>
                <a:moveTo>
                  <a:pt x="2805365" y="0"/>
                </a:moveTo>
                <a:lnTo>
                  <a:pt x="2805365" y="185657"/>
                </a:lnTo>
                <a:lnTo>
                  <a:pt x="2768380" y="185657"/>
                </a:lnTo>
                <a:lnTo>
                  <a:pt x="2768380" y="3917"/>
                </a:lnTo>
                <a:lnTo>
                  <a:pt x="2805365" y="0"/>
                </a:lnTo>
                <a:moveTo>
                  <a:pt x="2873213" y="55597"/>
                </a:moveTo>
                <a:lnTo>
                  <a:pt x="2842350" y="112913"/>
                </a:lnTo>
                <a:lnTo>
                  <a:pt x="2875171" y="185657"/>
                </a:lnTo>
                <a:lnTo>
                  <a:pt x="2836228" y="185657"/>
                </a:lnTo>
                <a:lnTo>
                  <a:pt x="2806101" y="114628"/>
                </a:lnTo>
                <a:lnTo>
                  <a:pt x="2837940" y="55597"/>
                </a:lnTo>
                <a:lnTo>
                  <a:pt x="2873213" y="55597"/>
                </a:lnTo>
                <a:close/>
                <a:moveTo>
                  <a:pt x="2973388" y="151120"/>
                </a:moveTo>
                <a:cubicBezTo>
                  <a:pt x="2973388" y="155203"/>
                  <a:pt x="2973878" y="158226"/>
                  <a:pt x="2974857" y="160187"/>
                </a:cubicBezTo>
                <a:cubicBezTo>
                  <a:pt x="2975836" y="162145"/>
                  <a:pt x="2977551" y="163695"/>
                  <a:pt x="2980000" y="164836"/>
                </a:cubicBezTo>
                <a:lnTo>
                  <a:pt x="2972409" y="189087"/>
                </a:lnTo>
                <a:cubicBezTo>
                  <a:pt x="2965388" y="188432"/>
                  <a:pt x="2959631" y="186758"/>
                  <a:pt x="2955139" y="184064"/>
                </a:cubicBezTo>
                <a:cubicBezTo>
                  <a:pt x="2950649" y="181371"/>
                  <a:pt x="2947180" y="177167"/>
                  <a:pt x="2944730" y="171451"/>
                </a:cubicBezTo>
                <a:cubicBezTo>
                  <a:pt x="2937218" y="183697"/>
                  <a:pt x="2926523" y="189820"/>
                  <a:pt x="2912645" y="189820"/>
                </a:cubicBezTo>
                <a:cubicBezTo>
                  <a:pt x="2901867" y="189820"/>
                  <a:pt x="2893293" y="186105"/>
                  <a:pt x="2886925" y="178675"/>
                </a:cubicBezTo>
                <a:cubicBezTo>
                  <a:pt x="2880559" y="171245"/>
                  <a:pt x="2877376" y="161407"/>
                  <a:pt x="2877376" y="149161"/>
                </a:cubicBezTo>
                <a:cubicBezTo>
                  <a:pt x="2877376" y="134957"/>
                  <a:pt x="2881785" y="124140"/>
                  <a:pt x="2890602" y="116710"/>
                </a:cubicBezTo>
                <a:cubicBezTo>
                  <a:pt x="2899420" y="109280"/>
                  <a:pt x="2912319" y="105565"/>
                  <a:pt x="2929299" y="105565"/>
                </a:cubicBezTo>
                <a:lnTo>
                  <a:pt x="2937136" y="105565"/>
                </a:lnTo>
                <a:lnTo>
                  <a:pt x="2937136" y="98707"/>
                </a:lnTo>
                <a:cubicBezTo>
                  <a:pt x="2937136" y="90869"/>
                  <a:pt x="2935953" y="85440"/>
                  <a:pt x="2933586" y="82420"/>
                </a:cubicBezTo>
                <a:cubicBezTo>
                  <a:pt x="2931219" y="79397"/>
                  <a:pt x="2927014" y="77886"/>
                  <a:pt x="2920972" y="77886"/>
                </a:cubicBezTo>
                <a:cubicBezTo>
                  <a:pt x="2913460" y="77886"/>
                  <a:pt x="2904153" y="80091"/>
                  <a:pt x="2893050" y="84501"/>
                </a:cubicBezTo>
                <a:lnTo>
                  <a:pt x="2884723" y="60986"/>
                </a:lnTo>
                <a:cubicBezTo>
                  <a:pt x="2891418" y="57884"/>
                  <a:pt x="2898562" y="55517"/>
                  <a:pt x="2906153" y="53885"/>
                </a:cubicBezTo>
                <a:cubicBezTo>
                  <a:pt x="2913748" y="52251"/>
                  <a:pt x="2920973" y="51433"/>
                  <a:pt x="2927830" y="51433"/>
                </a:cubicBezTo>
                <a:cubicBezTo>
                  <a:pt x="2943178" y="51433"/>
                  <a:pt x="2954608" y="55148"/>
                  <a:pt x="2962120" y="62578"/>
                </a:cubicBezTo>
                <a:cubicBezTo>
                  <a:pt x="2969632" y="70008"/>
                  <a:pt x="2973388" y="81397"/>
                  <a:pt x="2973388" y="96745"/>
                </a:cubicBezTo>
                <a:lnTo>
                  <a:pt x="2973388" y="151120"/>
                </a:lnTo>
                <a:moveTo>
                  <a:pt x="2923910" y="163614"/>
                </a:moveTo>
                <a:cubicBezTo>
                  <a:pt x="2926688" y="163614"/>
                  <a:pt x="2929219" y="162552"/>
                  <a:pt x="2931504" y="160429"/>
                </a:cubicBezTo>
                <a:cubicBezTo>
                  <a:pt x="2933791" y="158307"/>
                  <a:pt x="2935669" y="155286"/>
                  <a:pt x="2937136" y="151366"/>
                </a:cubicBezTo>
                <a:lnTo>
                  <a:pt x="2937136" y="126139"/>
                </a:lnTo>
                <a:lnTo>
                  <a:pt x="2932730" y="126139"/>
                </a:lnTo>
                <a:cubicBezTo>
                  <a:pt x="2926035" y="126139"/>
                  <a:pt x="2921176" y="127731"/>
                  <a:pt x="2918154" y="130916"/>
                </a:cubicBezTo>
                <a:cubicBezTo>
                  <a:pt x="2915134" y="134100"/>
                  <a:pt x="2913624" y="139120"/>
                  <a:pt x="2913624" y="145977"/>
                </a:cubicBezTo>
                <a:cubicBezTo>
                  <a:pt x="2913624" y="151693"/>
                  <a:pt x="2914523" y="156062"/>
                  <a:pt x="2916319" y="159084"/>
                </a:cubicBezTo>
                <a:cubicBezTo>
                  <a:pt x="2918115" y="162104"/>
                  <a:pt x="2920646" y="163614"/>
                  <a:pt x="2923910" y="163614"/>
                </a:cubicBezTo>
                <a:close/>
                <a:moveTo>
                  <a:pt x="3098231" y="62944"/>
                </a:moveTo>
                <a:cubicBezTo>
                  <a:pt x="3092189" y="66211"/>
                  <a:pt x="3082064" y="67844"/>
                  <a:pt x="3067857" y="67844"/>
                </a:cubicBezTo>
                <a:cubicBezTo>
                  <a:pt x="3075043" y="71111"/>
                  <a:pt x="3080350" y="75480"/>
                  <a:pt x="3083779" y="80951"/>
                </a:cubicBezTo>
                <a:cubicBezTo>
                  <a:pt x="3087207" y="86420"/>
                  <a:pt x="3088921" y="93318"/>
                  <a:pt x="3088921" y="101645"/>
                </a:cubicBezTo>
                <a:cubicBezTo>
                  <a:pt x="3088921" y="114544"/>
                  <a:pt x="3084717" y="124994"/>
                  <a:pt x="3076308" y="132997"/>
                </a:cubicBezTo>
                <a:cubicBezTo>
                  <a:pt x="3067899" y="140998"/>
                  <a:pt x="3056427" y="144998"/>
                  <a:pt x="3041894" y="144998"/>
                </a:cubicBezTo>
                <a:cubicBezTo>
                  <a:pt x="3037322" y="144998"/>
                  <a:pt x="3033404" y="144508"/>
                  <a:pt x="3030140" y="143529"/>
                </a:cubicBezTo>
                <a:cubicBezTo>
                  <a:pt x="3027526" y="145326"/>
                  <a:pt x="3026220" y="148101"/>
                  <a:pt x="3026220" y="151856"/>
                </a:cubicBezTo>
                <a:cubicBezTo>
                  <a:pt x="3026220" y="154632"/>
                  <a:pt x="3027077" y="156754"/>
                  <a:pt x="3028791" y="158224"/>
                </a:cubicBezTo>
                <a:cubicBezTo>
                  <a:pt x="3030505" y="159694"/>
                  <a:pt x="3033648" y="160429"/>
                  <a:pt x="3038220" y="160429"/>
                </a:cubicBezTo>
                <a:lnTo>
                  <a:pt x="3051447" y="160429"/>
                </a:lnTo>
                <a:cubicBezTo>
                  <a:pt x="3065489" y="160429"/>
                  <a:pt x="3076470" y="163859"/>
                  <a:pt x="3084388" y="170718"/>
                </a:cubicBezTo>
                <a:cubicBezTo>
                  <a:pt x="3092308" y="177575"/>
                  <a:pt x="3096269" y="186392"/>
                  <a:pt x="3096269" y="197168"/>
                </a:cubicBezTo>
                <a:cubicBezTo>
                  <a:pt x="3096269" y="210069"/>
                  <a:pt x="3091247" y="220396"/>
                  <a:pt x="3081204" y="228150"/>
                </a:cubicBezTo>
                <a:cubicBezTo>
                  <a:pt x="3071162" y="235906"/>
                  <a:pt x="3056835" y="239785"/>
                  <a:pt x="3038220" y="239785"/>
                </a:cubicBezTo>
                <a:cubicBezTo>
                  <a:pt x="3018136" y="239785"/>
                  <a:pt x="3004256" y="236274"/>
                  <a:pt x="2996582" y="229253"/>
                </a:cubicBezTo>
                <a:cubicBezTo>
                  <a:pt x="2988908" y="222232"/>
                  <a:pt x="2985071" y="211863"/>
                  <a:pt x="2985071" y="198147"/>
                </a:cubicBezTo>
                <a:lnTo>
                  <a:pt x="3017893" y="198147"/>
                </a:lnTo>
                <a:cubicBezTo>
                  <a:pt x="3017893" y="204353"/>
                  <a:pt x="3019322" y="208803"/>
                  <a:pt x="3022180" y="211497"/>
                </a:cubicBezTo>
                <a:cubicBezTo>
                  <a:pt x="3025037" y="214190"/>
                  <a:pt x="3030466" y="215537"/>
                  <a:pt x="3038467" y="215537"/>
                </a:cubicBezTo>
                <a:cubicBezTo>
                  <a:pt x="3052509" y="215537"/>
                  <a:pt x="3059531" y="210312"/>
                  <a:pt x="3059531" y="199862"/>
                </a:cubicBezTo>
                <a:cubicBezTo>
                  <a:pt x="3059531" y="195128"/>
                  <a:pt x="3058183" y="191577"/>
                  <a:pt x="3055487" y="189207"/>
                </a:cubicBezTo>
                <a:cubicBezTo>
                  <a:pt x="3052793" y="186840"/>
                  <a:pt x="3048671" y="185657"/>
                  <a:pt x="3043120" y="185657"/>
                </a:cubicBezTo>
                <a:lnTo>
                  <a:pt x="3033324" y="185657"/>
                </a:lnTo>
                <a:cubicBezTo>
                  <a:pt x="3020423" y="185657"/>
                  <a:pt x="3011034" y="183412"/>
                  <a:pt x="3005156" y="178922"/>
                </a:cubicBezTo>
                <a:cubicBezTo>
                  <a:pt x="2999278" y="174432"/>
                  <a:pt x="2996340" y="168268"/>
                  <a:pt x="2996340" y="160429"/>
                </a:cubicBezTo>
                <a:cubicBezTo>
                  <a:pt x="2996340" y="155693"/>
                  <a:pt x="2997564" y="151243"/>
                  <a:pt x="3000013" y="147080"/>
                </a:cubicBezTo>
                <a:cubicBezTo>
                  <a:pt x="3002463" y="142916"/>
                  <a:pt x="3005810" y="139365"/>
                  <a:pt x="3010056" y="136424"/>
                </a:cubicBezTo>
                <a:cubicBezTo>
                  <a:pt x="3003034" y="132017"/>
                  <a:pt x="2997932" y="126874"/>
                  <a:pt x="2994747" y="120997"/>
                </a:cubicBezTo>
                <a:cubicBezTo>
                  <a:pt x="2991563" y="115117"/>
                  <a:pt x="2989971" y="107768"/>
                  <a:pt x="2989971" y="98950"/>
                </a:cubicBezTo>
                <a:cubicBezTo>
                  <a:pt x="2989971" y="84255"/>
                  <a:pt x="2994461" y="72744"/>
                  <a:pt x="3003440" y="64417"/>
                </a:cubicBezTo>
                <a:cubicBezTo>
                  <a:pt x="3012423" y="56088"/>
                  <a:pt x="3024670" y="51923"/>
                  <a:pt x="3040182" y="51923"/>
                </a:cubicBezTo>
                <a:cubicBezTo>
                  <a:pt x="3050468" y="51923"/>
                  <a:pt x="3059162" y="50617"/>
                  <a:pt x="3066265" y="48006"/>
                </a:cubicBezTo>
                <a:cubicBezTo>
                  <a:pt x="3073369" y="45393"/>
                  <a:pt x="3081003" y="41556"/>
                  <a:pt x="3089168" y="36495"/>
                </a:cubicBezTo>
                <a:lnTo>
                  <a:pt x="3098231" y="62944"/>
                </a:lnTo>
                <a:moveTo>
                  <a:pt x="3040425" y="75928"/>
                </a:moveTo>
                <a:cubicBezTo>
                  <a:pt x="3035691" y="75928"/>
                  <a:pt x="3032140" y="77683"/>
                  <a:pt x="3029770" y="81194"/>
                </a:cubicBezTo>
                <a:cubicBezTo>
                  <a:pt x="3027403" y="84705"/>
                  <a:pt x="3026220" y="90460"/>
                  <a:pt x="3026220" y="98460"/>
                </a:cubicBezTo>
                <a:cubicBezTo>
                  <a:pt x="3026220" y="113647"/>
                  <a:pt x="3030874" y="121240"/>
                  <a:pt x="3040182" y="121240"/>
                </a:cubicBezTo>
                <a:cubicBezTo>
                  <a:pt x="3044754" y="121240"/>
                  <a:pt x="3048183" y="119525"/>
                  <a:pt x="3050468" y="116097"/>
                </a:cubicBezTo>
                <a:cubicBezTo>
                  <a:pt x="3052755" y="112669"/>
                  <a:pt x="3053898" y="106627"/>
                  <a:pt x="3053898" y="97971"/>
                </a:cubicBezTo>
                <a:cubicBezTo>
                  <a:pt x="3053898" y="90132"/>
                  <a:pt x="3052796" y="84499"/>
                  <a:pt x="3050591" y="81071"/>
                </a:cubicBezTo>
                <a:cubicBezTo>
                  <a:pt x="3048386" y="77642"/>
                  <a:pt x="3044997" y="75928"/>
                  <a:pt x="3040425" y="75928"/>
                </a:cubicBezTo>
                <a:close/>
                <a:moveTo>
                  <a:pt x="3206587" y="118055"/>
                </a:moveTo>
                <a:cubicBezTo>
                  <a:pt x="3206587" y="123280"/>
                  <a:pt x="3206342" y="127771"/>
                  <a:pt x="3205851" y="131529"/>
                </a:cubicBezTo>
                <a:lnTo>
                  <a:pt x="3139718" y="131529"/>
                </a:lnTo>
                <a:cubicBezTo>
                  <a:pt x="3140536" y="143284"/>
                  <a:pt x="3142699" y="151407"/>
                  <a:pt x="3146210" y="155900"/>
                </a:cubicBezTo>
                <a:cubicBezTo>
                  <a:pt x="3149721" y="160390"/>
                  <a:pt x="3154823" y="162634"/>
                  <a:pt x="3161518" y="162634"/>
                </a:cubicBezTo>
                <a:cubicBezTo>
                  <a:pt x="3165928" y="162634"/>
                  <a:pt x="3170174" y="161777"/>
                  <a:pt x="3174255" y="160063"/>
                </a:cubicBezTo>
                <a:cubicBezTo>
                  <a:pt x="3178336" y="158347"/>
                  <a:pt x="3182745" y="155693"/>
                  <a:pt x="3187482" y="152103"/>
                </a:cubicBezTo>
                <a:lnTo>
                  <a:pt x="3202667" y="172187"/>
                </a:lnTo>
                <a:cubicBezTo>
                  <a:pt x="3190582" y="183942"/>
                  <a:pt x="3175968" y="189820"/>
                  <a:pt x="3158824" y="189820"/>
                </a:cubicBezTo>
                <a:cubicBezTo>
                  <a:pt x="3140536" y="189820"/>
                  <a:pt x="3126656" y="183819"/>
                  <a:pt x="3117186" y="171817"/>
                </a:cubicBezTo>
                <a:cubicBezTo>
                  <a:pt x="3107715" y="159815"/>
                  <a:pt x="3102980" y="143038"/>
                  <a:pt x="3102980" y="121486"/>
                </a:cubicBezTo>
                <a:cubicBezTo>
                  <a:pt x="3102980" y="99932"/>
                  <a:pt x="3107511" y="82868"/>
                  <a:pt x="3116573" y="70296"/>
                </a:cubicBezTo>
                <a:cubicBezTo>
                  <a:pt x="3125635" y="57721"/>
                  <a:pt x="3138576" y="51433"/>
                  <a:pt x="3155397" y="51433"/>
                </a:cubicBezTo>
                <a:cubicBezTo>
                  <a:pt x="3171397" y="51433"/>
                  <a:pt x="3183929" y="57108"/>
                  <a:pt x="3192991" y="68457"/>
                </a:cubicBezTo>
                <a:cubicBezTo>
                  <a:pt x="3202055" y="79806"/>
                  <a:pt x="3206587" y="96339"/>
                  <a:pt x="3206587" y="118055"/>
                </a:cubicBezTo>
                <a:moveTo>
                  <a:pt x="3170581" y="107524"/>
                </a:moveTo>
                <a:cubicBezTo>
                  <a:pt x="3170581" y="96421"/>
                  <a:pt x="3169479" y="88380"/>
                  <a:pt x="3167274" y="83399"/>
                </a:cubicBezTo>
                <a:cubicBezTo>
                  <a:pt x="3165069" y="78418"/>
                  <a:pt x="3161191" y="75928"/>
                  <a:pt x="3155639" y="75928"/>
                </a:cubicBezTo>
                <a:cubicBezTo>
                  <a:pt x="3150741" y="75928"/>
                  <a:pt x="3147026" y="78336"/>
                  <a:pt x="3144495" y="83152"/>
                </a:cubicBezTo>
                <a:cubicBezTo>
                  <a:pt x="3141963" y="87968"/>
                  <a:pt x="3140371" y="96664"/>
                  <a:pt x="3139718" y="109239"/>
                </a:cubicBezTo>
                <a:lnTo>
                  <a:pt x="3170581" y="109239"/>
                </a:lnTo>
                <a:lnTo>
                  <a:pt x="3170581" y="107524"/>
                </a:lnTo>
                <a:close/>
                <a:moveTo>
                  <a:pt x="3339831" y="94054"/>
                </a:moveTo>
                <a:lnTo>
                  <a:pt x="3379263" y="185657"/>
                </a:lnTo>
                <a:lnTo>
                  <a:pt x="3339094" y="185657"/>
                </a:lnTo>
                <a:lnTo>
                  <a:pt x="3316805" y="119524"/>
                </a:lnTo>
                <a:lnTo>
                  <a:pt x="3295741" y="185657"/>
                </a:lnTo>
                <a:lnTo>
                  <a:pt x="3256062" y="185657"/>
                </a:lnTo>
                <a:lnTo>
                  <a:pt x="3294026" y="95523"/>
                </a:lnTo>
                <a:lnTo>
                  <a:pt x="3258756" y="15921"/>
                </a:lnTo>
                <a:lnTo>
                  <a:pt x="3298925" y="15921"/>
                </a:lnTo>
                <a:lnTo>
                  <a:pt x="3317294" y="71765"/>
                </a:lnTo>
                <a:lnTo>
                  <a:pt x="3336889" y="15921"/>
                </a:lnTo>
                <a:lnTo>
                  <a:pt x="3376079" y="15921"/>
                </a:lnTo>
                <a:lnTo>
                  <a:pt x="3339831" y="94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3C925-706A-4D8E-9C53-119714F7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51" y="4352666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BC8F71-EE9D-4D48-B333-0CBE8A2C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51" y="4581004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EDC20-6F71-4FD1-B92D-52C0C0B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150" y="4809342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3E7605-B663-4AB3-87B3-9261AC32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9976" y="3667651"/>
            <a:ext cx="1712620" cy="1712535"/>
          </a:xfrm>
          <a:custGeom xmlns:a="http://schemas.openxmlformats.org/drawingml/2006/main">
            <a:pathLst>
              <a:path w="1712620" h="1712535">
                <a:moveTo>
                  <a:pt x="1626989" y="114169"/>
                </a:moveTo>
                <a:lnTo>
                  <a:pt x="1398640" y="114169"/>
                </a:lnTo>
                <a:cubicBezTo>
                  <a:pt x="1382883" y="114169"/>
                  <a:pt x="1370096" y="101382"/>
                  <a:pt x="1370096" y="85627"/>
                </a:cubicBezTo>
                <a:cubicBezTo>
                  <a:pt x="1370096" y="38332"/>
                  <a:pt x="1331762" y="0"/>
                  <a:pt x="1284465" y="0"/>
                </a:cubicBezTo>
                <a:lnTo>
                  <a:pt x="1113203" y="0"/>
                </a:lnTo>
                <a:cubicBezTo>
                  <a:pt x="1065906" y="0"/>
                  <a:pt x="1027572" y="38332"/>
                  <a:pt x="1027572" y="85627"/>
                </a:cubicBezTo>
                <a:lnTo>
                  <a:pt x="1027572" y="285422"/>
                </a:lnTo>
                <a:lnTo>
                  <a:pt x="941941" y="285422"/>
                </a:lnTo>
                <a:cubicBezTo>
                  <a:pt x="894644" y="285422"/>
                  <a:pt x="856310" y="323755"/>
                  <a:pt x="856310" y="371049"/>
                </a:cubicBezTo>
                <a:lnTo>
                  <a:pt x="856310" y="827725"/>
                </a:lnTo>
                <a:lnTo>
                  <a:pt x="742135" y="827725"/>
                </a:lnTo>
                <a:lnTo>
                  <a:pt x="742135" y="513760"/>
                </a:lnTo>
                <a:cubicBezTo>
                  <a:pt x="741964" y="511962"/>
                  <a:pt x="741593" y="510193"/>
                  <a:pt x="741079" y="508480"/>
                </a:cubicBezTo>
                <a:cubicBezTo>
                  <a:pt x="741593" y="505512"/>
                  <a:pt x="741964" y="502515"/>
                  <a:pt x="742135" y="499489"/>
                </a:cubicBezTo>
                <a:cubicBezTo>
                  <a:pt x="742135" y="397536"/>
                  <a:pt x="550893" y="342507"/>
                  <a:pt x="371068" y="342507"/>
                </a:cubicBezTo>
                <a:cubicBezTo>
                  <a:pt x="191243" y="342507"/>
                  <a:pt x="0" y="397536"/>
                  <a:pt x="0" y="499489"/>
                </a:cubicBezTo>
                <a:cubicBezTo>
                  <a:pt x="171" y="502515"/>
                  <a:pt x="542" y="505512"/>
                  <a:pt x="1056" y="508480"/>
                </a:cubicBezTo>
                <a:cubicBezTo>
                  <a:pt x="542" y="510193"/>
                  <a:pt x="171" y="511962"/>
                  <a:pt x="0" y="513760"/>
                </a:cubicBezTo>
                <a:lnTo>
                  <a:pt x="0" y="1198774"/>
                </a:lnTo>
                <a:cubicBezTo>
                  <a:pt x="0" y="1292479"/>
                  <a:pt x="186676" y="1341486"/>
                  <a:pt x="371068" y="1341486"/>
                </a:cubicBezTo>
                <a:cubicBezTo>
                  <a:pt x="555460" y="1341486"/>
                  <a:pt x="742135" y="1292479"/>
                  <a:pt x="742135" y="1198774"/>
                </a:cubicBezTo>
                <a:lnTo>
                  <a:pt x="742135" y="884810"/>
                </a:lnTo>
                <a:lnTo>
                  <a:pt x="856310" y="884810"/>
                </a:lnTo>
                <a:lnTo>
                  <a:pt x="856310" y="1341486"/>
                </a:lnTo>
                <a:cubicBezTo>
                  <a:pt x="856310" y="1388780"/>
                  <a:pt x="894644" y="1427112"/>
                  <a:pt x="941941" y="1427112"/>
                </a:cubicBezTo>
                <a:lnTo>
                  <a:pt x="1027572" y="1427112"/>
                </a:lnTo>
                <a:lnTo>
                  <a:pt x="1027572" y="1626908"/>
                </a:lnTo>
                <a:cubicBezTo>
                  <a:pt x="1027572" y="1674203"/>
                  <a:pt x="1065906" y="1712535"/>
                  <a:pt x="1113203" y="1712535"/>
                </a:cubicBezTo>
                <a:lnTo>
                  <a:pt x="1626989" y="1712535"/>
                </a:lnTo>
                <a:cubicBezTo>
                  <a:pt x="1674286" y="1712535"/>
                  <a:pt x="1712620" y="1674203"/>
                  <a:pt x="1712620" y="1626908"/>
                </a:cubicBezTo>
                <a:lnTo>
                  <a:pt x="1712620" y="1398570"/>
                </a:lnTo>
                <a:cubicBezTo>
                  <a:pt x="1712620" y="1351276"/>
                  <a:pt x="1674286" y="1312943"/>
                  <a:pt x="1626989" y="1312943"/>
                </a:cubicBezTo>
                <a:lnTo>
                  <a:pt x="1398640" y="1312943"/>
                </a:lnTo>
                <a:cubicBezTo>
                  <a:pt x="1382883" y="1312943"/>
                  <a:pt x="1370096" y="1300157"/>
                  <a:pt x="1370096" y="1284401"/>
                </a:cubicBezTo>
                <a:cubicBezTo>
                  <a:pt x="1370096" y="1237107"/>
                  <a:pt x="1331762" y="1198774"/>
                  <a:pt x="1284465" y="1198774"/>
                </a:cubicBezTo>
                <a:lnTo>
                  <a:pt x="1113203" y="1198774"/>
                </a:lnTo>
                <a:cubicBezTo>
                  <a:pt x="1065906" y="1198774"/>
                  <a:pt x="1027572" y="1237107"/>
                  <a:pt x="1027572" y="1284401"/>
                </a:cubicBezTo>
                <a:lnTo>
                  <a:pt x="1027572" y="1370028"/>
                </a:lnTo>
                <a:lnTo>
                  <a:pt x="941941" y="1370028"/>
                </a:lnTo>
                <a:cubicBezTo>
                  <a:pt x="926185" y="1370028"/>
                  <a:pt x="913397" y="1357241"/>
                  <a:pt x="913397" y="1341486"/>
                </a:cubicBezTo>
                <a:lnTo>
                  <a:pt x="913397" y="884810"/>
                </a:lnTo>
                <a:lnTo>
                  <a:pt x="1027572" y="884810"/>
                </a:lnTo>
                <a:lnTo>
                  <a:pt x="1027572" y="1027521"/>
                </a:lnTo>
                <a:cubicBezTo>
                  <a:pt x="1027572" y="1074816"/>
                  <a:pt x="1065906" y="1113148"/>
                  <a:pt x="1113203" y="1113148"/>
                </a:cubicBezTo>
                <a:lnTo>
                  <a:pt x="1626989" y="1113148"/>
                </a:lnTo>
                <a:cubicBezTo>
                  <a:pt x="1674286" y="1113148"/>
                  <a:pt x="1712620" y="1074816"/>
                  <a:pt x="1712620" y="1027521"/>
                </a:cubicBezTo>
                <a:lnTo>
                  <a:pt x="1712620" y="799183"/>
                </a:lnTo>
                <a:cubicBezTo>
                  <a:pt x="1712620" y="751888"/>
                  <a:pt x="1674286" y="713556"/>
                  <a:pt x="1626989" y="713556"/>
                </a:cubicBezTo>
                <a:lnTo>
                  <a:pt x="1398640" y="713556"/>
                </a:lnTo>
                <a:cubicBezTo>
                  <a:pt x="1382883" y="713556"/>
                  <a:pt x="1370096" y="700769"/>
                  <a:pt x="1370096" y="685014"/>
                </a:cubicBezTo>
                <a:cubicBezTo>
                  <a:pt x="1370096" y="637719"/>
                  <a:pt x="1331762" y="599387"/>
                  <a:pt x="1284465" y="599387"/>
                </a:cubicBezTo>
                <a:lnTo>
                  <a:pt x="1113203" y="599387"/>
                </a:lnTo>
                <a:cubicBezTo>
                  <a:pt x="1065906" y="599387"/>
                  <a:pt x="1027572" y="637719"/>
                  <a:pt x="1027572" y="685014"/>
                </a:cubicBezTo>
                <a:lnTo>
                  <a:pt x="1027572" y="827725"/>
                </a:lnTo>
                <a:lnTo>
                  <a:pt x="913397" y="827725"/>
                </a:lnTo>
                <a:lnTo>
                  <a:pt x="913397" y="371049"/>
                </a:lnTo>
                <a:cubicBezTo>
                  <a:pt x="913397" y="355294"/>
                  <a:pt x="926185" y="342507"/>
                  <a:pt x="941941" y="342507"/>
                </a:cubicBezTo>
                <a:lnTo>
                  <a:pt x="1027572" y="342507"/>
                </a:lnTo>
                <a:lnTo>
                  <a:pt x="1027572" y="428134"/>
                </a:lnTo>
                <a:cubicBezTo>
                  <a:pt x="1027572" y="475428"/>
                  <a:pt x="1065906" y="513760"/>
                  <a:pt x="1113203" y="513760"/>
                </a:cubicBezTo>
                <a:lnTo>
                  <a:pt x="1626989" y="513760"/>
                </a:lnTo>
                <a:cubicBezTo>
                  <a:pt x="1674286" y="513760"/>
                  <a:pt x="1712620" y="475428"/>
                  <a:pt x="1712620" y="428134"/>
                </a:cubicBezTo>
                <a:lnTo>
                  <a:pt x="1712620" y="199796"/>
                </a:lnTo>
                <a:cubicBezTo>
                  <a:pt x="1712620" y="152501"/>
                  <a:pt x="1674286" y="114169"/>
                  <a:pt x="1626989" y="114169"/>
                </a:cubicBezTo>
                <a:moveTo>
                  <a:pt x="685048" y="742098"/>
                </a:moveTo>
                <a:cubicBezTo>
                  <a:pt x="685048" y="771155"/>
                  <a:pt x="574213" y="827725"/>
                  <a:pt x="371068" y="827725"/>
                </a:cubicBezTo>
                <a:cubicBezTo>
                  <a:pt x="167922" y="827725"/>
                  <a:pt x="57087" y="771155"/>
                  <a:pt x="57087" y="742098"/>
                </a:cubicBezTo>
                <a:lnTo>
                  <a:pt x="57087" y="585716"/>
                </a:lnTo>
                <a:cubicBezTo>
                  <a:pt x="127162" y="632011"/>
                  <a:pt x="251441" y="656472"/>
                  <a:pt x="371068" y="656472"/>
                </a:cubicBezTo>
                <a:cubicBezTo>
                  <a:pt x="490694" y="656472"/>
                  <a:pt x="614973" y="632011"/>
                  <a:pt x="685048" y="585716"/>
                </a:cubicBezTo>
                <a:lnTo>
                  <a:pt x="685048" y="742098"/>
                </a:lnTo>
                <a:close/>
                <a:moveTo>
                  <a:pt x="57087" y="821532"/>
                </a:moveTo>
                <a:cubicBezTo>
                  <a:pt x="126334" y="863203"/>
                  <a:pt x="249043" y="884810"/>
                  <a:pt x="371068" y="884810"/>
                </a:cubicBezTo>
                <a:cubicBezTo>
                  <a:pt x="493092" y="884810"/>
                  <a:pt x="615801" y="863203"/>
                  <a:pt x="685048" y="821532"/>
                </a:cubicBezTo>
                <a:lnTo>
                  <a:pt x="685048" y="970436"/>
                </a:lnTo>
                <a:cubicBezTo>
                  <a:pt x="685048" y="999493"/>
                  <a:pt x="574213" y="1056063"/>
                  <a:pt x="371068" y="1056063"/>
                </a:cubicBezTo>
                <a:cubicBezTo>
                  <a:pt x="167922" y="1056063"/>
                  <a:pt x="57087" y="999493"/>
                  <a:pt x="57087" y="970436"/>
                </a:cubicBezTo>
                <a:lnTo>
                  <a:pt x="57087" y="821532"/>
                </a:lnTo>
                <a:close/>
                <a:moveTo>
                  <a:pt x="371068" y="399591"/>
                </a:moveTo>
                <a:cubicBezTo>
                  <a:pt x="562738" y="399591"/>
                  <a:pt x="685048" y="458760"/>
                  <a:pt x="685048" y="499489"/>
                </a:cubicBezTo>
                <a:cubicBezTo>
                  <a:pt x="685048" y="540219"/>
                  <a:pt x="562738" y="599387"/>
                  <a:pt x="371068" y="599387"/>
                </a:cubicBezTo>
                <a:cubicBezTo>
                  <a:pt x="179397" y="599387"/>
                  <a:pt x="57087" y="540219"/>
                  <a:pt x="57087" y="499489"/>
                </a:cubicBezTo>
                <a:cubicBezTo>
                  <a:pt x="57087" y="458760"/>
                  <a:pt x="179397" y="399591"/>
                  <a:pt x="371068" y="399591"/>
                </a:cubicBezTo>
                <a:moveTo>
                  <a:pt x="371068" y="1284401"/>
                </a:moveTo>
                <a:cubicBezTo>
                  <a:pt x="167922" y="1284401"/>
                  <a:pt x="57087" y="1227831"/>
                  <a:pt x="57087" y="1198774"/>
                </a:cubicBezTo>
                <a:lnTo>
                  <a:pt x="57087" y="1049870"/>
                </a:lnTo>
                <a:cubicBezTo>
                  <a:pt x="126334" y="1091541"/>
                  <a:pt x="249043" y="1113148"/>
                  <a:pt x="371068" y="1113148"/>
                </a:cubicBezTo>
                <a:cubicBezTo>
                  <a:pt x="493092" y="1113148"/>
                  <a:pt x="615801" y="1091541"/>
                  <a:pt x="685048" y="1049870"/>
                </a:cubicBezTo>
                <a:lnTo>
                  <a:pt x="685048" y="1198774"/>
                </a:lnTo>
                <a:cubicBezTo>
                  <a:pt x="685048" y="1227831"/>
                  <a:pt x="574213" y="1284401"/>
                  <a:pt x="371068" y="1284401"/>
                </a:cubicBezTo>
                <a:moveTo>
                  <a:pt x="1084659" y="1284401"/>
                </a:moveTo>
                <a:cubicBezTo>
                  <a:pt x="1084659" y="1268646"/>
                  <a:pt x="1097447" y="1255859"/>
                  <a:pt x="1113203" y="1255859"/>
                </a:cubicBezTo>
                <a:lnTo>
                  <a:pt x="1284465" y="1255859"/>
                </a:lnTo>
                <a:cubicBezTo>
                  <a:pt x="1300221" y="1255859"/>
                  <a:pt x="1313009" y="1268646"/>
                  <a:pt x="1313009" y="1284401"/>
                </a:cubicBezTo>
                <a:cubicBezTo>
                  <a:pt x="1313009" y="1331696"/>
                  <a:pt x="1351343" y="1370028"/>
                  <a:pt x="1398640" y="1370028"/>
                </a:cubicBezTo>
                <a:lnTo>
                  <a:pt x="1626989" y="1370028"/>
                </a:lnTo>
                <a:cubicBezTo>
                  <a:pt x="1642745" y="1370028"/>
                  <a:pt x="1655533" y="1382815"/>
                  <a:pt x="1655533" y="1398570"/>
                </a:cubicBezTo>
                <a:lnTo>
                  <a:pt x="1655533" y="1626908"/>
                </a:lnTo>
                <a:cubicBezTo>
                  <a:pt x="1655533" y="1642664"/>
                  <a:pt x="1642745" y="1655450"/>
                  <a:pt x="1626989" y="1655450"/>
                </a:cubicBezTo>
                <a:lnTo>
                  <a:pt x="1113203" y="1655450"/>
                </a:lnTo>
                <a:cubicBezTo>
                  <a:pt x="1097447" y="1655450"/>
                  <a:pt x="1084659" y="1642664"/>
                  <a:pt x="1084659" y="1626908"/>
                </a:cubicBezTo>
                <a:lnTo>
                  <a:pt x="1084659" y="1284401"/>
                </a:lnTo>
                <a:close/>
                <a:moveTo>
                  <a:pt x="1084659" y="685014"/>
                </a:moveTo>
                <a:cubicBezTo>
                  <a:pt x="1084659" y="669259"/>
                  <a:pt x="1097447" y="656472"/>
                  <a:pt x="1113203" y="656472"/>
                </a:cubicBezTo>
                <a:lnTo>
                  <a:pt x="1284465" y="656472"/>
                </a:lnTo>
                <a:cubicBezTo>
                  <a:pt x="1300221" y="656472"/>
                  <a:pt x="1313009" y="669259"/>
                  <a:pt x="1313009" y="685014"/>
                </a:cubicBezTo>
                <a:cubicBezTo>
                  <a:pt x="1313009" y="732309"/>
                  <a:pt x="1351343" y="770641"/>
                  <a:pt x="1398640" y="770641"/>
                </a:cubicBezTo>
                <a:lnTo>
                  <a:pt x="1626989" y="770641"/>
                </a:lnTo>
                <a:cubicBezTo>
                  <a:pt x="1642745" y="770641"/>
                  <a:pt x="1655533" y="783428"/>
                  <a:pt x="1655533" y="799183"/>
                </a:cubicBezTo>
                <a:lnTo>
                  <a:pt x="1655533" y="1027521"/>
                </a:lnTo>
                <a:cubicBezTo>
                  <a:pt x="1655533" y="1043276"/>
                  <a:pt x="1642745" y="1056063"/>
                  <a:pt x="1626989" y="1056063"/>
                </a:cubicBezTo>
                <a:lnTo>
                  <a:pt x="1113203" y="1056063"/>
                </a:lnTo>
                <a:cubicBezTo>
                  <a:pt x="1097447" y="1056063"/>
                  <a:pt x="1084659" y="1043276"/>
                  <a:pt x="1084659" y="1027521"/>
                </a:cubicBezTo>
                <a:lnTo>
                  <a:pt x="1084659" y="685014"/>
                </a:lnTo>
                <a:close/>
                <a:moveTo>
                  <a:pt x="1655533" y="428134"/>
                </a:moveTo>
                <a:cubicBezTo>
                  <a:pt x="1655533" y="443889"/>
                  <a:pt x="1642745" y="456676"/>
                  <a:pt x="1626989" y="456676"/>
                </a:cubicBezTo>
                <a:lnTo>
                  <a:pt x="1113203" y="456676"/>
                </a:lnTo>
                <a:cubicBezTo>
                  <a:pt x="1097447" y="456676"/>
                  <a:pt x="1084659" y="443889"/>
                  <a:pt x="1084659" y="428134"/>
                </a:cubicBezTo>
                <a:lnTo>
                  <a:pt x="1084659" y="85627"/>
                </a:lnTo>
                <a:cubicBezTo>
                  <a:pt x="1084659" y="69871"/>
                  <a:pt x="1097447" y="57084"/>
                  <a:pt x="1113203" y="57084"/>
                </a:cubicBezTo>
                <a:lnTo>
                  <a:pt x="1284465" y="57084"/>
                </a:lnTo>
                <a:cubicBezTo>
                  <a:pt x="1300221" y="57084"/>
                  <a:pt x="1313009" y="69871"/>
                  <a:pt x="1313009" y="85627"/>
                </a:cubicBezTo>
                <a:cubicBezTo>
                  <a:pt x="1313009" y="132921"/>
                  <a:pt x="1351343" y="171253"/>
                  <a:pt x="1398640" y="171253"/>
                </a:cubicBezTo>
                <a:lnTo>
                  <a:pt x="1626989" y="171253"/>
                </a:lnTo>
                <a:cubicBezTo>
                  <a:pt x="1642745" y="171253"/>
                  <a:pt x="1655533" y="184040"/>
                  <a:pt x="1655533" y="199796"/>
                </a:cubicBezTo>
                <a:lnTo>
                  <a:pt x="1655533" y="4281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DCF338-497A-42B9-9257-851F9A83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2" y="4010158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58E9A9-7B10-4ACA-8F91-A1519ED3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1" y="3895989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A04E8-2031-498F-A204-20C96C8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1" y="4609545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E82E52-AFB2-40B3-97BA-514C31CC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1" y="4495376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4B858B-67E8-4A27-AF8C-F476BFAF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0" y="5208931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3E10B-67EE-4320-B13F-1F7CF315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720" y="5094763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6D9EA-394E-41D1-9812-0A2A7953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60" y="3465680"/>
            <a:ext cx="2099002" cy="1366530"/>
          </a:xfrm>
          <a:custGeom xmlns:a="http://schemas.openxmlformats.org/drawingml/2006/main">
            <a:pathLst>
              <a:path w="2099002" h="1366530" fill="none">
                <a:moveTo>
                  <a:pt x="0" y="0"/>
                </a:moveTo>
                <a:lnTo>
                  <a:pt x="431" y="0"/>
                </a:lnTo>
                <a:lnTo>
                  <a:pt x="431" y="1366530"/>
                </a:lnTo>
                <a:lnTo>
                  <a:pt x="2099002" y="136653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rnd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F97F0-9B2B-4258-9061-9492BD0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735" y="4737124"/>
            <a:ext cx="190176" cy="190164"/>
          </a:xfrm>
          <a:custGeom xmlns:a="http://schemas.openxmlformats.org/drawingml/2006/main">
            <a:pathLst>
              <a:path w="190176" h="190164">
                <a:moveTo>
                  <a:pt x="13" y="0"/>
                </a:moveTo>
                <a:lnTo>
                  <a:pt x="190176" y="95095"/>
                </a:lnTo>
                <a:lnTo>
                  <a:pt x="0" y="190164"/>
                </a:lnTo>
                <a:lnTo>
                  <a:pt x="1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FA6E7-9E8A-4B75-B09C-405FC71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528" y="3646659"/>
            <a:ext cx="2038961" cy="1013497"/>
          </a:xfrm>
          <a:custGeom xmlns:a="http://schemas.openxmlformats.org/drawingml/2006/main">
            <a:pathLst>
              <a:path w="2038961" h="1013497" fill="none">
                <a:moveTo>
                  <a:pt x="2038961" y="1013497"/>
                </a:moveTo>
                <a:lnTo>
                  <a:pt x="0" y="1013497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690B8A-1182-47CB-B7EE-085513E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224" y="3475535"/>
            <a:ext cx="190151" cy="191317"/>
          </a:xfrm>
          <a:custGeom xmlns:a="http://schemas.openxmlformats.org/drawingml/2006/main">
            <a:pathLst>
              <a:path w="190151" h="191317">
                <a:moveTo>
                  <a:pt x="0" y="188972"/>
                </a:moveTo>
                <a:lnTo>
                  <a:pt x="97415" y="0"/>
                </a:lnTo>
                <a:lnTo>
                  <a:pt x="190151" y="191317"/>
                </a:lnTo>
                <a:lnTo>
                  <a:pt x="0" y="1889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85043-4F04-4B78-B8E9-F92FD3FF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9752" y="2540062"/>
            <a:ext cx="38321" cy="56641"/>
          </a:xfrm>
          <a:custGeom xmlns:a="http://schemas.openxmlformats.org/drawingml/2006/main">
            <a:pathLst>
              <a:path w="38321" h="56641">
                <a:moveTo>
                  <a:pt x="19161" y="56641"/>
                </a:moveTo>
                <a:cubicBezTo>
                  <a:pt x="29745" y="56641"/>
                  <a:pt x="38321" y="48063"/>
                  <a:pt x="38321" y="37482"/>
                </a:cubicBezTo>
                <a:lnTo>
                  <a:pt x="38321" y="19160"/>
                </a:lnTo>
                <a:cubicBezTo>
                  <a:pt x="38321" y="8578"/>
                  <a:pt x="29745" y="0"/>
                  <a:pt x="19161" y="0"/>
                </a:cubicBezTo>
                <a:cubicBezTo>
                  <a:pt x="8576" y="0"/>
                  <a:pt x="0" y="8578"/>
                  <a:pt x="0" y="19160"/>
                </a:cubicBezTo>
                <a:lnTo>
                  <a:pt x="0" y="37482"/>
                </a:lnTo>
                <a:cubicBezTo>
                  <a:pt x="0" y="48063"/>
                  <a:pt x="8579" y="56641"/>
                  <a:pt x="19161" y="5664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CCE7D-A4FF-4831-83A3-242F0832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0893" y="2540061"/>
            <a:ext cx="38321" cy="56641"/>
          </a:xfrm>
          <a:custGeom xmlns:a="http://schemas.openxmlformats.org/drawingml/2006/main">
            <a:pathLst>
              <a:path w="38321" h="56641">
                <a:moveTo>
                  <a:pt x="19161" y="0"/>
                </a:moveTo>
                <a:cubicBezTo>
                  <a:pt x="8576" y="0"/>
                  <a:pt x="0" y="8578"/>
                  <a:pt x="0" y="19160"/>
                </a:cubicBezTo>
                <a:lnTo>
                  <a:pt x="0" y="37482"/>
                </a:lnTo>
                <a:cubicBezTo>
                  <a:pt x="0" y="48063"/>
                  <a:pt x="8576" y="56641"/>
                  <a:pt x="19161" y="56641"/>
                </a:cubicBezTo>
                <a:cubicBezTo>
                  <a:pt x="29745" y="56641"/>
                  <a:pt x="38321" y="48063"/>
                  <a:pt x="38321" y="37482"/>
                </a:cubicBezTo>
                <a:lnTo>
                  <a:pt x="38321" y="19160"/>
                </a:lnTo>
                <a:cubicBezTo>
                  <a:pt x="38321" y="8578"/>
                  <a:pt x="29743" y="0"/>
                  <a:pt x="1916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97618-901B-4BCB-BB59-474ABB86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574" y="2682293"/>
            <a:ext cx="117754" cy="55895"/>
          </a:xfrm>
          <a:custGeom xmlns:a="http://schemas.openxmlformats.org/drawingml/2006/main">
            <a:pathLst>
              <a:path w="117754" h="55895">
                <a:moveTo>
                  <a:pt x="58897" y="55895"/>
                </a:moveTo>
                <a:lnTo>
                  <a:pt x="58959" y="55895"/>
                </a:lnTo>
                <a:cubicBezTo>
                  <a:pt x="78365" y="55880"/>
                  <a:pt x="96590" y="48303"/>
                  <a:pt x="110284" y="34564"/>
                </a:cubicBezTo>
                <a:cubicBezTo>
                  <a:pt x="117754" y="27069"/>
                  <a:pt x="117734" y="14937"/>
                  <a:pt x="110235" y="7470"/>
                </a:cubicBezTo>
                <a:cubicBezTo>
                  <a:pt x="102735" y="0"/>
                  <a:pt x="90602" y="20"/>
                  <a:pt x="83140" y="7518"/>
                </a:cubicBezTo>
                <a:cubicBezTo>
                  <a:pt x="76681" y="13999"/>
                  <a:pt x="68082" y="17571"/>
                  <a:pt x="58928" y="17578"/>
                </a:cubicBezTo>
                <a:lnTo>
                  <a:pt x="58897" y="17578"/>
                </a:lnTo>
                <a:cubicBezTo>
                  <a:pt x="49718" y="17578"/>
                  <a:pt x="41083" y="13999"/>
                  <a:pt x="34581" y="7495"/>
                </a:cubicBezTo>
                <a:cubicBezTo>
                  <a:pt x="27098" y="15"/>
                  <a:pt x="14966" y="13"/>
                  <a:pt x="7485" y="7495"/>
                </a:cubicBezTo>
                <a:cubicBezTo>
                  <a:pt x="0" y="14978"/>
                  <a:pt x="0" y="27110"/>
                  <a:pt x="7483" y="34590"/>
                </a:cubicBezTo>
                <a:cubicBezTo>
                  <a:pt x="21227" y="48329"/>
                  <a:pt x="39481" y="55895"/>
                  <a:pt x="58897" y="558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1A479-E12E-4A77-89DF-FADDC90B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3989" y="2177477"/>
            <a:ext cx="1308034" cy="1207700"/>
          </a:xfrm>
          <a:custGeom xmlns:a="http://schemas.openxmlformats.org/drawingml/2006/main">
            <a:pathLst>
              <a:path w="1308034" h="1207700">
                <a:moveTo>
                  <a:pt x="1307149" y="700645"/>
                </a:moveTo>
                <a:lnTo>
                  <a:pt x="1306706" y="698186"/>
                </a:lnTo>
                <a:lnTo>
                  <a:pt x="1306175" y="695750"/>
                </a:lnTo>
                <a:lnTo>
                  <a:pt x="1305554" y="693339"/>
                </a:lnTo>
                <a:lnTo>
                  <a:pt x="1304846" y="690955"/>
                </a:lnTo>
                <a:lnTo>
                  <a:pt x="1304051" y="688600"/>
                </a:lnTo>
                <a:lnTo>
                  <a:pt x="1303168" y="686277"/>
                </a:lnTo>
                <a:lnTo>
                  <a:pt x="1302200" y="683988"/>
                </a:lnTo>
                <a:lnTo>
                  <a:pt x="1301145" y="681735"/>
                </a:lnTo>
                <a:lnTo>
                  <a:pt x="1300005" y="679521"/>
                </a:lnTo>
                <a:lnTo>
                  <a:pt x="1298781" y="677348"/>
                </a:lnTo>
                <a:lnTo>
                  <a:pt x="1297473" y="675219"/>
                </a:lnTo>
                <a:lnTo>
                  <a:pt x="1296081" y="673134"/>
                </a:lnTo>
                <a:lnTo>
                  <a:pt x="1294605" y="671098"/>
                </a:lnTo>
                <a:lnTo>
                  <a:pt x="1293048" y="669112"/>
                </a:lnTo>
                <a:lnTo>
                  <a:pt x="1291580" y="667373"/>
                </a:lnTo>
                <a:lnTo>
                  <a:pt x="1290066" y="665697"/>
                </a:lnTo>
                <a:lnTo>
                  <a:pt x="1288507" y="664087"/>
                </a:lnTo>
                <a:lnTo>
                  <a:pt x="1286905" y="662542"/>
                </a:lnTo>
                <a:lnTo>
                  <a:pt x="1285262" y="661064"/>
                </a:lnTo>
                <a:lnTo>
                  <a:pt x="1283579" y="659653"/>
                </a:lnTo>
                <a:lnTo>
                  <a:pt x="1281859" y="658310"/>
                </a:lnTo>
                <a:lnTo>
                  <a:pt x="1280103" y="657037"/>
                </a:lnTo>
                <a:lnTo>
                  <a:pt x="1278312" y="655833"/>
                </a:lnTo>
                <a:lnTo>
                  <a:pt x="1276490" y="654701"/>
                </a:lnTo>
                <a:lnTo>
                  <a:pt x="1274638" y="653641"/>
                </a:lnTo>
                <a:lnTo>
                  <a:pt x="1272756" y="652654"/>
                </a:lnTo>
                <a:lnTo>
                  <a:pt x="1270848" y="651740"/>
                </a:lnTo>
                <a:lnTo>
                  <a:pt x="1268915" y="650901"/>
                </a:lnTo>
                <a:lnTo>
                  <a:pt x="1266959" y="650138"/>
                </a:lnTo>
                <a:lnTo>
                  <a:pt x="1264982" y="649451"/>
                </a:lnTo>
                <a:lnTo>
                  <a:pt x="1262985" y="648842"/>
                </a:lnTo>
                <a:lnTo>
                  <a:pt x="1260970" y="648311"/>
                </a:lnTo>
                <a:lnTo>
                  <a:pt x="1258939" y="647859"/>
                </a:lnTo>
                <a:lnTo>
                  <a:pt x="1256894" y="647488"/>
                </a:lnTo>
                <a:lnTo>
                  <a:pt x="1254836" y="647197"/>
                </a:lnTo>
                <a:lnTo>
                  <a:pt x="1252768" y="646988"/>
                </a:lnTo>
                <a:lnTo>
                  <a:pt x="1250692" y="646862"/>
                </a:lnTo>
                <a:lnTo>
                  <a:pt x="1248608" y="646820"/>
                </a:lnTo>
                <a:lnTo>
                  <a:pt x="1089651" y="646820"/>
                </a:lnTo>
                <a:lnTo>
                  <a:pt x="1088339" y="646864"/>
                </a:lnTo>
                <a:lnTo>
                  <a:pt x="1087050" y="646995"/>
                </a:lnTo>
                <a:lnTo>
                  <a:pt x="1085789" y="647209"/>
                </a:lnTo>
                <a:lnTo>
                  <a:pt x="1084556" y="647504"/>
                </a:lnTo>
                <a:lnTo>
                  <a:pt x="1083356" y="647878"/>
                </a:lnTo>
                <a:lnTo>
                  <a:pt x="1082192" y="648326"/>
                </a:lnTo>
                <a:lnTo>
                  <a:pt x="1081065" y="648846"/>
                </a:lnTo>
                <a:lnTo>
                  <a:pt x="1079979" y="649436"/>
                </a:lnTo>
                <a:lnTo>
                  <a:pt x="1078937" y="650092"/>
                </a:lnTo>
                <a:lnTo>
                  <a:pt x="1077941" y="650812"/>
                </a:lnTo>
                <a:lnTo>
                  <a:pt x="1076995" y="651593"/>
                </a:lnTo>
                <a:lnTo>
                  <a:pt x="1076101" y="652432"/>
                </a:lnTo>
                <a:lnTo>
                  <a:pt x="1075262" y="653326"/>
                </a:lnTo>
                <a:lnTo>
                  <a:pt x="1074482" y="654272"/>
                </a:lnTo>
                <a:lnTo>
                  <a:pt x="1073762" y="655268"/>
                </a:lnTo>
                <a:lnTo>
                  <a:pt x="1073106" y="656310"/>
                </a:lnTo>
                <a:lnTo>
                  <a:pt x="1072516" y="657395"/>
                </a:lnTo>
                <a:lnTo>
                  <a:pt x="1071995" y="658522"/>
                </a:lnTo>
                <a:lnTo>
                  <a:pt x="1071547" y="659687"/>
                </a:lnTo>
                <a:lnTo>
                  <a:pt x="1071174" y="660886"/>
                </a:lnTo>
                <a:lnTo>
                  <a:pt x="1070879" y="662118"/>
                </a:lnTo>
                <a:lnTo>
                  <a:pt x="1070665" y="663380"/>
                </a:lnTo>
                <a:lnTo>
                  <a:pt x="1070534" y="664668"/>
                </a:lnTo>
                <a:lnTo>
                  <a:pt x="1070490" y="665980"/>
                </a:lnTo>
                <a:lnTo>
                  <a:pt x="1070534" y="667292"/>
                </a:lnTo>
                <a:lnTo>
                  <a:pt x="1070665" y="668580"/>
                </a:lnTo>
                <a:lnTo>
                  <a:pt x="1070879" y="669841"/>
                </a:lnTo>
                <a:lnTo>
                  <a:pt x="1071174" y="671073"/>
                </a:lnTo>
                <a:lnTo>
                  <a:pt x="1071547" y="672273"/>
                </a:lnTo>
                <a:lnTo>
                  <a:pt x="1071995" y="673437"/>
                </a:lnTo>
                <a:lnTo>
                  <a:pt x="1072516" y="674564"/>
                </a:lnTo>
                <a:lnTo>
                  <a:pt x="1073106" y="675650"/>
                </a:lnTo>
                <a:lnTo>
                  <a:pt x="1073762" y="676692"/>
                </a:lnTo>
                <a:lnTo>
                  <a:pt x="1074482" y="677688"/>
                </a:lnTo>
                <a:lnTo>
                  <a:pt x="1075262" y="678634"/>
                </a:lnTo>
                <a:lnTo>
                  <a:pt x="1076101" y="679528"/>
                </a:lnTo>
                <a:lnTo>
                  <a:pt x="1076995" y="680366"/>
                </a:lnTo>
                <a:lnTo>
                  <a:pt x="1077941" y="681147"/>
                </a:lnTo>
                <a:lnTo>
                  <a:pt x="1078937" y="681867"/>
                </a:lnTo>
                <a:lnTo>
                  <a:pt x="1079979" y="682524"/>
                </a:lnTo>
                <a:lnTo>
                  <a:pt x="1081065" y="683113"/>
                </a:lnTo>
                <a:lnTo>
                  <a:pt x="1082192" y="683634"/>
                </a:lnTo>
                <a:lnTo>
                  <a:pt x="1083356" y="684082"/>
                </a:lnTo>
                <a:lnTo>
                  <a:pt x="1084556" y="684455"/>
                </a:lnTo>
                <a:lnTo>
                  <a:pt x="1085789" y="684750"/>
                </a:lnTo>
                <a:lnTo>
                  <a:pt x="1087050" y="684965"/>
                </a:lnTo>
                <a:lnTo>
                  <a:pt x="1088339" y="685095"/>
                </a:lnTo>
                <a:lnTo>
                  <a:pt x="1089651" y="685139"/>
                </a:lnTo>
                <a:lnTo>
                  <a:pt x="1248608" y="685139"/>
                </a:lnTo>
                <a:lnTo>
                  <a:pt x="1249233" y="685156"/>
                </a:lnTo>
                <a:lnTo>
                  <a:pt x="1249864" y="685204"/>
                </a:lnTo>
                <a:lnTo>
                  <a:pt x="1250500" y="685284"/>
                </a:lnTo>
                <a:lnTo>
                  <a:pt x="1251140" y="685395"/>
                </a:lnTo>
                <a:lnTo>
                  <a:pt x="1251783" y="685537"/>
                </a:lnTo>
                <a:lnTo>
                  <a:pt x="1252429" y="685709"/>
                </a:lnTo>
                <a:lnTo>
                  <a:pt x="1253076" y="685910"/>
                </a:lnTo>
                <a:lnTo>
                  <a:pt x="1253723" y="686140"/>
                </a:lnTo>
                <a:lnTo>
                  <a:pt x="1254370" y="686398"/>
                </a:lnTo>
                <a:lnTo>
                  <a:pt x="1255015" y="686685"/>
                </a:lnTo>
                <a:lnTo>
                  <a:pt x="1255658" y="686999"/>
                </a:lnTo>
                <a:lnTo>
                  <a:pt x="1256297" y="687339"/>
                </a:lnTo>
                <a:lnTo>
                  <a:pt x="1256932" y="687706"/>
                </a:lnTo>
                <a:lnTo>
                  <a:pt x="1257561" y="688099"/>
                </a:lnTo>
                <a:lnTo>
                  <a:pt x="1258184" y="688517"/>
                </a:lnTo>
                <a:lnTo>
                  <a:pt x="1258800" y="688960"/>
                </a:lnTo>
                <a:lnTo>
                  <a:pt x="1259407" y="689427"/>
                </a:lnTo>
                <a:lnTo>
                  <a:pt x="1260005" y="689917"/>
                </a:lnTo>
                <a:lnTo>
                  <a:pt x="1260593" y="690431"/>
                </a:lnTo>
                <a:lnTo>
                  <a:pt x="1261170" y="690967"/>
                </a:lnTo>
                <a:lnTo>
                  <a:pt x="1261734" y="691525"/>
                </a:lnTo>
                <a:lnTo>
                  <a:pt x="1262286" y="692105"/>
                </a:lnTo>
                <a:lnTo>
                  <a:pt x="1262824" y="692706"/>
                </a:lnTo>
                <a:lnTo>
                  <a:pt x="1263346" y="693327"/>
                </a:lnTo>
                <a:lnTo>
                  <a:pt x="1263758" y="693844"/>
                </a:lnTo>
                <a:lnTo>
                  <a:pt x="1264184" y="694409"/>
                </a:lnTo>
                <a:lnTo>
                  <a:pt x="1264620" y="695020"/>
                </a:lnTo>
                <a:lnTo>
                  <a:pt x="1265063" y="695678"/>
                </a:lnTo>
                <a:lnTo>
                  <a:pt x="1265509" y="696382"/>
                </a:lnTo>
                <a:lnTo>
                  <a:pt x="1265953" y="697132"/>
                </a:lnTo>
                <a:lnTo>
                  <a:pt x="1266391" y="697928"/>
                </a:lnTo>
                <a:lnTo>
                  <a:pt x="1266820" y="698770"/>
                </a:lnTo>
                <a:lnTo>
                  <a:pt x="1267234" y="699657"/>
                </a:lnTo>
                <a:lnTo>
                  <a:pt x="1267631" y="700589"/>
                </a:lnTo>
                <a:lnTo>
                  <a:pt x="1268006" y="701566"/>
                </a:lnTo>
                <a:lnTo>
                  <a:pt x="1268354" y="702588"/>
                </a:lnTo>
                <a:lnTo>
                  <a:pt x="1268673" y="703655"/>
                </a:lnTo>
                <a:lnTo>
                  <a:pt x="1268957" y="704765"/>
                </a:lnTo>
                <a:lnTo>
                  <a:pt x="1269203" y="705920"/>
                </a:lnTo>
                <a:lnTo>
                  <a:pt x="1269406" y="707118"/>
                </a:lnTo>
                <a:lnTo>
                  <a:pt x="1269563" y="708360"/>
                </a:lnTo>
                <a:lnTo>
                  <a:pt x="1269670" y="709645"/>
                </a:lnTo>
                <a:lnTo>
                  <a:pt x="1269722" y="710974"/>
                </a:lnTo>
                <a:lnTo>
                  <a:pt x="1269715" y="712345"/>
                </a:lnTo>
                <a:lnTo>
                  <a:pt x="1269646" y="713758"/>
                </a:lnTo>
                <a:lnTo>
                  <a:pt x="1269510" y="715214"/>
                </a:lnTo>
                <a:lnTo>
                  <a:pt x="1269302" y="716713"/>
                </a:lnTo>
                <a:lnTo>
                  <a:pt x="1269020" y="718253"/>
                </a:lnTo>
                <a:lnTo>
                  <a:pt x="1203509" y="1037439"/>
                </a:lnTo>
                <a:lnTo>
                  <a:pt x="765028" y="1037439"/>
                </a:lnTo>
                <a:lnTo>
                  <a:pt x="778335" y="972610"/>
                </a:lnTo>
                <a:lnTo>
                  <a:pt x="778336" y="972606"/>
                </a:lnTo>
                <a:lnTo>
                  <a:pt x="778337" y="972603"/>
                </a:lnTo>
                <a:lnTo>
                  <a:pt x="778337" y="972599"/>
                </a:lnTo>
                <a:lnTo>
                  <a:pt x="778338" y="972596"/>
                </a:lnTo>
                <a:lnTo>
                  <a:pt x="778338" y="972592"/>
                </a:lnTo>
                <a:lnTo>
                  <a:pt x="778339" y="972589"/>
                </a:lnTo>
                <a:lnTo>
                  <a:pt x="778339" y="972585"/>
                </a:lnTo>
                <a:lnTo>
                  <a:pt x="778340" y="972582"/>
                </a:lnTo>
                <a:lnTo>
                  <a:pt x="778340" y="972578"/>
                </a:lnTo>
                <a:lnTo>
                  <a:pt x="778341" y="972575"/>
                </a:lnTo>
                <a:lnTo>
                  <a:pt x="778341" y="972571"/>
                </a:lnTo>
                <a:lnTo>
                  <a:pt x="778342" y="972568"/>
                </a:lnTo>
                <a:lnTo>
                  <a:pt x="778342" y="972564"/>
                </a:lnTo>
                <a:lnTo>
                  <a:pt x="778343" y="972561"/>
                </a:lnTo>
                <a:lnTo>
                  <a:pt x="778343" y="972557"/>
                </a:lnTo>
                <a:lnTo>
                  <a:pt x="778344" y="972554"/>
                </a:lnTo>
                <a:lnTo>
                  <a:pt x="778344" y="972550"/>
                </a:lnTo>
                <a:lnTo>
                  <a:pt x="778345" y="972546"/>
                </a:lnTo>
                <a:lnTo>
                  <a:pt x="778345" y="972543"/>
                </a:lnTo>
                <a:lnTo>
                  <a:pt x="778346" y="972539"/>
                </a:lnTo>
                <a:lnTo>
                  <a:pt x="778346" y="972536"/>
                </a:lnTo>
                <a:lnTo>
                  <a:pt x="778347" y="972532"/>
                </a:lnTo>
                <a:lnTo>
                  <a:pt x="778348" y="972529"/>
                </a:lnTo>
                <a:lnTo>
                  <a:pt x="778348" y="972525"/>
                </a:lnTo>
                <a:lnTo>
                  <a:pt x="831278" y="714582"/>
                </a:lnTo>
                <a:lnTo>
                  <a:pt x="831667" y="712874"/>
                </a:lnTo>
                <a:lnTo>
                  <a:pt x="832140" y="711150"/>
                </a:lnTo>
                <a:lnTo>
                  <a:pt x="832698" y="709418"/>
                </a:lnTo>
                <a:lnTo>
                  <a:pt x="833342" y="707686"/>
                </a:lnTo>
                <a:lnTo>
                  <a:pt x="834073" y="705961"/>
                </a:lnTo>
                <a:lnTo>
                  <a:pt x="834892" y="704253"/>
                </a:lnTo>
                <a:lnTo>
                  <a:pt x="835800" y="702568"/>
                </a:lnTo>
                <a:lnTo>
                  <a:pt x="836798" y="700914"/>
                </a:lnTo>
                <a:lnTo>
                  <a:pt x="837888" y="699300"/>
                </a:lnTo>
                <a:lnTo>
                  <a:pt x="839069" y="697732"/>
                </a:lnTo>
                <a:lnTo>
                  <a:pt x="840344" y="696220"/>
                </a:lnTo>
                <a:lnTo>
                  <a:pt x="841713" y="694770"/>
                </a:lnTo>
                <a:lnTo>
                  <a:pt x="843178" y="693392"/>
                </a:lnTo>
                <a:lnTo>
                  <a:pt x="844739" y="692092"/>
                </a:lnTo>
                <a:lnTo>
                  <a:pt x="846397" y="690878"/>
                </a:lnTo>
                <a:lnTo>
                  <a:pt x="848154" y="689759"/>
                </a:lnTo>
                <a:lnTo>
                  <a:pt x="850010" y="688741"/>
                </a:lnTo>
                <a:lnTo>
                  <a:pt x="851967" y="687834"/>
                </a:lnTo>
                <a:lnTo>
                  <a:pt x="854025" y="687045"/>
                </a:lnTo>
                <a:lnTo>
                  <a:pt x="856187" y="686382"/>
                </a:lnTo>
                <a:lnTo>
                  <a:pt x="858452" y="685852"/>
                </a:lnTo>
                <a:lnTo>
                  <a:pt x="860821" y="685464"/>
                </a:lnTo>
                <a:lnTo>
                  <a:pt x="863297" y="685226"/>
                </a:lnTo>
                <a:lnTo>
                  <a:pt x="865879" y="685145"/>
                </a:lnTo>
                <a:lnTo>
                  <a:pt x="998694" y="685145"/>
                </a:lnTo>
                <a:lnTo>
                  <a:pt x="1000006" y="685100"/>
                </a:lnTo>
                <a:lnTo>
                  <a:pt x="1001294" y="684970"/>
                </a:lnTo>
                <a:lnTo>
                  <a:pt x="1002556" y="684755"/>
                </a:lnTo>
                <a:lnTo>
                  <a:pt x="1003788" y="684460"/>
                </a:lnTo>
                <a:lnTo>
                  <a:pt x="1004988" y="684087"/>
                </a:lnTo>
                <a:lnTo>
                  <a:pt x="1006153" y="683639"/>
                </a:lnTo>
                <a:lnTo>
                  <a:pt x="1007280" y="683118"/>
                </a:lnTo>
                <a:lnTo>
                  <a:pt x="1008365" y="682529"/>
                </a:lnTo>
                <a:lnTo>
                  <a:pt x="1009408" y="681872"/>
                </a:lnTo>
                <a:lnTo>
                  <a:pt x="1010403" y="681152"/>
                </a:lnTo>
                <a:lnTo>
                  <a:pt x="1011349" y="680371"/>
                </a:lnTo>
                <a:lnTo>
                  <a:pt x="1012243" y="679533"/>
                </a:lnTo>
                <a:lnTo>
                  <a:pt x="1013082" y="678639"/>
                </a:lnTo>
                <a:lnTo>
                  <a:pt x="1013863" y="677693"/>
                </a:lnTo>
                <a:lnTo>
                  <a:pt x="1014583" y="676697"/>
                </a:lnTo>
                <a:lnTo>
                  <a:pt x="1015239" y="675655"/>
                </a:lnTo>
                <a:lnTo>
                  <a:pt x="1015829" y="674569"/>
                </a:lnTo>
                <a:lnTo>
                  <a:pt x="1016349" y="673443"/>
                </a:lnTo>
                <a:lnTo>
                  <a:pt x="1016797" y="672278"/>
                </a:lnTo>
                <a:lnTo>
                  <a:pt x="1017170" y="671078"/>
                </a:lnTo>
                <a:lnTo>
                  <a:pt x="1017465" y="669846"/>
                </a:lnTo>
                <a:lnTo>
                  <a:pt x="1017679" y="668585"/>
                </a:lnTo>
                <a:lnTo>
                  <a:pt x="1017810" y="667297"/>
                </a:lnTo>
                <a:lnTo>
                  <a:pt x="1017854" y="665985"/>
                </a:lnTo>
                <a:lnTo>
                  <a:pt x="1017810" y="664673"/>
                </a:lnTo>
                <a:lnTo>
                  <a:pt x="1017679" y="663385"/>
                </a:lnTo>
                <a:lnTo>
                  <a:pt x="1017465" y="662124"/>
                </a:lnTo>
                <a:lnTo>
                  <a:pt x="1017170" y="660892"/>
                </a:lnTo>
                <a:lnTo>
                  <a:pt x="1016797" y="659692"/>
                </a:lnTo>
                <a:lnTo>
                  <a:pt x="1016349" y="658527"/>
                </a:lnTo>
                <a:lnTo>
                  <a:pt x="1015829" y="657401"/>
                </a:lnTo>
                <a:lnTo>
                  <a:pt x="1015239" y="656315"/>
                </a:lnTo>
                <a:lnTo>
                  <a:pt x="1014583" y="655273"/>
                </a:lnTo>
                <a:lnTo>
                  <a:pt x="1013863" y="654277"/>
                </a:lnTo>
                <a:lnTo>
                  <a:pt x="1013082" y="653331"/>
                </a:lnTo>
                <a:lnTo>
                  <a:pt x="1012243" y="652437"/>
                </a:lnTo>
                <a:lnTo>
                  <a:pt x="1011349" y="651598"/>
                </a:lnTo>
                <a:lnTo>
                  <a:pt x="1010403" y="650817"/>
                </a:lnTo>
                <a:lnTo>
                  <a:pt x="1009408" y="650097"/>
                </a:lnTo>
                <a:lnTo>
                  <a:pt x="1008365" y="649441"/>
                </a:lnTo>
                <a:lnTo>
                  <a:pt x="1007280" y="648851"/>
                </a:lnTo>
                <a:lnTo>
                  <a:pt x="1006153" y="648331"/>
                </a:lnTo>
                <a:lnTo>
                  <a:pt x="1004988" y="647883"/>
                </a:lnTo>
                <a:lnTo>
                  <a:pt x="1003788" y="647510"/>
                </a:lnTo>
                <a:lnTo>
                  <a:pt x="1002556" y="647214"/>
                </a:lnTo>
                <a:lnTo>
                  <a:pt x="1001294" y="647000"/>
                </a:lnTo>
                <a:lnTo>
                  <a:pt x="1000006" y="646869"/>
                </a:lnTo>
                <a:lnTo>
                  <a:pt x="998694" y="646825"/>
                </a:lnTo>
                <a:lnTo>
                  <a:pt x="865879" y="646825"/>
                </a:lnTo>
                <a:lnTo>
                  <a:pt x="862378" y="646903"/>
                </a:lnTo>
                <a:lnTo>
                  <a:pt x="858924" y="647134"/>
                </a:lnTo>
                <a:lnTo>
                  <a:pt x="855522" y="647517"/>
                </a:lnTo>
                <a:lnTo>
                  <a:pt x="852172" y="648048"/>
                </a:lnTo>
                <a:lnTo>
                  <a:pt x="848880" y="648725"/>
                </a:lnTo>
                <a:lnTo>
                  <a:pt x="845648" y="649545"/>
                </a:lnTo>
                <a:lnTo>
                  <a:pt x="842478" y="650506"/>
                </a:lnTo>
                <a:lnTo>
                  <a:pt x="839375" y="651604"/>
                </a:lnTo>
                <a:lnTo>
                  <a:pt x="836342" y="652838"/>
                </a:lnTo>
                <a:lnTo>
                  <a:pt x="833380" y="654204"/>
                </a:lnTo>
                <a:lnTo>
                  <a:pt x="830494" y="655700"/>
                </a:lnTo>
                <a:lnTo>
                  <a:pt x="827687" y="657323"/>
                </a:lnTo>
                <a:lnTo>
                  <a:pt x="824961" y="659070"/>
                </a:lnTo>
                <a:lnTo>
                  <a:pt x="822321" y="660940"/>
                </a:lnTo>
                <a:lnTo>
                  <a:pt x="819768" y="662929"/>
                </a:lnTo>
                <a:lnTo>
                  <a:pt x="817306" y="665035"/>
                </a:lnTo>
                <a:lnTo>
                  <a:pt x="814938" y="667254"/>
                </a:lnTo>
                <a:lnTo>
                  <a:pt x="812667" y="669585"/>
                </a:lnTo>
                <a:lnTo>
                  <a:pt x="810497" y="672024"/>
                </a:lnTo>
                <a:lnTo>
                  <a:pt x="808430" y="674569"/>
                </a:lnTo>
                <a:lnTo>
                  <a:pt x="806470" y="677218"/>
                </a:lnTo>
                <a:lnTo>
                  <a:pt x="804619" y="679968"/>
                </a:lnTo>
                <a:lnTo>
                  <a:pt x="802881" y="682815"/>
                </a:lnTo>
                <a:lnTo>
                  <a:pt x="801259" y="685758"/>
                </a:lnTo>
                <a:lnTo>
                  <a:pt x="691246" y="651842"/>
                </a:lnTo>
                <a:lnTo>
                  <a:pt x="691246" y="615268"/>
                </a:lnTo>
                <a:lnTo>
                  <a:pt x="696959" y="610729"/>
                </a:lnTo>
                <a:lnTo>
                  <a:pt x="702574" y="606057"/>
                </a:lnTo>
                <a:lnTo>
                  <a:pt x="708087" y="601256"/>
                </a:lnTo>
                <a:lnTo>
                  <a:pt x="713494" y="596332"/>
                </a:lnTo>
                <a:lnTo>
                  <a:pt x="718791" y="591290"/>
                </a:lnTo>
                <a:lnTo>
                  <a:pt x="723974" y="586135"/>
                </a:lnTo>
                <a:lnTo>
                  <a:pt x="729039" y="580874"/>
                </a:lnTo>
                <a:lnTo>
                  <a:pt x="733981" y="575510"/>
                </a:lnTo>
                <a:lnTo>
                  <a:pt x="738796" y="570051"/>
                </a:lnTo>
                <a:lnTo>
                  <a:pt x="743481" y="564501"/>
                </a:lnTo>
                <a:lnTo>
                  <a:pt x="748031" y="558865"/>
                </a:lnTo>
                <a:lnTo>
                  <a:pt x="752442" y="553149"/>
                </a:lnTo>
                <a:lnTo>
                  <a:pt x="756710" y="547358"/>
                </a:lnTo>
                <a:lnTo>
                  <a:pt x="760830" y="541498"/>
                </a:lnTo>
                <a:lnTo>
                  <a:pt x="764799" y="535574"/>
                </a:lnTo>
                <a:lnTo>
                  <a:pt x="768612" y="529591"/>
                </a:lnTo>
                <a:lnTo>
                  <a:pt x="772266" y="523555"/>
                </a:lnTo>
                <a:lnTo>
                  <a:pt x="775756" y="517471"/>
                </a:lnTo>
                <a:lnTo>
                  <a:pt x="779078" y="511345"/>
                </a:lnTo>
                <a:lnTo>
                  <a:pt x="782228" y="505182"/>
                </a:lnTo>
                <a:lnTo>
                  <a:pt x="785201" y="498987"/>
                </a:lnTo>
                <a:lnTo>
                  <a:pt x="787994" y="492765"/>
                </a:lnTo>
                <a:lnTo>
                  <a:pt x="790603" y="486523"/>
                </a:lnTo>
                <a:lnTo>
                  <a:pt x="793023" y="480266"/>
                </a:lnTo>
                <a:lnTo>
                  <a:pt x="798953" y="479852"/>
                </a:lnTo>
                <a:lnTo>
                  <a:pt x="804853" y="479173"/>
                </a:lnTo>
                <a:lnTo>
                  <a:pt x="810703" y="478232"/>
                </a:lnTo>
                <a:lnTo>
                  <a:pt x="816482" y="477029"/>
                </a:lnTo>
                <a:lnTo>
                  <a:pt x="822171" y="475566"/>
                </a:lnTo>
                <a:lnTo>
                  <a:pt x="827751" y="473842"/>
                </a:lnTo>
                <a:lnTo>
                  <a:pt x="833202" y="471861"/>
                </a:lnTo>
                <a:lnTo>
                  <a:pt x="838503" y="469621"/>
                </a:lnTo>
                <a:lnTo>
                  <a:pt x="843636" y="467126"/>
                </a:lnTo>
                <a:lnTo>
                  <a:pt x="848581" y="464375"/>
                </a:lnTo>
                <a:lnTo>
                  <a:pt x="853317" y="461371"/>
                </a:lnTo>
                <a:lnTo>
                  <a:pt x="857826" y="458113"/>
                </a:lnTo>
                <a:lnTo>
                  <a:pt x="862087" y="454604"/>
                </a:lnTo>
                <a:lnTo>
                  <a:pt x="866081" y="450844"/>
                </a:lnTo>
                <a:lnTo>
                  <a:pt x="869788" y="446835"/>
                </a:lnTo>
                <a:lnTo>
                  <a:pt x="873189" y="442577"/>
                </a:lnTo>
                <a:lnTo>
                  <a:pt x="876263" y="438072"/>
                </a:lnTo>
                <a:lnTo>
                  <a:pt x="878991" y="433321"/>
                </a:lnTo>
                <a:lnTo>
                  <a:pt x="881354" y="428324"/>
                </a:lnTo>
                <a:lnTo>
                  <a:pt x="883331" y="423084"/>
                </a:lnTo>
                <a:lnTo>
                  <a:pt x="884903" y="417601"/>
                </a:lnTo>
                <a:lnTo>
                  <a:pt x="886050" y="411876"/>
                </a:lnTo>
                <a:lnTo>
                  <a:pt x="886753" y="405910"/>
                </a:lnTo>
                <a:lnTo>
                  <a:pt x="886992" y="399705"/>
                </a:lnTo>
                <a:lnTo>
                  <a:pt x="886992" y="379138"/>
                </a:lnTo>
                <a:lnTo>
                  <a:pt x="886862" y="375303"/>
                </a:lnTo>
                <a:lnTo>
                  <a:pt x="886478" y="371537"/>
                </a:lnTo>
                <a:lnTo>
                  <a:pt x="885847" y="367848"/>
                </a:lnTo>
                <a:lnTo>
                  <a:pt x="884980" y="364244"/>
                </a:lnTo>
                <a:lnTo>
                  <a:pt x="883883" y="360734"/>
                </a:lnTo>
                <a:lnTo>
                  <a:pt x="882565" y="357325"/>
                </a:lnTo>
                <a:lnTo>
                  <a:pt x="881036" y="354028"/>
                </a:lnTo>
                <a:lnTo>
                  <a:pt x="879303" y="350849"/>
                </a:lnTo>
                <a:lnTo>
                  <a:pt x="877374" y="347798"/>
                </a:lnTo>
                <a:lnTo>
                  <a:pt x="875259" y="344883"/>
                </a:lnTo>
                <a:lnTo>
                  <a:pt x="872965" y="342112"/>
                </a:lnTo>
                <a:lnTo>
                  <a:pt x="870502" y="339494"/>
                </a:lnTo>
                <a:lnTo>
                  <a:pt x="867876" y="337036"/>
                </a:lnTo>
                <a:lnTo>
                  <a:pt x="865098" y="334749"/>
                </a:lnTo>
                <a:lnTo>
                  <a:pt x="862175" y="332639"/>
                </a:lnTo>
                <a:lnTo>
                  <a:pt x="859116" y="330715"/>
                </a:lnTo>
                <a:lnTo>
                  <a:pt x="855929" y="328986"/>
                </a:lnTo>
                <a:lnTo>
                  <a:pt x="852623" y="327461"/>
                </a:lnTo>
                <a:lnTo>
                  <a:pt x="849206" y="326147"/>
                </a:lnTo>
                <a:lnTo>
                  <a:pt x="845687" y="325053"/>
                </a:lnTo>
                <a:lnTo>
                  <a:pt x="842074" y="324188"/>
                </a:lnTo>
                <a:lnTo>
                  <a:pt x="838375" y="323559"/>
                </a:lnTo>
                <a:lnTo>
                  <a:pt x="834599" y="323176"/>
                </a:lnTo>
                <a:lnTo>
                  <a:pt x="830754" y="323046"/>
                </a:lnTo>
                <a:lnTo>
                  <a:pt x="808507" y="323046"/>
                </a:lnTo>
                <a:lnTo>
                  <a:pt x="809753" y="311336"/>
                </a:lnTo>
                <a:lnTo>
                  <a:pt x="810832" y="299612"/>
                </a:lnTo>
                <a:lnTo>
                  <a:pt x="811710" y="287883"/>
                </a:lnTo>
                <a:lnTo>
                  <a:pt x="812356" y="276160"/>
                </a:lnTo>
                <a:lnTo>
                  <a:pt x="812738" y="264451"/>
                </a:lnTo>
                <a:lnTo>
                  <a:pt x="812822" y="252766"/>
                </a:lnTo>
                <a:lnTo>
                  <a:pt x="812578" y="241114"/>
                </a:lnTo>
                <a:lnTo>
                  <a:pt x="811971" y="229505"/>
                </a:lnTo>
                <a:lnTo>
                  <a:pt x="810971" y="217948"/>
                </a:lnTo>
                <a:lnTo>
                  <a:pt x="809545" y="206452"/>
                </a:lnTo>
                <a:lnTo>
                  <a:pt x="807659" y="195026"/>
                </a:lnTo>
                <a:lnTo>
                  <a:pt x="805283" y="183681"/>
                </a:lnTo>
                <a:lnTo>
                  <a:pt x="802384" y="172425"/>
                </a:lnTo>
                <a:lnTo>
                  <a:pt x="798929" y="161269"/>
                </a:lnTo>
                <a:lnTo>
                  <a:pt x="794887" y="150220"/>
                </a:lnTo>
                <a:lnTo>
                  <a:pt x="790224" y="139289"/>
                </a:lnTo>
                <a:lnTo>
                  <a:pt x="784908" y="128485"/>
                </a:lnTo>
                <a:lnTo>
                  <a:pt x="778908" y="117818"/>
                </a:lnTo>
                <a:lnTo>
                  <a:pt x="772190" y="107296"/>
                </a:lnTo>
                <a:lnTo>
                  <a:pt x="764723" y="96930"/>
                </a:lnTo>
                <a:lnTo>
                  <a:pt x="756475" y="86728"/>
                </a:lnTo>
                <a:lnTo>
                  <a:pt x="747412" y="76700"/>
                </a:lnTo>
                <a:lnTo>
                  <a:pt x="737502" y="66855"/>
                </a:lnTo>
                <a:lnTo>
                  <a:pt x="726714" y="57203"/>
                </a:lnTo>
                <a:lnTo>
                  <a:pt x="719771" y="51611"/>
                </a:lnTo>
                <a:lnTo>
                  <a:pt x="712409" y="46273"/>
                </a:lnTo>
                <a:lnTo>
                  <a:pt x="704656" y="41193"/>
                </a:lnTo>
                <a:lnTo>
                  <a:pt x="696535" y="36378"/>
                </a:lnTo>
                <a:lnTo>
                  <a:pt x="688075" y="31835"/>
                </a:lnTo>
                <a:lnTo>
                  <a:pt x="679300" y="27568"/>
                </a:lnTo>
                <a:lnTo>
                  <a:pt x="670237" y="23584"/>
                </a:lnTo>
                <a:lnTo>
                  <a:pt x="660911" y="19889"/>
                </a:lnTo>
                <a:lnTo>
                  <a:pt x="651350" y="16488"/>
                </a:lnTo>
                <a:lnTo>
                  <a:pt x="641578" y="13388"/>
                </a:lnTo>
                <a:lnTo>
                  <a:pt x="631623" y="10595"/>
                </a:lnTo>
                <a:lnTo>
                  <a:pt x="621509" y="8114"/>
                </a:lnTo>
                <a:lnTo>
                  <a:pt x="611263" y="5952"/>
                </a:lnTo>
                <a:lnTo>
                  <a:pt x="600912" y="4114"/>
                </a:lnTo>
                <a:lnTo>
                  <a:pt x="590481" y="2607"/>
                </a:lnTo>
                <a:lnTo>
                  <a:pt x="579996" y="1436"/>
                </a:lnTo>
                <a:lnTo>
                  <a:pt x="569483" y="607"/>
                </a:lnTo>
                <a:lnTo>
                  <a:pt x="558968" y="126"/>
                </a:lnTo>
                <a:lnTo>
                  <a:pt x="548478" y="0"/>
                </a:lnTo>
                <a:lnTo>
                  <a:pt x="538038" y="234"/>
                </a:lnTo>
                <a:lnTo>
                  <a:pt x="527675" y="834"/>
                </a:lnTo>
                <a:lnTo>
                  <a:pt x="517414" y="1806"/>
                </a:lnTo>
                <a:lnTo>
                  <a:pt x="507282" y="3156"/>
                </a:lnTo>
                <a:lnTo>
                  <a:pt x="497304" y="4889"/>
                </a:lnTo>
                <a:lnTo>
                  <a:pt x="492050" y="5977"/>
                </a:lnTo>
                <a:lnTo>
                  <a:pt x="486904" y="7171"/>
                </a:lnTo>
                <a:lnTo>
                  <a:pt x="481868" y="8469"/>
                </a:lnTo>
                <a:lnTo>
                  <a:pt x="476943" y="9871"/>
                </a:lnTo>
                <a:lnTo>
                  <a:pt x="472132" y="11375"/>
                </a:lnTo>
                <a:lnTo>
                  <a:pt x="467438" y="12980"/>
                </a:lnTo>
                <a:lnTo>
                  <a:pt x="462861" y="14684"/>
                </a:lnTo>
                <a:lnTo>
                  <a:pt x="458405" y="16486"/>
                </a:lnTo>
                <a:lnTo>
                  <a:pt x="454070" y="18386"/>
                </a:lnTo>
                <a:lnTo>
                  <a:pt x="449860" y="20381"/>
                </a:lnTo>
                <a:lnTo>
                  <a:pt x="445776" y="22470"/>
                </a:lnTo>
                <a:lnTo>
                  <a:pt x="441821" y="24653"/>
                </a:lnTo>
                <a:lnTo>
                  <a:pt x="437995" y="26927"/>
                </a:lnTo>
                <a:lnTo>
                  <a:pt x="434303" y="29292"/>
                </a:lnTo>
                <a:lnTo>
                  <a:pt x="430744" y="31746"/>
                </a:lnTo>
                <a:lnTo>
                  <a:pt x="427323" y="34288"/>
                </a:lnTo>
                <a:lnTo>
                  <a:pt x="424039" y="36916"/>
                </a:lnTo>
                <a:lnTo>
                  <a:pt x="420897" y="39630"/>
                </a:lnTo>
                <a:lnTo>
                  <a:pt x="417897" y="42428"/>
                </a:lnTo>
                <a:lnTo>
                  <a:pt x="415042" y="45308"/>
                </a:lnTo>
                <a:lnTo>
                  <a:pt x="412334" y="48270"/>
                </a:lnTo>
                <a:lnTo>
                  <a:pt x="409775" y="51313"/>
                </a:lnTo>
                <a:lnTo>
                  <a:pt x="407366" y="54434"/>
                </a:lnTo>
                <a:lnTo>
                  <a:pt x="405111" y="57632"/>
                </a:lnTo>
                <a:lnTo>
                  <a:pt x="399811" y="58882"/>
                </a:lnTo>
                <a:lnTo>
                  <a:pt x="394610" y="60265"/>
                </a:lnTo>
                <a:lnTo>
                  <a:pt x="389509" y="61778"/>
                </a:lnTo>
                <a:lnTo>
                  <a:pt x="384511" y="63422"/>
                </a:lnTo>
                <a:lnTo>
                  <a:pt x="379617" y="65196"/>
                </a:lnTo>
                <a:lnTo>
                  <a:pt x="374827" y="67098"/>
                </a:lnTo>
                <a:lnTo>
                  <a:pt x="370143" y="69127"/>
                </a:lnTo>
                <a:lnTo>
                  <a:pt x="365568" y="71284"/>
                </a:lnTo>
                <a:lnTo>
                  <a:pt x="361101" y="73566"/>
                </a:lnTo>
                <a:lnTo>
                  <a:pt x="356745" y="75974"/>
                </a:lnTo>
                <a:lnTo>
                  <a:pt x="352501" y="78506"/>
                </a:lnTo>
                <a:lnTo>
                  <a:pt x="348370" y="81161"/>
                </a:lnTo>
                <a:lnTo>
                  <a:pt x="344355" y="83938"/>
                </a:lnTo>
                <a:lnTo>
                  <a:pt x="340455" y="86837"/>
                </a:lnTo>
                <a:lnTo>
                  <a:pt x="336673" y="89857"/>
                </a:lnTo>
                <a:lnTo>
                  <a:pt x="333010" y="92996"/>
                </a:lnTo>
                <a:lnTo>
                  <a:pt x="329467" y="96254"/>
                </a:lnTo>
                <a:lnTo>
                  <a:pt x="326047" y="99630"/>
                </a:lnTo>
                <a:lnTo>
                  <a:pt x="322749" y="103124"/>
                </a:lnTo>
                <a:lnTo>
                  <a:pt x="319576" y="106733"/>
                </a:lnTo>
                <a:lnTo>
                  <a:pt x="316530" y="110458"/>
                </a:lnTo>
                <a:lnTo>
                  <a:pt x="313610" y="114297"/>
                </a:lnTo>
                <a:lnTo>
                  <a:pt x="310820" y="118250"/>
                </a:lnTo>
                <a:lnTo>
                  <a:pt x="308160" y="122316"/>
                </a:lnTo>
                <a:lnTo>
                  <a:pt x="305626" y="126504"/>
                </a:lnTo>
                <a:lnTo>
                  <a:pt x="303229" y="130796"/>
                </a:lnTo>
                <a:lnTo>
                  <a:pt x="300970" y="135191"/>
                </a:lnTo>
                <a:lnTo>
                  <a:pt x="298850" y="139686"/>
                </a:lnTo>
                <a:lnTo>
                  <a:pt x="296868" y="144279"/>
                </a:lnTo>
                <a:lnTo>
                  <a:pt x="295026" y="148968"/>
                </a:lnTo>
                <a:lnTo>
                  <a:pt x="293323" y="153751"/>
                </a:lnTo>
                <a:lnTo>
                  <a:pt x="291760" y="158627"/>
                </a:lnTo>
                <a:lnTo>
                  <a:pt x="290337" y="163592"/>
                </a:lnTo>
                <a:lnTo>
                  <a:pt x="289054" y="168646"/>
                </a:lnTo>
                <a:lnTo>
                  <a:pt x="287913" y="173785"/>
                </a:lnTo>
                <a:lnTo>
                  <a:pt x="286913" y="179008"/>
                </a:lnTo>
                <a:lnTo>
                  <a:pt x="286055" y="184314"/>
                </a:lnTo>
                <a:lnTo>
                  <a:pt x="285339" y="189699"/>
                </a:lnTo>
                <a:lnTo>
                  <a:pt x="284765" y="195162"/>
                </a:lnTo>
                <a:lnTo>
                  <a:pt x="284334" y="200701"/>
                </a:lnTo>
                <a:lnTo>
                  <a:pt x="284045" y="206314"/>
                </a:lnTo>
                <a:lnTo>
                  <a:pt x="283901" y="211998"/>
                </a:lnTo>
                <a:lnTo>
                  <a:pt x="283900" y="217752"/>
                </a:lnTo>
                <a:lnTo>
                  <a:pt x="284044" y="223574"/>
                </a:lnTo>
                <a:lnTo>
                  <a:pt x="284332" y="229462"/>
                </a:lnTo>
                <a:lnTo>
                  <a:pt x="284765" y="235413"/>
                </a:lnTo>
                <a:lnTo>
                  <a:pt x="285343" y="241425"/>
                </a:lnTo>
                <a:lnTo>
                  <a:pt x="286067" y="247498"/>
                </a:lnTo>
                <a:lnTo>
                  <a:pt x="295918" y="323043"/>
                </a:lnTo>
                <a:lnTo>
                  <a:pt x="273781" y="323043"/>
                </a:lnTo>
                <a:lnTo>
                  <a:pt x="269936" y="323173"/>
                </a:lnTo>
                <a:lnTo>
                  <a:pt x="266160" y="323556"/>
                </a:lnTo>
                <a:lnTo>
                  <a:pt x="262461" y="324185"/>
                </a:lnTo>
                <a:lnTo>
                  <a:pt x="258848" y="325050"/>
                </a:lnTo>
                <a:lnTo>
                  <a:pt x="255328" y="326144"/>
                </a:lnTo>
                <a:lnTo>
                  <a:pt x="251911" y="327458"/>
                </a:lnTo>
                <a:lnTo>
                  <a:pt x="248605" y="328984"/>
                </a:lnTo>
                <a:lnTo>
                  <a:pt x="245418" y="330713"/>
                </a:lnTo>
                <a:lnTo>
                  <a:pt x="242359" y="332636"/>
                </a:lnTo>
                <a:lnTo>
                  <a:pt x="239437" y="334746"/>
                </a:lnTo>
                <a:lnTo>
                  <a:pt x="236658" y="337034"/>
                </a:lnTo>
                <a:lnTo>
                  <a:pt x="234033" y="339491"/>
                </a:lnTo>
                <a:lnTo>
                  <a:pt x="231570" y="342109"/>
                </a:lnTo>
                <a:lnTo>
                  <a:pt x="229276" y="344880"/>
                </a:lnTo>
                <a:lnTo>
                  <a:pt x="227160" y="347796"/>
                </a:lnTo>
                <a:lnTo>
                  <a:pt x="225232" y="350847"/>
                </a:lnTo>
                <a:lnTo>
                  <a:pt x="223499" y="354025"/>
                </a:lnTo>
                <a:lnTo>
                  <a:pt x="221969" y="357323"/>
                </a:lnTo>
                <a:lnTo>
                  <a:pt x="220652" y="360731"/>
                </a:lnTo>
                <a:lnTo>
                  <a:pt x="219555" y="364241"/>
                </a:lnTo>
                <a:lnTo>
                  <a:pt x="218687" y="367845"/>
                </a:lnTo>
                <a:lnTo>
                  <a:pt x="218057" y="371535"/>
                </a:lnTo>
                <a:lnTo>
                  <a:pt x="217673" y="375301"/>
                </a:lnTo>
                <a:lnTo>
                  <a:pt x="217543" y="379135"/>
                </a:lnTo>
                <a:lnTo>
                  <a:pt x="217543" y="399703"/>
                </a:lnTo>
                <a:lnTo>
                  <a:pt x="217781" y="405904"/>
                </a:lnTo>
                <a:lnTo>
                  <a:pt x="218483" y="411866"/>
                </a:lnTo>
                <a:lnTo>
                  <a:pt x="219629" y="417588"/>
                </a:lnTo>
                <a:lnTo>
                  <a:pt x="221200" y="423068"/>
                </a:lnTo>
                <a:lnTo>
                  <a:pt x="223176" y="428306"/>
                </a:lnTo>
                <a:lnTo>
                  <a:pt x="225536" y="433300"/>
                </a:lnTo>
                <a:lnTo>
                  <a:pt x="228263" y="438049"/>
                </a:lnTo>
                <a:lnTo>
                  <a:pt x="231335" y="442553"/>
                </a:lnTo>
                <a:lnTo>
                  <a:pt x="234735" y="446809"/>
                </a:lnTo>
                <a:lnTo>
                  <a:pt x="238441" y="450818"/>
                </a:lnTo>
                <a:lnTo>
                  <a:pt x="242434" y="454577"/>
                </a:lnTo>
                <a:lnTo>
                  <a:pt x="246695" y="458086"/>
                </a:lnTo>
                <a:lnTo>
                  <a:pt x="251204" y="461343"/>
                </a:lnTo>
                <a:lnTo>
                  <a:pt x="255942" y="464348"/>
                </a:lnTo>
                <a:lnTo>
                  <a:pt x="260888" y="467099"/>
                </a:lnTo>
                <a:lnTo>
                  <a:pt x="266024" y="469595"/>
                </a:lnTo>
                <a:lnTo>
                  <a:pt x="271330" y="471836"/>
                </a:lnTo>
                <a:lnTo>
                  <a:pt x="276786" y="473819"/>
                </a:lnTo>
                <a:lnTo>
                  <a:pt x="282372" y="475545"/>
                </a:lnTo>
                <a:lnTo>
                  <a:pt x="288069" y="477011"/>
                </a:lnTo>
                <a:lnTo>
                  <a:pt x="293858" y="478217"/>
                </a:lnTo>
                <a:lnTo>
                  <a:pt x="299718" y="479161"/>
                </a:lnTo>
                <a:lnTo>
                  <a:pt x="305631" y="479843"/>
                </a:lnTo>
                <a:lnTo>
                  <a:pt x="311576" y="480261"/>
                </a:lnTo>
                <a:lnTo>
                  <a:pt x="313994" y="486518"/>
                </a:lnTo>
                <a:lnTo>
                  <a:pt x="316601" y="492759"/>
                </a:lnTo>
                <a:lnTo>
                  <a:pt x="319392" y="498980"/>
                </a:lnTo>
                <a:lnTo>
                  <a:pt x="322364" y="505174"/>
                </a:lnTo>
                <a:lnTo>
                  <a:pt x="325511" y="511337"/>
                </a:lnTo>
                <a:lnTo>
                  <a:pt x="328831" y="517462"/>
                </a:lnTo>
                <a:lnTo>
                  <a:pt x="332318" y="523545"/>
                </a:lnTo>
                <a:lnTo>
                  <a:pt x="335970" y="529581"/>
                </a:lnTo>
                <a:lnTo>
                  <a:pt x="339780" y="535563"/>
                </a:lnTo>
                <a:lnTo>
                  <a:pt x="343747" y="541487"/>
                </a:lnTo>
                <a:lnTo>
                  <a:pt x="347865" y="547346"/>
                </a:lnTo>
                <a:lnTo>
                  <a:pt x="352129" y="553137"/>
                </a:lnTo>
                <a:lnTo>
                  <a:pt x="356538" y="558852"/>
                </a:lnTo>
                <a:lnTo>
                  <a:pt x="361085" y="564488"/>
                </a:lnTo>
                <a:lnTo>
                  <a:pt x="365766" y="570038"/>
                </a:lnTo>
                <a:lnTo>
                  <a:pt x="370579" y="575497"/>
                </a:lnTo>
                <a:lnTo>
                  <a:pt x="375518" y="580860"/>
                </a:lnTo>
                <a:lnTo>
                  <a:pt x="380579" y="586121"/>
                </a:lnTo>
                <a:lnTo>
                  <a:pt x="385759" y="591275"/>
                </a:lnTo>
                <a:lnTo>
                  <a:pt x="391053" y="596317"/>
                </a:lnTo>
                <a:lnTo>
                  <a:pt x="396457" y="601241"/>
                </a:lnTo>
                <a:lnTo>
                  <a:pt x="401967" y="606042"/>
                </a:lnTo>
                <a:lnTo>
                  <a:pt x="407579" y="610714"/>
                </a:lnTo>
                <a:lnTo>
                  <a:pt x="413288" y="615252"/>
                </a:lnTo>
                <a:lnTo>
                  <a:pt x="413288" y="651840"/>
                </a:lnTo>
                <a:lnTo>
                  <a:pt x="261710" y="698574"/>
                </a:lnTo>
                <a:lnTo>
                  <a:pt x="256278" y="700348"/>
                </a:lnTo>
                <a:lnTo>
                  <a:pt x="250960" y="702293"/>
                </a:lnTo>
                <a:lnTo>
                  <a:pt x="245756" y="704409"/>
                </a:lnTo>
                <a:lnTo>
                  <a:pt x="240667" y="706695"/>
                </a:lnTo>
                <a:lnTo>
                  <a:pt x="235696" y="709150"/>
                </a:lnTo>
                <a:lnTo>
                  <a:pt x="230842" y="711771"/>
                </a:lnTo>
                <a:lnTo>
                  <a:pt x="226108" y="714559"/>
                </a:lnTo>
                <a:lnTo>
                  <a:pt x="221494" y="717511"/>
                </a:lnTo>
                <a:lnTo>
                  <a:pt x="217003" y="720626"/>
                </a:lnTo>
                <a:lnTo>
                  <a:pt x="212634" y="723903"/>
                </a:lnTo>
                <a:lnTo>
                  <a:pt x="208389" y="727341"/>
                </a:lnTo>
                <a:lnTo>
                  <a:pt x="204270" y="730938"/>
                </a:lnTo>
                <a:lnTo>
                  <a:pt x="200277" y="734694"/>
                </a:lnTo>
                <a:lnTo>
                  <a:pt x="196412" y="738606"/>
                </a:lnTo>
                <a:lnTo>
                  <a:pt x="192677" y="742674"/>
                </a:lnTo>
                <a:lnTo>
                  <a:pt x="189071" y="746896"/>
                </a:lnTo>
                <a:lnTo>
                  <a:pt x="185598" y="751271"/>
                </a:lnTo>
                <a:lnTo>
                  <a:pt x="182257" y="755798"/>
                </a:lnTo>
                <a:lnTo>
                  <a:pt x="179050" y="760476"/>
                </a:lnTo>
                <a:lnTo>
                  <a:pt x="175979" y="765303"/>
                </a:lnTo>
                <a:lnTo>
                  <a:pt x="173044" y="770277"/>
                </a:lnTo>
                <a:lnTo>
                  <a:pt x="170247" y="775398"/>
                </a:lnTo>
                <a:lnTo>
                  <a:pt x="167589" y="780665"/>
                </a:lnTo>
                <a:lnTo>
                  <a:pt x="165071" y="786076"/>
                </a:lnTo>
                <a:lnTo>
                  <a:pt x="150600" y="786076"/>
                </a:lnTo>
                <a:lnTo>
                  <a:pt x="147948" y="786163"/>
                </a:lnTo>
                <a:lnTo>
                  <a:pt x="145343" y="786423"/>
                </a:lnTo>
                <a:lnTo>
                  <a:pt x="142790" y="786849"/>
                </a:lnTo>
                <a:lnTo>
                  <a:pt x="140294" y="787435"/>
                </a:lnTo>
                <a:lnTo>
                  <a:pt x="137862" y="788177"/>
                </a:lnTo>
                <a:lnTo>
                  <a:pt x="135498" y="789068"/>
                </a:lnTo>
                <a:lnTo>
                  <a:pt x="133209" y="790103"/>
                </a:lnTo>
                <a:lnTo>
                  <a:pt x="131000" y="791277"/>
                </a:lnTo>
                <a:lnTo>
                  <a:pt x="128876" y="792583"/>
                </a:lnTo>
                <a:lnTo>
                  <a:pt x="126842" y="794016"/>
                </a:lnTo>
                <a:lnTo>
                  <a:pt x="124906" y="795571"/>
                </a:lnTo>
                <a:lnTo>
                  <a:pt x="123071" y="797242"/>
                </a:lnTo>
                <a:lnTo>
                  <a:pt x="121343" y="799023"/>
                </a:lnTo>
                <a:lnTo>
                  <a:pt x="119729" y="800909"/>
                </a:lnTo>
                <a:lnTo>
                  <a:pt x="118233" y="802895"/>
                </a:lnTo>
                <a:lnTo>
                  <a:pt x="116861" y="804974"/>
                </a:lnTo>
                <a:lnTo>
                  <a:pt x="115619" y="807141"/>
                </a:lnTo>
                <a:lnTo>
                  <a:pt x="114512" y="809391"/>
                </a:lnTo>
                <a:lnTo>
                  <a:pt x="113546" y="811718"/>
                </a:lnTo>
                <a:lnTo>
                  <a:pt x="112726" y="814116"/>
                </a:lnTo>
                <a:lnTo>
                  <a:pt x="112057" y="816580"/>
                </a:lnTo>
                <a:lnTo>
                  <a:pt x="111546" y="819104"/>
                </a:lnTo>
                <a:lnTo>
                  <a:pt x="111197" y="821683"/>
                </a:lnTo>
                <a:lnTo>
                  <a:pt x="111017" y="824311"/>
                </a:lnTo>
                <a:lnTo>
                  <a:pt x="67538" y="824311"/>
                </a:lnTo>
                <a:lnTo>
                  <a:pt x="64322" y="824419"/>
                </a:lnTo>
                <a:lnTo>
                  <a:pt x="61163" y="824740"/>
                </a:lnTo>
                <a:lnTo>
                  <a:pt x="58069" y="825267"/>
                </a:lnTo>
                <a:lnTo>
                  <a:pt x="55047" y="825991"/>
                </a:lnTo>
                <a:lnTo>
                  <a:pt x="52103" y="826907"/>
                </a:lnTo>
                <a:lnTo>
                  <a:pt x="49245" y="828008"/>
                </a:lnTo>
                <a:lnTo>
                  <a:pt x="46479" y="829285"/>
                </a:lnTo>
                <a:lnTo>
                  <a:pt x="43814" y="830733"/>
                </a:lnTo>
                <a:lnTo>
                  <a:pt x="41255" y="832343"/>
                </a:lnTo>
                <a:lnTo>
                  <a:pt x="38810" y="834110"/>
                </a:lnTo>
                <a:lnTo>
                  <a:pt x="36486" y="836026"/>
                </a:lnTo>
                <a:lnTo>
                  <a:pt x="34290" y="838083"/>
                </a:lnTo>
                <a:lnTo>
                  <a:pt x="32230" y="840276"/>
                </a:lnTo>
                <a:lnTo>
                  <a:pt x="30311" y="842596"/>
                </a:lnTo>
                <a:lnTo>
                  <a:pt x="28542" y="845037"/>
                </a:lnTo>
                <a:lnTo>
                  <a:pt x="26928" y="847592"/>
                </a:lnTo>
                <a:lnTo>
                  <a:pt x="25479" y="850253"/>
                </a:lnTo>
                <a:lnTo>
                  <a:pt x="24199" y="853014"/>
                </a:lnTo>
                <a:lnTo>
                  <a:pt x="23097" y="855868"/>
                </a:lnTo>
                <a:lnTo>
                  <a:pt x="22180" y="858807"/>
                </a:lnTo>
                <a:lnTo>
                  <a:pt x="21454" y="861824"/>
                </a:lnTo>
                <a:lnTo>
                  <a:pt x="20927" y="864914"/>
                </a:lnTo>
                <a:lnTo>
                  <a:pt x="20606" y="868067"/>
                </a:lnTo>
                <a:lnTo>
                  <a:pt x="20497" y="871278"/>
                </a:lnTo>
                <a:lnTo>
                  <a:pt x="20497" y="940945"/>
                </a:lnTo>
                <a:lnTo>
                  <a:pt x="20606" y="944156"/>
                </a:lnTo>
                <a:lnTo>
                  <a:pt x="20927" y="947310"/>
                </a:lnTo>
                <a:lnTo>
                  <a:pt x="21454" y="950399"/>
                </a:lnTo>
                <a:lnTo>
                  <a:pt x="22180" y="953417"/>
                </a:lnTo>
                <a:lnTo>
                  <a:pt x="23097" y="956356"/>
                </a:lnTo>
                <a:lnTo>
                  <a:pt x="24199" y="959210"/>
                </a:lnTo>
                <a:lnTo>
                  <a:pt x="25479" y="961971"/>
                </a:lnTo>
                <a:lnTo>
                  <a:pt x="26928" y="964632"/>
                </a:lnTo>
                <a:lnTo>
                  <a:pt x="28542" y="967187"/>
                </a:lnTo>
                <a:lnTo>
                  <a:pt x="30311" y="969628"/>
                </a:lnTo>
                <a:lnTo>
                  <a:pt x="32230" y="971948"/>
                </a:lnTo>
                <a:lnTo>
                  <a:pt x="34290" y="974141"/>
                </a:lnTo>
                <a:lnTo>
                  <a:pt x="36486" y="976198"/>
                </a:lnTo>
                <a:lnTo>
                  <a:pt x="38810" y="978114"/>
                </a:lnTo>
                <a:lnTo>
                  <a:pt x="41255" y="979880"/>
                </a:lnTo>
                <a:lnTo>
                  <a:pt x="43814" y="981491"/>
                </a:lnTo>
                <a:lnTo>
                  <a:pt x="46479" y="982938"/>
                </a:lnTo>
                <a:lnTo>
                  <a:pt x="49245" y="984215"/>
                </a:lnTo>
                <a:lnTo>
                  <a:pt x="52103" y="985316"/>
                </a:lnTo>
                <a:lnTo>
                  <a:pt x="55047" y="986231"/>
                </a:lnTo>
                <a:lnTo>
                  <a:pt x="58069" y="986956"/>
                </a:lnTo>
                <a:lnTo>
                  <a:pt x="61163" y="987482"/>
                </a:lnTo>
                <a:lnTo>
                  <a:pt x="64322" y="987803"/>
                </a:lnTo>
                <a:lnTo>
                  <a:pt x="67538" y="987912"/>
                </a:lnTo>
                <a:lnTo>
                  <a:pt x="110946" y="987912"/>
                </a:lnTo>
                <a:lnTo>
                  <a:pt x="110946" y="1008219"/>
                </a:lnTo>
                <a:lnTo>
                  <a:pt x="110958" y="1009523"/>
                </a:lnTo>
                <a:lnTo>
                  <a:pt x="110995" y="1010822"/>
                </a:lnTo>
                <a:lnTo>
                  <a:pt x="111057" y="1012114"/>
                </a:lnTo>
                <a:lnTo>
                  <a:pt x="111143" y="1013400"/>
                </a:lnTo>
                <a:lnTo>
                  <a:pt x="111253" y="1014679"/>
                </a:lnTo>
                <a:lnTo>
                  <a:pt x="111386" y="1015952"/>
                </a:lnTo>
                <a:lnTo>
                  <a:pt x="111544" y="1017217"/>
                </a:lnTo>
                <a:lnTo>
                  <a:pt x="111724" y="1018475"/>
                </a:lnTo>
                <a:lnTo>
                  <a:pt x="111928" y="1019726"/>
                </a:lnTo>
                <a:lnTo>
                  <a:pt x="112155" y="1020969"/>
                </a:lnTo>
                <a:lnTo>
                  <a:pt x="112404" y="1022204"/>
                </a:lnTo>
                <a:lnTo>
                  <a:pt x="112676" y="1023431"/>
                </a:lnTo>
                <a:lnTo>
                  <a:pt x="112970" y="1024649"/>
                </a:lnTo>
                <a:lnTo>
                  <a:pt x="113286" y="1025859"/>
                </a:lnTo>
                <a:lnTo>
                  <a:pt x="113624" y="1027060"/>
                </a:lnTo>
                <a:lnTo>
                  <a:pt x="113983" y="1028252"/>
                </a:lnTo>
                <a:lnTo>
                  <a:pt x="114363" y="1029434"/>
                </a:lnTo>
                <a:lnTo>
                  <a:pt x="114765" y="1030607"/>
                </a:lnTo>
                <a:lnTo>
                  <a:pt x="115188" y="1031771"/>
                </a:lnTo>
                <a:lnTo>
                  <a:pt x="115631" y="1032924"/>
                </a:lnTo>
                <a:lnTo>
                  <a:pt x="116095" y="1034067"/>
                </a:lnTo>
                <a:lnTo>
                  <a:pt x="116578" y="1035200"/>
                </a:lnTo>
                <a:lnTo>
                  <a:pt x="117082" y="1036322"/>
                </a:lnTo>
                <a:lnTo>
                  <a:pt x="117606" y="1037434"/>
                </a:lnTo>
                <a:lnTo>
                  <a:pt x="30821" y="1037434"/>
                </a:lnTo>
                <a:lnTo>
                  <a:pt x="28714" y="1037505"/>
                </a:lnTo>
                <a:lnTo>
                  <a:pt x="26644" y="1037717"/>
                </a:lnTo>
                <a:lnTo>
                  <a:pt x="24617" y="1038063"/>
                </a:lnTo>
                <a:lnTo>
                  <a:pt x="22637" y="1038540"/>
                </a:lnTo>
                <a:lnTo>
                  <a:pt x="20708" y="1039143"/>
                </a:lnTo>
                <a:lnTo>
                  <a:pt x="18835" y="1039867"/>
                </a:lnTo>
                <a:lnTo>
                  <a:pt x="17024" y="1040707"/>
                </a:lnTo>
                <a:lnTo>
                  <a:pt x="15277" y="1041659"/>
                </a:lnTo>
                <a:lnTo>
                  <a:pt x="13601" y="1042719"/>
                </a:lnTo>
                <a:lnTo>
                  <a:pt x="11999" y="1043881"/>
                </a:lnTo>
                <a:lnTo>
                  <a:pt x="10476" y="1045141"/>
                </a:lnTo>
                <a:lnTo>
                  <a:pt x="9037" y="1046494"/>
                </a:lnTo>
                <a:lnTo>
                  <a:pt x="7687" y="1047937"/>
                </a:lnTo>
                <a:lnTo>
                  <a:pt x="6430" y="1049463"/>
                </a:lnTo>
                <a:lnTo>
                  <a:pt x="5271" y="1051069"/>
                </a:lnTo>
                <a:lnTo>
                  <a:pt x="4214" y="1052749"/>
                </a:lnTo>
                <a:lnTo>
                  <a:pt x="3264" y="1054500"/>
                </a:lnTo>
                <a:lnTo>
                  <a:pt x="2426" y="1056316"/>
                </a:lnTo>
                <a:lnTo>
                  <a:pt x="1704" y="1058193"/>
                </a:lnTo>
                <a:lnTo>
                  <a:pt x="1103" y="1060126"/>
                </a:lnTo>
                <a:lnTo>
                  <a:pt x="627" y="1062111"/>
                </a:lnTo>
                <a:lnTo>
                  <a:pt x="282" y="1064143"/>
                </a:lnTo>
                <a:lnTo>
                  <a:pt x="71" y="1066217"/>
                </a:lnTo>
                <a:lnTo>
                  <a:pt x="0" y="1068329"/>
                </a:lnTo>
                <a:lnTo>
                  <a:pt x="0" y="1176883"/>
                </a:lnTo>
                <a:lnTo>
                  <a:pt x="71" y="1178990"/>
                </a:lnTo>
                <a:lnTo>
                  <a:pt x="282" y="1181059"/>
                </a:lnTo>
                <a:lnTo>
                  <a:pt x="627" y="1183086"/>
                </a:lnTo>
                <a:lnTo>
                  <a:pt x="1103" y="1185066"/>
                </a:lnTo>
                <a:lnTo>
                  <a:pt x="1704" y="1186995"/>
                </a:lnTo>
                <a:lnTo>
                  <a:pt x="2426" y="1188867"/>
                </a:lnTo>
                <a:lnTo>
                  <a:pt x="3264" y="1190679"/>
                </a:lnTo>
                <a:lnTo>
                  <a:pt x="4214" y="1192425"/>
                </a:lnTo>
                <a:lnTo>
                  <a:pt x="5271" y="1194102"/>
                </a:lnTo>
                <a:lnTo>
                  <a:pt x="6430" y="1195703"/>
                </a:lnTo>
                <a:lnTo>
                  <a:pt x="7687" y="1197226"/>
                </a:lnTo>
                <a:lnTo>
                  <a:pt x="9037" y="1198664"/>
                </a:lnTo>
                <a:lnTo>
                  <a:pt x="10476" y="1200014"/>
                </a:lnTo>
                <a:lnTo>
                  <a:pt x="11998" y="1201271"/>
                </a:lnTo>
                <a:lnTo>
                  <a:pt x="13600" y="1202430"/>
                </a:lnTo>
                <a:lnTo>
                  <a:pt x="15276" y="1203487"/>
                </a:lnTo>
                <a:lnTo>
                  <a:pt x="17023" y="1204436"/>
                </a:lnTo>
                <a:lnTo>
                  <a:pt x="18834" y="1205274"/>
                </a:lnTo>
                <a:lnTo>
                  <a:pt x="20707" y="1205996"/>
                </a:lnTo>
                <a:lnTo>
                  <a:pt x="22635" y="1206597"/>
                </a:lnTo>
                <a:lnTo>
                  <a:pt x="24615" y="1207073"/>
                </a:lnTo>
                <a:lnTo>
                  <a:pt x="26642" y="1207418"/>
                </a:lnTo>
                <a:lnTo>
                  <a:pt x="28711" y="1207629"/>
                </a:lnTo>
                <a:lnTo>
                  <a:pt x="30818" y="1207700"/>
                </a:lnTo>
                <a:lnTo>
                  <a:pt x="566571" y="1207700"/>
                </a:lnTo>
                <a:lnTo>
                  <a:pt x="567884" y="1207656"/>
                </a:lnTo>
                <a:lnTo>
                  <a:pt x="569172" y="1207525"/>
                </a:lnTo>
                <a:lnTo>
                  <a:pt x="570434" y="1207310"/>
                </a:lnTo>
                <a:lnTo>
                  <a:pt x="571666" y="1207015"/>
                </a:lnTo>
                <a:lnTo>
                  <a:pt x="572866" y="1206642"/>
                </a:lnTo>
                <a:lnTo>
                  <a:pt x="574031" y="1206194"/>
                </a:lnTo>
                <a:lnTo>
                  <a:pt x="575157" y="1205674"/>
                </a:lnTo>
                <a:lnTo>
                  <a:pt x="576243" y="1205084"/>
                </a:lnTo>
                <a:lnTo>
                  <a:pt x="577285" y="1204427"/>
                </a:lnTo>
                <a:lnTo>
                  <a:pt x="578281" y="1203707"/>
                </a:lnTo>
                <a:lnTo>
                  <a:pt x="579227" y="1202927"/>
                </a:lnTo>
                <a:lnTo>
                  <a:pt x="580121" y="1202088"/>
                </a:lnTo>
                <a:lnTo>
                  <a:pt x="580960" y="1201194"/>
                </a:lnTo>
                <a:lnTo>
                  <a:pt x="581740" y="1200248"/>
                </a:lnTo>
                <a:lnTo>
                  <a:pt x="582460" y="1199252"/>
                </a:lnTo>
                <a:lnTo>
                  <a:pt x="583117" y="1198210"/>
                </a:lnTo>
                <a:lnTo>
                  <a:pt x="583706" y="1197124"/>
                </a:lnTo>
                <a:lnTo>
                  <a:pt x="584227" y="1195998"/>
                </a:lnTo>
                <a:lnTo>
                  <a:pt x="584675" y="1194833"/>
                </a:lnTo>
                <a:lnTo>
                  <a:pt x="585048" y="1193633"/>
                </a:lnTo>
                <a:lnTo>
                  <a:pt x="585343" y="1192401"/>
                </a:lnTo>
                <a:lnTo>
                  <a:pt x="585557" y="1191140"/>
                </a:lnTo>
                <a:lnTo>
                  <a:pt x="585688" y="1189852"/>
                </a:lnTo>
                <a:lnTo>
                  <a:pt x="585732" y="1188540"/>
                </a:lnTo>
                <a:lnTo>
                  <a:pt x="585688" y="1187228"/>
                </a:lnTo>
                <a:lnTo>
                  <a:pt x="585557" y="1185940"/>
                </a:lnTo>
                <a:lnTo>
                  <a:pt x="585343" y="1184679"/>
                </a:lnTo>
                <a:lnTo>
                  <a:pt x="585048" y="1183447"/>
                </a:lnTo>
                <a:lnTo>
                  <a:pt x="584675" y="1182247"/>
                </a:lnTo>
                <a:lnTo>
                  <a:pt x="584227" y="1181082"/>
                </a:lnTo>
                <a:lnTo>
                  <a:pt x="583706" y="1179956"/>
                </a:lnTo>
                <a:lnTo>
                  <a:pt x="583117" y="1178870"/>
                </a:lnTo>
                <a:lnTo>
                  <a:pt x="582460" y="1177828"/>
                </a:lnTo>
                <a:lnTo>
                  <a:pt x="581740" y="1176832"/>
                </a:lnTo>
                <a:lnTo>
                  <a:pt x="580960" y="1175886"/>
                </a:lnTo>
                <a:lnTo>
                  <a:pt x="580121" y="1174992"/>
                </a:lnTo>
                <a:lnTo>
                  <a:pt x="579227" y="1174153"/>
                </a:lnTo>
                <a:lnTo>
                  <a:pt x="578281" y="1173373"/>
                </a:lnTo>
                <a:lnTo>
                  <a:pt x="577285" y="1172653"/>
                </a:lnTo>
                <a:lnTo>
                  <a:pt x="576243" y="1171996"/>
                </a:lnTo>
                <a:lnTo>
                  <a:pt x="575157" y="1171406"/>
                </a:lnTo>
                <a:lnTo>
                  <a:pt x="574031" y="1170886"/>
                </a:lnTo>
                <a:lnTo>
                  <a:pt x="572866" y="1170438"/>
                </a:lnTo>
                <a:lnTo>
                  <a:pt x="571666" y="1170065"/>
                </a:lnTo>
                <a:lnTo>
                  <a:pt x="570434" y="1169770"/>
                </a:lnTo>
                <a:lnTo>
                  <a:pt x="569172" y="1169555"/>
                </a:lnTo>
                <a:lnTo>
                  <a:pt x="567884" y="1169424"/>
                </a:lnTo>
                <a:lnTo>
                  <a:pt x="566571" y="1169380"/>
                </a:lnTo>
                <a:lnTo>
                  <a:pt x="38321" y="1169380"/>
                </a:lnTo>
                <a:lnTo>
                  <a:pt x="38321" y="1075758"/>
                </a:lnTo>
                <a:lnTo>
                  <a:pt x="1269713" y="1075758"/>
                </a:lnTo>
                <a:lnTo>
                  <a:pt x="1269713" y="1169380"/>
                </a:lnTo>
                <a:lnTo>
                  <a:pt x="654997" y="1169380"/>
                </a:lnTo>
                <a:lnTo>
                  <a:pt x="653685" y="1169424"/>
                </a:lnTo>
                <a:lnTo>
                  <a:pt x="652396" y="1169555"/>
                </a:lnTo>
                <a:lnTo>
                  <a:pt x="651135" y="1169770"/>
                </a:lnTo>
                <a:lnTo>
                  <a:pt x="649902" y="1170065"/>
                </a:lnTo>
                <a:lnTo>
                  <a:pt x="648702" y="1170438"/>
                </a:lnTo>
                <a:lnTo>
                  <a:pt x="647538" y="1170886"/>
                </a:lnTo>
                <a:lnTo>
                  <a:pt x="646411" y="1171406"/>
                </a:lnTo>
                <a:lnTo>
                  <a:pt x="645325" y="1171996"/>
                </a:lnTo>
                <a:lnTo>
                  <a:pt x="644283" y="1172653"/>
                </a:lnTo>
                <a:lnTo>
                  <a:pt x="643287" y="1173373"/>
                </a:lnTo>
                <a:lnTo>
                  <a:pt x="642341" y="1174153"/>
                </a:lnTo>
                <a:lnTo>
                  <a:pt x="641447" y="1174992"/>
                </a:lnTo>
                <a:lnTo>
                  <a:pt x="640609" y="1175886"/>
                </a:lnTo>
                <a:lnTo>
                  <a:pt x="639828" y="1176832"/>
                </a:lnTo>
                <a:lnTo>
                  <a:pt x="639108" y="1177828"/>
                </a:lnTo>
                <a:lnTo>
                  <a:pt x="638452" y="1178870"/>
                </a:lnTo>
                <a:lnTo>
                  <a:pt x="637862" y="1179956"/>
                </a:lnTo>
                <a:lnTo>
                  <a:pt x="637342" y="1181082"/>
                </a:lnTo>
                <a:lnTo>
                  <a:pt x="636893" y="1182247"/>
                </a:lnTo>
                <a:lnTo>
                  <a:pt x="636520" y="1183447"/>
                </a:lnTo>
                <a:lnTo>
                  <a:pt x="636225" y="1184679"/>
                </a:lnTo>
                <a:lnTo>
                  <a:pt x="636011" y="1185940"/>
                </a:lnTo>
                <a:lnTo>
                  <a:pt x="635880" y="1187228"/>
                </a:lnTo>
                <a:lnTo>
                  <a:pt x="635836" y="1188540"/>
                </a:lnTo>
                <a:lnTo>
                  <a:pt x="635880" y="1189852"/>
                </a:lnTo>
                <a:lnTo>
                  <a:pt x="636011" y="1191140"/>
                </a:lnTo>
                <a:lnTo>
                  <a:pt x="636225" y="1192401"/>
                </a:lnTo>
                <a:lnTo>
                  <a:pt x="636520" y="1193633"/>
                </a:lnTo>
                <a:lnTo>
                  <a:pt x="636893" y="1194833"/>
                </a:lnTo>
                <a:lnTo>
                  <a:pt x="637342" y="1195998"/>
                </a:lnTo>
                <a:lnTo>
                  <a:pt x="637862" y="1197124"/>
                </a:lnTo>
                <a:lnTo>
                  <a:pt x="638452" y="1198210"/>
                </a:lnTo>
                <a:lnTo>
                  <a:pt x="639108" y="1199252"/>
                </a:lnTo>
                <a:lnTo>
                  <a:pt x="639828" y="1200248"/>
                </a:lnTo>
                <a:lnTo>
                  <a:pt x="640609" y="1201194"/>
                </a:lnTo>
                <a:lnTo>
                  <a:pt x="641447" y="1202088"/>
                </a:lnTo>
                <a:lnTo>
                  <a:pt x="642341" y="1202927"/>
                </a:lnTo>
                <a:lnTo>
                  <a:pt x="643287" y="1203707"/>
                </a:lnTo>
                <a:lnTo>
                  <a:pt x="644283" y="1204427"/>
                </a:lnTo>
                <a:lnTo>
                  <a:pt x="645325" y="1205084"/>
                </a:lnTo>
                <a:lnTo>
                  <a:pt x="646411" y="1205674"/>
                </a:lnTo>
                <a:lnTo>
                  <a:pt x="647538" y="1206194"/>
                </a:lnTo>
                <a:lnTo>
                  <a:pt x="648702" y="1206642"/>
                </a:lnTo>
                <a:lnTo>
                  <a:pt x="649902" y="1207015"/>
                </a:lnTo>
                <a:lnTo>
                  <a:pt x="651135" y="1207310"/>
                </a:lnTo>
                <a:lnTo>
                  <a:pt x="652396" y="1207525"/>
                </a:lnTo>
                <a:lnTo>
                  <a:pt x="653685" y="1207656"/>
                </a:lnTo>
                <a:lnTo>
                  <a:pt x="654997" y="1207700"/>
                </a:lnTo>
                <a:lnTo>
                  <a:pt x="1277216" y="1207700"/>
                </a:lnTo>
                <a:lnTo>
                  <a:pt x="1279323" y="1207629"/>
                </a:lnTo>
                <a:lnTo>
                  <a:pt x="1281392" y="1207418"/>
                </a:lnTo>
                <a:lnTo>
                  <a:pt x="1283419" y="1207073"/>
                </a:lnTo>
                <a:lnTo>
                  <a:pt x="1285399" y="1206597"/>
                </a:lnTo>
                <a:lnTo>
                  <a:pt x="1287327" y="1205996"/>
                </a:lnTo>
                <a:lnTo>
                  <a:pt x="1289200" y="1205274"/>
                </a:lnTo>
                <a:lnTo>
                  <a:pt x="1291011" y="1204436"/>
                </a:lnTo>
                <a:lnTo>
                  <a:pt x="1292758" y="1203486"/>
                </a:lnTo>
                <a:lnTo>
                  <a:pt x="1294434" y="1202429"/>
                </a:lnTo>
                <a:lnTo>
                  <a:pt x="1296036" y="1201270"/>
                </a:lnTo>
                <a:lnTo>
                  <a:pt x="1297558" y="1200013"/>
                </a:lnTo>
                <a:lnTo>
                  <a:pt x="1298997" y="1198663"/>
                </a:lnTo>
                <a:lnTo>
                  <a:pt x="1300347" y="1197225"/>
                </a:lnTo>
                <a:lnTo>
                  <a:pt x="1301604" y="1195702"/>
                </a:lnTo>
                <a:lnTo>
                  <a:pt x="1302763" y="1194100"/>
                </a:lnTo>
                <a:lnTo>
                  <a:pt x="1303820" y="1192424"/>
                </a:lnTo>
                <a:lnTo>
                  <a:pt x="1304770" y="1190678"/>
                </a:lnTo>
                <a:lnTo>
                  <a:pt x="1305608" y="1188866"/>
                </a:lnTo>
                <a:lnTo>
                  <a:pt x="1306330" y="1186994"/>
                </a:lnTo>
                <a:lnTo>
                  <a:pt x="1306931" y="1185066"/>
                </a:lnTo>
                <a:lnTo>
                  <a:pt x="1307407" y="1183086"/>
                </a:lnTo>
                <a:lnTo>
                  <a:pt x="1307752" y="1181059"/>
                </a:lnTo>
                <a:lnTo>
                  <a:pt x="1307963" y="1178990"/>
                </a:lnTo>
                <a:lnTo>
                  <a:pt x="1308034" y="1176883"/>
                </a:lnTo>
                <a:lnTo>
                  <a:pt x="1308034" y="1068329"/>
                </a:lnTo>
                <a:lnTo>
                  <a:pt x="1307963" y="1066217"/>
                </a:lnTo>
                <a:lnTo>
                  <a:pt x="1307752" y="1064143"/>
                </a:lnTo>
                <a:lnTo>
                  <a:pt x="1307407" y="1062111"/>
                </a:lnTo>
                <a:lnTo>
                  <a:pt x="1306931" y="1060126"/>
                </a:lnTo>
                <a:lnTo>
                  <a:pt x="1306330" y="1058193"/>
                </a:lnTo>
                <a:lnTo>
                  <a:pt x="1305608" y="1056316"/>
                </a:lnTo>
                <a:lnTo>
                  <a:pt x="1304770" y="1054500"/>
                </a:lnTo>
                <a:lnTo>
                  <a:pt x="1303820" y="1052749"/>
                </a:lnTo>
                <a:lnTo>
                  <a:pt x="1302763" y="1051069"/>
                </a:lnTo>
                <a:lnTo>
                  <a:pt x="1301604" y="1049463"/>
                </a:lnTo>
                <a:lnTo>
                  <a:pt x="1300347" y="1047937"/>
                </a:lnTo>
                <a:lnTo>
                  <a:pt x="1298997" y="1046495"/>
                </a:lnTo>
                <a:lnTo>
                  <a:pt x="1297558" y="1045141"/>
                </a:lnTo>
                <a:lnTo>
                  <a:pt x="1296036" y="1043881"/>
                </a:lnTo>
                <a:lnTo>
                  <a:pt x="1294434" y="1042719"/>
                </a:lnTo>
                <a:lnTo>
                  <a:pt x="1292758" y="1041660"/>
                </a:lnTo>
                <a:lnTo>
                  <a:pt x="1291011" y="1040708"/>
                </a:lnTo>
                <a:lnTo>
                  <a:pt x="1289200" y="1039868"/>
                </a:lnTo>
                <a:lnTo>
                  <a:pt x="1287327" y="1039144"/>
                </a:lnTo>
                <a:lnTo>
                  <a:pt x="1285399" y="1038542"/>
                </a:lnTo>
                <a:lnTo>
                  <a:pt x="1283419" y="1038065"/>
                </a:lnTo>
                <a:lnTo>
                  <a:pt x="1281392" y="1037719"/>
                </a:lnTo>
                <a:lnTo>
                  <a:pt x="1279323" y="1037507"/>
                </a:lnTo>
                <a:lnTo>
                  <a:pt x="1277216" y="1037436"/>
                </a:lnTo>
                <a:lnTo>
                  <a:pt x="1242630" y="1037436"/>
                </a:lnTo>
                <a:lnTo>
                  <a:pt x="1306557" y="725960"/>
                </a:lnTo>
                <a:lnTo>
                  <a:pt x="1307035" y="723403"/>
                </a:lnTo>
                <a:lnTo>
                  <a:pt x="1307419" y="720846"/>
                </a:lnTo>
                <a:lnTo>
                  <a:pt x="1307708" y="718291"/>
                </a:lnTo>
                <a:lnTo>
                  <a:pt x="1307904" y="715739"/>
                </a:lnTo>
                <a:lnTo>
                  <a:pt x="1308007" y="713194"/>
                </a:lnTo>
                <a:lnTo>
                  <a:pt x="1308018" y="710658"/>
                </a:lnTo>
                <a:lnTo>
                  <a:pt x="1307937" y="708132"/>
                </a:lnTo>
                <a:lnTo>
                  <a:pt x="1307765" y="705620"/>
                </a:lnTo>
                <a:lnTo>
                  <a:pt x="1307502" y="703123"/>
                </a:lnTo>
                <a:lnTo>
                  <a:pt x="1307149" y="700645"/>
                </a:lnTo>
                <a:close/>
                <a:moveTo>
                  <a:pt x="839109" y="423355"/>
                </a:moveTo>
                <a:lnTo>
                  <a:pt x="837253" y="425209"/>
                </a:lnTo>
                <a:lnTo>
                  <a:pt x="835264" y="426969"/>
                </a:lnTo>
                <a:lnTo>
                  <a:pt x="833149" y="428634"/>
                </a:lnTo>
                <a:lnTo>
                  <a:pt x="830915" y="430203"/>
                </a:lnTo>
                <a:lnTo>
                  <a:pt x="828571" y="431677"/>
                </a:lnTo>
                <a:lnTo>
                  <a:pt x="826124" y="433056"/>
                </a:lnTo>
                <a:lnTo>
                  <a:pt x="823581" y="434338"/>
                </a:lnTo>
                <a:lnTo>
                  <a:pt x="820950" y="435523"/>
                </a:lnTo>
                <a:lnTo>
                  <a:pt x="818238" y="436612"/>
                </a:lnTo>
                <a:lnTo>
                  <a:pt x="815453" y="437603"/>
                </a:lnTo>
                <a:lnTo>
                  <a:pt x="812603" y="438497"/>
                </a:lnTo>
                <a:lnTo>
                  <a:pt x="809695" y="439292"/>
                </a:lnTo>
                <a:lnTo>
                  <a:pt x="806736" y="439989"/>
                </a:lnTo>
                <a:lnTo>
                  <a:pt x="803735" y="440587"/>
                </a:lnTo>
                <a:lnTo>
                  <a:pt x="803919" y="439438"/>
                </a:lnTo>
                <a:lnTo>
                  <a:pt x="804096" y="438290"/>
                </a:lnTo>
                <a:lnTo>
                  <a:pt x="804265" y="437143"/>
                </a:lnTo>
                <a:lnTo>
                  <a:pt x="804426" y="435997"/>
                </a:lnTo>
                <a:lnTo>
                  <a:pt x="804580" y="434851"/>
                </a:lnTo>
                <a:lnTo>
                  <a:pt x="804727" y="433707"/>
                </a:lnTo>
                <a:lnTo>
                  <a:pt x="804865" y="432564"/>
                </a:lnTo>
                <a:lnTo>
                  <a:pt x="804997" y="431422"/>
                </a:lnTo>
                <a:lnTo>
                  <a:pt x="805120" y="430280"/>
                </a:lnTo>
                <a:lnTo>
                  <a:pt x="805236" y="429140"/>
                </a:lnTo>
                <a:lnTo>
                  <a:pt x="805344" y="428001"/>
                </a:lnTo>
                <a:lnTo>
                  <a:pt x="805444" y="426864"/>
                </a:lnTo>
                <a:lnTo>
                  <a:pt x="805536" y="425727"/>
                </a:lnTo>
                <a:lnTo>
                  <a:pt x="805621" y="424592"/>
                </a:lnTo>
                <a:lnTo>
                  <a:pt x="805697" y="423458"/>
                </a:lnTo>
                <a:lnTo>
                  <a:pt x="805766" y="422325"/>
                </a:lnTo>
                <a:lnTo>
                  <a:pt x="805827" y="421194"/>
                </a:lnTo>
                <a:lnTo>
                  <a:pt x="805880" y="420064"/>
                </a:lnTo>
                <a:lnTo>
                  <a:pt x="805924" y="418936"/>
                </a:lnTo>
                <a:lnTo>
                  <a:pt x="805961" y="417809"/>
                </a:lnTo>
                <a:lnTo>
                  <a:pt x="805990" y="416683"/>
                </a:lnTo>
                <a:lnTo>
                  <a:pt x="806010" y="415559"/>
                </a:lnTo>
                <a:lnTo>
                  <a:pt x="806022" y="414437"/>
                </a:lnTo>
                <a:lnTo>
                  <a:pt x="806026" y="413316"/>
                </a:lnTo>
                <a:lnTo>
                  <a:pt x="806026" y="361363"/>
                </a:lnTo>
                <a:lnTo>
                  <a:pt x="830754" y="361363"/>
                </a:lnTo>
                <a:lnTo>
                  <a:pt x="831979" y="361404"/>
                </a:lnTo>
                <a:lnTo>
                  <a:pt x="833182" y="361525"/>
                </a:lnTo>
                <a:lnTo>
                  <a:pt x="834361" y="361725"/>
                </a:lnTo>
                <a:lnTo>
                  <a:pt x="835512" y="361999"/>
                </a:lnTo>
                <a:lnTo>
                  <a:pt x="836634" y="362345"/>
                </a:lnTo>
                <a:lnTo>
                  <a:pt x="837722" y="362762"/>
                </a:lnTo>
                <a:lnTo>
                  <a:pt x="838776" y="363245"/>
                </a:lnTo>
                <a:lnTo>
                  <a:pt x="839791" y="363793"/>
                </a:lnTo>
                <a:lnTo>
                  <a:pt x="840765" y="364402"/>
                </a:lnTo>
                <a:lnTo>
                  <a:pt x="841697" y="365071"/>
                </a:lnTo>
                <a:lnTo>
                  <a:pt x="842582" y="365796"/>
                </a:lnTo>
                <a:lnTo>
                  <a:pt x="843418" y="366574"/>
                </a:lnTo>
                <a:lnTo>
                  <a:pt x="844203" y="367404"/>
                </a:lnTo>
                <a:lnTo>
                  <a:pt x="844933" y="368282"/>
                </a:lnTo>
                <a:lnTo>
                  <a:pt x="845607" y="369206"/>
                </a:lnTo>
                <a:lnTo>
                  <a:pt x="846221" y="370172"/>
                </a:lnTo>
                <a:lnTo>
                  <a:pt x="846774" y="371179"/>
                </a:lnTo>
                <a:lnTo>
                  <a:pt x="847261" y="372224"/>
                </a:lnTo>
                <a:lnTo>
                  <a:pt x="847680" y="373304"/>
                </a:lnTo>
                <a:lnTo>
                  <a:pt x="848030" y="374416"/>
                </a:lnTo>
                <a:lnTo>
                  <a:pt x="848306" y="375558"/>
                </a:lnTo>
                <a:lnTo>
                  <a:pt x="848507" y="376727"/>
                </a:lnTo>
                <a:lnTo>
                  <a:pt x="848629" y="377920"/>
                </a:lnTo>
                <a:lnTo>
                  <a:pt x="848671" y="379135"/>
                </a:lnTo>
                <a:lnTo>
                  <a:pt x="848671" y="399703"/>
                </a:lnTo>
                <a:lnTo>
                  <a:pt x="848564" y="402481"/>
                </a:lnTo>
                <a:lnTo>
                  <a:pt x="848248" y="405168"/>
                </a:lnTo>
                <a:lnTo>
                  <a:pt x="847731" y="407764"/>
                </a:lnTo>
                <a:lnTo>
                  <a:pt x="847020" y="410269"/>
                </a:lnTo>
                <a:lnTo>
                  <a:pt x="846123" y="412681"/>
                </a:lnTo>
                <a:lnTo>
                  <a:pt x="845047" y="415002"/>
                </a:lnTo>
                <a:lnTo>
                  <a:pt x="843800" y="417230"/>
                </a:lnTo>
                <a:lnTo>
                  <a:pt x="842390" y="419365"/>
                </a:lnTo>
                <a:lnTo>
                  <a:pt x="840824" y="421407"/>
                </a:lnTo>
                <a:lnTo>
                  <a:pt x="839109" y="423355"/>
                </a:lnTo>
                <a:close/>
                <a:moveTo>
                  <a:pt x="523125" y="39729"/>
                </a:moveTo>
                <a:lnTo>
                  <a:pt x="525009" y="39535"/>
                </a:lnTo>
                <a:lnTo>
                  <a:pt x="526900" y="39355"/>
                </a:lnTo>
                <a:lnTo>
                  <a:pt x="528795" y="39189"/>
                </a:lnTo>
                <a:lnTo>
                  <a:pt x="530696" y="39039"/>
                </a:lnTo>
                <a:lnTo>
                  <a:pt x="532602" y="38903"/>
                </a:lnTo>
                <a:lnTo>
                  <a:pt x="534512" y="38781"/>
                </a:lnTo>
                <a:lnTo>
                  <a:pt x="536427" y="38674"/>
                </a:lnTo>
                <a:lnTo>
                  <a:pt x="538345" y="38582"/>
                </a:lnTo>
                <a:lnTo>
                  <a:pt x="540268" y="38504"/>
                </a:lnTo>
                <a:lnTo>
                  <a:pt x="542195" y="38440"/>
                </a:lnTo>
                <a:lnTo>
                  <a:pt x="544124" y="38390"/>
                </a:lnTo>
                <a:lnTo>
                  <a:pt x="546058" y="38355"/>
                </a:lnTo>
                <a:lnTo>
                  <a:pt x="547994" y="38334"/>
                </a:lnTo>
                <a:lnTo>
                  <a:pt x="549932" y="38327"/>
                </a:lnTo>
                <a:lnTo>
                  <a:pt x="557045" y="38421"/>
                </a:lnTo>
                <a:lnTo>
                  <a:pt x="564179" y="38700"/>
                </a:lnTo>
                <a:lnTo>
                  <a:pt x="571320" y="39162"/>
                </a:lnTo>
                <a:lnTo>
                  <a:pt x="578458" y="39805"/>
                </a:lnTo>
                <a:lnTo>
                  <a:pt x="585580" y="40625"/>
                </a:lnTo>
                <a:lnTo>
                  <a:pt x="592674" y="41620"/>
                </a:lnTo>
                <a:lnTo>
                  <a:pt x="599728" y="42788"/>
                </a:lnTo>
                <a:lnTo>
                  <a:pt x="606731" y="44125"/>
                </a:lnTo>
                <a:lnTo>
                  <a:pt x="613669" y="45629"/>
                </a:lnTo>
                <a:lnTo>
                  <a:pt x="620532" y="47297"/>
                </a:lnTo>
                <a:lnTo>
                  <a:pt x="627306" y="49127"/>
                </a:lnTo>
                <a:lnTo>
                  <a:pt x="633980" y="51115"/>
                </a:lnTo>
                <a:lnTo>
                  <a:pt x="640543" y="53260"/>
                </a:lnTo>
                <a:lnTo>
                  <a:pt x="646981" y="55559"/>
                </a:lnTo>
                <a:lnTo>
                  <a:pt x="653283" y="58008"/>
                </a:lnTo>
                <a:lnTo>
                  <a:pt x="659438" y="60605"/>
                </a:lnTo>
                <a:lnTo>
                  <a:pt x="665432" y="63348"/>
                </a:lnTo>
                <a:lnTo>
                  <a:pt x="671254" y="66234"/>
                </a:lnTo>
                <a:lnTo>
                  <a:pt x="676891" y="69260"/>
                </a:lnTo>
                <a:lnTo>
                  <a:pt x="682333" y="72423"/>
                </a:lnTo>
                <a:lnTo>
                  <a:pt x="687566" y="75721"/>
                </a:lnTo>
                <a:lnTo>
                  <a:pt x="692580" y="79151"/>
                </a:lnTo>
                <a:lnTo>
                  <a:pt x="697360" y="82711"/>
                </a:lnTo>
                <a:lnTo>
                  <a:pt x="701897" y="86398"/>
                </a:lnTo>
                <a:lnTo>
                  <a:pt x="710044" y="93647"/>
                </a:lnTo>
                <a:lnTo>
                  <a:pt x="717603" y="101033"/>
                </a:lnTo>
                <a:lnTo>
                  <a:pt x="724592" y="108550"/>
                </a:lnTo>
                <a:lnTo>
                  <a:pt x="731031" y="116196"/>
                </a:lnTo>
                <a:lnTo>
                  <a:pt x="736937" y="123965"/>
                </a:lnTo>
                <a:lnTo>
                  <a:pt x="742331" y="131856"/>
                </a:lnTo>
                <a:lnTo>
                  <a:pt x="747230" y="139862"/>
                </a:lnTo>
                <a:lnTo>
                  <a:pt x="751655" y="147982"/>
                </a:lnTo>
                <a:lnTo>
                  <a:pt x="755622" y="156210"/>
                </a:lnTo>
                <a:lnTo>
                  <a:pt x="759152" y="164543"/>
                </a:lnTo>
                <a:lnTo>
                  <a:pt x="762263" y="172977"/>
                </a:lnTo>
                <a:lnTo>
                  <a:pt x="764975" y="181508"/>
                </a:lnTo>
                <a:lnTo>
                  <a:pt x="767305" y="190132"/>
                </a:lnTo>
                <a:lnTo>
                  <a:pt x="769273" y="198846"/>
                </a:lnTo>
                <a:lnTo>
                  <a:pt x="770897" y="207646"/>
                </a:lnTo>
                <a:lnTo>
                  <a:pt x="772197" y="216527"/>
                </a:lnTo>
                <a:lnTo>
                  <a:pt x="773191" y="225486"/>
                </a:lnTo>
                <a:lnTo>
                  <a:pt x="773898" y="234519"/>
                </a:lnTo>
                <a:lnTo>
                  <a:pt x="774338" y="243622"/>
                </a:lnTo>
                <a:lnTo>
                  <a:pt x="774528" y="252791"/>
                </a:lnTo>
                <a:lnTo>
                  <a:pt x="774487" y="262023"/>
                </a:lnTo>
                <a:lnTo>
                  <a:pt x="774235" y="271313"/>
                </a:lnTo>
                <a:lnTo>
                  <a:pt x="773791" y="280657"/>
                </a:lnTo>
                <a:lnTo>
                  <a:pt x="773172" y="290053"/>
                </a:lnTo>
                <a:lnTo>
                  <a:pt x="767184" y="284687"/>
                </a:lnTo>
                <a:lnTo>
                  <a:pt x="760985" y="279803"/>
                </a:lnTo>
                <a:lnTo>
                  <a:pt x="754586" y="275382"/>
                </a:lnTo>
                <a:lnTo>
                  <a:pt x="748000" y="271402"/>
                </a:lnTo>
                <a:lnTo>
                  <a:pt x="741238" y="267841"/>
                </a:lnTo>
                <a:lnTo>
                  <a:pt x="734314" y="264678"/>
                </a:lnTo>
                <a:lnTo>
                  <a:pt x="727240" y="261893"/>
                </a:lnTo>
                <a:lnTo>
                  <a:pt x="720027" y="259463"/>
                </a:lnTo>
                <a:lnTo>
                  <a:pt x="712687" y="257369"/>
                </a:lnTo>
                <a:lnTo>
                  <a:pt x="705234" y="255588"/>
                </a:lnTo>
                <a:lnTo>
                  <a:pt x="697678" y="254100"/>
                </a:lnTo>
                <a:lnTo>
                  <a:pt x="690033" y="252883"/>
                </a:lnTo>
                <a:lnTo>
                  <a:pt x="682310" y="251917"/>
                </a:lnTo>
                <a:lnTo>
                  <a:pt x="674521" y="251179"/>
                </a:lnTo>
                <a:lnTo>
                  <a:pt x="666680" y="250650"/>
                </a:lnTo>
                <a:lnTo>
                  <a:pt x="658797" y="250307"/>
                </a:lnTo>
                <a:lnTo>
                  <a:pt x="650886" y="250130"/>
                </a:lnTo>
                <a:lnTo>
                  <a:pt x="642957" y="250098"/>
                </a:lnTo>
                <a:lnTo>
                  <a:pt x="635025" y="250189"/>
                </a:lnTo>
                <a:lnTo>
                  <a:pt x="627099" y="250382"/>
                </a:lnTo>
                <a:lnTo>
                  <a:pt x="619194" y="250655"/>
                </a:lnTo>
                <a:lnTo>
                  <a:pt x="611321" y="250989"/>
                </a:lnTo>
                <a:lnTo>
                  <a:pt x="603492" y="251361"/>
                </a:lnTo>
                <a:lnTo>
                  <a:pt x="595719" y="251751"/>
                </a:lnTo>
                <a:lnTo>
                  <a:pt x="588827" y="252099"/>
                </a:lnTo>
                <a:lnTo>
                  <a:pt x="581973" y="252432"/>
                </a:lnTo>
                <a:lnTo>
                  <a:pt x="575162" y="252737"/>
                </a:lnTo>
                <a:lnTo>
                  <a:pt x="568399" y="253002"/>
                </a:lnTo>
                <a:lnTo>
                  <a:pt x="561689" y="253214"/>
                </a:lnTo>
                <a:lnTo>
                  <a:pt x="555038" y="253360"/>
                </a:lnTo>
                <a:lnTo>
                  <a:pt x="548451" y="253427"/>
                </a:lnTo>
                <a:lnTo>
                  <a:pt x="541934" y="253403"/>
                </a:lnTo>
                <a:lnTo>
                  <a:pt x="535492" y="253274"/>
                </a:lnTo>
                <a:lnTo>
                  <a:pt x="529131" y="253028"/>
                </a:lnTo>
                <a:lnTo>
                  <a:pt x="522856" y="252651"/>
                </a:lnTo>
                <a:lnTo>
                  <a:pt x="516672" y="252132"/>
                </a:lnTo>
                <a:lnTo>
                  <a:pt x="510585" y="251457"/>
                </a:lnTo>
                <a:lnTo>
                  <a:pt x="504601" y="250614"/>
                </a:lnTo>
                <a:lnTo>
                  <a:pt x="498723" y="249589"/>
                </a:lnTo>
                <a:lnTo>
                  <a:pt x="492959" y="248369"/>
                </a:lnTo>
                <a:lnTo>
                  <a:pt x="487314" y="246943"/>
                </a:lnTo>
                <a:lnTo>
                  <a:pt x="481792" y="245297"/>
                </a:lnTo>
                <a:lnTo>
                  <a:pt x="476400" y="243418"/>
                </a:lnTo>
                <a:lnTo>
                  <a:pt x="471143" y="241293"/>
                </a:lnTo>
                <a:lnTo>
                  <a:pt x="466026" y="238910"/>
                </a:lnTo>
                <a:lnTo>
                  <a:pt x="461054" y="236256"/>
                </a:lnTo>
                <a:lnTo>
                  <a:pt x="456233" y="233318"/>
                </a:lnTo>
                <a:lnTo>
                  <a:pt x="451569" y="230083"/>
                </a:lnTo>
                <a:lnTo>
                  <a:pt x="448020" y="226438"/>
                </a:lnTo>
                <a:lnTo>
                  <a:pt x="444747" y="222247"/>
                </a:lnTo>
                <a:lnTo>
                  <a:pt x="441746" y="217555"/>
                </a:lnTo>
                <a:lnTo>
                  <a:pt x="439013" y="212408"/>
                </a:lnTo>
                <a:lnTo>
                  <a:pt x="436543" y="206850"/>
                </a:lnTo>
                <a:lnTo>
                  <a:pt x="434333" y="200926"/>
                </a:lnTo>
                <a:lnTo>
                  <a:pt x="432379" y="194681"/>
                </a:lnTo>
                <a:lnTo>
                  <a:pt x="430678" y="188161"/>
                </a:lnTo>
                <a:lnTo>
                  <a:pt x="429224" y="181410"/>
                </a:lnTo>
                <a:lnTo>
                  <a:pt x="428014" y="174473"/>
                </a:lnTo>
                <a:lnTo>
                  <a:pt x="427044" y="167396"/>
                </a:lnTo>
                <a:lnTo>
                  <a:pt x="426310" y="160223"/>
                </a:lnTo>
                <a:lnTo>
                  <a:pt x="425809" y="152999"/>
                </a:lnTo>
                <a:lnTo>
                  <a:pt x="425536" y="145769"/>
                </a:lnTo>
                <a:lnTo>
                  <a:pt x="425487" y="138579"/>
                </a:lnTo>
                <a:lnTo>
                  <a:pt x="425658" y="131473"/>
                </a:lnTo>
                <a:lnTo>
                  <a:pt x="426046" y="124497"/>
                </a:lnTo>
                <a:lnTo>
                  <a:pt x="426646" y="117695"/>
                </a:lnTo>
                <a:lnTo>
                  <a:pt x="427454" y="111113"/>
                </a:lnTo>
                <a:lnTo>
                  <a:pt x="428467" y="104794"/>
                </a:lnTo>
                <a:lnTo>
                  <a:pt x="429681" y="98786"/>
                </a:lnTo>
                <a:lnTo>
                  <a:pt x="431091" y="93131"/>
                </a:lnTo>
                <a:lnTo>
                  <a:pt x="432694" y="87877"/>
                </a:lnTo>
                <a:lnTo>
                  <a:pt x="434485" y="83066"/>
                </a:lnTo>
                <a:lnTo>
                  <a:pt x="435868" y="80670"/>
                </a:lnTo>
                <a:lnTo>
                  <a:pt x="437398" y="78327"/>
                </a:lnTo>
                <a:lnTo>
                  <a:pt x="439075" y="76038"/>
                </a:lnTo>
                <a:lnTo>
                  <a:pt x="440896" y="73804"/>
                </a:lnTo>
                <a:lnTo>
                  <a:pt x="442859" y="71627"/>
                </a:lnTo>
                <a:lnTo>
                  <a:pt x="444963" y="69507"/>
                </a:lnTo>
                <a:lnTo>
                  <a:pt x="447205" y="67446"/>
                </a:lnTo>
                <a:lnTo>
                  <a:pt x="449583" y="65445"/>
                </a:lnTo>
                <a:lnTo>
                  <a:pt x="452096" y="63505"/>
                </a:lnTo>
                <a:lnTo>
                  <a:pt x="454742" y="61627"/>
                </a:lnTo>
                <a:lnTo>
                  <a:pt x="457519" y="59812"/>
                </a:lnTo>
                <a:lnTo>
                  <a:pt x="460424" y="58062"/>
                </a:lnTo>
                <a:lnTo>
                  <a:pt x="463457" y="56377"/>
                </a:lnTo>
                <a:lnTo>
                  <a:pt x="466614" y="54759"/>
                </a:lnTo>
                <a:lnTo>
                  <a:pt x="469895" y="53209"/>
                </a:lnTo>
                <a:lnTo>
                  <a:pt x="473296" y="51728"/>
                </a:lnTo>
                <a:lnTo>
                  <a:pt x="476817" y="50317"/>
                </a:lnTo>
                <a:lnTo>
                  <a:pt x="480455" y="48978"/>
                </a:lnTo>
                <a:lnTo>
                  <a:pt x="484209" y="47711"/>
                </a:lnTo>
                <a:lnTo>
                  <a:pt x="488076" y="46517"/>
                </a:lnTo>
                <a:lnTo>
                  <a:pt x="492054" y="45398"/>
                </a:lnTo>
                <a:lnTo>
                  <a:pt x="496142" y="44355"/>
                </a:lnTo>
                <a:lnTo>
                  <a:pt x="500338" y="43389"/>
                </a:lnTo>
                <a:lnTo>
                  <a:pt x="504639" y="42501"/>
                </a:lnTo>
                <a:lnTo>
                  <a:pt x="506454" y="42156"/>
                </a:lnTo>
                <a:lnTo>
                  <a:pt x="508278" y="41826"/>
                </a:lnTo>
                <a:lnTo>
                  <a:pt x="510109" y="41511"/>
                </a:lnTo>
                <a:lnTo>
                  <a:pt x="511948" y="41211"/>
                </a:lnTo>
                <a:lnTo>
                  <a:pt x="513794" y="40926"/>
                </a:lnTo>
                <a:lnTo>
                  <a:pt x="515647" y="40657"/>
                </a:lnTo>
                <a:lnTo>
                  <a:pt x="517507" y="40403"/>
                </a:lnTo>
                <a:lnTo>
                  <a:pt x="519373" y="40163"/>
                </a:lnTo>
                <a:lnTo>
                  <a:pt x="521246" y="39939"/>
                </a:lnTo>
                <a:lnTo>
                  <a:pt x="523125" y="39729"/>
                </a:lnTo>
                <a:close/>
                <a:moveTo>
                  <a:pt x="387618" y="124636"/>
                </a:moveTo>
                <a:lnTo>
                  <a:pt x="387468" y="127203"/>
                </a:lnTo>
                <a:lnTo>
                  <a:pt x="387343" y="129784"/>
                </a:lnTo>
                <a:lnTo>
                  <a:pt x="387242" y="132377"/>
                </a:lnTo>
                <a:lnTo>
                  <a:pt x="387167" y="134981"/>
                </a:lnTo>
                <a:lnTo>
                  <a:pt x="387118" y="137595"/>
                </a:lnTo>
                <a:lnTo>
                  <a:pt x="387094" y="140216"/>
                </a:lnTo>
                <a:lnTo>
                  <a:pt x="387096" y="142845"/>
                </a:lnTo>
                <a:lnTo>
                  <a:pt x="387124" y="145479"/>
                </a:lnTo>
                <a:lnTo>
                  <a:pt x="387179" y="148118"/>
                </a:lnTo>
                <a:lnTo>
                  <a:pt x="387259" y="150760"/>
                </a:lnTo>
                <a:lnTo>
                  <a:pt x="387366" y="153404"/>
                </a:lnTo>
                <a:lnTo>
                  <a:pt x="387500" y="156049"/>
                </a:lnTo>
                <a:lnTo>
                  <a:pt x="387661" y="158693"/>
                </a:lnTo>
                <a:lnTo>
                  <a:pt x="387848" y="161335"/>
                </a:lnTo>
                <a:lnTo>
                  <a:pt x="388063" y="163974"/>
                </a:lnTo>
                <a:lnTo>
                  <a:pt x="388329" y="166839"/>
                </a:lnTo>
                <a:lnTo>
                  <a:pt x="388649" y="169864"/>
                </a:lnTo>
                <a:lnTo>
                  <a:pt x="389026" y="173035"/>
                </a:lnTo>
                <a:lnTo>
                  <a:pt x="389467" y="176341"/>
                </a:lnTo>
                <a:lnTo>
                  <a:pt x="389974" y="179768"/>
                </a:lnTo>
                <a:lnTo>
                  <a:pt x="390554" y="183303"/>
                </a:lnTo>
                <a:lnTo>
                  <a:pt x="391211" y="186935"/>
                </a:lnTo>
                <a:lnTo>
                  <a:pt x="391949" y="190649"/>
                </a:lnTo>
                <a:lnTo>
                  <a:pt x="392773" y="194434"/>
                </a:lnTo>
                <a:lnTo>
                  <a:pt x="393688" y="198276"/>
                </a:lnTo>
                <a:lnTo>
                  <a:pt x="394698" y="202163"/>
                </a:lnTo>
                <a:lnTo>
                  <a:pt x="395808" y="206082"/>
                </a:lnTo>
                <a:lnTo>
                  <a:pt x="397024" y="210020"/>
                </a:lnTo>
                <a:lnTo>
                  <a:pt x="398349" y="213965"/>
                </a:lnTo>
                <a:lnTo>
                  <a:pt x="399788" y="217904"/>
                </a:lnTo>
                <a:lnTo>
                  <a:pt x="401346" y="221823"/>
                </a:lnTo>
                <a:lnTo>
                  <a:pt x="403027" y="225711"/>
                </a:lnTo>
                <a:lnTo>
                  <a:pt x="404837" y="229554"/>
                </a:lnTo>
                <a:lnTo>
                  <a:pt x="406780" y="233340"/>
                </a:lnTo>
                <a:lnTo>
                  <a:pt x="408860" y="237056"/>
                </a:lnTo>
                <a:lnTo>
                  <a:pt x="411083" y="240689"/>
                </a:lnTo>
                <a:lnTo>
                  <a:pt x="413452" y="244227"/>
                </a:lnTo>
                <a:lnTo>
                  <a:pt x="415973" y="247656"/>
                </a:lnTo>
                <a:lnTo>
                  <a:pt x="418651" y="250964"/>
                </a:lnTo>
                <a:lnTo>
                  <a:pt x="417508" y="254814"/>
                </a:lnTo>
                <a:lnTo>
                  <a:pt x="416154" y="258479"/>
                </a:lnTo>
                <a:lnTo>
                  <a:pt x="414593" y="261969"/>
                </a:lnTo>
                <a:lnTo>
                  <a:pt x="412832" y="265291"/>
                </a:lnTo>
                <a:lnTo>
                  <a:pt x="410877" y="268453"/>
                </a:lnTo>
                <a:lnTo>
                  <a:pt x="408732" y="271464"/>
                </a:lnTo>
                <a:lnTo>
                  <a:pt x="406405" y="274332"/>
                </a:lnTo>
                <a:lnTo>
                  <a:pt x="403900" y="277065"/>
                </a:lnTo>
                <a:lnTo>
                  <a:pt x="401224" y="279671"/>
                </a:lnTo>
                <a:lnTo>
                  <a:pt x="398382" y="282158"/>
                </a:lnTo>
                <a:lnTo>
                  <a:pt x="395380" y="284535"/>
                </a:lnTo>
                <a:lnTo>
                  <a:pt x="392223" y="286809"/>
                </a:lnTo>
                <a:lnTo>
                  <a:pt x="388918" y="288989"/>
                </a:lnTo>
                <a:lnTo>
                  <a:pt x="385470" y="291083"/>
                </a:lnTo>
                <a:lnTo>
                  <a:pt x="381885" y="293099"/>
                </a:lnTo>
                <a:lnTo>
                  <a:pt x="378169" y="295045"/>
                </a:lnTo>
                <a:lnTo>
                  <a:pt x="374326" y="296930"/>
                </a:lnTo>
                <a:lnTo>
                  <a:pt x="370365" y="298761"/>
                </a:lnTo>
                <a:lnTo>
                  <a:pt x="366288" y="300547"/>
                </a:lnTo>
                <a:lnTo>
                  <a:pt x="362104" y="302295"/>
                </a:lnTo>
                <a:lnTo>
                  <a:pt x="357817" y="304014"/>
                </a:lnTo>
                <a:lnTo>
                  <a:pt x="353433" y="305713"/>
                </a:lnTo>
                <a:lnTo>
                  <a:pt x="348957" y="307399"/>
                </a:lnTo>
                <a:lnTo>
                  <a:pt x="344397" y="309080"/>
                </a:lnTo>
                <a:lnTo>
                  <a:pt x="343917" y="309255"/>
                </a:lnTo>
                <a:lnTo>
                  <a:pt x="343439" y="309430"/>
                </a:lnTo>
                <a:lnTo>
                  <a:pt x="342962" y="309604"/>
                </a:lnTo>
                <a:lnTo>
                  <a:pt x="342487" y="309778"/>
                </a:lnTo>
                <a:lnTo>
                  <a:pt x="342013" y="309952"/>
                </a:lnTo>
                <a:lnTo>
                  <a:pt x="341540" y="310125"/>
                </a:lnTo>
                <a:lnTo>
                  <a:pt x="341069" y="310298"/>
                </a:lnTo>
                <a:lnTo>
                  <a:pt x="340599" y="310471"/>
                </a:lnTo>
                <a:lnTo>
                  <a:pt x="340130" y="310643"/>
                </a:lnTo>
                <a:lnTo>
                  <a:pt x="339663" y="310815"/>
                </a:lnTo>
                <a:lnTo>
                  <a:pt x="339198" y="310986"/>
                </a:lnTo>
                <a:lnTo>
                  <a:pt x="338734" y="311158"/>
                </a:lnTo>
                <a:lnTo>
                  <a:pt x="338271" y="311329"/>
                </a:lnTo>
                <a:lnTo>
                  <a:pt x="337810" y="311500"/>
                </a:lnTo>
                <a:lnTo>
                  <a:pt x="337351" y="311670"/>
                </a:lnTo>
                <a:lnTo>
                  <a:pt x="336893" y="311841"/>
                </a:lnTo>
                <a:lnTo>
                  <a:pt x="336436" y="312011"/>
                </a:lnTo>
                <a:lnTo>
                  <a:pt x="335981" y="312182"/>
                </a:lnTo>
                <a:lnTo>
                  <a:pt x="335528" y="312352"/>
                </a:lnTo>
                <a:lnTo>
                  <a:pt x="335076" y="312522"/>
                </a:lnTo>
                <a:lnTo>
                  <a:pt x="334625" y="312692"/>
                </a:lnTo>
                <a:lnTo>
                  <a:pt x="334177" y="312863"/>
                </a:lnTo>
                <a:lnTo>
                  <a:pt x="333729" y="313033"/>
                </a:lnTo>
                <a:lnTo>
                  <a:pt x="333284" y="313203"/>
                </a:lnTo>
                <a:lnTo>
                  <a:pt x="324069" y="242544"/>
                </a:lnTo>
                <a:lnTo>
                  <a:pt x="323107" y="233970"/>
                </a:lnTo>
                <a:lnTo>
                  <a:pt x="322485" y="225607"/>
                </a:lnTo>
                <a:lnTo>
                  <a:pt x="322202" y="217458"/>
                </a:lnTo>
                <a:lnTo>
                  <a:pt x="322253" y="209528"/>
                </a:lnTo>
                <a:lnTo>
                  <a:pt x="322638" y="201819"/>
                </a:lnTo>
                <a:lnTo>
                  <a:pt x="323354" y="194335"/>
                </a:lnTo>
                <a:lnTo>
                  <a:pt x="324398" y="187080"/>
                </a:lnTo>
                <a:lnTo>
                  <a:pt x="325768" y="180058"/>
                </a:lnTo>
                <a:lnTo>
                  <a:pt x="327461" y="173273"/>
                </a:lnTo>
                <a:lnTo>
                  <a:pt x="329476" y="166727"/>
                </a:lnTo>
                <a:lnTo>
                  <a:pt x="331809" y="160425"/>
                </a:lnTo>
                <a:lnTo>
                  <a:pt x="334459" y="154371"/>
                </a:lnTo>
                <a:lnTo>
                  <a:pt x="337423" y="148567"/>
                </a:lnTo>
                <a:lnTo>
                  <a:pt x="340698" y="143018"/>
                </a:lnTo>
                <a:lnTo>
                  <a:pt x="344283" y="137728"/>
                </a:lnTo>
                <a:lnTo>
                  <a:pt x="348174" y="132699"/>
                </a:lnTo>
                <a:lnTo>
                  <a:pt x="352370" y="127936"/>
                </a:lnTo>
                <a:lnTo>
                  <a:pt x="356869" y="123442"/>
                </a:lnTo>
                <a:lnTo>
                  <a:pt x="361667" y="119221"/>
                </a:lnTo>
                <a:lnTo>
                  <a:pt x="366762" y="115277"/>
                </a:lnTo>
                <a:lnTo>
                  <a:pt x="372152" y="111613"/>
                </a:lnTo>
                <a:lnTo>
                  <a:pt x="377835" y="108232"/>
                </a:lnTo>
                <a:lnTo>
                  <a:pt x="383808" y="105140"/>
                </a:lnTo>
                <a:lnTo>
                  <a:pt x="390068" y="102338"/>
                </a:lnTo>
                <a:lnTo>
                  <a:pt x="389701" y="104729"/>
                </a:lnTo>
                <a:lnTo>
                  <a:pt x="389356" y="107144"/>
                </a:lnTo>
                <a:lnTo>
                  <a:pt x="389036" y="109582"/>
                </a:lnTo>
                <a:lnTo>
                  <a:pt x="388739" y="112043"/>
                </a:lnTo>
                <a:lnTo>
                  <a:pt x="388466" y="114525"/>
                </a:lnTo>
                <a:lnTo>
                  <a:pt x="388218" y="117026"/>
                </a:lnTo>
                <a:lnTo>
                  <a:pt x="387993" y="119546"/>
                </a:lnTo>
                <a:lnTo>
                  <a:pt x="387793" y="122083"/>
                </a:lnTo>
                <a:lnTo>
                  <a:pt x="387618" y="124636"/>
                </a:lnTo>
                <a:close/>
                <a:moveTo>
                  <a:pt x="257764" y="371179"/>
                </a:moveTo>
                <a:lnTo>
                  <a:pt x="258316" y="370172"/>
                </a:lnTo>
                <a:lnTo>
                  <a:pt x="258931" y="369206"/>
                </a:lnTo>
                <a:lnTo>
                  <a:pt x="259605" y="368282"/>
                </a:lnTo>
                <a:lnTo>
                  <a:pt x="260335" y="367404"/>
                </a:lnTo>
                <a:lnTo>
                  <a:pt x="261120" y="366574"/>
                </a:lnTo>
                <a:lnTo>
                  <a:pt x="261957" y="365796"/>
                </a:lnTo>
                <a:lnTo>
                  <a:pt x="262842" y="365071"/>
                </a:lnTo>
                <a:lnTo>
                  <a:pt x="263773" y="364402"/>
                </a:lnTo>
                <a:lnTo>
                  <a:pt x="264748" y="363793"/>
                </a:lnTo>
                <a:lnTo>
                  <a:pt x="265763" y="363245"/>
                </a:lnTo>
                <a:lnTo>
                  <a:pt x="266816" y="362762"/>
                </a:lnTo>
                <a:lnTo>
                  <a:pt x="267905" y="362345"/>
                </a:lnTo>
                <a:lnTo>
                  <a:pt x="269026" y="361999"/>
                </a:lnTo>
                <a:lnTo>
                  <a:pt x="270177" y="361725"/>
                </a:lnTo>
                <a:lnTo>
                  <a:pt x="271355" y="361525"/>
                </a:lnTo>
                <a:lnTo>
                  <a:pt x="272558" y="361404"/>
                </a:lnTo>
                <a:lnTo>
                  <a:pt x="273783" y="361363"/>
                </a:lnTo>
                <a:lnTo>
                  <a:pt x="298582" y="361363"/>
                </a:lnTo>
                <a:lnTo>
                  <a:pt x="298582" y="413316"/>
                </a:lnTo>
                <a:lnTo>
                  <a:pt x="298586" y="414437"/>
                </a:lnTo>
                <a:lnTo>
                  <a:pt x="298599" y="415559"/>
                </a:lnTo>
                <a:lnTo>
                  <a:pt x="298619" y="416682"/>
                </a:lnTo>
                <a:lnTo>
                  <a:pt x="298648" y="417807"/>
                </a:lnTo>
                <a:lnTo>
                  <a:pt x="298684" y="418934"/>
                </a:lnTo>
                <a:lnTo>
                  <a:pt x="298729" y="420062"/>
                </a:lnTo>
                <a:lnTo>
                  <a:pt x="298782" y="421192"/>
                </a:lnTo>
                <a:lnTo>
                  <a:pt x="298843" y="422323"/>
                </a:lnTo>
                <a:lnTo>
                  <a:pt x="298911" y="423455"/>
                </a:lnTo>
                <a:lnTo>
                  <a:pt x="298988" y="424589"/>
                </a:lnTo>
                <a:lnTo>
                  <a:pt x="299072" y="425724"/>
                </a:lnTo>
                <a:lnTo>
                  <a:pt x="299165" y="426860"/>
                </a:lnTo>
                <a:lnTo>
                  <a:pt x="299265" y="427998"/>
                </a:lnTo>
                <a:lnTo>
                  <a:pt x="299372" y="429136"/>
                </a:lnTo>
                <a:lnTo>
                  <a:pt x="299488" y="430276"/>
                </a:lnTo>
                <a:lnTo>
                  <a:pt x="299611" y="431417"/>
                </a:lnTo>
                <a:lnTo>
                  <a:pt x="299742" y="432559"/>
                </a:lnTo>
                <a:lnTo>
                  <a:pt x="299881" y="433702"/>
                </a:lnTo>
                <a:lnTo>
                  <a:pt x="300027" y="434847"/>
                </a:lnTo>
                <a:lnTo>
                  <a:pt x="300181" y="435992"/>
                </a:lnTo>
                <a:lnTo>
                  <a:pt x="300342" y="437138"/>
                </a:lnTo>
                <a:lnTo>
                  <a:pt x="300511" y="438285"/>
                </a:lnTo>
                <a:lnTo>
                  <a:pt x="300688" y="439433"/>
                </a:lnTo>
                <a:lnTo>
                  <a:pt x="300871" y="440582"/>
                </a:lnTo>
                <a:lnTo>
                  <a:pt x="297860" y="439983"/>
                </a:lnTo>
                <a:lnTo>
                  <a:pt x="294893" y="439286"/>
                </a:lnTo>
                <a:lnTo>
                  <a:pt x="291977" y="438490"/>
                </a:lnTo>
                <a:lnTo>
                  <a:pt x="289119" y="437596"/>
                </a:lnTo>
                <a:lnTo>
                  <a:pt x="286328" y="436605"/>
                </a:lnTo>
                <a:lnTo>
                  <a:pt x="283611" y="435516"/>
                </a:lnTo>
                <a:lnTo>
                  <a:pt x="280975" y="434330"/>
                </a:lnTo>
                <a:lnTo>
                  <a:pt x="278428" y="433048"/>
                </a:lnTo>
                <a:lnTo>
                  <a:pt x="275977" y="431670"/>
                </a:lnTo>
                <a:lnTo>
                  <a:pt x="273630" y="430196"/>
                </a:lnTo>
                <a:lnTo>
                  <a:pt x="271394" y="428626"/>
                </a:lnTo>
                <a:lnTo>
                  <a:pt x="269277" y="426961"/>
                </a:lnTo>
                <a:lnTo>
                  <a:pt x="267287" y="425202"/>
                </a:lnTo>
                <a:lnTo>
                  <a:pt x="265430" y="423348"/>
                </a:lnTo>
                <a:lnTo>
                  <a:pt x="263714" y="421401"/>
                </a:lnTo>
                <a:lnTo>
                  <a:pt x="262147" y="419359"/>
                </a:lnTo>
                <a:lnTo>
                  <a:pt x="260736" y="417225"/>
                </a:lnTo>
                <a:lnTo>
                  <a:pt x="259489" y="414997"/>
                </a:lnTo>
                <a:lnTo>
                  <a:pt x="258414" y="412677"/>
                </a:lnTo>
                <a:lnTo>
                  <a:pt x="257517" y="410265"/>
                </a:lnTo>
                <a:lnTo>
                  <a:pt x="256806" y="407761"/>
                </a:lnTo>
                <a:lnTo>
                  <a:pt x="256289" y="405166"/>
                </a:lnTo>
                <a:lnTo>
                  <a:pt x="255974" y="402480"/>
                </a:lnTo>
                <a:lnTo>
                  <a:pt x="255867" y="399703"/>
                </a:lnTo>
                <a:lnTo>
                  <a:pt x="255867" y="379135"/>
                </a:lnTo>
                <a:lnTo>
                  <a:pt x="255908" y="377920"/>
                </a:lnTo>
                <a:lnTo>
                  <a:pt x="256031" y="376727"/>
                </a:lnTo>
                <a:lnTo>
                  <a:pt x="256231" y="375558"/>
                </a:lnTo>
                <a:lnTo>
                  <a:pt x="256508" y="374416"/>
                </a:lnTo>
                <a:lnTo>
                  <a:pt x="256857" y="373304"/>
                </a:lnTo>
                <a:lnTo>
                  <a:pt x="257277" y="372224"/>
                </a:lnTo>
                <a:lnTo>
                  <a:pt x="257764" y="371179"/>
                </a:lnTo>
                <a:close/>
                <a:moveTo>
                  <a:pt x="341520" y="351164"/>
                </a:moveTo>
                <a:lnTo>
                  <a:pt x="342341" y="350827"/>
                </a:lnTo>
                <a:lnTo>
                  <a:pt x="343175" y="350489"/>
                </a:lnTo>
                <a:lnTo>
                  <a:pt x="344021" y="350151"/>
                </a:lnTo>
                <a:lnTo>
                  <a:pt x="344877" y="349812"/>
                </a:lnTo>
                <a:lnTo>
                  <a:pt x="345744" y="349473"/>
                </a:lnTo>
                <a:lnTo>
                  <a:pt x="346620" y="349134"/>
                </a:lnTo>
                <a:lnTo>
                  <a:pt x="347504" y="348794"/>
                </a:lnTo>
                <a:lnTo>
                  <a:pt x="348396" y="348455"/>
                </a:lnTo>
                <a:lnTo>
                  <a:pt x="349295" y="348116"/>
                </a:lnTo>
                <a:lnTo>
                  <a:pt x="350199" y="347776"/>
                </a:lnTo>
                <a:lnTo>
                  <a:pt x="351109" y="347437"/>
                </a:lnTo>
                <a:lnTo>
                  <a:pt x="352023" y="347098"/>
                </a:lnTo>
                <a:lnTo>
                  <a:pt x="352940" y="346759"/>
                </a:lnTo>
                <a:lnTo>
                  <a:pt x="353860" y="346420"/>
                </a:lnTo>
                <a:lnTo>
                  <a:pt x="354781" y="346082"/>
                </a:lnTo>
                <a:lnTo>
                  <a:pt x="355704" y="345744"/>
                </a:lnTo>
                <a:lnTo>
                  <a:pt x="356627" y="345406"/>
                </a:lnTo>
                <a:lnTo>
                  <a:pt x="357549" y="345069"/>
                </a:lnTo>
                <a:lnTo>
                  <a:pt x="361495" y="343625"/>
                </a:lnTo>
                <a:lnTo>
                  <a:pt x="365563" y="342120"/>
                </a:lnTo>
                <a:lnTo>
                  <a:pt x="369736" y="340545"/>
                </a:lnTo>
                <a:lnTo>
                  <a:pt x="373997" y="338890"/>
                </a:lnTo>
                <a:lnTo>
                  <a:pt x="378328" y="337146"/>
                </a:lnTo>
                <a:lnTo>
                  <a:pt x="382713" y="335303"/>
                </a:lnTo>
                <a:lnTo>
                  <a:pt x="387134" y="333352"/>
                </a:lnTo>
                <a:lnTo>
                  <a:pt x="391574" y="331283"/>
                </a:lnTo>
                <a:lnTo>
                  <a:pt x="396016" y="329086"/>
                </a:lnTo>
                <a:lnTo>
                  <a:pt x="400442" y="326752"/>
                </a:lnTo>
                <a:lnTo>
                  <a:pt x="404836" y="324272"/>
                </a:lnTo>
                <a:lnTo>
                  <a:pt x="409180" y="321636"/>
                </a:lnTo>
                <a:lnTo>
                  <a:pt x="413458" y="318834"/>
                </a:lnTo>
                <a:lnTo>
                  <a:pt x="417651" y="315856"/>
                </a:lnTo>
                <a:lnTo>
                  <a:pt x="421742" y="312694"/>
                </a:lnTo>
                <a:lnTo>
                  <a:pt x="425716" y="309337"/>
                </a:lnTo>
                <a:lnTo>
                  <a:pt x="429553" y="305777"/>
                </a:lnTo>
                <a:lnTo>
                  <a:pt x="433238" y="302002"/>
                </a:lnTo>
                <a:lnTo>
                  <a:pt x="436752" y="298005"/>
                </a:lnTo>
                <a:lnTo>
                  <a:pt x="440079" y="293775"/>
                </a:lnTo>
                <a:lnTo>
                  <a:pt x="443202" y="289303"/>
                </a:lnTo>
                <a:lnTo>
                  <a:pt x="446103" y="284579"/>
                </a:lnTo>
                <a:lnTo>
                  <a:pt x="448765" y="279593"/>
                </a:lnTo>
                <a:lnTo>
                  <a:pt x="451170" y="274337"/>
                </a:lnTo>
                <a:lnTo>
                  <a:pt x="456684" y="276827"/>
                </a:lnTo>
                <a:lnTo>
                  <a:pt x="462281" y="279083"/>
                </a:lnTo>
                <a:lnTo>
                  <a:pt x="467955" y="281113"/>
                </a:lnTo>
                <a:lnTo>
                  <a:pt x="473704" y="282930"/>
                </a:lnTo>
                <a:lnTo>
                  <a:pt x="479522" y="284542"/>
                </a:lnTo>
                <a:lnTo>
                  <a:pt x="485405" y="285961"/>
                </a:lnTo>
                <a:lnTo>
                  <a:pt x="491350" y="287196"/>
                </a:lnTo>
                <a:lnTo>
                  <a:pt x="497351" y="288257"/>
                </a:lnTo>
                <a:lnTo>
                  <a:pt x="503405" y="289156"/>
                </a:lnTo>
                <a:lnTo>
                  <a:pt x="509508" y="289901"/>
                </a:lnTo>
                <a:lnTo>
                  <a:pt x="515655" y="290504"/>
                </a:lnTo>
                <a:lnTo>
                  <a:pt x="521842" y="290975"/>
                </a:lnTo>
                <a:lnTo>
                  <a:pt x="528065" y="291323"/>
                </a:lnTo>
                <a:lnTo>
                  <a:pt x="534319" y="291559"/>
                </a:lnTo>
                <a:lnTo>
                  <a:pt x="540600" y="291694"/>
                </a:lnTo>
                <a:lnTo>
                  <a:pt x="546905" y="291738"/>
                </a:lnTo>
                <a:lnTo>
                  <a:pt x="553228" y="291700"/>
                </a:lnTo>
                <a:lnTo>
                  <a:pt x="559566" y="291591"/>
                </a:lnTo>
                <a:lnTo>
                  <a:pt x="565914" y="291421"/>
                </a:lnTo>
                <a:lnTo>
                  <a:pt x="572268" y="291201"/>
                </a:lnTo>
                <a:lnTo>
                  <a:pt x="578624" y="290941"/>
                </a:lnTo>
                <a:lnTo>
                  <a:pt x="584978" y="290651"/>
                </a:lnTo>
                <a:lnTo>
                  <a:pt x="591324" y="290341"/>
                </a:lnTo>
                <a:lnTo>
                  <a:pt x="597660" y="290022"/>
                </a:lnTo>
                <a:lnTo>
                  <a:pt x="606809" y="289563"/>
                </a:lnTo>
                <a:lnTo>
                  <a:pt x="615846" y="289139"/>
                </a:lnTo>
                <a:lnTo>
                  <a:pt x="624762" y="288778"/>
                </a:lnTo>
                <a:lnTo>
                  <a:pt x="633547" y="288509"/>
                </a:lnTo>
                <a:lnTo>
                  <a:pt x="642192" y="288361"/>
                </a:lnTo>
                <a:lnTo>
                  <a:pt x="650689" y="288362"/>
                </a:lnTo>
                <a:lnTo>
                  <a:pt x="659028" y="288542"/>
                </a:lnTo>
                <a:lnTo>
                  <a:pt x="667199" y="288929"/>
                </a:lnTo>
                <a:lnTo>
                  <a:pt x="675195" y="289552"/>
                </a:lnTo>
                <a:lnTo>
                  <a:pt x="683004" y="290440"/>
                </a:lnTo>
                <a:lnTo>
                  <a:pt x="690619" y="291621"/>
                </a:lnTo>
                <a:lnTo>
                  <a:pt x="698030" y="293124"/>
                </a:lnTo>
                <a:lnTo>
                  <a:pt x="705227" y="294979"/>
                </a:lnTo>
                <a:lnTo>
                  <a:pt x="712203" y="297213"/>
                </a:lnTo>
                <a:lnTo>
                  <a:pt x="718947" y="299855"/>
                </a:lnTo>
                <a:lnTo>
                  <a:pt x="725450" y="302936"/>
                </a:lnTo>
                <a:lnTo>
                  <a:pt x="731703" y="306482"/>
                </a:lnTo>
                <a:lnTo>
                  <a:pt x="737697" y="310523"/>
                </a:lnTo>
                <a:lnTo>
                  <a:pt x="743423" y="315088"/>
                </a:lnTo>
                <a:lnTo>
                  <a:pt x="748872" y="320205"/>
                </a:lnTo>
                <a:lnTo>
                  <a:pt x="754034" y="325903"/>
                </a:lnTo>
                <a:lnTo>
                  <a:pt x="758900" y="332212"/>
                </a:lnTo>
                <a:lnTo>
                  <a:pt x="763461" y="339159"/>
                </a:lnTo>
                <a:lnTo>
                  <a:pt x="767708" y="346773"/>
                </a:lnTo>
                <a:lnTo>
                  <a:pt x="767708" y="413319"/>
                </a:lnTo>
                <a:lnTo>
                  <a:pt x="767315" y="423199"/>
                </a:lnTo>
                <a:lnTo>
                  <a:pt x="766155" y="433239"/>
                </a:lnTo>
                <a:lnTo>
                  <a:pt x="764258" y="443401"/>
                </a:lnTo>
                <a:lnTo>
                  <a:pt x="761651" y="453649"/>
                </a:lnTo>
                <a:lnTo>
                  <a:pt x="758363" y="463948"/>
                </a:lnTo>
                <a:lnTo>
                  <a:pt x="754422" y="474261"/>
                </a:lnTo>
                <a:lnTo>
                  <a:pt x="749857" y="484552"/>
                </a:lnTo>
                <a:lnTo>
                  <a:pt x="744696" y="494785"/>
                </a:lnTo>
                <a:lnTo>
                  <a:pt x="738969" y="504923"/>
                </a:lnTo>
                <a:lnTo>
                  <a:pt x="732702" y="514930"/>
                </a:lnTo>
                <a:lnTo>
                  <a:pt x="725926" y="524770"/>
                </a:lnTo>
                <a:lnTo>
                  <a:pt x="718668" y="534407"/>
                </a:lnTo>
                <a:lnTo>
                  <a:pt x="710957" y="543804"/>
                </a:lnTo>
                <a:lnTo>
                  <a:pt x="702821" y="552926"/>
                </a:lnTo>
                <a:lnTo>
                  <a:pt x="694289" y="561735"/>
                </a:lnTo>
                <a:lnTo>
                  <a:pt x="685389" y="570197"/>
                </a:lnTo>
                <a:lnTo>
                  <a:pt x="676150" y="578274"/>
                </a:lnTo>
                <a:lnTo>
                  <a:pt x="666600" y="585930"/>
                </a:lnTo>
                <a:lnTo>
                  <a:pt x="656768" y="593130"/>
                </a:lnTo>
                <a:lnTo>
                  <a:pt x="646683" y="599836"/>
                </a:lnTo>
                <a:lnTo>
                  <a:pt x="636372" y="606013"/>
                </a:lnTo>
                <a:lnTo>
                  <a:pt x="625865" y="611624"/>
                </a:lnTo>
                <a:lnTo>
                  <a:pt x="615189" y="616634"/>
                </a:lnTo>
                <a:lnTo>
                  <a:pt x="604374" y="621005"/>
                </a:lnTo>
                <a:lnTo>
                  <a:pt x="601949" y="621890"/>
                </a:lnTo>
                <a:lnTo>
                  <a:pt x="599554" y="622735"/>
                </a:lnTo>
                <a:lnTo>
                  <a:pt x="597188" y="623539"/>
                </a:lnTo>
                <a:lnTo>
                  <a:pt x="594849" y="624304"/>
                </a:lnTo>
                <a:lnTo>
                  <a:pt x="592538" y="625030"/>
                </a:lnTo>
                <a:lnTo>
                  <a:pt x="590252" y="625716"/>
                </a:lnTo>
                <a:lnTo>
                  <a:pt x="587991" y="626364"/>
                </a:lnTo>
                <a:lnTo>
                  <a:pt x="585754" y="626973"/>
                </a:lnTo>
                <a:lnTo>
                  <a:pt x="583539" y="627543"/>
                </a:lnTo>
                <a:lnTo>
                  <a:pt x="581345" y="628075"/>
                </a:lnTo>
                <a:lnTo>
                  <a:pt x="579172" y="628568"/>
                </a:lnTo>
                <a:lnTo>
                  <a:pt x="577019" y="629024"/>
                </a:lnTo>
                <a:lnTo>
                  <a:pt x="574884" y="629442"/>
                </a:lnTo>
                <a:lnTo>
                  <a:pt x="572766" y="629823"/>
                </a:lnTo>
                <a:lnTo>
                  <a:pt x="570664" y="630166"/>
                </a:lnTo>
                <a:lnTo>
                  <a:pt x="568578" y="630473"/>
                </a:lnTo>
                <a:lnTo>
                  <a:pt x="566505" y="630742"/>
                </a:lnTo>
                <a:lnTo>
                  <a:pt x="564446" y="630975"/>
                </a:lnTo>
                <a:lnTo>
                  <a:pt x="562399" y="631171"/>
                </a:lnTo>
                <a:lnTo>
                  <a:pt x="560363" y="631332"/>
                </a:lnTo>
                <a:lnTo>
                  <a:pt x="558336" y="631456"/>
                </a:lnTo>
                <a:lnTo>
                  <a:pt x="556319" y="631544"/>
                </a:lnTo>
                <a:lnTo>
                  <a:pt x="554309" y="631597"/>
                </a:lnTo>
                <a:lnTo>
                  <a:pt x="552306" y="631615"/>
                </a:lnTo>
                <a:lnTo>
                  <a:pt x="550296" y="631597"/>
                </a:lnTo>
                <a:lnTo>
                  <a:pt x="548281" y="631544"/>
                </a:lnTo>
                <a:lnTo>
                  <a:pt x="546257" y="631456"/>
                </a:lnTo>
                <a:lnTo>
                  <a:pt x="544225" y="631332"/>
                </a:lnTo>
                <a:lnTo>
                  <a:pt x="542184" y="631171"/>
                </a:lnTo>
                <a:lnTo>
                  <a:pt x="540132" y="630975"/>
                </a:lnTo>
                <a:lnTo>
                  <a:pt x="538068" y="630742"/>
                </a:lnTo>
                <a:lnTo>
                  <a:pt x="535992" y="630473"/>
                </a:lnTo>
                <a:lnTo>
                  <a:pt x="533901" y="630166"/>
                </a:lnTo>
                <a:lnTo>
                  <a:pt x="531796" y="629823"/>
                </a:lnTo>
                <a:lnTo>
                  <a:pt x="529675" y="629443"/>
                </a:lnTo>
                <a:lnTo>
                  <a:pt x="527537" y="629025"/>
                </a:lnTo>
                <a:lnTo>
                  <a:pt x="525381" y="628569"/>
                </a:lnTo>
                <a:lnTo>
                  <a:pt x="523206" y="628076"/>
                </a:lnTo>
                <a:lnTo>
                  <a:pt x="521011" y="627544"/>
                </a:lnTo>
                <a:lnTo>
                  <a:pt x="518794" y="626974"/>
                </a:lnTo>
                <a:lnTo>
                  <a:pt x="516556" y="626366"/>
                </a:lnTo>
                <a:lnTo>
                  <a:pt x="514294" y="625719"/>
                </a:lnTo>
                <a:lnTo>
                  <a:pt x="512008" y="625032"/>
                </a:lnTo>
                <a:lnTo>
                  <a:pt x="509696" y="624307"/>
                </a:lnTo>
                <a:lnTo>
                  <a:pt x="507358" y="623543"/>
                </a:lnTo>
                <a:lnTo>
                  <a:pt x="504993" y="622738"/>
                </a:lnTo>
                <a:lnTo>
                  <a:pt x="502599" y="621895"/>
                </a:lnTo>
                <a:lnTo>
                  <a:pt x="500176" y="621011"/>
                </a:lnTo>
                <a:lnTo>
                  <a:pt x="489364" y="616640"/>
                </a:lnTo>
                <a:lnTo>
                  <a:pt x="478692" y="611631"/>
                </a:lnTo>
                <a:lnTo>
                  <a:pt x="468188" y="606020"/>
                </a:lnTo>
                <a:lnTo>
                  <a:pt x="457881" y="599844"/>
                </a:lnTo>
                <a:lnTo>
                  <a:pt x="447799" y="593138"/>
                </a:lnTo>
                <a:lnTo>
                  <a:pt x="437971" y="585939"/>
                </a:lnTo>
                <a:lnTo>
                  <a:pt x="428425" y="578283"/>
                </a:lnTo>
                <a:lnTo>
                  <a:pt x="419190" y="570207"/>
                </a:lnTo>
                <a:lnTo>
                  <a:pt x="410293" y="561746"/>
                </a:lnTo>
                <a:lnTo>
                  <a:pt x="401764" y="552936"/>
                </a:lnTo>
                <a:lnTo>
                  <a:pt x="393632" y="543814"/>
                </a:lnTo>
                <a:lnTo>
                  <a:pt x="385923" y="534417"/>
                </a:lnTo>
                <a:lnTo>
                  <a:pt x="378668" y="524780"/>
                </a:lnTo>
                <a:lnTo>
                  <a:pt x="371895" y="514939"/>
                </a:lnTo>
                <a:lnTo>
                  <a:pt x="365631" y="504931"/>
                </a:lnTo>
                <a:lnTo>
                  <a:pt x="359905" y="494793"/>
                </a:lnTo>
                <a:lnTo>
                  <a:pt x="354747" y="484559"/>
                </a:lnTo>
                <a:lnTo>
                  <a:pt x="350184" y="474268"/>
                </a:lnTo>
                <a:lnTo>
                  <a:pt x="346245" y="463953"/>
                </a:lnTo>
                <a:lnTo>
                  <a:pt x="342958" y="453653"/>
                </a:lnTo>
                <a:lnTo>
                  <a:pt x="340352" y="443403"/>
                </a:lnTo>
                <a:lnTo>
                  <a:pt x="338455" y="433240"/>
                </a:lnTo>
                <a:lnTo>
                  <a:pt x="337296" y="423199"/>
                </a:lnTo>
                <a:lnTo>
                  <a:pt x="336904" y="413316"/>
                </a:lnTo>
                <a:lnTo>
                  <a:pt x="336904" y="353175"/>
                </a:lnTo>
                <a:lnTo>
                  <a:pt x="337632" y="352842"/>
                </a:lnTo>
                <a:lnTo>
                  <a:pt x="338378" y="352508"/>
                </a:lnTo>
                <a:lnTo>
                  <a:pt x="339140" y="352173"/>
                </a:lnTo>
                <a:lnTo>
                  <a:pt x="339919" y="351838"/>
                </a:lnTo>
                <a:lnTo>
                  <a:pt x="340712" y="351501"/>
                </a:lnTo>
                <a:lnTo>
                  <a:pt x="341520" y="351164"/>
                </a:lnTo>
                <a:close/>
                <a:moveTo>
                  <a:pt x="504243" y="662707"/>
                </a:moveTo>
                <a:lnTo>
                  <a:pt x="507051" y="663500"/>
                </a:lnTo>
                <a:lnTo>
                  <a:pt x="509834" y="664246"/>
                </a:lnTo>
                <a:lnTo>
                  <a:pt x="512596" y="664944"/>
                </a:lnTo>
                <a:lnTo>
                  <a:pt x="515338" y="665596"/>
                </a:lnTo>
                <a:lnTo>
                  <a:pt x="518060" y="666201"/>
                </a:lnTo>
                <a:lnTo>
                  <a:pt x="520765" y="666759"/>
                </a:lnTo>
                <a:lnTo>
                  <a:pt x="523452" y="667271"/>
                </a:lnTo>
                <a:lnTo>
                  <a:pt x="526125" y="667737"/>
                </a:lnTo>
                <a:lnTo>
                  <a:pt x="528784" y="668158"/>
                </a:lnTo>
                <a:lnTo>
                  <a:pt x="531430" y="668533"/>
                </a:lnTo>
                <a:lnTo>
                  <a:pt x="534065" y="668863"/>
                </a:lnTo>
                <a:lnTo>
                  <a:pt x="536690" y="669148"/>
                </a:lnTo>
                <a:lnTo>
                  <a:pt x="539306" y="669389"/>
                </a:lnTo>
                <a:lnTo>
                  <a:pt x="541915" y="669585"/>
                </a:lnTo>
                <a:lnTo>
                  <a:pt x="544519" y="669737"/>
                </a:lnTo>
                <a:lnTo>
                  <a:pt x="547117" y="669845"/>
                </a:lnTo>
                <a:lnTo>
                  <a:pt x="549712" y="669910"/>
                </a:lnTo>
                <a:lnTo>
                  <a:pt x="552306" y="669932"/>
                </a:lnTo>
                <a:lnTo>
                  <a:pt x="554893" y="669910"/>
                </a:lnTo>
                <a:lnTo>
                  <a:pt x="557482" y="669845"/>
                </a:lnTo>
                <a:lnTo>
                  <a:pt x="560075" y="669737"/>
                </a:lnTo>
                <a:lnTo>
                  <a:pt x="562673" y="669585"/>
                </a:lnTo>
                <a:lnTo>
                  <a:pt x="565277" y="669388"/>
                </a:lnTo>
                <a:lnTo>
                  <a:pt x="567888" y="669148"/>
                </a:lnTo>
                <a:lnTo>
                  <a:pt x="570509" y="668862"/>
                </a:lnTo>
                <a:lnTo>
                  <a:pt x="573139" y="668532"/>
                </a:lnTo>
                <a:lnTo>
                  <a:pt x="575782" y="668157"/>
                </a:lnTo>
                <a:lnTo>
                  <a:pt x="578437" y="667736"/>
                </a:lnTo>
                <a:lnTo>
                  <a:pt x="581106" y="667270"/>
                </a:lnTo>
                <a:lnTo>
                  <a:pt x="583791" y="666757"/>
                </a:lnTo>
                <a:lnTo>
                  <a:pt x="586493" y="666199"/>
                </a:lnTo>
                <a:lnTo>
                  <a:pt x="589213" y="665594"/>
                </a:lnTo>
                <a:lnTo>
                  <a:pt x="591953" y="664942"/>
                </a:lnTo>
                <a:lnTo>
                  <a:pt x="594713" y="664243"/>
                </a:lnTo>
                <a:lnTo>
                  <a:pt x="597496" y="663497"/>
                </a:lnTo>
                <a:lnTo>
                  <a:pt x="600303" y="662703"/>
                </a:lnTo>
                <a:lnTo>
                  <a:pt x="603134" y="661862"/>
                </a:lnTo>
                <a:lnTo>
                  <a:pt x="605991" y="660973"/>
                </a:lnTo>
                <a:lnTo>
                  <a:pt x="608876" y="660035"/>
                </a:lnTo>
                <a:lnTo>
                  <a:pt x="611790" y="659048"/>
                </a:lnTo>
                <a:lnTo>
                  <a:pt x="614734" y="658013"/>
                </a:lnTo>
                <a:lnTo>
                  <a:pt x="617710" y="656929"/>
                </a:lnTo>
                <a:lnTo>
                  <a:pt x="619209" y="656366"/>
                </a:lnTo>
                <a:lnTo>
                  <a:pt x="620705" y="655792"/>
                </a:lnTo>
                <a:lnTo>
                  <a:pt x="622199" y="655208"/>
                </a:lnTo>
                <a:lnTo>
                  <a:pt x="623690" y="654613"/>
                </a:lnTo>
                <a:lnTo>
                  <a:pt x="625179" y="654007"/>
                </a:lnTo>
                <a:lnTo>
                  <a:pt x="626665" y="653391"/>
                </a:lnTo>
                <a:lnTo>
                  <a:pt x="628148" y="652765"/>
                </a:lnTo>
                <a:lnTo>
                  <a:pt x="629629" y="652128"/>
                </a:lnTo>
                <a:lnTo>
                  <a:pt x="631107" y="651481"/>
                </a:lnTo>
                <a:lnTo>
                  <a:pt x="632582" y="650824"/>
                </a:lnTo>
                <a:lnTo>
                  <a:pt x="634055" y="650157"/>
                </a:lnTo>
                <a:lnTo>
                  <a:pt x="635524" y="649480"/>
                </a:lnTo>
                <a:lnTo>
                  <a:pt x="636991" y="648793"/>
                </a:lnTo>
                <a:lnTo>
                  <a:pt x="638455" y="648096"/>
                </a:lnTo>
                <a:lnTo>
                  <a:pt x="639916" y="647390"/>
                </a:lnTo>
                <a:lnTo>
                  <a:pt x="641374" y="646674"/>
                </a:lnTo>
                <a:lnTo>
                  <a:pt x="642829" y="645949"/>
                </a:lnTo>
                <a:lnTo>
                  <a:pt x="644280" y="645214"/>
                </a:lnTo>
                <a:lnTo>
                  <a:pt x="645729" y="644470"/>
                </a:lnTo>
                <a:lnTo>
                  <a:pt x="647175" y="643717"/>
                </a:lnTo>
                <a:lnTo>
                  <a:pt x="648617" y="642955"/>
                </a:lnTo>
                <a:lnTo>
                  <a:pt x="650056" y="642184"/>
                </a:lnTo>
                <a:lnTo>
                  <a:pt x="651492" y="641404"/>
                </a:lnTo>
                <a:lnTo>
                  <a:pt x="652925" y="640615"/>
                </a:lnTo>
                <a:lnTo>
                  <a:pt x="652925" y="682056"/>
                </a:lnTo>
                <a:lnTo>
                  <a:pt x="652665" y="687006"/>
                </a:lnTo>
                <a:lnTo>
                  <a:pt x="651900" y="691755"/>
                </a:lnTo>
                <a:lnTo>
                  <a:pt x="650651" y="696302"/>
                </a:lnTo>
                <a:lnTo>
                  <a:pt x="648943" y="700645"/>
                </a:lnTo>
                <a:lnTo>
                  <a:pt x="646795" y="704785"/>
                </a:lnTo>
                <a:lnTo>
                  <a:pt x="644232" y="708720"/>
                </a:lnTo>
                <a:lnTo>
                  <a:pt x="641274" y="712449"/>
                </a:lnTo>
                <a:lnTo>
                  <a:pt x="637945" y="715972"/>
                </a:lnTo>
                <a:lnTo>
                  <a:pt x="634266" y="719287"/>
                </a:lnTo>
                <a:lnTo>
                  <a:pt x="630260" y="722395"/>
                </a:lnTo>
                <a:lnTo>
                  <a:pt x="625949" y="725294"/>
                </a:lnTo>
                <a:lnTo>
                  <a:pt x="621355" y="727983"/>
                </a:lnTo>
                <a:lnTo>
                  <a:pt x="616500" y="730462"/>
                </a:lnTo>
                <a:lnTo>
                  <a:pt x="611408" y="732729"/>
                </a:lnTo>
                <a:lnTo>
                  <a:pt x="606099" y="734784"/>
                </a:lnTo>
                <a:lnTo>
                  <a:pt x="600597" y="736627"/>
                </a:lnTo>
                <a:lnTo>
                  <a:pt x="594923" y="738256"/>
                </a:lnTo>
                <a:lnTo>
                  <a:pt x="589099" y="739670"/>
                </a:lnTo>
                <a:lnTo>
                  <a:pt x="583149" y="740869"/>
                </a:lnTo>
                <a:lnTo>
                  <a:pt x="577094" y="741852"/>
                </a:lnTo>
                <a:lnTo>
                  <a:pt x="570956" y="742617"/>
                </a:lnTo>
                <a:lnTo>
                  <a:pt x="564758" y="743165"/>
                </a:lnTo>
                <a:lnTo>
                  <a:pt x="558522" y="743495"/>
                </a:lnTo>
                <a:lnTo>
                  <a:pt x="552270" y="743605"/>
                </a:lnTo>
                <a:lnTo>
                  <a:pt x="546018" y="743495"/>
                </a:lnTo>
                <a:lnTo>
                  <a:pt x="539782" y="743165"/>
                </a:lnTo>
                <a:lnTo>
                  <a:pt x="533584" y="742617"/>
                </a:lnTo>
                <a:lnTo>
                  <a:pt x="527446" y="741852"/>
                </a:lnTo>
                <a:lnTo>
                  <a:pt x="521391" y="740869"/>
                </a:lnTo>
                <a:lnTo>
                  <a:pt x="515441" y="739670"/>
                </a:lnTo>
                <a:lnTo>
                  <a:pt x="509617" y="738256"/>
                </a:lnTo>
                <a:lnTo>
                  <a:pt x="503943" y="736627"/>
                </a:lnTo>
                <a:lnTo>
                  <a:pt x="498441" y="734784"/>
                </a:lnTo>
                <a:lnTo>
                  <a:pt x="493132" y="732729"/>
                </a:lnTo>
                <a:lnTo>
                  <a:pt x="488039" y="730462"/>
                </a:lnTo>
                <a:lnTo>
                  <a:pt x="483185" y="727983"/>
                </a:lnTo>
                <a:lnTo>
                  <a:pt x="478591" y="725294"/>
                </a:lnTo>
                <a:lnTo>
                  <a:pt x="474280" y="722395"/>
                </a:lnTo>
                <a:lnTo>
                  <a:pt x="470274" y="719287"/>
                </a:lnTo>
                <a:lnTo>
                  <a:pt x="466595" y="715972"/>
                </a:lnTo>
                <a:lnTo>
                  <a:pt x="463266" y="712449"/>
                </a:lnTo>
                <a:lnTo>
                  <a:pt x="460308" y="708720"/>
                </a:lnTo>
                <a:lnTo>
                  <a:pt x="457745" y="704785"/>
                </a:lnTo>
                <a:lnTo>
                  <a:pt x="455597" y="700645"/>
                </a:lnTo>
                <a:lnTo>
                  <a:pt x="453888" y="696302"/>
                </a:lnTo>
                <a:lnTo>
                  <a:pt x="452640" y="691755"/>
                </a:lnTo>
                <a:lnTo>
                  <a:pt x="451875" y="687006"/>
                </a:lnTo>
                <a:lnTo>
                  <a:pt x="451615" y="682056"/>
                </a:lnTo>
                <a:lnTo>
                  <a:pt x="451615" y="640612"/>
                </a:lnTo>
                <a:lnTo>
                  <a:pt x="453048" y="641401"/>
                </a:lnTo>
                <a:lnTo>
                  <a:pt x="454484" y="642182"/>
                </a:lnTo>
                <a:lnTo>
                  <a:pt x="455924" y="642953"/>
                </a:lnTo>
                <a:lnTo>
                  <a:pt x="457367" y="643716"/>
                </a:lnTo>
                <a:lnTo>
                  <a:pt x="458813" y="644469"/>
                </a:lnTo>
                <a:lnTo>
                  <a:pt x="460262" y="645213"/>
                </a:lnTo>
                <a:lnTo>
                  <a:pt x="461714" y="645948"/>
                </a:lnTo>
                <a:lnTo>
                  <a:pt x="463169" y="646674"/>
                </a:lnTo>
                <a:lnTo>
                  <a:pt x="464628" y="647390"/>
                </a:lnTo>
                <a:lnTo>
                  <a:pt x="466089" y="648097"/>
                </a:lnTo>
                <a:lnTo>
                  <a:pt x="467553" y="648794"/>
                </a:lnTo>
                <a:lnTo>
                  <a:pt x="469021" y="649481"/>
                </a:lnTo>
                <a:lnTo>
                  <a:pt x="470491" y="650158"/>
                </a:lnTo>
                <a:lnTo>
                  <a:pt x="471964" y="650826"/>
                </a:lnTo>
                <a:lnTo>
                  <a:pt x="473439" y="651483"/>
                </a:lnTo>
                <a:lnTo>
                  <a:pt x="474918" y="652131"/>
                </a:lnTo>
                <a:lnTo>
                  <a:pt x="476399" y="652768"/>
                </a:lnTo>
                <a:lnTo>
                  <a:pt x="477883" y="653395"/>
                </a:lnTo>
                <a:lnTo>
                  <a:pt x="479369" y="654011"/>
                </a:lnTo>
                <a:lnTo>
                  <a:pt x="480858" y="654617"/>
                </a:lnTo>
                <a:lnTo>
                  <a:pt x="482350" y="655212"/>
                </a:lnTo>
                <a:lnTo>
                  <a:pt x="483844" y="655797"/>
                </a:lnTo>
                <a:lnTo>
                  <a:pt x="485341" y="656371"/>
                </a:lnTo>
                <a:lnTo>
                  <a:pt x="486840" y="656934"/>
                </a:lnTo>
                <a:lnTo>
                  <a:pt x="489814" y="658018"/>
                </a:lnTo>
                <a:lnTo>
                  <a:pt x="492757" y="659053"/>
                </a:lnTo>
                <a:lnTo>
                  <a:pt x="495670" y="660039"/>
                </a:lnTo>
                <a:lnTo>
                  <a:pt x="498555" y="660976"/>
                </a:lnTo>
                <a:lnTo>
                  <a:pt x="501412" y="661866"/>
                </a:lnTo>
                <a:lnTo>
                  <a:pt x="504243" y="662707"/>
                </a:lnTo>
                <a:close/>
                <a:moveTo>
                  <a:pt x="416480" y="705150"/>
                </a:moveTo>
                <a:lnTo>
                  <a:pt x="417465" y="708386"/>
                </a:lnTo>
                <a:lnTo>
                  <a:pt x="418581" y="711575"/>
                </a:lnTo>
                <a:lnTo>
                  <a:pt x="419827" y="714715"/>
                </a:lnTo>
                <a:lnTo>
                  <a:pt x="421203" y="717804"/>
                </a:lnTo>
                <a:lnTo>
                  <a:pt x="422707" y="720841"/>
                </a:lnTo>
                <a:lnTo>
                  <a:pt x="424338" y="723823"/>
                </a:lnTo>
                <a:lnTo>
                  <a:pt x="426097" y="726750"/>
                </a:lnTo>
                <a:lnTo>
                  <a:pt x="427980" y="729620"/>
                </a:lnTo>
                <a:lnTo>
                  <a:pt x="429989" y="732431"/>
                </a:lnTo>
                <a:lnTo>
                  <a:pt x="432121" y="735182"/>
                </a:lnTo>
                <a:lnTo>
                  <a:pt x="434376" y="737871"/>
                </a:lnTo>
                <a:lnTo>
                  <a:pt x="436753" y="740496"/>
                </a:lnTo>
                <a:lnTo>
                  <a:pt x="439251" y="743057"/>
                </a:lnTo>
                <a:lnTo>
                  <a:pt x="441870" y="745550"/>
                </a:lnTo>
                <a:lnTo>
                  <a:pt x="444607" y="747976"/>
                </a:lnTo>
                <a:lnTo>
                  <a:pt x="447463" y="750332"/>
                </a:lnTo>
                <a:lnTo>
                  <a:pt x="450436" y="752616"/>
                </a:lnTo>
                <a:lnTo>
                  <a:pt x="453526" y="754827"/>
                </a:lnTo>
                <a:lnTo>
                  <a:pt x="456731" y="756964"/>
                </a:lnTo>
                <a:lnTo>
                  <a:pt x="460051" y="759025"/>
                </a:lnTo>
                <a:lnTo>
                  <a:pt x="463175" y="760836"/>
                </a:lnTo>
                <a:lnTo>
                  <a:pt x="466381" y="762577"/>
                </a:lnTo>
                <a:lnTo>
                  <a:pt x="469666" y="764248"/>
                </a:lnTo>
                <a:lnTo>
                  <a:pt x="473028" y="765848"/>
                </a:lnTo>
                <a:lnTo>
                  <a:pt x="476463" y="767376"/>
                </a:lnTo>
                <a:lnTo>
                  <a:pt x="479969" y="768832"/>
                </a:lnTo>
                <a:lnTo>
                  <a:pt x="483544" y="770215"/>
                </a:lnTo>
                <a:lnTo>
                  <a:pt x="487185" y="771524"/>
                </a:lnTo>
                <a:lnTo>
                  <a:pt x="490890" y="772759"/>
                </a:lnTo>
                <a:lnTo>
                  <a:pt x="494654" y="773919"/>
                </a:lnTo>
                <a:lnTo>
                  <a:pt x="498478" y="775003"/>
                </a:lnTo>
                <a:lnTo>
                  <a:pt x="502356" y="776012"/>
                </a:lnTo>
                <a:lnTo>
                  <a:pt x="506287" y="776943"/>
                </a:lnTo>
                <a:lnTo>
                  <a:pt x="510269" y="777797"/>
                </a:lnTo>
                <a:lnTo>
                  <a:pt x="514298" y="778572"/>
                </a:lnTo>
                <a:lnTo>
                  <a:pt x="518372" y="779269"/>
                </a:lnTo>
                <a:lnTo>
                  <a:pt x="522489" y="779886"/>
                </a:lnTo>
                <a:lnTo>
                  <a:pt x="526645" y="780423"/>
                </a:lnTo>
                <a:lnTo>
                  <a:pt x="530838" y="780879"/>
                </a:lnTo>
                <a:lnTo>
                  <a:pt x="535066" y="781253"/>
                </a:lnTo>
                <a:lnTo>
                  <a:pt x="539326" y="781546"/>
                </a:lnTo>
                <a:lnTo>
                  <a:pt x="543615" y="781756"/>
                </a:lnTo>
                <a:lnTo>
                  <a:pt x="547930" y="781882"/>
                </a:lnTo>
                <a:lnTo>
                  <a:pt x="552270" y="781924"/>
                </a:lnTo>
                <a:lnTo>
                  <a:pt x="556610" y="781882"/>
                </a:lnTo>
                <a:lnTo>
                  <a:pt x="560925" y="781756"/>
                </a:lnTo>
                <a:lnTo>
                  <a:pt x="565214" y="781546"/>
                </a:lnTo>
                <a:lnTo>
                  <a:pt x="569474" y="781253"/>
                </a:lnTo>
                <a:lnTo>
                  <a:pt x="573701" y="780879"/>
                </a:lnTo>
                <a:lnTo>
                  <a:pt x="577895" y="780423"/>
                </a:lnTo>
                <a:lnTo>
                  <a:pt x="582051" y="779886"/>
                </a:lnTo>
                <a:lnTo>
                  <a:pt x="586167" y="779269"/>
                </a:lnTo>
                <a:lnTo>
                  <a:pt x="590241" y="778572"/>
                </a:lnTo>
                <a:lnTo>
                  <a:pt x="594270" y="777797"/>
                </a:lnTo>
                <a:lnTo>
                  <a:pt x="598252" y="776943"/>
                </a:lnTo>
                <a:lnTo>
                  <a:pt x="602183" y="776012"/>
                </a:lnTo>
                <a:lnTo>
                  <a:pt x="606061" y="775003"/>
                </a:lnTo>
                <a:lnTo>
                  <a:pt x="609884" y="773919"/>
                </a:lnTo>
                <a:lnTo>
                  <a:pt x="613649" y="772759"/>
                </a:lnTo>
                <a:lnTo>
                  <a:pt x="617353" y="771524"/>
                </a:lnTo>
                <a:lnTo>
                  <a:pt x="620994" y="770215"/>
                </a:lnTo>
                <a:lnTo>
                  <a:pt x="624569" y="768832"/>
                </a:lnTo>
                <a:lnTo>
                  <a:pt x="628076" y="767376"/>
                </a:lnTo>
                <a:lnTo>
                  <a:pt x="631511" y="765848"/>
                </a:lnTo>
                <a:lnTo>
                  <a:pt x="634873" y="764248"/>
                </a:lnTo>
                <a:lnTo>
                  <a:pt x="638158" y="762577"/>
                </a:lnTo>
                <a:lnTo>
                  <a:pt x="641364" y="760836"/>
                </a:lnTo>
                <a:lnTo>
                  <a:pt x="644489" y="759025"/>
                </a:lnTo>
                <a:lnTo>
                  <a:pt x="647809" y="756964"/>
                </a:lnTo>
                <a:lnTo>
                  <a:pt x="651014" y="754827"/>
                </a:lnTo>
                <a:lnTo>
                  <a:pt x="654104" y="752616"/>
                </a:lnTo>
                <a:lnTo>
                  <a:pt x="657078" y="750332"/>
                </a:lnTo>
                <a:lnTo>
                  <a:pt x="659934" y="747976"/>
                </a:lnTo>
                <a:lnTo>
                  <a:pt x="662671" y="745550"/>
                </a:lnTo>
                <a:lnTo>
                  <a:pt x="665290" y="743057"/>
                </a:lnTo>
                <a:lnTo>
                  <a:pt x="667788" y="740496"/>
                </a:lnTo>
                <a:lnTo>
                  <a:pt x="670165" y="737871"/>
                </a:lnTo>
                <a:lnTo>
                  <a:pt x="672420" y="735182"/>
                </a:lnTo>
                <a:lnTo>
                  <a:pt x="674552" y="732431"/>
                </a:lnTo>
                <a:lnTo>
                  <a:pt x="676561" y="729620"/>
                </a:lnTo>
                <a:lnTo>
                  <a:pt x="678444" y="726750"/>
                </a:lnTo>
                <a:lnTo>
                  <a:pt x="680202" y="723823"/>
                </a:lnTo>
                <a:lnTo>
                  <a:pt x="681834" y="720840"/>
                </a:lnTo>
                <a:lnTo>
                  <a:pt x="683337" y="717803"/>
                </a:lnTo>
                <a:lnTo>
                  <a:pt x="684713" y="714714"/>
                </a:lnTo>
                <a:lnTo>
                  <a:pt x="685959" y="711574"/>
                </a:lnTo>
                <a:lnTo>
                  <a:pt x="687075" y="708385"/>
                </a:lnTo>
                <a:lnTo>
                  <a:pt x="688060" y="705148"/>
                </a:lnTo>
                <a:lnTo>
                  <a:pt x="688912" y="701865"/>
                </a:lnTo>
                <a:lnTo>
                  <a:pt x="689632" y="698538"/>
                </a:lnTo>
                <a:lnTo>
                  <a:pt x="690218" y="695168"/>
                </a:lnTo>
                <a:lnTo>
                  <a:pt x="690669" y="691756"/>
                </a:lnTo>
                <a:lnTo>
                  <a:pt x="790524" y="722539"/>
                </a:lnTo>
                <a:lnTo>
                  <a:pt x="743933" y="949592"/>
                </a:lnTo>
                <a:lnTo>
                  <a:pt x="603071" y="949592"/>
                </a:lnTo>
                <a:lnTo>
                  <a:pt x="600548" y="949678"/>
                </a:lnTo>
                <a:lnTo>
                  <a:pt x="598071" y="949931"/>
                </a:lnTo>
                <a:lnTo>
                  <a:pt x="595643" y="950345"/>
                </a:lnTo>
                <a:lnTo>
                  <a:pt x="593272" y="950916"/>
                </a:lnTo>
                <a:lnTo>
                  <a:pt x="590963" y="951637"/>
                </a:lnTo>
                <a:lnTo>
                  <a:pt x="588721" y="952503"/>
                </a:lnTo>
                <a:lnTo>
                  <a:pt x="586552" y="953508"/>
                </a:lnTo>
                <a:lnTo>
                  <a:pt x="584461" y="954648"/>
                </a:lnTo>
                <a:lnTo>
                  <a:pt x="582453" y="955916"/>
                </a:lnTo>
                <a:lnTo>
                  <a:pt x="580535" y="957307"/>
                </a:lnTo>
                <a:lnTo>
                  <a:pt x="578713" y="958815"/>
                </a:lnTo>
                <a:lnTo>
                  <a:pt x="576990" y="960434"/>
                </a:lnTo>
                <a:lnTo>
                  <a:pt x="575374" y="962160"/>
                </a:lnTo>
                <a:lnTo>
                  <a:pt x="573869" y="963987"/>
                </a:lnTo>
                <a:lnTo>
                  <a:pt x="572481" y="965908"/>
                </a:lnTo>
                <a:lnTo>
                  <a:pt x="571215" y="967920"/>
                </a:lnTo>
                <a:lnTo>
                  <a:pt x="570078" y="970015"/>
                </a:lnTo>
                <a:lnTo>
                  <a:pt x="569075" y="972188"/>
                </a:lnTo>
                <a:lnTo>
                  <a:pt x="568210" y="974435"/>
                </a:lnTo>
                <a:lnTo>
                  <a:pt x="567491" y="976748"/>
                </a:lnTo>
                <a:lnTo>
                  <a:pt x="566921" y="979124"/>
                </a:lnTo>
                <a:lnTo>
                  <a:pt x="566508" y="981556"/>
                </a:lnTo>
                <a:lnTo>
                  <a:pt x="566256" y="984038"/>
                </a:lnTo>
                <a:lnTo>
                  <a:pt x="566170" y="986566"/>
                </a:lnTo>
                <a:lnTo>
                  <a:pt x="566170" y="1012707"/>
                </a:lnTo>
                <a:lnTo>
                  <a:pt x="566180" y="1013802"/>
                </a:lnTo>
                <a:lnTo>
                  <a:pt x="566208" y="1014892"/>
                </a:lnTo>
                <a:lnTo>
                  <a:pt x="566254" y="1015977"/>
                </a:lnTo>
                <a:lnTo>
                  <a:pt x="566319" y="1017057"/>
                </a:lnTo>
                <a:lnTo>
                  <a:pt x="566402" y="1018133"/>
                </a:lnTo>
                <a:lnTo>
                  <a:pt x="566503" y="1019203"/>
                </a:lnTo>
                <a:lnTo>
                  <a:pt x="566622" y="1020268"/>
                </a:lnTo>
                <a:lnTo>
                  <a:pt x="566759" y="1021328"/>
                </a:lnTo>
                <a:lnTo>
                  <a:pt x="566913" y="1022383"/>
                </a:lnTo>
                <a:lnTo>
                  <a:pt x="567085" y="1023431"/>
                </a:lnTo>
                <a:lnTo>
                  <a:pt x="567274" y="1024474"/>
                </a:lnTo>
                <a:lnTo>
                  <a:pt x="567480" y="1025511"/>
                </a:lnTo>
                <a:lnTo>
                  <a:pt x="567703" y="1026542"/>
                </a:lnTo>
                <a:lnTo>
                  <a:pt x="567942" y="1027566"/>
                </a:lnTo>
                <a:lnTo>
                  <a:pt x="568198" y="1028584"/>
                </a:lnTo>
                <a:lnTo>
                  <a:pt x="568471" y="1029596"/>
                </a:lnTo>
                <a:lnTo>
                  <a:pt x="568760" y="1030601"/>
                </a:lnTo>
                <a:lnTo>
                  <a:pt x="569065" y="1031598"/>
                </a:lnTo>
                <a:lnTo>
                  <a:pt x="569386" y="1032589"/>
                </a:lnTo>
                <a:lnTo>
                  <a:pt x="569723" y="1033573"/>
                </a:lnTo>
                <a:lnTo>
                  <a:pt x="570076" y="1034550"/>
                </a:lnTo>
                <a:lnTo>
                  <a:pt x="570444" y="1035519"/>
                </a:lnTo>
                <a:lnTo>
                  <a:pt x="570828" y="1036480"/>
                </a:lnTo>
                <a:lnTo>
                  <a:pt x="571226" y="1037434"/>
                </a:lnTo>
                <a:lnTo>
                  <a:pt x="336832" y="1037434"/>
                </a:lnTo>
                <a:lnTo>
                  <a:pt x="337356" y="1036322"/>
                </a:lnTo>
                <a:lnTo>
                  <a:pt x="337859" y="1035200"/>
                </a:lnTo>
                <a:lnTo>
                  <a:pt x="338343" y="1034067"/>
                </a:lnTo>
                <a:lnTo>
                  <a:pt x="338807" y="1032924"/>
                </a:lnTo>
                <a:lnTo>
                  <a:pt x="339250" y="1031771"/>
                </a:lnTo>
                <a:lnTo>
                  <a:pt x="339673" y="1030607"/>
                </a:lnTo>
                <a:lnTo>
                  <a:pt x="340075" y="1029434"/>
                </a:lnTo>
                <a:lnTo>
                  <a:pt x="340455" y="1028252"/>
                </a:lnTo>
                <a:lnTo>
                  <a:pt x="340814" y="1027060"/>
                </a:lnTo>
                <a:lnTo>
                  <a:pt x="341152" y="1025859"/>
                </a:lnTo>
                <a:lnTo>
                  <a:pt x="341468" y="1024649"/>
                </a:lnTo>
                <a:lnTo>
                  <a:pt x="341762" y="1023431"/>
                </a:lnTo>
                <a:lnTo>
                  <a:pt x="342034" y="1022204"/>
                </a:lnTo>
                <a:lnTo>
                  <a:pt x="342283" y="1020969"/>
                </a:lnTo>
                <a:lnTo>
                  <a:pt x="342510" y="1019726"/>
                </a:lnTo>
                <a:lnTo>
                  <a:pt x="342714" y="1018475"/>
                </a:lnTo>
                <a:lnTo>
                  <a:pt x="342894" y="1017217"/>
                </a:lnTo>
                <a:lnTo>
                  <a:pt x="343052" y="1015952"/>
                </a:lnTo>
                <a:lnTo>
                  <a:pt x="343185" y="1014679"/>
                </a:lnTo>
                <a:lnTo>
                  <a:pt x="343295" y="1013400"/>
                </a:lnTo>
                <a:lnTo>
                  <a:pt x="343381" y="1012114"/>
                </a:lnTo>
                <a:lnTo>
                  <a:pt x="343443" y="1010822"/>
                </a:lnTo>
                <a:lnTo>
                  <a:pt x="343480" y="1009523"/>
                </a:lnTo>
                <a:lnTo>
                  <a:pt x="343492" y="1008219"/>
                </a:lnTo>
                <a:lnTo>
                  <a:pt x="343492" y="825729"/>
                </a:lnTo>
                <a:lnTo>
                  <a:pt x="343401" y="823018"/>
                </a:lnTo>
                <a:lnTo>
                  <a:pt x="343130" y="820355"/>
                </a:lnTo>
                <a:lnTo>
                  <a:pt x="342685" y="817747"/>
                </a:lnTo>
                <a:lnTo>
                  <a:pt x="342074" y="815199"/>
                </a:lnTo>
                <a:lnTo>
                  <a:pt x="341300" y="812718"/>
                </a:lnTo>
                <a:lnTo>
                  <a:pt x="340371" y="810308"/>
                </a:lnTo>
                <a:lnTo>
                  <a:pt x="339293" y="807977"/>
                </a:lnTo>
                <a:lnTo>
                  <a:pt x="338071" y="805730"/>
                </a:lnTo>
                <a:lnTo>
                  <a:pt x="336711" y="803573"/>
                </a:lnTo>
                <a:lnTo>
                  <a:pt x="335219" y="801513"/>
                </a:lnTo>
                <a:lnTo>
                  <a:pt x="333602" y="799554"/>
                </a:lnTo>
                <a:lnTo>
                  <a:pt x="331865" y="797703"/>
                </a:lnTo>
                <a:lnTo>
                  <a:pt x="330014" y="795966"/>
                </a:lnTo>
                <a:lnTo>
                  <a:pt x="328055" y="794348"/>
                </a:lnTo>
                <a:lnTo>
                  <a:pt x="325994" y="792857"/>
                </a:lnTo>
                <a:lnTo>
                  <a:pt x="323837" y="791497"/>
                </a:lnTo>
                <a:lnTo>
                  <a:pt x="321590" y="790275"/>
                </a:lnTo>
                <a:lnTo>
                  <a:pt x="319258" y="789197"/>
                </a:lnTo>
                <a:lnTo>
                  <a:pt x="316849" y="788268"/>
                </a:lnTo>
                <a:lnTo>
                  <a:pt x="314367" y="787494"/>
                </a:lnTo>
                <a:lnTo>
                  <a:pt x="311819" y="786883"/>
                </a:lnTo>
                <a:lnTo>
                  <a:pt x="309211" y="786438"/>
                </a:lnTo>
                <a:lnTo>
                  <a:pt x="306549" y="786167"/>
                </a:lnTo>
                <a:lnTo>
                  <a:pt x="303837" y="786076"/>
                </a:lnTo>
                <a:lnTo>
                  <a:pt x="208136" y="786076"/>
                </a:lnTo>
                <a:lnTo>
                  <a:pt x="210068" y="782968"/>
                </a:lnTo>
                <a:lnTo>
                  <a:pt x="212067" y="779945"/>
                </a:lnTo>
                <a:lnTo>
                  <a:pt x="214134" y="777007"/>
                </a:lnTo>
                <a:lnTo>
                  <a:pt x="216269" y="774154"/>
                </a:lnTo>
                <a:lnTo>
                  <a:pt x="218471" y="771386"/>
                </a:lnTo>
                <a:lnTo>
                  <a:pt x="220741" y="768704"/>
                </a:lnTo>
                <a:lnTo>
                  <a:pt x="223078" y="766107"/>
                </a:lnTo>
                <a:lnTo>
                  <a:pt x="225482" y="763595"/>
                </a:lnTo>
                <a:lnTo>
                  <a:pt x="227953" y="761170"/>
                </a:lnTo>
                <a:lnTo>
                  <a:pt x="230491" y="758830"/>
                </a:lnTo>
                <a:lnTo>
                  <a:pt x="233096" y="756577"/>
                </a:lnTo>
                <a:lnTo>
                  <a:pt x="235767" y="754410"/>
                </a:lnTo>
                <a:lnTo>
                  <a:pt x="238505" y="752329"/>
                </a:lnTo>
                <a:lnTo>
                  <a:pt x="241310" y="750335"/>
                </a:lnTo>
                <a:lnTo>
                  <a:pt x="244181" y="748428"/>
                </a:lnTo>
                <a:lnTo>
                  <a:pt x="247118" y="746608"/>
                </a:lnTo>
                <a:lnTo>
                  <a:pt x="250121" y="744875"/>
                </a:lnTo>
                <a:lnTo>
                  <a:pt x="253191" y="743229"/>
                </a:lnTo>
                <a:lnTo>
                  <a:pt x="256326" y="741671"/>
                </a:lnTo>
                <a:lnTo>
                  <a:pt x="259527" y="740200"/>
                </a:lnTo>
                <a:lnTo>
                  <a:pt x="262793" y="738817"/>
                </a:lnTo>
                <a:lnTo>
                  <a:pt x="266126" y="737523"/>
                </a:lnTo>
                <a:lnTo>
                  <a:pt x="269523" y="736316"/>
                </a:lnTo>
                <a:lnTo>
                  <a:pt x="272986" y="735198"/>
                </a:lnTo>
                <a:lnTo>
                  <a:pt x="413871" y="691759"/>
                </a:lnTo>
                <a:lnTo>
                  <a:pt x="414322" y="695170"/>
                </a:lnTo>
                <a:lnTo>
                  <a:pt x="414908" y="698540"/>
                </a:lnTo>
                <a:lnTo>
                  <a:pt x="415627" y="701867"/>
                </a:lnTo>
                <a:lnTo>
                  <a:pt x="416480" y="705150"/>
                </a:lnTo>
                <a:close/>
                <a:moveTo>
                  <a:pt x="65251" y="949280"/>
                </a:moveTo>
                <a:lnTo>
                  <a:pt x="64709" y="949109"/>
                </a:lnTo>
                <a:lnTo>
                  <a:pt x="64181" y="948903"/>
                </a:lnTo>
                <a:lnTo>
                  <a:pt x="63670" y="948665"/>
                </a:lnTo>
                <a:lnTo>
                  <a:pt x="63176" y="948395"/>
                </a:lnTo>
                <a:lnTo>
                  <a:pt x="62702" y="948095"/>
                </a:lnTo>
                <a:lnTo>
                  <a:pt x="62247" y="947766"/>
                </a:lnTo>
                <a:lnTo>
                  <a:pt x="61815" y="947411"/>
                </a:lnTo>
                <a:lnTo>
                  <a:pt x="61406" y="947029"/>
                </a:lnTo>
                <a:lnTo>
                  <a:pt x="61021" y="946623"/>
                </a:lnTo>
                <a:lnTo>
                  <a:pt x="60662" y="946194"/>
                </a:lnTo>
                <a:lnTo>
                  <a:pt x="60331" y="945744"/>
                </a:lnTo>
                <a:lnTo>
                  <a:pt x="60029" y="945273"/>
                </a:lnTo>
                <a:lnTo>
                  <a:pt x="59756" y="944783"/>
                </a:lnTo>
                <a:lnTo>
                  <a:pt x="59516" y="944276"/>
                </a:lnTo>
                <a:lnTo>
                  <a:pt x="59309" y="943753"/>
                </a:lnTo>
                <a:lnTo>
                  <a:pt x="59136" y="943216"/>
                </a:lnTo>
                <a:lnTo>
                  <a:pt x="58999" y="942665"/>
                </a:lnTo>
                <a:lnTo>
                  <a:pt x="58900" y="942103"/>
                </a:lnTo>
                <a:lnTo>
                  <a:pt x="58839" y="941530"/>
                </a:lnTo>
                <a:lnTo>
                  <a:pt x="58818" y="940948"/>
                </a:lnTo>
                <a:lnTo>
                  <a:pt x="58818" y="871280"/>
                </a:lnTo>
                <a:lnTo>
                  <a:pt x="58839" y="870698"/>
                </a:lnTo>
                <a:lnTo>
                  <a:pt x="58900" y="870125"/>
                </a:lnTo>
                <a:lnTo>
                  <a:pt x="58999" y="869563"/>
                </a:lnTo>
                <a:lnTo>
                  <a:pt x="59136" y="869012"/>
                </a:lnTo>
                <a:lnTo>
                  <a:pt x="59309" y="868474"/>
                </a:lnTo>
                <a:lnTo>
                  <a:pt x="59516" y="867951"/>
                </a:lnTo>
                <a:lnTo>
                  <a:pt x="59756" y="867444"/>
                </a:lnTo>
                <a:lnTo>
                  <a:pt x="60029" y="866955"/>
                </a:lnTo>
                <a:lnTo>
                  <a:pt x="60331" y="866484"/>
                </a:lnTo>
                <a:lnTo>
                  <a:pt x="60662" y="866034"/>
                </a:lnTo>
                <a:lnTo>
                  <a:pt x="61021" y="865605"/>
                </a:lnTo>
                <a:lnTo>
                  <a:pt x="61406" y="865199"/>
                </a:lnTo>
                <a:lnTo>
                  <a:pt x="61815" y="864817"/>
                </a:lnTo>
                <a:lnTo>
                  <a:pt x="62247" y="864461"/>
                </a:lnTo>
                <a:lnTo>
                  <a:pt x="62702" y="864133"/>
                </a:lnTo>
                <a:lnTo>
                  <a:pt x="63176" y="863833"/>
                </a:lnTo>
                <a:lnTo>
                  <a:pt x="63670" y="863563"/>
                </a:lnTo>
                <a:lnTo>
                  <a:pt x="64181" y="863325"/>
                </a:lnTo>
                <a:lnTo>
                  <a:pt x="64709" y="863119"/>
                </a:lnTo>
                <a:lnTo>
                  <a:pt x="65251" y="862948"/>
                </a:lnTo>
                <a:lnTo>
                  <a:pt x="65806" y="862812"/>
                </a:lnTo>
                <a:lnTo>
                  <a:pt x="66373" y="862713"/>
                </a:lnTo>
                <a:lnTo>
                  <a:pt x="66951" y="862653"/>
                </a:lnTo>
                <a:lnTo>
                  <a:pt x="67538" y="862633"/>
                </a:lnTo>
                <a:lnTo>
                  <a:pt x="110946" y="862633"/>
                </a:lnTo>
                <a:lnTo>
                  <a:pt x="110946" y="949595"/>
                </a:lnTo>
                <a:lnTo>
                  <a:pt x="67538" y="949595"/>
                </a:lnTo>
                <a:lnTo>
                  <a:pt x="66951" y="949575"/>
                </a:lnTo>
                <a:lnTo>
                  <a:pt x="66373" y="949514"/>
                </a:lnTo>
                <a:lnTo>
                  <a:pt x="65806" y="949416"/>
                </a:lnTo>
                <a:lnTo>
                  <a:pt x="65251" y="949280"/>
                </a:lnTo>
                <a:close/>
                <a:moveTo>
                  <a:pt x="172660" y="1036841"/>
                </a:moveTo>
                <a:lnTo>
                  <a:pt x="170778" y="1036391"/>
                </a:lnTo>
                <a:lnTo>
                  <a:pt x="168945" y="1035821"/>
                </a:lnTo>
                <a:lnTo>
                  <a:pt x="167166" y="1035137"/>
                </a:lnTo>
                <a:lnTo>
                  <a:pt x="165444" y="1034342"/>
                </a:lnTo>
                <a:lnTo>
                  <a:pt x="163784" y="1033442"/>
                </a:lnTo>
                <a:lnTo>
                  <a:pt x="162191" y="1032440"/>
                </a:lnTo>
                <a:lnTo>
                  <a:pt x="160669" y="1031341"/>
                </a:lnTo>
                <a:lnTo>
                  <a:pt x="159222" y="1030150"/>
                </a:lnTo>
                <a:lnTo>
                  <a:pt x="157855" y="1028870"/>
                </a:lnTo>
                <a:lnTo>
                  <a:pt x="156572" y="1027506"/>
                </a:lnTo>
                <a:lnTo>
                  <a:pt x="155377" y="1026063"/>
                </a:lnTo>
                <a:lnTo>
                  <a:pt x="154276" y="1024544"/>
                </a:lnTo>
                <a:lnTo>
                  <a:pt x="153271" y="1022955"/>
                </a:lnTo>
                <a:lnTo>
                  <a:pt x="152369" y="1021300"/>
                </a:lnTo>
                <a:lnTo>
                  <a:pt x="151572" y="1019582"/>
                </a:lnTo>
                <a:lnTo>
                  <a:pt x="150886" y="1017807"/>
                </a:lnTo>
                <a:lnTo>
                  <a:pt x="150315" y="1015979"/>
                </a:lnTo>
                <a:lnTo>
                  <a:pt x="149863" y="1014102"/>
                </a:lnTo>
                <a:lnTo>
                  <a:pt x="149535" y="1012180"/>
                </a:lnTo>
                <a:lnTo>
                  <a:pt x="149335" y="1010219"/>
                </a:lnTo>
                <a:lnTo>
                  <a:pt x="149267" y="1008221"/>
                </a:lnTo>
                <a:lnTo>
                  <a:pt x="149267" y="825731"/>
                </a:lnTo>
                <a:lnTo>
                  <a:pt x="149270" y="825643"/>
                </a:lnTo>
                <a:lnTo>
                  <a:pt x="149280" y="825556"/>
                </a:lnTo>
                <a:lnTo>
                  <a:pt x="149295" y="825470"/>
                </a:lnTo>
                <a:lnTo>
                  <a:pt x="149316" y="825386"/>
                </a:lnTo>
                <a:lnTo>
                  <a:pt x="149343" y="825303"/>
                </a:lnTo>
                <a:lnTo>
                  <a:pt x="149375" y="825223"/>
                </a:lnTo>
                <a:lnTo>
                  <a:pt x="149413" y="825145"/>
                </a:lnTo>
                <a:lnTo>
                  <a:pt x="149455" y="825070"/>
                </a:lnTo>
                <a:lnTo>
                  <a:pt x="149502" y="824997"/>
                </a:lnTo>
                <a:lnTo>
                  <a:pt x="149553" y="824927"/>
                </a:lnTo>
                <a:lnTo>
                  <a:pt x="149608" y="824861"/>
                </a:lnTo>
                <a:lnTo>
                  <a:pt x="149667" y="824798"/>
                </a:lnTo>
                <a:lnTo>
                  <a:pt x="149730" y="824739"/>
                </a:lnTo>
                <a:lnTo>
                  <a:pt x="149797" y="824683"/>
                </a:lnTo>
                <a:lnTo>
                  <a:pt x="149866" y="824632"/>
                </a:lnTo>
                <a:lnTo>
                  <a:pt x="149939" y="824586"/>
                </a:lnTo>
                <a:lnTo>
                  <a:pt x="150015" y="824543"/>
                </a:lnTo>
                <a:lnTo>
                  <a:pt x="150092" y="824506"/>
                </a:lnTo>
                <a:lnTo>
                  <a:pt x="150173" y="824474"/>
                </a:lnTo>
                <a:lnTo>
                  <a:pt x="150255" y="824447"/>
                </a:lnTo>
                <a:lnTo>
                  <a:pt x="150339" y="824426"/>
                </a:lnTo>
                <a:lnTo>
                  <a:pt x="150425" y="824410"/>
                </a:lnTo>
                <a:lnTo>
                  <a:pt x="150512" y="824401"/>
                </a:lnTo>
                <a:lnTo>
                  <a:pt x="150600" y="824398"/>
                </a:lnTo>
                <a:lnTo>
                  <a:pt x="303835" y="824398"/>
                </a:lnTo>
                <a:lnTo>
                  <a:pt x="303923" y="824401"/>
                </a:lnTo>
                <a:lnTo>
                  <a:pt x="304010" y="824410"/>
                </a:lnTo>
                <a:lnTo>
                  <a:pt x="304096" y="824426"/>
                </a:lnTo>
                <a:lnTo>
                  <a:pt x="304180" y="824447"/>
                </a:lnTo>
                <a:lnTo>
                  <a:pt x="304263" y="824474"/>
                </a:lnTo>
                <a:lnTo>
                  <a:pt x="304343" y="824506"/>
                </a:lnTo>
                <a:lnTo>
                  <a:pt x="304421" y="824543"/>
                </a:lnTo>
                <a:lnTo>
                  <a:pt x="304496" y="824586"/>
                </a:lnTo>
                <a:lnTo>
                  <a:pt x="304569" y="824632"/>
                </a:lnTo>
                <a:lnTo>
                  <a:pt x="304639" y="824683"/>
                </a:lnTo>
                <a:lnTo>
                  <a:pt x="304705" y="824739"/>
                </a:lnTo>
                <a:lnTo>
                  <a:pt x="304768" y="824798"/>
                </a:lnTo>
                <a:lnTo>
                  <a:pt x="304827" y="824861"/>
                </a:lnTo>
                <a:lnTo>
                  <a:pt x="304883" y="824927"/>
                </a:lnTo>
                <a:lnTo>
                  <a:pt x="304934" y="824997"/>
                </a:lnTo>
                <a:lnTo>
                  <a:pt x="304981" y="825070"/>
                </a:lnTo>
                <a:lnTo>
                  <a:pt x="305023" y="825145"/>
                </a:lnTo>
                <a:lnTo>
                  <a:pt x="305060" y="825223"/>
                </a:lnTo>
                <a:lnTo>
                  <a:pt x="305092" y="825303"/>
                </a:lnTo>
                <a:lnTo>
                  <a:pt x="305119" y="825386"/>
                </a:lnTo>
                <a:lnTo>
                  <a:pt x="305140" y="825470"/>
                </a:lnTo>
                <a:lnTo>
                  <a:pt x="305156" y="825556"/>
                </a:lnTo>
                <a:lnTo>
                  <a:pt x="305165" y="825643"/>
                </a:lnTo>
                <a:lnTo>
                  <a:pt x="305169" y="825731"/>
                </a:lnTo>
                <a:lnTo>
                  <a:pt x="305169" y="1008221"/>
                </a:lnTo>
                <a:lnTo>
                  <a:pt x="305101" y="1010219"/>
                </a:lnTo>
                <a:lnTo>
                  <a:pt x="304901" y="1012180"/>
                </a:lnTo>
                <a:lnTo>
                  <a:pt x="304572" y="1014102"/>
                </a:lnTo>
                <a:lnTo>
                  <a:pt x="304120" y="1015979"/>
                </a:lnTo>
                <a:lnTo>
                  <a:pt x="303549" y="1017807"/>
                </a:lnTo>
                <a:lnTo>
                  <a:pt x="302863" y="1019582"/>
                </a:lnTo>
                <a:lnTo>
                  <a:pt x="302067" y="1021300"/>
                </a:lnTo>
                <a:lnTo>
                  <a:pt x="301164" y="1022955"/>
                </a:lnTo>
                <a:lnTo>
                  <a:pt x="300160" y="1024544"/>
                </a:lnTo>
                <a:lnTo>
                  <a:pt x="299058" y="1026063"/>
                </a:lnTo>
                <a:lnTo>
                  <a:pt x="297863" y="1027506"/>
                </a:lnTo>
                <a:lnTo>
                  <a:pt x="296580" y="1028870"/>
                </a:lnTo>
                <a:lnTo>
                  <a:pt x="295213" y="1030150"/>
                </a:lnTo>
                <a:lnTo>
                  <a:pt x="293766" y="1031341"/>
                </a:lnTo>
                <a:lnTo>
                  <a:pt x="292244" y="1032440"/>
                </a:lnTo>
                <a:lnTo>
                  <a:pt x="290651" y="1033442"/>
                </a:lnTo>
                <a:lnTo>
                  <a:pt x="288991" y="1034342"/>
                </a:lnTo>
                <a:lnTo>
                  <a:pt x="287270" y="1035137"/>
                </a:lnTo>
                <a:lnTo>
                  <a:pt x="285490" y="1035821"/>
                </a:lnTo>
                <a:lnTo>
                  <a:pt x="283657" y="1036391"/>
                </a:lnTo>
                <a:lnTo>
                  <a:pt x="281776" y="1036841"/>
                </a:lnTo>
                <a:lnTo>
                  <a:pt x="279849" y="1037169"/>
                </a:lnTo>
                <a:lnTo>
                  <a:pt x="277883" y="1037369"/>
                </a:lnTo>
                <a:lnTo>
                  <a:pt x="275881" y="1037436"/>
                </a:lnTo>
                <a:lnTo>
                  <a:pt x="178555" y="1037436"/>
                </a:lnTo>
                <a:lnTo>
                  <a:pt x="176552" y="1037369"/>
                </a:lnTo>
                <a:lnTo>
                  <a:pt x="174586" y="1037169"/>
                </a:lnTo>
                <a:lnTo>
                  <a:pt x="172660" y="1036841"/>
                </a:lnTo>
                <a:close/>
                <a:moveTo>
                  <a:pt x="736070" y="987915"/>
                </a:moveTo>
                <a:lnTo>
                  <a:pt x="726507" y="1034521"/>
                </a:lnTo>
                <a:lnTo>
                  <a:pt x="725909" y="1037436"/>
                </a:lnTo>
                <a:lnTo>
                  <a:pt x="629214" y="1037436"/>
                </a:lnTo>
                <a:lnTo>
                  <a:pt x="627524" y="1037379"/>
                </a:lnTo>
                <a:lnTo>
                  <a:pt x="625864" y="1037210"/>
                </a:lnTo>
                <a:lnTo>
                  <a:pt x="624238" y="1036933"/>
                </a:lnTo>
                <a:lnTo>
                  <a:pt x="622649" y="1036551"/>
                </a:lnTo>
                <a:lnTo>
                  <a:pt x="621102" y="1036069"/>
                </a:lnTo>
                <a:lnTo>
                  <a:pt x="619600" y="1035490"/>
                </a:lnTo>
                <a:lnTo>
                  <a:pt x="618146" y="1034818"/>
                </a:lnTo>
                <a:lnTo>
                  <a:pt x="616745" y="1034056"/>
                </a:lnTo>
                <a:lnTo>
                  <a:pt x="615400" y="1033208"/>
                </a:lnTo>
                <a:lnTo>
                  <a:pt x="614115" y="1032278"/>
                </a:lnTo>
                <a:lnTo>
                  <a:pt x="612894" y="1031270"/>
                </a:lnTo>
                <a:lnTo>
                  <a:pt x="611740" y="1030187"/>
                </a:lnTo>
                <a:lnTo>
                  <a:pt x="610656" y="1029033"/>
                </a:lnTo>
                <a:lnTo>
                  <a:pt x="609648" y="1027812"/>
                </a:lnTo>
                <a:lnTo>
                  <a:pt x="608718" y="1026527"/>
                </a:lnTo>
                <a:lnTo>
                  <a:pt x="607870" y="1025182"/>
                </a:lnTo>
                <a:lnTo>
                  <a:pt x="607108" y="1023781"/>
                </a:lnTo>
                <a:lnTo>
                  <a:pt x="606435" y="1022327"/>
                </a:lnTo>
                <a:lnTo>
                  <a:pt x="605856" y="1020825"/>
                </a:lnTo>
                <a:lnTo>
                  <a:pt x="605374" y="1019278"/>
                </a:lnTo>
                <a:lnTo>
                  <a:pt x="604992" y="1017689"/>
                </a:lnTo>
                <a:lnTo>
                  <a:pt x="604715" y="1016063"/>
                </a:lnTo>
                <a:lnTo>
                  <a:pt x="604546" y="1014403"/>
                </a:lnTo>
                <a:lnTo>
                  <a:pt x="604489" y="1012712"/>
                </a:lnTo>
                <a:lnTo>
                  <a:pt x="604489" y="987915"/>
                </a:lnTo>
                <a:lnTo>
                  <a:pt x="736070" y="9879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20E39C-86BE-4EC7-9342-2E24C1AB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917" y="2980500"/>
            <a:ext cx="133790" cy="129420"/>
          </a:xfrm>
          <a:custGeom xmlns:a="http://schemas.openxmlformats.org/drawingml/2006/main">
            <a:pathLst>
              <a:path w="133790" h="129420">
                <a:moveTo>
                  <a:pt x="945" y="63664"/>
                </a:moveTo>
                <a:cubicBezTo>
                  <a:pt x="0" y="80905"/>
                  <a:pt x="5950" y="97234"/>
                  <a:pt x="17704" y="109647"/>
                </a:cubicBezTo>
                <a:cubicBezTo>
                  <a:pt x="29776" y="122398"/>
                  <a:pt x="46384" y="129420"/>
                  <a:pt x="64469" y="129420"/>
                </a:cubicBezTo>
                <a:cubicBezTo>
                  <a:pt x="100353" y="129420"/>
                  <a:pt x="131028" y="100836"/>
                  <a:pt x="132845" y="65759"/>
                </a:cubicBezTo>
                <a:cubicBezTo>
                  <a:pt x="133790" y="48512"/>
                  <a:pt x="127838" y="32176"/>
                  <a:pt x="116081" y="19755"/>
                </a:cubicBezTo>
                <a:cubicBezTo>
                  <a:pt x="104020" y="7015"/>
                  <a:pt x="87439" y="0"/>
                  <a:pt x="69397" y="0"/>
                </a:cubicBezTo>
                <a:cubicBezTo>
                  <a:pt x="33572" y="0"/>
                  <a:pt x="2864" y="28561"/>
                  <a:pt x="945" y="63664"/>
                </a:cubicBezTo>
                <a:moveTo>
                  <a:pt x="39210" y="65756"/>
                </a:moveTo>
                <a:cubicBezTo>
                  <a:pt x="40023" y="50883"/>
                  <a:pt x="53847" y="38319"/>
                  <a:pt x="69392" y="38319"/>
                </a:cubicBezTo>
                <a:cubicBezTo>
                  <a:pt x="76801" y="38319"/>
                  <a:pt x="83497" y="41084"/>
                  <a:pt x="88249" y="46098"/>
                </a:cubicBezTo>
                <a:cubicBezTo>
                  <a:pt x="92694" y="50794"/>
                  <a:pt x="94943" y="57032"/>
                  <a:pt x="94577" y="63718"/>
                </a:cubicBezTo>
                <a:cubicBezTo>
                  <a:pt x="93808" y="78560"/>
                  <a:pt x="80020" y="91098"/>
                  <a:pt x="64469" y="91098"/>
                </a:cubicBezTo>
                <a:cubicBezTo>
                  <a:pt x="57020" y="91098"/>
                  <a:pt x="50293" y="88329"/>
                  <a:pt x="45533" y="83301"/>
                </a:cubicBezTo>
                <a:cubicBezTo>
                  <a:pt x="41091" y="78614"/>
                  <a:pt x="38845" y="72383"/>
                  <a:pt x="39210" y="6575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98981-CFA4-4E9B-B140-A7D2F2F9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413" y="4406600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9400CC-75E6-40AD-882D-3619EB2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412" y="4634937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1AA6C-BE71-4535-95E7-4384DA1D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411" y="4863275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FEAAA-D930-4AB9-A01F-D07E558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4236" y="3721585"/>
            <a:ext cx="1712620" cy="1712535"/>
          </a:xfrm>
          <a:custGeom xmlns:a="http://schemas.openxmlformats.org/drawingml/2006/main">
            <a:pathLst>
              <a:path w="1712620" h="1712535">
                <a:moveTo>
                  <a:pt x="1626989" y="114169"/>
                </a:moveTo>
                <a:lnTo>
                  <a:pt x="1398640" y="114169"/>
                </a:lnTo>
                <a:cubicBezTo>
                  <a:pt x="1382883" y="114169"/>
                  <a:pt x="1370096" y="101382"/>
                  <a:pt x="1370096" y="85627"/>
                </a:cubicBezTo>
                <a:cubicBezTo>
                  <a:pt x="1370096" y="38332"/>
                  <a:pt x="1331762" y="0"/>
                  <a:pt x="1284465" y="0"/>
                </a:cubicBezTo>
                <a:lnTo>
                  <a:pt x="1113203" y="0"/>
                </a:lnTo>
                <a:cubicBezTo>
                  <a:pt x="1065906" y="0"/>
                  <a:pt x="1027572" y="38332"/>
                  <a:pt x="1027572" y="85627"/>
                </a:cubicBezTo>
                <a:lnTo>
                  <a:pt x="1027572" y="285422"/>
                </a:lnTo>
                <a:lnTo>
                  <a:pt x="941941" y="285422"/>
                </a:lnTo>
                <a:cubicBezTo>
                  <a:pt x="894644" y="285422"/>
                  <a:pt x="856310" y="323755"/>
                  <a:pt x="856310" y="371049"/>
                </a:cubicBezTo>
                <a:lnTo>
                  <a:pt x="856310" y="827725"/>
                </a:lnTo>
                <a:lnTo>
                  <a:pt x="742135" y="827725"/>
                </a:lnTo>
                <a:lnTo>
                  <a:pt x="742135" y="513760"/>
                </a:lnTo>
                <a:cubicBezTo>
                  <a:pt x="741964" y="511962"/>
                  <a:pt x="741593" y="510193"/>
                  <a:pt x="741079" y="508480"/>
                </a:cubicBezTo>
                <a:cubicBezTo>
                  <a:pt x="741593" y="505512"/>
                  <a:pt x="741964" y="502515"/>
                  <a:pt x="742135" y="499489"/>
                </a:cubicBezTo>
                <a:cubicBezTo>
                  <a:pt x="742135" y="397536"/>
                  <a:pt x="550893" y="342507"/>
                  <a:pt x="371068" y="342507"/>
                </a:cubicBezTo>
                <a:cubicBezTo>
                  <a:pt x="191243" y="342507"/>
                  <a:pt x="0" y="397536"/>
                  <a:pt x="0" y="499489"/>
                </a:cubicBezTo>
                <a:cubicBezTo>
                  <a:pt x="171" y="502515"/>
                  <a:pt x="542" y="505512"/>
                  <a:pt x="1056" y="508480"/>
                </a:cubicBezTo>
                <a:cubicBezTo>
                  <a:pt x="542" y="510193"/>
                  <a:pt x="171" y="511962"/>
                  <a:pt x="0" y="513760"/>
                </a:cubicBezTo>
                <a:lnTo>
                  <a:pt x="0" y="1198774"/>
                </a:lnTo>
                <a:cubicBezTo>
                  <a:pt x="0" y="1292479"/>
                  <a:pt x="186676" y="1341486"/>
                  <a:pt x="371068" y="1341486"/>
                </a:cubicBezTo>
                <a:cubicBezTo>
                  <a:pt x="555460" y="1341486"/>
                  <a:pt x="742135" y="1292479"/>
                  <a:pt x="742135" y="1198774"/>
                </a:cubicBezTo>
                <a:lnTo>
                  <a:pt x="742135" y="884810"/>
                </a:lnTo>
                <a:lnTo>
                  <a:pt x="856310" y="884810"/>
                </a:lnTo>
                <a:lnTo>
                  <a:pt x="856310" y="1341486"/>
                </a:lnTo>
                <a:cubicBezTo>
                  <a:pt x="856310" y="1388780"/>
                  <a:pt x="894644" y="1427112"/>
                  <a:pt x="941941" y="1427112"/>
                </a:cubicBezTo>
                <a:lnTo>
                  <a:pt x="1027572" y="1427112"/>
                </a:lnTo>
                <a:lnTo>
                  <a:pt x="1027572" y="1626908"/>
                </a:lnTo>
                <a:cubicBezTo>
                  <a:pt x="1027572" y="1674203"/>
                  <a:pt x="1065906" y="1712535"/>
                  <a:pt x="1113203" y="1712535"/>
                </a:cubicBezTo>
                <a:lnTo>
                  <a:pt x="1626989" y="1712535"/>
                </a:lnTo>
                <a:cubicBezTo>
                  <a:pt x="1674286" y="1712535"/>
                  <a:pt x="1712620" y="1674203"/>
                  <a:pt x="1712620" y="1626908"/>
                </a:cubicBezTo>
                <a:lnTo>
                  <a:pt x="1712620" y="1398570"/>
                </a:lnTo>
                <a:cubicBezTo>
                  <a:pt x="1712620" y="1351276"/>
                  <a:pt x="1674286" y="1312943"/>
                  <a:pt x="1626989" y="1312943"/>
                </a:cubicBezTo>
                <a:lnTo>
                  <a:pt x="1398640" y="1312943"/>
                </a:lnTo>
                <a:cubicBezTo>
                  <a:pt x="1382883" y="1312943"/>
                  <a:pt x="1370096" y="1300157"/>
                  <a:pt x="1370096" y="1284401"/>
                </a:cubicBezTo>
                <a:cubicBezTo>
                  <a:pt x="1370096" y="1237107"/>
                  <a:pt x="1331762" y="1198774"/>
                  <a:pt x="1284465" y="1198774"/>
                </a:cubicBezTo>
                <a:lnTo>
                  <a:pt x="1113203" y="1198774"/>
                </a:lnTo>
                <a:cubicBezTo>
                  <a:pt x="1065906" y="1198774"/>
                  <a:pt x="1027572" y="1237107"/>
                  <a:pt x="1027572" y="1284401"/>
                </a:cubicBezTo>
                <a:lnTo>
                  <a:pt x="1027572" y="1370028"/>
                </a:lnTo>
                <a:lnTo>
                  <a:pt x="941941" y="1370028"/>
                </a:lnTo>
                <a:cubicBezTo>
                  <a:pt x="926185" y="1370028"/>
                  <a:pt x="913397" y="1357241"/>
                  <a:pt x="913397" y="1341486"/>
                </a:cubicBezTo>
                <a:lnTo>
                  <a:pt x="913397" y="884810"/>
                </a:lnTo>
                <a:lnTo>
                  <a:pt x="1027572" y="884810"/>
                </a:lnTo>
                <a:lnTo>
                  <a:pt x="1027572" y="1027521"/>
                </a:lnTo>
                <a:cubicBezTo>
                  <a:pt x="1027572" y="1074816"/>
                  <a:pt x="1065906" y="1113148"/>
                  <a:pt x="1113203" y="1113148"/>
                </a:cubicBezTo>
                <a:lnTo>
                  <a:pt x="1626989" y="1113148"/>
                </a:lnTo>
                <a:cubicBezTo>
                  <a:pt x="1674286" y="1113148"/>
                  <a:pt x="1712620" y="1074816"/>
                  <a:pt x="1712620" y="1027521"/>
                </a:cubicBezTo>
                <a:lnTo>
                  <a:pt x="1712620" y="799183"/>
                </a:lnTo>
                <a:cubicBezTo>
                  <a:pt x="1712620" y="751888"/>
                  <a:pt x="1674286" y="713556"/>
                  <a:pt x="1626989" y="713556"/>
                </a:cubicBezTo>
                <a:lnTo>
                  <a:pt x="1398640" y="713556"/>
                </a:lnTo>
                <a:cubicBezTo>
                  <a:pt x="1382883" y="713556"/>
                  <a:pt x="1370096" y="700769"/>
                  <a:pt x="1370096" y="685014"/>
                </a:cubicBezTo>
                <a:cubicBezTo>
                  <a:pt x="1370096" y="637719"/>
                  <a:pt x="1331762" y="599387"/>
                  <a:pt x="1284465" y="599387"/>
                </a:cubicBezTo>
                <a:lnTo>
                  <a:pt x="1113203" y="599387"/>
                </a:lnTo>
                <a:cubicBezTo>
                  <a:pt x="1065906" y="599387"/>
                  <a:pt x="1027572" y="637719"/>
                  <a:pt x="1027572" y="685014"/>
                </a:cubicBezTo>
                <a:lnTo>
                  <a:pt x="1027572" y="827725"/>
                </a:lnTo>
                <a:lnTo>
                  <a:pt x="913397" y="827725"/>
                </a:lnTo>
                <a:lnTo>
                  <a:pt x="913397" y="371049"/>
                </a:lnTo>
                <a:cubicBezTo>
                  <a:pt x="913397" y="355294"/>
                  <a:pt x="926185" y="342507"/>
                  <a:pt x="941941" y="342507"/>
                </a:cubicBezTo>
                <a:lnTo>
                  <a:pt x="1027572" y="342507"/>
                </a:lnTo>
                <a:lnTo>
                  <a:pt x="1027572" y="428134"/>
                </a:lnTo>
                <a:cubicBezTo>
                  <a:pt x="1027572" y="475428"/>
                  <a:pt x="1065906" y="513760"/>
                  <a:pt x="1113203" y="513760"/>
                </a:cubicBezTo>
                <a:lnTo>
                  <a:pt x="1626989" y="513760"/>
                </a:lnTo>
                <a:cubicBezTo>
                  <a:pt x="1674286" y="513760"/>
                  <a:pt x="1712620" y="475428"/>
                  <a:pt x="1712620" y="428134"/>
                </a:cubicBezTo>
                <a:lnTo>
                  <a:pt x="1712620" y="199796"/>
                </a:lnTo>
                <a:cubicBezTo>
                  <a:pt x="1712620" y="152501"/>
                  <a:pt x="1674286" y="114169"/>
                  <a:pt x="1626989" y="114169"/>
                </a:cubicBezTo>
                <a:moveTo>
                  <a:pt x="685048" y="742098"/>
                </a:moveTo>
                <a:cubicBezTo>
                  <a:pt x="685048" y="771155"/>
                  <a:pt x="574213" y="827725"/>
                  <a:pt x="371068" y="827725"/>
                </a:cubicBezTo>
                <a:cubicBezTo>
                  <a:pt x="167922" y="827725"/>
                  <a:pt x="57087" y="771155"/>
                  <a:pt x="57087" y="742098"/>
                </a:cubicBezTo>
                <a:lnTo>
                  <a:pt x="57087" y="585716"/>
                </a:lnTo>
                <a:cubicBezTo>
                  <a:pt x="127162" y="632011"/>
                  <a:pt x="251441" y="656472"/>
                  <a:pt x="371068" y="656472"/>
                </a:cubicBezTo>
                <a:cubicBezTo>
                  <a:pt x="490694" y="656472"/>
                  <a:pt x="614973" y="632011"/>
                  <a:pt x="685048" y="585716"/>
                </a:cubicBezTo>
                <a:lnTo>
                  <a:pt x="685048" y="742098"/>
                </a:lnTo>
                <a:close/>
                <a:moveTo>
                  <a:pt x="57087" y="821532"/>
                </a:moveTo>
                <a:cubicBezTo>
                  <a:pt x="126334" y="863203"/>
                  <a:pt x="249043" y="884810"/>
                  <a:pt x="371068" y="884810"/>
                </a:cubicBezTo>
                <a:cubicBezTo>
                  <a:pt x="493092" y="884810"/>
                  <a:pt x="615801" y="863203"/>
                  <a:pt x="685048" y="821532"/>
                </a:cubicBezTo>
                <a:lnTo>
                  <a:pt x="685048" y="970436"/>
                </a:lnTo>
                <a:cubicBezTo>
                  <a:pt x="685048" y="999493"/>
                  <a:pt x="574213" y="1056063"/>
                  <a:pt x="371068" y="1056063"/>
                </a:cubicBezTo>
                <a:cubicBezTo>
                  <a:pt x="167922" y="1056063"/>
                  <a:pt x="57087" y="999493"/>
                  <a:pt x="57087" y="970436"/>
                </a:cubicBezTo>
                <a:lnTo>
                  <a:pt x="57087" y="821532"/>
                </a:lnTo>
                <a:close/>
                <a:moveTo>
                  <a:pt x="371068" y="399591"/>
                </a:moveTo>
                <a:cubicBezTo>
                  <a:pt x="562738" y="399591"/>
                  <a:pt x="685048" y="458760"/>
                  <a:pt x="685048" y="499489"/>
                </a:cubicBezTo>
                <a:cubicBezTo>
                  <a:pt x="685048" y="540219"/>
                  <a:pt x="562738" y="599387"/>
                  <a:pt x="371068" y="599387"/>
                </a:cubicBezTo>
                <a:cubicBezTo>
                  <a:pt x="179397" y="599387"/>
                  <a:pt x="57087" y="540219"/>
                  <a:pt x="57087" y="499489"/>
                </a:cubicBezTo>
                <a:cubicBezTo>
                  <a:pt x="57087" y="458760"/>
                  <a:pt x="179397" y="399591"/>
                  <a:pt x="371068" y="399591"/>
                </a:cubicBezTo>
                <a:moveTo>
                  <a:pt x="371068" y="1284401"/>
                </a:moveTo>
                <a:cubicBezTo>
                  <a:pt x="167922" y="1284401"/>
                  <a:pt x="57087" y="1227831"/>
                  <a:pt x="57087" y="1198774"/>
                </a:cubicBezTo>
                <a:lnTo>
                  <a:pt x="57087" y="1049870"/>
                </a:lnTo>
                <a:cubicBezTo>
                  <a:pt x="126334" y="1091541"/>
                  <a:pt x="249043" y="1113148"/>
                  <a:pt x="371068" y="1113148"/>
                </a:cubicBezTo>
                <a:cubicBezTo>
                  <a:pt x="493092" y="1113148"/>
                  <a:pt x="615801" y="1091541"/>
                  <a:pt x="685048" y="1049870"/>
                </a:cubicBezTo>
                <a:lnTo>
                  <a:pt x="685048" y="1198774"/>
                </a:lnTo>
                <a:cubicBezTo>
                  <a:pt x="685048" y="1227831"/>
                  <a:pt x="574213" y="1284401"/>
                  <a:pt x="371068" y="1284401"/>
                </a:cubicBezTo>
                <a:moveTo>
                  <a:pt x="1084659" y="1284401"/>
                </a:moveTo>
                <a:cubicBezTo>
                  <a:pt x="1084659" y="1268646"/>
                  <a:pt x="1097447" y="1255859"/>
                  <a:pt x="1113203" y="1255859"/>
                </a:cubicBezTo>
                <a:lnTo>
                  <a:pt x="1284465" y="1255859"/>
                </a:lnTo>
                <a:cubicBezTo>
                  <a:pt x="1300221" y="1255859"/>
                  <a:pt x="1313009" y="1268646"/>
                  <a:pt x="1313009" y="1284401"/>
                </a:cubicBezTo>
                <a:cubicBezTo>
                  <a:pt x="1313009" y="1331696"/>
                  <a:pt x="1351343" y="1370028"/>
                  <a:pt x="1398640" y="1370028"/>
                </a:cubicBezTo>
                <a:lnTo>
                  <a:pt x="1626989" y="1370028"/>
                </a:lnTo>
                <a:cubicBezTo>
                  <a:pt x="1642745" y="1370028"/>
                  <a:pt x="1655533" y="1382815"/>
                  <a:pt x="1655533" y="1398570"/>
                </a:cubicBezTo>
                <a:lnTo>
                  <a:pt x="1655533" y="1626908"/>
                </a:lnTo>
                <a:cubicBezTo>
                  <a:pt x="1655533" y="1642664"/>
                  <a:pt x="1642745" y="1655450"/>
                  <a:pt x="1626989" y="1655450"/>
                </a:cubicBezTo>
                <a:lnTo>
                  <a:pt x="1113203" y="1655450"/>
                </a:lnTo>
                <a:cubicBezTo>
                  <a:pt x="1097447" y="1655450"/>
                  <a:pt x="1084659" y="1642664"/>
                  <a:pt x="1084659" y="1626908"/>
                </a:cubicBezTo>
                <a:lnTo>
                  <a:pt x="1084659" y="1284401"/>
                </a:lnTo>
                <a:close/>
                <a:moveTo>
                  <a:pt x="1084659" y="685014"/>
                </a:moveTo>
                <a:cubicBezTo>
                  <a:pt x="1084659" y="669259"/>
                  <a:pt x="1097447" y="656472"/>
                  <a:pt x="1113203" y="656472"/>
                </a:cubicBezTo>
                <a:lnTo>
                  <a:pt x="1284465" y="656472"/>
                </a:lnTo>
                <a:cubicBezTo>
                  <a:pt x="1300221" y="656472"/>
                  <a:pt x="1313009" y="669259"/>
                  <a:pt x="1313009" y="685014"/>
                </a:cubicBezTo>
                <a:cubicBezTo>
                  <a:pt x="1313009" y="732309"/>
                  <a:pt x="1351343" y="770641"/>
                  <a:pt x="1398640" y="770641"/>
                </a:cubicBezTo>
                <a:lnTo>
                  <a:pt x="1626989" y="770641"/>
                </a:lnTo>
                <a:cubicBezTo>
                  <a:pt x="1642745" y="770641"/>
                  <a:pt x="1655533" y="783428"/>
                  <a:pt x="1655533" y="799183"/>
                </a:cubicBezTo>
                <a:lnTo>
                  <a:pt x="1655533" y="1027521"/>
                </a:lnTo>
                <a:cubicBezTo>
                  <a:pt x="1655533" y="1043276"/>
                  <a:pt x="1642745" y="1056063"/>
                  <a:pt x="1626989" y="1056063"/>
                </a:cubicBezTo>
                <a:lnTo>
                  <a:pt x="1113203" y="1056063"/>
                </a:lnTo>
                <a:cubicBezTo>
                  <a:pt x="1097447" y="1056063"/>
                  <a:pt x="1084659" y="1043276"/>
                  <a:pt x="1084659" y="1027521"/>
                </a:cubicBezTo>
                <a:lnTo>
                  <a:pt x="1084659" y="685014"/>
                </a:lnTo>
                <a:close/>
                <a:moveTo>
                  <a:pt x="1655533" y="428134"/>
                </a:moveTo>
                <a:cubicBezTo>
                  <a:pt x="1655533" y="443889"/>
                  <a:pt x="1642745" y="456676"/>
                  <a:pt x="1626989" y="456676"/>
                </a:cubicBezTo>
                <a:lnTo>
                  <a:pt x="1113203" y="456676"/>
                </a:lnTo>
                <a:cubicBezTo>
                  <a:pt x="1097447" y="456676"/>
                  <a:pt x="1084659" y="443889"/>
                  <a:pt x="1084659" y="428134"/>
                </a:cubicBezTo>
                <a:lnTo>
                  <a:pt x="1084659" y="85627"/>
                </a:lnTo>
                <a:cubicBezTo>
                  <a:pt x="1084659" y="69871"/>
                  <a:pt x="1097447" y="57084"/>
                  <a:pt x="1113203" y="57084"/>
                </a:cubicBezTo>
                <a:lnTo>
                  <a:pt x="1284465" y="57084"/>
                </a:lnTo>
                <a:cubicBezTo>
                  <a:pt x="1300221" y="57084"/>
                  <a:pt x="1313009" y="69871"/>
                  <a:pt x="1313009" y="85627"/>
                </a:cubicBezTo>
                <a:cubicBezTo>
                  <a:pt x="1313009" y="132921"/>
                  <a:pt x="1351343" y="171253"/>
                  <a:pt x="1398640" y="171253"/>
                </a:cubicBezTo>
                <a:lnTo>
                  <a:pt x="1626989" y="171253"/>
                </a:lnTo>
                <a:cubicBezTo>
                  <a:pt x="1642745" y="171253"/>
                  <a:pt x="1655533" y="184040"/>
                  <a:pt x="1655533" y="199796"/>
                </a:cubicBezTo>
                <a:lnTo>
                  <a:pt x="1655533" y="4281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111B6D-5EC4-4F96-97F8-B6836F15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82" y="4064092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A4CE4D-4BA0-42DA-B6CD-65D7CDA6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81" y="3949922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EC2CE3-04EC-420A-9053-0C45F321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80" y="4663478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FB588-FBD2-4C9A-90D5-34CE272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79" y="4549309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78E18-DC00-4B9B-8831-569854D8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78" y="5262865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9587E-4766-463C-8D27-9944C0D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977" y="5148696"/>
            <a:ext cx="57087" cy="57084"/>
          </a:xfrm>
          <a:custGeom xmlns:a="http://schemas.openxmlformats.org/drawingml/2006/main">
            <a:pathLst>
              <a:path w="57087" h="57084">
                <a:moveTo>
                  <a:pt x="57087" y="28542"/>
                </a:moveTo>
                <a:cubicBezTo>
                  <a:pt x="57087" y="44298"/>
                  <a:pt x="44300" y="57084"/>
                  <a:pt x="28544" y="57084"/>
                </a:cubicBezTo>
                <a:cubicBezTo>
                  <a:pt x="12788" y="57084"/>
                  <a:pt x="0" y="44298"/>
                  <a:pt x="0" y="28542"/>
                </a:cubicBezTo>
                <a:cubicBezTo>
                  <a:pt x="0" y="12787"/>
                  <a:pt x="12788" y="0"/>
                  <a:pt x="28544" y="0"/>
                </a:cubicBezTo>
                <a:cubicBezTo>
                  <a:pt x="44300" y="0"/>
                  <a:pt x="57087" y="12787"/>
                  <a:pt x="57087" y="28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864654-054B-4B40-9F59-0CD8F788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080" y="4454382"/>
            <a:ext cx="1950599" cy="10"/>
          </a:xfrm>
          <a:custGeom xmlns:a="http://schemas.openxmlformats.org/drawingml/2006/main">
            <a:pathLst>
              <a:path w="1950599" h="1" fill="none">
                <a:moveTo>
                  <a:pt x="0" y="0"/>
                </a:moveTo>
                <a:lnTo>
                  <a:pt x="19505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FF0000"/>
            </a:solidFill>
            <a:custDash>
              <a:ds d="400000" sp="300000"/>
            </a:custDash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F8CE8-82F4-4A33-BACA-28722F1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654" y="4359293"/>
            <a:ext cx="190176" cy="190164"/>
          </a:xfrm>
          <a:custGeom xmlns:a="http://schemas.openxmlformats.org/drawingml/2006/main">
            <a:pathLst>
              <a:path w="190176" h="190164">
                <a:moveTo>
                  <a:pt x="13" y="0"/>
                </a:moveTo>
                <a:lnTo>
                  <a:pt x="190176" y="95095"/>
                </a:lnTo>
                <a:lnTo>
                  <a:pt x="0" y="190164"/>
                </a:lnTo>
                <a:lnTo>
                  <a:pt x="13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ab517212a2469d"/>
          <a:stretch xmlns:a="http://schemas.openxmlformats.org/drawingml/2006/main"/>
        </p:blipFill>
        <p:spPr>
          <a:xfrm xmlns:a="http://schemas.openxmlformats.org/drawingml/2006/main">
            <a:off x="8499705" y="4308412"/>
            <a:ext cx="660236" cy="763683"/>
          </a:xfrm>
          <a:prstGeom xmlns:a="http://schemas.openxmlformats.org/drawingml/2006/main" prst="rect">
            <a:avLst/>
          </a:prstGeom>
        </p:spPr>
      </p:pic>
      <p:sp>
        <p:nvSpPr>
          <p:cNvPr id="73" name="Text X">
            <a:extLst xmlns:a="http://schemas.openxmlformats.org/drawingml/2006/main">
              <a:ext uri="{FF2B5EF4-FFF2-40B4-BE49-F238E27FC236}">
                <a16:creationId xmlns:a16="http://schemas.microsoft.com/office/drawing/2014/main" id="{F36B7692-AB17-42C0-B827-C3936099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810" y="4516651"/>
            <a:ext cx="204309" cy="225965"/>
          </a:xfrm>
          <a:custGeom xmlns:a="http://schemas.openxmlformats.org/drawingml/2006/main">
            <a:pathLst>
              <a:path w="204309" h="225965">
                <a:moveTo>
                  <a:pt x="0" y="225965"/>
                </a:moveTo>
                <a:lnTo>
                  <a:pt x="76049" y="107946"/>
                </a:lnTo>
                <a:lnTo>
                  <a:pt x="6044" y="0"/>
                </a:lnTo>
                <a:lnTo>
                  <a:pt x="60604" y="0"/>
                </a:lnTo>
                <a:lnTo>
                  <a:pt x="102070" y="73867"/>
                </a:lnTo>
                <a:lnTo>
                  <a:pt x="145719" y="0"/>
                </a:lnTo>
                <a:lnTo>
                  <a:pt x="198097" y="0"/>
                </a:lnTo>
                <a:lnTo>
                  <a:pt x="128595" y="108114"/>
                </a:lnTo>
                <a:lnTo>
                  <a:pt x="204309" y="225965"/>
                </a:lnTo>
                <a:lnTo>
                  <a:pt x="148069" y="225965"/>
                </a:lnTo>
                <a:lnTo>
                  <a:pt x="102070" y="146223"/>
                </a:lnTo>
                <a:lnTo>
                  <a:pt x="53050" y="225965"/>
                </a:lnTo>
                <a:lnTo>
                  <a:pt x="0" y="225965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Publishes">
            <a:extLst xmlns:a="http://schemas.openxmlformats.org/drawingml/2006/main">
              <a:ext uri="{FF2B5EF4-FFF2-40B4-BE49-F238E27FC236}">
                <a16:creationId xmlns:a16="http://schemas.microsoft.com/office/drawing/2014/main" id="{FCF8D98B-3C68-492C-9178-A7EA589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738" y="2429454"/>
            <a:ext cx="898063" cy="201824"/>
          </a:xfrm>
          <a:custGeom xmlns:a="http://schemas.openxmlformats.org/drawingml/2006/main">
            <a:pathLst>
              <a:path w="898063" h="201824">
                <a:moveTo>
                  <a:pt x="43596" y="27925"/>
                </a:moveTo>
                <a:cubicBezTo>
                  <a:pt x="64660" y="27925"/>
                  <a:pt x="80743" y="32580"/>
                  <a:pt x="91845" y="41888"/>
                </a:cubicBezTo>
                <a:cubicBezTo>
                  <a:pt x="102950" y="51194"/>
                  <a:pt x="108503" y="64909"/>
                  <a:pt x="108503" y="83033"/>
                </a:cubicBezTo>
                <a:cubicBezTo>
                  <a:pt x="108503" y="101974"/>
                  <a:pt x="103196" y="116303"/>
                  <a:pt x="92582" y="126020"/>
                </a:cubicBezTo>
                <a:cubicBezTo>
                  <a:pt x="81968" y="135734"/>
                  <a:pt x="66946" y="140592"/>
                  <a:pt x="47517" y="140592"/>
                </a:cubicBezTo>
                <a:lnTo>
                  <a:pt x="38454" y="140592"/>
                </a:lnTo>
                <a:lnTo>
                  <a:pt x="38454" y="197661"/>
                </a:lnTo>
                <a:lnTo>
                  <a:pt x="0" y="197661"/>
                </a:lnTo>
                <a:lnTo>
                  <a:pt x="0" y="27925"/>
                </a:lnTo>
                <a:lnTo>
                  <a:pt x="43596" y="27925"/>
                </a:lnTo>
                <a:moveTo>
                  <a:pt x="44332" y="112670"/>
                </a:moveTo>
                <a:cubicBezTo>
                  <a:pt x="53150" y="112670"/>
                  <a:pt x="59477" y="110425"/>
                  <a:pt x="63314" y="105935"/>
                </a:cubicBezTo>
                <a:cubicBezTo>
                  <a:pt x="67151" y="101445"/>
                  <a:pt x="69070" y="93811"/>
                  <a:pt x="69070" y="83033"/>
                </a:cubicBezTo>
                <a:cubicBezTo>
                  <a:pt x="69070" y="73562"/>
                  <a:pt x="67232" y="66582"/>
                  <a:pt x="63557" y="62092"/>
                </a:cubicBezTo>
                <a:cubicBezTo>
                  <a:pt x="59885" y="57603"/>
                  <a:pt x="53640" y="55358"/>
                  <a:pt x="44822" y="55358"/>
                </a:cubicBezTo>
                <a:lnTo>
                  <a:pt x="38454" y="55358"/>
                </a:lnTo>
                <a:lnTo>
                  <a:pt x="38454" y="112670"/>
                </a:lnTo>
                <a:lnTo>
                  <a:pt x="44332" y="112670"/>
                </a:lnTo>
                <a:close/>
                <a:moveTo>
                  <a:pt x="216003" y="197661"/>
                </a:moveTo>
                <a:lnTo>
                  <a:pt x="183672" y="197661"/>
                </a:lnTo>
                <a:lnTo>
                  <a:pt x="182203" y="182719"/>
                </a:lnTo>
                <a:cubicBezTo>
                  <a:pt x="174364" y="195456"/>
                  <a:pt x="163996" y="201824"/>
                  <a:pt x="151097" y="201824"/>
                </a:cubicBezTo>
                <a:cubicBezTo>
                  <a:pt x="141626" y="201824"/>
                  <a:pt x="134155" y="198396"/>
                  <a:pt x="128684" y="191539"/>
                </a:cubicBezTo>
                <a:cubicBezTo>
                  <a:pt x="123215" y="184680"/>
                  <a:pt x="120480" y="175617"/>
                  <a:pt x="120480" y="164350"/>
                </a:cubicBezTo>
                <a:lnTo>
                  <a:pt x="120480" y="67601"/>
                </a:lnTo>
                <a:lnTo>
                  <a:pt x="157465" y="67601"/>
                </a:lnTo>
                <a:lnTo>
                  <a:pt x="157465" y="162881"/>
                </a:lnTo>
                <a:cubicBezTo>
                  <a:pt x="157465" y="166636"/>
                  <a:pt x="158118" y="169494"/>
                  <a:pt x="159424" y="171455"/>
                </a:cubicBezTo>
                <a:cubicBezTo>
                  <a:pt x="160729" y="173413"/>
                  <a:pt x="162608" y="174392"/>
                  <a:pt x="165060" y="174392"/>
                </a:cubicBezTo>
                <a:cubicBezTo>
                  <a:pt x="170284" y="174392"/>
                  <a:pt x="174937" y="169820"/>
                  <a:pt x="179019" y="160676"/>
                </a:cubicBezTo>
                <a:lnTo>
                  <a:pt x="179019" y="67601"/>
                </a:lnTo>
                <a:lnTo>
                  <a:pt x="216003" y="67601"/>
                </a:lnTo>
                <a:lnTo>
                  <a:pt x="216003" y="197661"/>
                </a:lnTo>
                <a:close/>
                <a:moveTo>
                  <a:pt x="304422" y="63438"/>
                </a:moveTo>
                <a:cubicBezTo>
                  <a:pt x="317159" y="63438"/>
                  <a:pt x="326834" y="69234"/>
                  <a:pt x="333447" y="80828"/>
                </a:cubicBezTo>
                <a:cubicBezTo>
                  <a:pt x="340062" y="92421"/>
                  <a:pt x="343369" y="109730"/>
                  <a:pt x="343369" y="132754"/>
                </a:cubicBezTo>
                <a:cubicBezTo>
                  <a:pt x="343369" y="154144"/>
                  <a:pt x="339572" y="171004"/>
                  <a:pt x="331978" y="183332"/>
                </a:cubicBezTo>
                <a:cubicBezTo>
                  <a:pt x="324386" y="195660"/>
                  <a:pt x="313895" y="201824"/>
                  <a:pt x="300506" y="201824"/>
                </a:cubicBezTo>
                <a:cubicBezTo>
                  <a:pt x="294790" y="201824"/>
                  <a:pt x="289605" y="200437"/>
                  <a:pt x="284951" y="197661"/>
                </a:cubicBezTo>
                <a:cubicBezTo>
                  <a:pt x="280297" y="194885"/>
                  <a:pt x="276337" y="190966"/>
                  <a:pt x="273073" y="185903"/>
                </a:cubicBezTo>
                <a:lnTo>
                  <a:pt x="271358" y="197661"/>
                </a:lnTo>
                <a:lnTo>
                  <a:pt x="238537" y="197661"/>
                </a:lnTo>
                <a:lnTo>
                  <a:pt x="238537" y="15921"/>
                </a:lnTo>
                <a:lnTo>
                  <a:pt x="275521" y="12004"/>
                </a:lnTo>
                <a:lnTo>
                  <a:pt x="275521" y="79606"/>
                </a:lnTo>
                <a:cubicBezTo>
                  <a:pt x="278950" y="74543"/>
                  <a:pt x="283154" y="70582"/>
                  <a:pt x="288135" y="67725"/>
                </a:cubicBezTo>
                <a:cubicBezTo>
                  <a:pt x="293116" y="64867"/>
                  <a:pt x="298545" y="63438"/>
                  <a:pt x="304422" y="63438"/>
                </a:cubicBezTo>
                <a:moveTo>
                  <a:pt x="289727" y="174882"/>
                </a:moveTo>
                <a:cubicBezTo>
                  <a:pt x="294790" y="174882"/>
                  <a:pt x="298668" y="171780"/>
                  <a:pt x="301361" y="165576"/>
                </a:cubicBezTo>
                <a:cubicBezTo>
                  <a:pt x="304055" y="159369"/>
                  <a:pt x="305402" y="148429"/>
                  <a:pt x="305402" y="132754"/>
                </a:cubicBezTo>
                <a:cubicBezTo>
                  <a:pt x="305402" y="116263"/>
                  <a:pt x="304218" y="105119"/>
                  <a:pt x="301851" y="99324"/>
                </a:cubicBezTo>
                <a:cubicBezTo>
                  <a:pt x="299484" y="93526"/>
                  <a:pt x="296096" y="90627"/>
                  <a:pt x="291685" y="90627"/>
                </a:cubicBezTo>
                <a:cubicBezTo>
                  <a:pt x="285808" y="90627"/>
                  <a:pt x="280420" y="95280"/>
                  <a:pt x="275521" y="104586"/>
                </a:cubicBezTo>
                <a:lnTo>
                  <a:pt x="275521" y="163371"/>
                </a:lnTo>
                <a:cubicBezTo>
                  <a:pt x="279441" y="171045"/>
                  <a:pt x="284176" y="174882"/>
                  <a:pt x="289727" y="174882"/>
                </a:cubicBezTo>
                <a:close/>
                <a:moveTo>
                  <a:pt x="391595" y="201824"/>
                </a:moveTo>
                <a:cubicBezTo>
                  <a:pt x="381308" y="201824"/>
                  <a:pt x="373306" y="198803"/>
                  <a:pt x="367590" y="192761"/>
                </a:cubicBezTo>
                <a:cubicBezTo>
                  <a:pt x="361875" y="186719"/>
                  <a:pt x="359017" y="178473"/>
                  <a:pt x="359017" y="168024"/>
                </a:cubicBezTo>
                <a:lnTo>
                  <a:pt x="359017" y="15921"/>
                </a:lnTo>
                <a:lnTo>
                  <a:pt x="396002" y="12004"/>
                </a:lnTo>
                <a:lnTo>
                  <a:pt x="396002" y="166308"/>
                </a:lnTo>
                <a:cubicBezTo>
                  <a:pt x="396002" y="170392"/>
                  <a:pt x="397717" y="172434"/>
                  <a:pt x="401148" y="172434"/>
                </a:cubicBezTo>
                <a:cubicBezTo>
                  <a:pt x="402127" y="172434"/>
                  <a:pt x="403596" y="172188"/>
                  <a:pt x="405554" y="171698"/>
                </a:cubicBezTo>
                <a:lnTo>
                  <a:pt x="412169" y="197171"/>
                </a:lnTo>
                <a:cubicBezTo>
                  <a:pt x="409556" y="198477"/>
                  <a:pt x="406453" y="199578"/>
                  <a:pt x="402860" y="200475"/>
                </a:cubicBezTo>
                <a:cubicBezTo>
                  <a:pt x="399269" y="201375"/>
                  <a:pt x="395515" y="201824"/>
                  <a:pt x="391595" y="201824"/>
                </a:cubicBezTo>
                <a:close/>
                <a:moveTo>
                  <a:pt x="459587" y="67601"/>
                </a:moveTo>
                <a:lnTo>
                  <a:pt x="459587" y="197661"/>
                </a:lnTo>
                <a:lnTo>
                  <a:pt x="422602" y="197661"/>
                </a:lnTo>
                <a:lnTo>
                  <a:pt x="422602" y="67601"/>
                </a:lnTo>
                <a:lnTo>
                  <a:pt x="459587" y="67601"/>
                </a:lnTo>
                <a:moveTo>
                  <a:pt x="440728" y="0"/>
                </a:moveTo>
                <a:cubicBezTo>
                  <a:pt x="447097" y="0"/>
                  <a:pt x="452199" y="2001"/>
                  <a:pt x="456037" y="6002"/>
                </a:cubicBezTo>
                <a:cubicBezTo>
                  <a:pt x="459874" y="10004"/>
                  <a:pt x="461792" y="15106"/>
                  <a:pt x="461792" y="21310"/>
                </a:cubicBezTo>
                <a:cubicBezTo>
                  <a:pt x="461792" y="27352"/>
                  <a:pt x="459832" y="32374"/>
                  <a:pt x="455913" y="36376"/>
                </a:cubicBezTo>
                <a:cubicBezTo>
                  <a:pt x="451994" y="40375"/>
                  <a:pt x="446932" y="42374"/>
                  <a:pt x="440728" y="42374"/>
                </a:cubicBezTo>
                <a:cubicBezTo>
                  <a:pt x="434522" y="42374"/>
                  <a:pt x="429459" y="40375"/>
                  <a:pt x="425540" y="36376"/>
                </a:cubicBezTo>
                <a:cubicBezTo>
                  <a:pt x="421623" y="32374"/>
                  <a:pt x="419665" y="27352"/>
                  <a:pt x="419665" y="21310"/>
                </a:cubicBezTo>
                <a:cubicBezTo>
                  <a:pt x="419665" y="15106"/>
                  <a:pt x="421623" y="10004"/>
                  <a:pt x="425540" y="6002"/>
                </a:cubicBezTo>
                <a:cubicBezTo>
                  <a:pt x="429459" y="2001"/>
                  <a:pt x="434522" y="0"/>
                  <a:pt x="440728" y="0"/>
                </a:cubicBezTo>
                <a:close/>
                <a:moveTo>
                  <a:pt x="521555" y="63438"/>
                </a:moveTo>
                <a:cubicBezTo>
                  <a:pt x="529555" y="63438"/>
                  <a:pt x="537066" y="64826"/>
                  <a:pt x="544088" y="67601"/>
                </a:cubicBezTo>
                <a:cubicBezTo>
                  <a:pt x="551109" y="70377"/>
                  <a:pt x="557232" y="74296"/>
                  <a:pt x="562457" y="79359"/>
                </a:cubicBezTo>
                <a:lnTo>
                  <a:pt x="548987" y="99200"/>
                </a:lnTo>
                <a:cubicBezTo>
                  <a:pt x="540008" y="92994"/>
                  <a:pt x="531925" y="89891"/>
                  <a:pt x="524739" y="89891"/>
                </a:cubicBezTo>
                <a:cubicBezTo>
                  <a:pt x="520820" y="89891"/>
                  <a:pt x="517758" y="90871"/>
                  <a:pt x="515553" y="92832"/>
                </a:cubicBezTo>
                <a:cubicBezTo>
                  <a:pt x="513350" y="94790"/>
                  <a:pt x="512249" y="97484"/>
                  <a:pt x="512249" y="100912"/>
                </a:cubicBezTo>
                <a:cubicBezTo>
                  <a:pt x="512249" y="104669"/>
                  <a:pt x="513637" y="107732"/>
                  <a:pt x="516412" y="110099"/>
                </a:cubicBezTo>
                <a:cubicBezTo>
                  <a:pt x="519188" y="112466"/>
                  <a:pt x="525148" y="115526"/>
                  <a:pt x="534292" y="119281"/>
                </a:cubicBezTo>
                <a:cubicBezTo>
                  <a:pt x="545232" y="123853"/>
                  <a:pt x="553315" y="129160"/>
                  <a:pt x="558540" y="135202"/>
                </a:cubicBezTo>
                <a:cubicBezTo>
                  <a:pt x="563765" y="141244"/>
                  <a:pt x="566377" y="149327"/>
                  <a:pt x="566377" y="159450"/>
                </a:cubicBezTo>
                <a:cubicBezTo>
                  <a:pt x="566377" y="172514"/>
                  <a:pt x="561764" y="182842"/>
                  <a:pt x="552538" y="190437"/>
                </a:cubicBezTo>
                <a:cubicBezTo>
                  <a:pt x="543311" y="198028"/>
                  <a:pt x="531351" y="201824"/>
                  <a:pt x="516655" y="201824"/>
                </a:cubicBezTo>
                <a:cubicBezTo>
                  <a:pt x="507511" y="201824"/>
                  <a:pt x="498939" y="200151"/>
                  <a:pt x="490939" y="196805"/>
                </a:cubicBezTo>
                <a:cubicBezTo>
                  <a:pt x="482938" y="193456"/>
                  <a:pt x="476080" y="188761"/>
                  <a:pt x="470365" y="182719"/>
                </a:cubicBezTo>
                <a:lnTo>
                  <a:pt x="487754" y="163614"/>
                </a:lnTo>
                <a:cubicBezTo>
                  <a:pt x="497551" y="171617"/>
                  <a:pt x="506532" y="175618"/>
                  <a:pt x="514697" y="175618"/>
                </a:cubicBezTo>
                <a:cubicBezTo>
                  <a:pt x="519105" y="175618"/>
                  <a:pt x="522574" y="174476"/>
                  <a:pt x="525106" y="172191"/>
                </a:cubicBezTo>
                <a:cubicBezTo>
                  <a:pt x="527637" y="169904"/>
                  <a:pt x="528903" y="166718"/>
                  <a:pt x="528903" y="162635"/>
                </a:cubicBezTo>
                <a:cubicBezTo>
                  <a:pt x="528903" y="158062"/>
                  <a:pt x="527474" y="154430"/>
                  <a:pt x="524616" y="151736"/>
                </a:cubicBezTo>
                <a:cubicBezTo>
                  <a:pt x="521758" y="149043"/>
                  <a:pt x="515920" y="145900"/>
                  <a:pt x="507103" y="142307"/>
                </a:cubicBezTo>
                <a:cubicBezTo>
                  <a:pt x="496000" y="137735"/>
                  <a:pt x="488000" y="132469"/>
                  <a:pt x="483101" y="126509"/>
                </a:cubicBezTo>
                <a:cubicBezTo>
                  <a:pt x="478203" y="120549"/>
                  <a:pt x="475754" y="112915"/>
                  <a:pt x="475754" y="103607"/>
                </a:cubicBezTo>
                <a:cubicBezTo>
                  <a:pt x="475754" y="91852"/>
                  <a:pt x="479835" y="82218"/>
                  <a:pt x="487997" y="74706"/>
                </a:cubicBezTo>
                <a:cubicBezTo>
                  <a:pt x="496162" y="67194"/>
                  <a:pt x="507348" y="63438"/>
                  <a:pt x="521555" y="63438"/>
                </a:cubicBezTo>
                <a:close/>
                <a:moveTo>
                  <a:pt x="647449" y="63438"/>
                </a:moveTo>
                <a:cubicBezTo>
                  <a:pt x="656755" y="63438"/>
                  <a:pt x="664062" y="66785"/>
                  <a:pt x="669369" y="73480"/>
                </a:cubicBezTo>
                <a:cubicBezTo>
                  <a:pt x="674676" y="80175"/>
                  <a:pt x="677329" y="89156"/>
                  <a:pt x="677329" y="100423"/>
                </a:cubicBezTo>
                <a:lnTo>
                  <a:pt x="677329" y="197661"/>
                </a:lnTo>
                <a:lnTo>
                  <a:pt x="640345" y="197661"/>
                </a:lnTo>
                <a:lnTo>
                  <a:pt x="640345" y="104343"/>
                </a:lnTo>
                <a:cubicBezTo>
                  <a:pt x="640345" y="95852"/>
                  <a:pt x="637978" y="91606"/>
                  <a:pt x="633244" y="91606"/>
                </a:cubicBezTo>
                <a:cubicBezTo>
                  <a:pt x="628507" y="91606"/>
                  <a:pt x="623363" y="96831"/>
                  <a:pt x="617812" y="107281"/>
                </a:cubicBezTo>
                <a:lnTo>
                  <a:pt x="617812" y="197661"/>
                </a:lnTo>
                <a:lnTo>
                  <a:pt x="580827" y="197661"/>
                </a:lnTo>
                <a:lnTo>
                  <a:pt x="580827" y="15921"/>
                </a:lnTo>
                <a:lnTo>
                  <a:pt x="617812" y="12004"/>
                </a:lnTo>
                <a:lnTo>
                  <a:pt x="617812" y="81317"/>
                </a:lnTo>
                <a:cubicBezTo>
                  <a:pt x="621893" y="75113"/>
                  <a:pt x="626302" y="70582"/>
                  <a:pt x="631039" y="67725"/>
                </a:cubicBezTo>
                <a:cubicBezTo>
                  <a:pt x="635775" y="64867"/>
                  <a:pt x="641245" y="63438"/>
                  <a:pt x="647449" y="63438"/>
                </a:cubicBezTo>
                <a:close/>
                <a:moveTo>
                  <a:pt x="796907" y="130060"/>
                </a:moveTo>
                <a:cubicBezTo>
                  <a:pt x="796907" y="135285"/>
                  <a:pt x="796662" y="139776"/>
                  <a:pt x="796171" y="143533"/>
                </a:cubicBezTo>
                <a:lnTo>
                  <a:pt x="730039" y="143533"/>
                </a:lnTo>
                <a:cubicBezTo>
                  <a:pt x="730856" y="155288"/>
                  <a:pt x="733020" y="163412"/>
                  <a:pt x="736530" y="167904"/>
                </a:cubicBezTo>
                <a:cubicBezTo>
                  <a:pt x="740041" y="172394"/>
                  <a:pt x="745144" y="174639"/>
                  <a:pt x="751839" y="174639"/>
                </a:cubicBezTo>
                <a:cubicBezTo>
                  <a:pt x="756249" y="174639"/>
                  <a:pt x="760494" y="173782"/>
                  <a:pt x="764575" y="172068"/>
                </a:cubicBezTo>
                <a:cubicBezTo>
                  <a:pt x="768657" y="170351"/>
                  <a:pt x="773065" y="167697"/>
                  <a:pt x="777802" y="164107"/>
                </a:cubicBezTo>
                <a:lnTo>
                  <a:pt x="792987" y="184192"/>
                </a:lnTo>
                <a:cubicBezTo>
                  <a:pt x="780903" y="195947"/>
                  <a:pt x="766288" y="201824"/>
                  <a:pt x="749144" y="201824"/>
                </a:cubicBezTo>
                <a:cubicBezTo>
                  <a:pt x="730856" y="201824"/>
                  <a:pt x="716977" y="195823"/>
                  <a:pt x="707506" y="183822"/>
                </a:cubicBezTo>
                <a:cubicBezTo>
                  <a:pt x="698036" y="171820"/>
                  <a:pt x="693300" y="155043"/>
                  <a:pt x="693300" y="133491"/>
                </a:cubicBezTo>
                <a:cubicBezTo>
                  <a:pt x="693300" y="111936"/>
                  <a:pt x="697831" y="94873"/>
                  <a:pt x="706893" y="82300"/>
                </a:cubicBezTo>
                <a:cubicBezTo>
                  <a:pt x="715955" y="69725"/>
                  <a:pt x="728896" y="63438"/>
                  <a:pt x="745717" y="63438"/>
                </a:cubicBezTo>
                <a:cubicBezTo>
                  <a:pt x="761718" y="63438"/>
                  <a:pt x="774249" y="69112"/>
                  <a:pt x="783311" y="80461"/>
                </a:cubicBezTo>
                <a:cubicBezTo>
                  <a:pt x="792375" y="91810"/>
                  <a:pt x="796907" y="108343"/>
                  <a:pt x="796907" y="130060"/>
                </a:cubicBezTo>
                <a:moveTo>
                  <a:pt x="760902" y="119528"/>
                </a:moveTo>
                <a:cubicBezTo>
                  <a:pt x="760902" y="108425"/>
                  <a:pt x="759799" y="100384"/>
                  <a:pt x="757594" y="95403"/>
                </a:cubicBezTo>
                <a:cubicBezTo>
                  <a:pt x="755389" y="90423"/>
                  <a:pt x="751511" y="87932"/>
                  <a:pt x="745960" y="87932"/>
                </a:cubicBezTo>
                <a:cubicBezTo>
                  <a:pt x="741061" y="87932"/>
                  <a:pt x="737346" y="90340"/>
                  <a:pt x="734815" y="95157"/>
                </a:cubicBezTo>
                <a:cubicBezTo>
                  <a:pt x="732284" y="99973"/>
                  <a:pt x="730691" y="108668"/>
                  <a:pt x="730039" y="121243"/>
                </a:cubicBezTo>
                <a:lnTo>
                  <a:pt x="760902" y="121243"/>
                </a:lnTo>
                <a:lnTo>
                  <a:pt x="760902" y="119528"/>
                </a:lnTo>
                <a:close/>
                <a:moveTo>
                  <a:pt x="853240" y="63438"/>
                </a:moveTo>
                <a:cubicBezTo>
                  <a:pt x="861241" y="63438"/>
                  <a:pt x="868752" y="64826"/>
                  <a:pt x="875773" y="67601"/>
                </a:cubicBezTo>
                <a:cubicBezTo>
                  <a:pt x="882794" y="70377"/>
                  <a:pt x="888917" y="74296"/>
                  <a:pt x="894142" y="79359"/>
                </a:cubicBezTo>
                <a:lnTo>
                  <a:pt x="880673" y="99200"/>
                </a:lnTo>
                <a:cubicBezTo>
                  <a:pt x="871693" y="92994"/>
                  <a:pt x="863610" y="89891"/>
                  <a:pt x="856425" y="89891"/>
                </a:cubicBezTo>
                <a:cubicBezTo>
                  <a:pt x="852505" y="89891"/>
                  <a:pt x="849443" y="90871"/>
                  <a:pt x="847238" y="92832"/>
                </a:cubicBezTo>
                <a:cubicBezTo>
                  <a:pt x="845036" y="94790"/>
                  <a:pt x="843934" y="97484"/>
                  <a:pt x="843934" y="100912"/>
                </a:cubicBezTo>
                <a:cubicBezTo>
                  <a:pt x="843934" y="104669"/>
                  <a:pt x="845322" y="107732"/>
                  <a:pt x="848098" y="110099"/>
                </a:cubicBezTo>
                <a:cubicBezTo>
                  <a:pt x="850873" y="112466"/>
                  <a:pt x="856833" y="115526"/>
                  <a:pt x="865977" y="119281"/>
                </a:cubicBezTo>
                <a:cubicBezTo>
                  <a:pt x="876918" y="123853"/>
                  <a:pt x="885000" y="129160"/>
                  <a:pt x="890225" y="135202"/>
                </a:cubicBezTo>
                <a:cubicBezTo>
                  <a:pt x="895450" y="141244"/>
                  <a:pt x="898063" y="149327"/>
                  <a:pt x="898063" y="159450"/>
                </a:cubicBezTo>
                <a:cubicBezTo>
                  <a:pt x="898063" y="172514"/>
                  <a:pt x="893449" y="182842"/>
                  <a:pt x="884223" y="190437"/>
                </a:cubicBezTo>
                <a:cubicBezTo>
                  <a:pt x="874997" y="198028"/>
                  <a:pt x="863036" y="201824"/>
                  <a:pt x="848341" y="201824"/>
                </a:cubicBezTo>
                <a:cubicBezTo>
                  <a:pt x="839197" y="201824"/>
                  <a:pt x="830625" y="200151"/>
                  <a:pt x="822624" y="196805"/>
                </a:cubicBezTo>
                <a:cubicBezTo>
                  <a:pt x="814624" y="193456"/>
                  <a:pt x="807766" y="188761"/>
                  <a:pt x="802050" y="182719"/>
                </a:cubicBezTo>
                <a:lnTo>
                  <a:pt x="819440" y="163614"/>
                </a:lnTo>
                <a:cubicBezTo>
                  <a:pt x="829237" y="171617"/>
                  <a:pt x="838218" y="175618"/>
                  <a:pt x="846382" y="175618"/>
                </a:cubicBezTo>
                <a:cubicBezTo>
                  <a:pt x="850790" y="175618"/>
                  <a:pt x="854260" y="174476"/>
                  <a:pt x="856791" y="172191"/>
                </a:cubicBezTo>
                <a:cubicBezTo>
                  <a:pt x="859322" y="169904"/>
                  <a:pt x="860588" y="166718"/>
                  <a:pt x="860588" y="162635"/>
                </a:cubicBezTo>
                <a:cubicBezTo>
                  <a:pt x="860588" y="158062"/>
                  <a:pt x="859159" y="154430"/>
                  <a:pt x="856301" y="151736"/>
                </a:cubicBezTo>
                <a:cubicBezTo>
                  <a:pt x="853444" y="149043"/>
                  <a:pt x="847606" y="145900"/>
                  <a:pt x="838788" y="142307"/>
                </a:cubicBezTo>
                <a:cubicBezTo>
                  <a:pt x="827686" y="137735"/>
                  <a:pt x="819685" y="132469"/>
                  <a:pt x="814787" y="126509"/>
                </a:cubicBezTo>
                <a:cubicBezTo>
                  <a:pt x="809888" y="120549"/>
                  <a:pt x="807439" y="112915"/>
                  <a:pt x="807439" y="103607"/>
                </a:cubicBezTo>
                <a:cubicBezTo>
                  <a:pt x="807439" y="91852"/>
                  <a:pt x="811520" y="82218"/>
                  <a:pt x="819683" y="74706"/>
                </a:cubicBezTo>
                <a:cubicBezTo>
                  <a:pt x="827848" y="67194"/>
                  <a:pt x="839034" y="63438"/>
                  <a:pt x="853240" y="63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PackageXwith">
            <a:extLst xmlns:a="http://schemas.openxmlformats.org/drawingml/2006/main">
              <a:ext uri="{FF2B5EF4-FFF2-40B4-BE49-F238E27FC236}">
                <a16:creationId xmlns:a16="http://schemas.microsoft.com/office/drawing/2014/main" id="{881A05FC-6EA3-42BF-987D-460AC8B6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153" y="2724596"/>
            <a:ext cx="1390716" cy="251789"/>
          </a:xfrm>
          <a:custGeom xmlns:a="http://schemas.openxmlformats.org/drawingml/2006/main">
            <a:pathLst>
              <a:path w="1390716" h="251789">
                <a:moveTo>
                  <a:pt x="43596" y="27925"/>
                </a:moveTo>
                <a:cubicBezTo>
                  <a:pt x="64660" y="27925"/>
                  <a:pt x="80743" y="32580"/>
                  <a:pt x="91845" y="41888"/>
                </a:cubicBezTo>
                <a:cubicBezTo>
                  <a:pt x="102950" y="51194"/>
                  <a:pt x="108503" y="64909"/>
                  <a:pt x="108503" y="83033"/>
                </a:cubicBezTo>
                <a:cubicBezTo>
                  <a:pt x="108503" y="101974"/>
                  <a:pt x="103196" y="116303"/>
                  <a:pt x="92582" y="126020"/>
                </a:cubicBezTo>
                <a:cubicBezTo>
                  <a:pt x="81968" y="135734"/>
                  <a:pt x="66946" y="140592"/>
                  <a:pt x="47517" y="140592"/>
                </a:cubicBezTo>
                <a:lnTo>
                  <a:pt x="38454" y="140592"/>
                </a:lnTo>
                <a:lnTo>
                  <a:pt x="38454" y="197661"/>
                </a:lnTo>
                <a:lnTo>
                  <a:pt x="0" y="197661"/>
                </a:lnTo>
                <a:lnTo>
                  <a:pt x="0" y="27925"/>
                </a:lnTo>
                <a:lnTo>
                  <a:pt x="43596" y="27925"/>
                </a:lnTo>
                <a:moveTo>
                  <a:pt x="44332" y="112670"/>
                </a:moveTo>
                <a:cubicBezTo>
                  <a:pt x="53150" y="112670"/>
                  <a:pt x="59477" y="110425"/>
                  <a:pt x="63314" y="105935"/>
                </a:cubicBezTo>
                <a:cubicBezTo>
                  <a:pt x="67151" y="101445"/>
                  <a:pt x="69070" y="93811"/>
                  <a:pt x="69070" y="83033"/>
                </a:cubicBezTo>
                <a:cubicBezTo>
                  <a:pt x="69070" y="73562"/>
                  <a:pt x="67232" y="66582"/>
                  <a:pt x="63557" y="62092"/>
                </a:cubicBezTo>
                <a:cubicBezTo>
                  <a:pt x="59885" y="57603"/>
                  <a:pt x="53640" y="55358"/>
                  <a:pt x="44822" y="55358"/>
                </a:cubicBezTo>
                <a:lnTo>
                  <a:pt x="38454" y="55358"/>
                </a:lnTo>
                <a:lnTo>
                  <a:pt x="38454" y="112670"/>
                </a:lnTo>
                <a:lnTo>
                  <a:pt x="44332" y="112670"/>
                </a:lnTo>
                <a:close/>
                <a:moveTo>
                  <a:pt x="210861" y="163124"/>
                </a:moveTo>
                <a:cubicBezTo>
                  <a:pt x="210861" y="167208"/>
                  <a:pt x="211350" y="170230"/>
                  <a:pt x="212329" y="172191"/>
                </a:cubicBezTo>
                <a:cubicBezTo>
                  <a:pt x="213309" y="174149"/>
                  <a:pt x="215023" y="175699"/>
                  <a:pt x="217472" y="176840"/>
                </a:cubicBezTo>
                <a:lnTo>
                  <a:pt x="209881" y="201092"/>
                </a:lnTo>
                <a:cubicBezTo>
                  <a:pt x="202860" y="200437"/>
                  <a:pt x="197103" y="198762"/>
                  <a:pt x="192611" y="196069"/>
                </a:cubicBezTo>
                <a:cubicBezTo>
                  <a:pt x="188121" y="193375"/>
                  <a:pt x="184652" y="189171"/>
                  <a:pt x="182203" y="183455"/>
                </a:cubicBezTo>
                <a:cubicBezTo>
                  <a:pt x="174691" y="195701"/>
                  <a:pt x="163995" y="201824"/>
                  <a:pt x="150117" y="201824"/>
                </a:cubicBezTo>
                <a:cubicBezTo>
                  <a:pt x="139339" y="201824"/>
                  <a:pt x="130765" y="198109"/>
                  <a:pt x="124397" y="190680"/>
                </a:cubicBezTo>
                <a:cubicBezTo>
                  <a:pt x="118031" y="183250"/>
                  <a:pt x="114848" y="173412"/>
                  <a:pt x="114848" y="161166"/>
                </a:cubicBezTo>
                <a:cubicBezTo>
                  <a:pt x="114848" y="146961"/>
                  <a:pt x="119257" y="136144"/>
                  <a:pt x="128075" y="128714"/>
                </a:cubicBezTo>
                <a:cubicBezTo>
                  <a:pt x="136892" y="121284"/>
                  <a:pt x="149791" y="117570"/>
                  <a:pt x="166771" y="117570"/>
                </a:cubicBezTo>
                <a:lnTo>
                  <a:pt x="174608" y="117570"/>
                </a:lnTo>
                <a:lnTo>
                  <a:pt x="174608" y="110712"/>
                </a:lnTo>
                <a:cubicBezTo>
                  <a:pt x="174608" y="102873"/>
                  <a:pt x="173425" y="97444"/>
                  <a:pt x="171058" y="94424"/>
                </a:cubicBezTo>
                <a:cubicBezTo>
                  <a:pt x="168691" y="91402"/>
                  <a:pt x="164486" y="89891"/>
                  <a:pt x="158444" y="89891"/>
                </a:cubicBezTo>
                <a:cubicBezTo>
                  <a:pt x="150932" y="89891"/>
                  <a:pt x="141625" y="92096"/>
                  <a:pt x="130523" y="96506"/>
                </a:cubicBezTo>
                <a:lnTo>
                  <a:pt x="122196" y="72990"/>
                </a:lnTo>
                <a:cubicBezTo>
                  <a:pt x="128891" y="69888"/>
                  <a:pt x="136034" y="67521"/>
                  <a:pt x="143626" y="65889"/>
                </a:cubicBezTo>
                <a:cubicBezTo>
                  <a:pt x="151220" y="64255"/>
                  <a:pt x="158446" y="63438"/>
                  <a:pt x="165302" y="63438"/>
                </a:cubicBezTo>
                <a:cubicBezTo>
                  <a:pt x="180650" y="63438"/>
                  <a:pt x="192080" y="67153"/>
                  <a:pt x="199592" y="74583"/>
                </a:cubicBezTo>
                <a:cubicBezTo>
                  <a:pt x="207105" y="82012"/>
                  <a:pt x="210861" y="93401"/>
                  <a:pt x="210861" y="108749"/>
                </a:cubicBezTo>
                <a:lnTo>
                  <a:pt x="210861" y="163124"/>
                </a:lnTo>
                <a:moveTo>
                  <a:pt x="161382" y="175618"/>
                </a:moveTo>
                <a:cubicBezTo>
                  <a:pt x="164160" y="175618"/>
                  <a:pt x="166691" y="174557"/>
                  <a:pt x="168976" y="172434"/>
                </a:cubicBezTo>
                <a:cubicBezTo>
                  <a:pt x="171263" y="170311"/>
                  <a:pt x="173141" y="167290"/>
                  <a:pt x="174608" y="163371"/>
                </a:cubicBezTo>
                <a:lnTo>
                  <a:pt x="174608" y="138144"/>
                </a:lnTo>
                <a:lnTo>
                  <a:pt x="170202" y="138144"/>
                </a:lnTo>
                <a:cubicBezTo>
                  <a:pt x="163507" y="138144"/>
                  <a:pt x="158649" y="139736"/>
                  <a:pt x="155626" y="142920"/>
                </a:cubicBezTo>
                <a:cubicBezTo>
                  <a:pt x="152607" y="146104"/>
                  <a:pt x="151097" y="151125"/>
                  <a:pt x="151097" y="157981"/>
                </a:cubicBezTo>
                <a:cubicBezTo>
                  <a:pt x="151097" y="163697"/>
                  <a:pt x="151995" y="168066"/>
                  <a:pt x="153791" y="171088"/>
                </a:cubicBezTo>
                <a:cubicBezTo>
                  <a:pt x="155588" y="174108"/>
                  <a:pt x="158118" y="175618"/>
                  <a:pt x="161382" y="175618"/>
                </a:cubicBezTo>
                <a:close/>
                <a:moveTo>
                  <a:pt x="284829" y="63438"/>
                </a:moveTo>
                <a:cubicBezTo>
                  <a:pt x="292341" y="63438"/>
                  <a:pt x="299117" y="64745"/>
                  <a:pt x="305156" y="67358"/>
                </a:cubicBezTo>
                <a:cubicBezTo>
                  <a:pt x="311198" y="69969"/>
                  <a:pt x="316833" y="73970"/>
                  <a:pt x="322060" y="79359"/>
                </a:cubicBezTo>
                <a:lnTo>
                  <a:pt x="306872" y="99690"/>
                </a:lnTo>
                <a:cubicBezTo>
                  <a:pt x="300177" y="94301"/>
                  <a:pt x="293810" y="91606"/>
                  <a:pt x="287770" y="91606"/>
                </a:cubicBezTo>
                <a:cubicBezTo>
                  <a:pt x="281075" y="91606"/>
                  <a:pt x="276095" y="94668"/>
                  <a:pt x="272828" y="100793"/>
                </a:cubicBezTo>
                <a:cubicBezTo>
                  <a:pt x="269562" y="106914"/>
                  <a:pt x="267928" y="117814"/>
                  <a:pt x="267928" y="133491"/>
                </a:cubicBezTo>
                <a:cubicBezTo>
                  <a:pt x="267928" y="148348"/>
                  <a:pt x="269643" y="158634"/>
                  <a:pt x="273071" y="164350"/>
                </a:cubicBezTo>
                <a:cubicBezTo>
                  <a:pt x="276502" y="170066"/>
                  <a:pt x="281319" y="172923"/>
                  <a:pt x="287523" y="172923"/>
                </a:cubicBezTo>
                <a:cubicBezTo>
                  <a:pt x="290790" y="172923"/>
                  <a:pt x="293811" y="172352"/>
                  <a:pt x="296586" y="171208"/>
                </a:cubicBezTo>
                <a:cubicBezTo>
                  <a:pt x="299362" y="170064"/>
                  <a:pt x="302546" y="168105"/>
                  <a:pt x="306139" y="165329"/>
                </a:cubicBezTo>
                <a:lnTo>
                  <a:pt x="322060" y="186639"/>
                </a:lnTo>
                <a:cubicBezTo>
                  <a:pt x="311446" y="196763"/>
                  <a:pt x="299199" y="201824"/>
                  <a:pt x="285318" y="201824"/>
                </a:cubicBezTo>
                <a:cubicBezTo>
                  <a:pt x="267683" y="201824"/>
                  <a:pt x="253967" y="196069"/>
                  <a:pt x="244170" y="184558"/>
                </a:cubicBezTo>
                <a:cubicBezTo>
                  <a:pt x="234373" y="173047"/>
                  <a:pt x="229475" y="156105"/>
                  <a:pt x="229475" y="133734"/>
                </a:cubicBezTo>
                <a:cubicBezTo>
                  <a:pt x="229475" y="119200"/>
                  <a:pt x="231720" y="106668"/>
                  <a:pt x="236210" y="96136"/>
                </a:cubicBezTo>
                <a:cubicBezTo>
                  <a:pt x="240699" y="85604"/>
                  <a:pt x="247108" y="77521"/>
                  <a:pt x="255434" y="71888"/>
                </a:cubicBezTo>
                <a:cubicBezTo>
                  <a:pt x="263764" y="66254"/>
                  <a:pt x="273562" y="63438"/>
                  <a:pt x="284829" y="63438"/>
                </a:cubicBezTo>
                <a:close/>
                <a:moveTo>
                  <a:pt x="370065" y="12004"/>
                </a:moveTo>
                <a:lnTo>
                  <a:pt x="370065" y="197661"/>
                </a:lnTo>
                <a:lnTo>
                  <a:pt x="333080" y="197661"/>
                </a:lnTo>
                <a:lnTo>
                  <a:pt x="333080" y="15921"/>
                </a:lnTo>
                <a:lnTo>
                  <a:pt x="370065" y="12004"/>
                </a:lnTo>
                <a:moveTo>
                  <a:pt x="437913" y="67601"/>
                </a:moveTo>
                <a:lnTo>
                  <a:pt x="407050" y="124917"/>
                </a:lnTo>
                <a:lnTo>
                  <a:pt x="439871" y="197661"/>
                </a:lnTo>
                <a:lnTo>
                  <a:pt x="400928" y="197661"/>
                </a:lnTo>
                <a:lnTo>
                  <a:pt x="370801" y="126633"/>
                </a:lnTo>
                <a:lnTo>
                  <a:pt x="402639" y="67601"/>
                </a:lnTo>
                <a:lnTo>
                  <a:pt x="437913" y="67601"/>
                </a:lnTo>
                <a:close/>
                <a:moveTo>
                  <a:pt x="538113" y="163124"/>
                </a:moveTo>
                <a:cubicBezTo>
                  <a:pt x="538113" y="167208"/>
                  <a:pt x="538603" y="170230"/>
                  <a:pt x="539582" y="172191"/>
                </a:cubicBezTo>
                <a:cubicBezTo>
                  <a:pt x="540561" y="174149"/>
                  <a:pt x="542275" y="175699"/>
                  <a:pt x="544724" y="176840"/>
                </a:cubicBezTo>
                <a:lnTo>
                  <a:pt x="537134" y="201092"/>
                </a:lnTo>
                <a:cubicBezTo>
                  <a:pt x="530113" y="200437"/>
                  <a:pt x="524356" y="198762"/>
                  <a:pt x="519863" y="196069"/>
                </a:cubicBezTo>
                <a:cubicBezTo>
                  <a:pt x="515374" y="193375"/>
                  <a:pt x="511904" y="189171"/>
                  <a:pt x="509455" y="183455"/>
                </a:cubicBezTo>
                <a:cubicBezTo>
                  <a:pt x="501943" y="195701"/>
                  <a:pt x="491248" y="201824"/>
                  <a:pt x="477370" y="201824"/>
                </a:cubicBezTo>
                <a:cubicBezTo>
                  <a:pt x="466591" y="201824"/>
                  <a:pt x="458018" y="198109"/>
                  <a:pt x="451649" y="190680"/>
                </a:cubicBezTo>
                <a:cubicBezTo>
                  <a:pt x="445283" y="183250"/>
                  <a:pt x="442100" y="173412"/>
                  <a:pt x="442100" y="161166"/>
                </a:cubicBezTo>
                <a:cubicBezTo>
                  <a:pt x="442100" y="146961"/>
                  <a:pt x="446509" y="136144"/>
                  <a:pt x="455327" y="128714"/>
                </a:cubicBezTo>
                <a:cubicBezTo>
                  <a:pt x="464145" y="121284"/>
                  <a:pt x="477043" y="117570"/>
                  <a:pt x="494023" y="117570"/>
                </a:cubicBezTo>
                <a:lnTo>
                  <a:pt x="501861" y="117570"/>
                </a:lnTo>
                <a:lnTo>
                  <a:pt x="501861" y="110712"/>
                </a:lnTo>
                <a:cubicBezTo>
                  <a:pt x="501861" y="102873"/>
                  <a:pt x="500677" y="97444"/>
                  <a:pt x="498310" y="94424"/>
                </a:cubicBezTo>
                <a:cubicBezTo>
                  <a:pt x="495943" y="91402"/>
                  <a:pt x="491739" y="89891"/>
                  <a:pt x="485697" y="89891"/>
                </a:cubicBezTo>
                <a:cubicBezTo>
                  <a:pt x="478185" y="89891"/>
                  <a:pt x="468877" y="92096"/>
                  <a:pt x="457775" y="96506"/>
                </a:cubicBezTo>
                <a:lnTo>
                  <a:pt x="449448" y="72990"/>
                </a:lnTo>
                <a:cubicBezTo>
                  <a:pt x="456143" y="69888"/>
                  <a:pt x="463286" y="67521"/>
                  <a:pt x="470878" y="65889"/>
                </a:cubicBezTo>
                <a:cubicBezTo>
                  <a:pt x="478472" y="64255"/>
                  <a:pt x="485698" y="63438"/>
                  <a:pt x="492555" y="63438"/>
                </a:cubicBezTo>
                <a:cubicBezTo>
                  <a:pt x="507903" y="63438"/>
                  <a:pt x="519333" y="67153"/>
                  <a:pt x="526845" y="74583"/>
                </a:cubicBezTo>
                <a:cubicBezTo>
                  <a:pt x="534357" y="82012"/>
                  <a:pt x="538113" y="93401"/>
                  <a:pt x="538113" y="108749"/>
                </a:cubicBezTo>
                <a:lnTo>
                  <a:pt x="538113" y="163124"/>
                </a:lnTo>
                <a:moveTo>
                  <a:pt x="488634" y="175618"/>
                </a:moveTo>
                <a:cubicBezTo>
                  <a:pt x="491412" y="175618"/>
                  <a:pt x="493944" y="174557"/>
                  <a:pt x="496228" y="172434"/>
                </a:cubicBezTo>
                <a:cubicBezTo>
                  <a:pt x="498516" y="170311"/>
                  <a:pt x="500393" y="167290"/>
                  <a:pt x="501861" y="163371"/>
                </a:cubicBezTo>
                <a:lnTo>
                  <a:pt x="501861" y="138144"/>
                </a:lnTo>
                <a:lnTo>
                  <a:pt x="497454" y="138144"/>
                </a:lnTo>
                <a:cubicBezTo>
                  <a:pt x="490759" y="138144"/>
                  <a:pt x="485901" y="139736"/>
                  <a:pt x="482879" y="142920"/>
                </a:cubicBezTo>
                <a:cubicBezTo>
                  <a:pt x="479859" y="146104"/>
                  <a:pt x="478349" y="151125"/>
                  <a:pt x="478349" y="157981"/>
                </a:cubicBezTo>
                <a:cubicBezTo>
                  <a:pt x="478349" y="163697"/>
                  <a:pt x="479247" y="168066"/>
                  <a:pt x="481044" y="171088"/>
                </a:cubicBezTo>
                <a:cubicBezTo>
                  <a:pt x="482840" y="174108"/>
                  <a:pt x="485370" y="175618"/>
                  <a:pt x="488634" y="175618"/>
                </a:cubicBezTo>
                <a:close/>
                <a:moveTo>
                  <a:pt x="663029" y="74949"/>
                </a:moveTo>
                <a:cubicBezTo>
                  <a:pt x="656987" y="78215"/>
                  <a:pt x="646862" y="79848"/>
                  <a:pt x="632655" y="79848"/>
                </a:cubicBezTo>
                <a:cubicBezTo>
                  <a:pt x="639841" y="83115"/>
                  <a:pt x="645148" y="87484"/>
                  <a:pt x="648576" y="92955"/>
                </a:cubicBezTo>
                <a:cubicBezTo>
                  <a:pt x="652005" y="98424"/>
                  <a:pt x="653719" y="105322"/>
                  <a:pt x="653719" y="113649"/>
                </a:cubicBezTo>
                <a:cubicBezTo>
                  <a:pt x="653719" y="126548"/>
                  <a:pt x="649514" y="136999"/>
                  <a:pt x="641105" y="145002"/>
                </a:cubicBezTo>
                <a:cubicBezTo>
                  <a:pt x="632696" y="153002"/>
                  <a:pt x="621225" y="157002"/>
                  <a:pt x="606692" y="157002"/>
                </a:cubicBezTo>
                <a:cubicBezTo>
                  <a:pt x="602120" y="157002"/>
                  <a:pt x="598202" y="156513"/>
                  <a:pt x="594938" y="155534"/>
                </a:cubicBezTo>
                <a:cubicBezTo>
                  <a:pt x="592324" y="157330"/>
                  <a:pt x="591017" y="160106"/>
                  <a:pt x="591017" y="163860"/>
                </a:cubicBezTo>
                <a:cubicBezTo>
                  <a:pt x="591017" y="166636"/>
                  <a:pt x="591874" y="168759"/>
                  <a:pt x="593589" y="170229"/>
                </a:cubicBezTo>
                <a:cubicBezTo>
                  <a:pt x="595303" y="171699"/>
                  <a:pt x="598446" y="172434"/>
                  <a:pt x="603018" y="172434"/>
                </a:cubicBezTo>
                <a:lnTo>
                  <a:pt x="616244" y="172434"/>
                </a:lnTo>
                <a:cubicBezTo>
                  <a:pt x="630287" y="172434"/>
                  <a:pt x="641267" y="175863"/>
                  <a:pt x="649185" y="182723"/>
                </a:cubicBezTo>
                <a:cubicBezTo>
                  <a:pt x="657106" y="189580"/>
                  <a:pt x="661066" y="198396"/>
                  <a:pt x="661066" y="209172"/>
                </a:cubicBezTo>
                <a:cubicBezTo>
                  <a:pt x="661066" y="222073"/>
                  <a:pt x="656045" y="232401"/>
                  <a:pt x="646001" y="240155"/>
                </a:cubicBezTo>
                <a:cubicBezTo>
                  <a:pt x="635960" y="247911"/>
                  <a:pt x="621632" y="251789"/>
                  <a:pt x="603018" y="251789"/>
                </a:cubicBezTo>
                <a:cubicBezTo>
                  <a:pt x="582933" y="251789"/>
                  <a:pt x="569054" y="248278"/>
                  <a:pt x="561380" y="241257"/>
                </a:cubicBezTo>
                <a:cubicBezTo>
                  <a:pt x="553706" y="234236"/>
                  <a:pt x="549869" y="223867"/>
                  <a:pt x="549869" y="210151"/>
                </a:cubicBezTo>
                <a:lnTo>
                  <a:pt x="582691" y="210151"/>
                </a:lnTo>
                <a:cubicBezTo>
                  <a:pt x="582691" y="216358"/>
                  <a:pt x="584119" y="220808"/>
                  <a:pt x="586977" y="223501"/>
                </a:cubicBezTo>
                <a:cubicBezTo>
                  <a:pt x="589835" y="226194"/>
                  <a:pt x="595264" y="227541"/>
                  <a:pt x="603265" y="227541"/>
                </a:cubicBezTo>
                <a:cubicBezTo>
                  <a:pt x="617307" y="227541"/>
                  <a:pt x="624328" y="222316"/>
                  <a:pt x="624328" y="211867"/>
                </a:cubicBezTo>
                <a:cubicBezTo>
                  <a:pt x="624328" y="207133"/>
                  <a:pt x="622980" y="203581"/>
                  <a:pt x="620285" y="201211"/>
                </a:cubicBezTo>
                <a:cubicBezTo>
                  <a:pt x="617591" y="198844"/>
                  <a:pt x="613469" y="197661"/>
                  <a:pt x="607918" y="197661"/>
                </a:cubicBezTo>
                <a:lnTo>
                  <a:pt x="598122" y="197661"/>
                </a:lnTo>
                <a:cubicBezTo>
                  <a:pt x="585221" y="197661"/>
                  <a:pt x="575831" y="195416"/>
                  <a:pt x="569954" y="190926"/>
                </a:cubicBezTo>
                <a:cubicBezTo>
                  <a:pt x="564076" y="186436"/>
                  <a:pt x="561137" y="180272"/>
                  <a:pt x="561137" y="172434"/>
                </a:cubicBezTo>
                <a:cubicBezTo>
                  <a:pt x="561137" y="167697"/>
                  <a:pt x="562362" y="163247"/>
                  <a:pt x="564811" y="159084"/>
                </a:cubicBezTo>
                <a:cubicBezTo>
                  <a:pt x="567260" y="154921"/>
                  <a:pt x="570608" y="151369"/>
                  <a:pt x="574853" y="148429"/>
                </a:cubicBezTo>
                <a:cubicBezTo>
                  <a:pt x="567832" y="144021"/>
                  <a:pt x="562729" y="138879"/>
                  <a:pt x="559545" y="133001"/>
                </a:cubicBezTo>
                <a:cubicBezTo>
                  <a:pt x="556361" y="127121"/>
                  <a:pt x="554769" y="119772"/>
                  <a:pt x="554769" y="110954"/>
                </a:cubicBezTo>
                <a:cubicBezTo>
                  <a:pt x="554769" y="96259"/>
                  <a:pt x="559259" y="84748"/>
                  <a:pt x="568238" y="76421"/>
                </a:cubicBezTo>
                <a:cubicBezTo>
                  <a:pt x="577220" y="68092"/>
                  <a:pt x="589468" y="63927"/>
                  <a:pt x="604980" y="63927"/>
                </a:cubicBezTo>
                <a:cubicBezTo>
                  <a:pt x="615265" y="63927"/>
                  <a:pt x="623960" y="62622"/>
                  <a:pt x="631063" y="60011"/>
                </a:cubicBezTo>
                <a:cubicBezTo>
                  <a:pt x="638166" y="57397"/>
                  <a:pt x="645801" y="53560"/>
                  <a:pt x="653966" y="48500"/>
                </a:cubicBezTo>
                <a:lnTo>
                  <a:pt x="663029" y="74949"/>
                </a:lnTo>
                <a:moveTo>
                  <a:pt x="605223" y="87932"/>
                </a:moveTo>
                <a:cubicBezTo>
                  <a:pt x="600489" y="87932"/>
                  <a:pt x="596937" y="89688"/>
                  <a:pt x="594568" y="93198"/>
                </a:cubicBezTo>
                <a:cubicBezTo>
                  <a:pt x="592201" y="96709"/>
                  <a:pt x="591017" y="102464"/>
                  <a:pt x="591017" y="110465"/>
                </a:cubicBezTo>
                <a:cubicBezTo>
                  <a:pt x="591017" y="125651"/>
                  <a:pt x="595672" y="133244"/>
                  <a:pt x="604980" y="133244"/>
                </a:cubicBezTo>
                <a:cubicBezTo>
                  <a:pt x="609552" y="133244"/>
                  <a:pt x="612980" y="131530"/>
                  <a:pt x="615265" y="128101"/>
                </a:cubicBezTo>
                <a:cubicBezTo>
                  <a:pt x="617553" y="124673"/>
                  <a:pt x="618696" y="118631"/>
                  <a:pt x="618696" y="109975"/>
                </a:cubicBezTo>
                <a:cubicBezTo>
                  <a:pt x="618696" y="102137"/>
                  <a:pt x="617594" y="96503"/>
                  <a:pt x="615389" y="93075"/>
                </a:cubicBezTo>
                <a:cubicBezTo>
                  <a:pt x="613184" y="89647"/>
                  <a:pt x="609795" y="87932"/>
                  <a:pt x="605223" y="87932"/>
                </a:cubicBezTo>
                <a:close/>
                <a:moveTo>
                  <a:pt x="771386" y="130060"/>
                </a:moveTo>
                <a:cubicBezTo>
                  <a:pt x="771386" y="135285"/>
                  <a:pt x="771140" y="139776"/>
                  <a:pt x="770650" y="143533"/>
                </a:cubicBezTo>
                <a:lnTo>
                  <a:pt x="704517" y="143533"/>
                </a:lnTo>
                <a:cubicBezTo>
                  <a:pt x="705334" y="155288"/>
                  <a:pt x="707498" y="163412"/>
                  <a:pt x="711009" y="167904"/>
                </a:cubicBezTo>
                <a:cubicBezTo>
                  <a:pt x="714520" y="172394"/>
                  <a:pt x="719622" y="174639"/>
                  <a:pt x="726317" y="174639"/>
                </a:cubicBezTo>
                <a:cubicBezTo>
                  <a:pt x="730727" y="174639"/>
                  <a:pt x="734973" y="173782"/>
                  <a:pt x="739054" y="172068"/>
                </a:cubicBezTo>
                <a:cubicBezTo>
                  <a:pt x="743135" y="170351"/>
                  <a:pt x="747544" y="167697"/>
                  <a:pt x="752281" y="164107"/>
                </a:cubicBezTo>
                <a:lnTo>
                  <a:pt x="767465" y="184192"/>
                </a:lnTo>
                <a:cubicBezTo>
                  <a:pt x="755381" y="195947"/>
                  <a:pt x="740767" y="201824"/>
                  <a:pt x="723623" y="201824"/>
                </a:cubicBezTo>
                <a:cubicBezTo>
                  <a:pt x="705334" y="201824"/>
                  <a:pt x="691455" y="195823"/>
                  <a:pt x="681985" y="183822"/>
                </a:cubicBezTo>
                <a:cubicBezTo>
                  <a:pt x="672514" y="171820"/>
                  <a:pt x="667779" y="155043"/>
                  <a:pt x="667779" y="133491"/>
                </a:cubicBezTo>
                <a:cubicBezTo>
                  <a:pt x="667779" y="111936"/>
                  <a:pt x="672310" y="94873"/>
                  <a:pt x="681372" y="82300"/>
                </a:cubicBezTo>
                <a:cubicBezTo>
                  <a:pt x="690434" y="69725"/>
                  <a:pt x="703375" y="63438"/>
                  <a:pt x="720195" y="63438"/>
                </a:cubicBezTo>
                <a:cubicBezTo>
                  <a:pt x="736196" y="63438"/>
                  <a:pt x="748728" y="69112"/>
                  <a:pt x="757789" y="80461"/>
                </a:cubicBezTo>
                <a:cubicBezTo>
                  <a:pt x="766854" y="91810"/>
                  <a:pt x="771386" y="108343"/>
                  <a:pt x="771386" y="130060"/>
                </a:cubicBezTo>
                <a:moveTo>
                  <a:pt x="735380" y="119528"/>
                </a:moveTo>
                <a:cubicBezTo>
                  <a:pt x="735380" y="108425"/>
                  <a:pt x="734278" y="100384"/>
                  <a:pt x="732073" y="95403"/>
                </a:cubicBezTo>
                <a:cubicBezTo>
                  <a:pt x="729868" y="90423"/>
                  <a:pt x="725989" y="87932"/>
                  <a:pt x="720438" y="87932"/>
                </a:cubicBezTo>
                <a:cubicBezTo>
                  <a:pt x="715540" y="87932"/>
                  <a:pt x="711825" y="90340"/>
                  <a:pt x="709294" y="95157"/>
                </a:cubicBezTo>
                <a:cubicBezTo>
                  <a:pt x="706762" y="99973"/>
                  <a:pt x="705170" y="108668"/>
                  <a:pt x="704517" y="121243"/>
                </a:cubicBezTo>
                <a:lnTo>
                  <a:pt x="735380" y="121243"/>
                </a:lnTo>
                <a:lnTo>
                  <a:pt x="735380" y="119528"/>
                </a:lnTo>
                <a:close/>
                <a:moveTo>
                  <a:pt x="904629" y="106059"/>
                </a:moveTo>
                <a:lnTo>
                  <a:pt x="944062" y="197661"/>
                </a:lnTo>
                <a:lnTo>
                  <a:pt x="903893" y="197661"/>
                </a:lnTo>
                <a:lnTo>
                  <a:pt x="881603" y="131529"/>
                </a:lnTo>
                <a:lnTo>
                  <a:pt x="860540" y="197661"/>
                </a:lnTo>
                <a:lnTo>
                  <a:pt x="820860" y="197661"/>
                </a:lnTo>
                <a:lnTo>
                  <a:pt x="858824" y="107527"/>
                </a:lnTo>
                <a:lnTo>
                  <a:pt x="823555" y="27925"/>
                </a:lnTo>
                <a:lnTo>
                  <a:pt x="863724" y="27925"/>
                </a:lnTo>
                <a:lnTo>
                  <a:pt x="882093" y="83769"/>
                </a:lnTo>
                <a:lnTo>
                  <a:pt x="901688" y="27925"/>
                </a:lnTo>
                <a:lnTo>
                  <a:pt x="940878" y="27925"/>
                </a:lnTo>
                <a:lnTo>
                  <a:pt x="904629" y="106059"/>
                </a:lnTo>
                <a:close/>
                <a:moveTo>
                  <a:pt x="1143361" y="67601"/>
                </a:moveTo>
                <a:lnTo>
                  <a:pt x="1121807" y="197661"/>
                </a:lnTo>
                <a:lnTo>
                  <a:pt x="1078701" y="197661"/>
                </a:lnTo>
                <a:lnTo>
                  <a:pt x="1066453" y="100912"/>
                </a:lnTo>
                <a:lnTo>
                  <a:pt x="1054453" y="197661"/>
                </a:lnTo>
                <a:lnTo>
                  <a:pt x="1011589" y="197661"/>
                </a:lnTo>
                <a:lnTo>
                  <a:pt x="989789" y="67601"/>
                </a:lnTo>
                <a:lnTo>
                  <a:pt x="1025305" y="67601"/>
                </a:lnTo>
                <a:lnTo>
                  <a:pt x="1035101" y="169739"/>
                </a:lnTo>
                <a:lnTo>
                  <a:pt x="1049553" y="67601"/>
                </a:lnTo>
                <a:lnTo>
                  <a:pt x="1084579" y="67601"/>
                </a:lnTo>
                <a:lnTo>
                  <a:pt x="1098296" y="169739"/>
                </a:lnTo>
                <a:lnTo>
                  <a:pt x="1108827" y="67601"/>
                </a:lnTo>
                <a:lnTo>
                  <a:pt x="1143361" y="67601"/>
                </a:lnTo>
                <a:close/>
                <a:moveTo>
                  <a:pt x="1192813" y="67601"/>
                </a:moveTo>
                <a:lnTo>
                  <a:pt x="1192813" y="197661"/>
                </a:lnTo>
                <a:lnTo>
                  <a:pt x="1155828" y="197661"/>
                </a:lnTo>
                <a:lnTo>
                  <a:pt x="1155828" y="67601"/>
                </a:lnTo>
                <a:lnTo>
                  <a:pt x="1192813" y="67601"/>
                </a:lnTo>
                <a:moveTo>
                  <a:pt x="1173954" y="0"/>
                </a:moveTo>
                <a:cubicBezTo>
                  <a:pt x="1180322" y="0"/>
                  <a:pt x="1185425" y="2001"/>
                  <a:pt x="1189262" y="6002"/>
                </a:cubicBezTo>
                <a:cubicBezTo>
                  <a:pt x="1193099" y="10004"/>
                  <a:pt x="1195018" y="15106"/>
                  <a:pt x="1195018" y="21310"/>
                </a:cubicBezTo>
                <a:cubicBezTo>
                  <a:pt x="1195018" y="27352"/>
                  <a:pt x="1193058" y="32374"/>
                  <a:pt x="1189139" y="36376"/>
                </a:cubicBezTo>
                <a:cubicBezTo>
                  <a:pt x="1185220" y="40375"/>
                  <a:pt x="1180158" y="42374"/>
                  <a:pt x="1173954" y="42374"/>
                </a:cubicBezTo>
                <a:cubicBezTo>
                  <a:pt x="1167748" y="42374"/>
                  <a:pt x="1162685" y="40375"/>
                  <a:pt x="1158765" y="36376"/>
                </a:cubicBezTo>
                <a:cubicBezTo>
                  <a:pt x="1154849" y="32374"/>
                  <a:pt x="1152890" y="27352"/>
                  <a:pt x="1152890" y="21310"/>
                </a:cubicBezTo>
                <a:cubicBezTo>
                  <a:pt x="1152890" y="15106"/>
                  <a:pt x="1154849" y="10004"/>
                  <a:pt x="1158765" y="6002"/>
                </a:cubicBezTo>
                <a:cubicBezTo>
                  <a:pt x="1162685" y="2001"/>
                  <a:pt x="1167748" y="0"/>
                  <a:pt x="1173954" y="0"/>
                </a:cubicBezTo>
                <a:close/>
                <a:moveTo>
                  <a:pt x="1286375" y="191539"/>
                </a:moveTo>
                <a:cubicBezTo>
                  <a:pt x="1282294" y="194968"/>
                  <a:pt x="1277559" y="197539"/>
                  <a:pt x="1272170" y="199253"/>
                </a:cubicBezTo>
                <a:cubicBezTo>
                  <a:pt x="1266780" y="200967"/>
                  <a:pt x="1261310" y="201824"/>
                  <a:pt x="1255759" y="201824"/>
                </a:cubicBezTo>
                <a:cubicBezTo>
                  <a:pt x="1243187" y="201824"/>
                  <a:pt x="1233716" y="198233"/>
                  <a:pt x="1227348" y="191050"/>
                </a:cubicBezTo>
                <a:cubicBezTo>
                  <a:pt x="1220979" y="183864"/>
                  <a:pt x="1217795" y="174229"/>
                  <a:pt x="1217795" y="162145"/>
                </a:cubicBezTo>
                <a:lnTo>
                  <a:pt x="1217795" y="93565"/>
                </a:lnTo>
                <a:lnTo>
                  <a:pt x="1204326" y="93565"/>
                </a:lnTo>
                <a:lnTo>
                  <a:pt x="1204326" y="67601"/>
                </a:lnTo>
                <a:lnTo>
                  <a:pt x="1217795" y="67601"/>
                </a:lnTo>
                <a:lnTo>
                  <a:pt x="1217795" y="39190"/>
                </a:lnTo>
                <a:lnTo>
                  <a:pt x="1254780" y="35026"/>
                </a:lnTo>
                <a:lnTo>
                  <a:pt x="1254780" y="67601"/>
                </a:lnTo>
                <a:lnTo>
                  <a:pt x="1279028" y="67601"/>
                </a:lnTo>
                <a:lnTo>
                  <a:pt x="1275107" y="93565"/>
                </a:lnTo>
                <a:lnTo>
                  <a:pt x="1254780" y="93565"/>
                </a:lnTo>
                <a:lnTo>
                  <a:pt x="1254780" y="161902"/>
                </a:lnTo>
                <a:cubicBezTo>
                  <a:pt x="1254780" y="168923"/>
                  <a:pt x="1257719" y="172434"/>
                  <a:pt x="1263596" y="172434"/>
                </a:cubicBezTo>
                <a:cubicBezTo>
                  <a:pt x="1266863" y="172434"/>
                  <a:pt x="1270373" y="171290"/>
                  <a:pt x="1274128" y="169003"/>
                </a:cubicBezTo>
                <a:lnTo>
                  <a:pt x="1286375" y="191539"/>
                </a:lnTo>
                <a:close/>
                <a:moveTo>
                  <a:pt x="1360835" y="63438"/>
                </a:moveTo>
                <a:cubicBezTo>
                  <a:pt x="1370141" y="63438"/>
                  <a:pt x="1377448" y="66785"/>
                  <a:pt x="1382755" y="73480"/>
                </a:cubicBezTo>
                <a:cubicBezTo>
                  <a:pt x="1388062" y="80175"/>
                  <a:pt x="1390716" y="89156"/>
                  <a:pt x="1390716" y="100423"/>
                </a:cubicBezTo>
                <a:lnTo>
                  <a:pt x="1390716" y="197661"/>
                </a:lnTo>
                <a:lnTo>
                  <a:pt x="1353731" y="197661"/>
                </a:lnTo>
                <a:lnTo>
                  <a:pt x="1353731" y="104343"/>
                </a:lnTo>
                <a:cubicBezTo>
                  <a:pt x="1353731" y="95852"/>
                  <a:pt x="1351364" y="91606"/>
                  <a:pt x="1346630" y="91606"/>
                </a:cubicBezTo>
                <a:cubicBezTo>
                  <a:pt x="1341893" y="91606"/>
                  <a:pt x="1336749" y="96831"/>
                  <a:pt x="1331198" y="107281"/>
                </a:cubicBezTo>
                <a:lnTo>
                  <a:pt x="1331198" y="197661"/>
                </a:lnTo>
                <a:lnTo>
                  <a:pt x="1294213" y="197661"/>
                </a:lnTo>
                <a:lnTo>
                  <a:pt x="1294213" y="15921"/>
                </a:lnTo>
                <a:lnTo>
                  <a:pt x="1331198" y="12004"/>
                </a:lnTo>
                <a:lnTo>
                  <a:pt x="1331198" y="81317"/>
                </a:lnTo>
                <a:cubicBezTo>
                  <a:pt x="1335279" y="75113"/>
                  <a:pt x="1339688" y="70582"/>
                  <a:pt x="1344425" y="67725"/>
                </a:cubicBezTo>
                <a:cubicBezTo>
                  <a:pt x="1349161" y="64867"/>
                  <a:pt x="1354631" y="63438"/>
                  <a:pt x="1360835" y="63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maliciouscode">
            <a:extLst xmlns:a="http://schemas.openxmlformats.org/drawingml/2006/main">
              <a:ext uri="{FF2B5EF4-FFF2-40B4-BE49-F238E27FC236}">
                <a16:creationId xmlns:a16="http://schemas.microsoft.com/office/drawing/2014/main" id="{72693F31-8FE0-4B69-B291-A977061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315" y="3019737"/>
            <a:ext cx="1386189" cy="201824"/>
          </a:xfrm>
          <a:custGeom xmlns:a="http://schemas.openxmlformats.org/drawingml/2006/main">
            <a:pathLst>
              <a:path w="1386189" h="201824">
                <a:moveTo>
                  <a:pt x="121486" y="63438"/>
                </a:moveTo>
                <a:cubicBezTo>
                  <a:pt x="130139" y="63438"/>
                  <a:pt x="137037" y="66785"/>
                  <a:pt x="142180" y="73480"/>
                </a:cubicBezTo>
                <a:cubicBezTo>
                  <a:pt x="147325" y="80175"/>
                  <a:pt x="149898" y="89156"/>
                  <a:pt x="149898" y="100423"/>
                </a:cubicBezTo>
                <a:lnTo>
                  <a:pt x="149898" y="197661"/>
                </a:lnTo>
                <a:lnTo>
                  <a:pt x="113649" y="197661"/>
                </a:lnTo>
                <a:lnTo>
                  <a:pt x="113649" y="104096"/>
                </a:lnTo>
                <a:cubicBezTo>
                  <a:pt x="113649" y="99689"/>
                  <a:pt x="113077" y="96465"/>
                  <a:pt x="111934" y="94424"/>
                </a:cubicBezTo>
                <a:cubicBezTo>
                  <a:pt x="110790" y="92381"/>
                  <a:pt x="109076" y="91360"/>
                  <a:pt x="106791" y="91360"/>
                </a:cubicBezTo>
                <a:cubicBezTo>
                  <a:pt x="102219" y="91360"/>
                  <a:pt x="97565" y="96177"/>
                  <a:pt x="92828" y="105812"/>
                </a:cubicBezTo>
                <a:lnTo>
                  <a:pt x="92828" y="197661"/>
                </a:lnTo>
                <a:lnTo>
                  <a:pt x="57069" y="197661"/>
                </a:lnTo>
                <a:lnTo>
                  <a:pt x="57069" y="104096"/>
                </a:lnTo>
                <a:cubicBezTo>
                  <a:pt x="57069" y="95605"/>
                  <a:pt x="54783" y="91360"/>
                  <a:pt x="50211" y="91360"/>
                </a:cubicBezTo>
                <a:cubicBezTo>
                  <a:pt x="45475" y="91360"/>
                  <a:pt x="40740" y="96177"/>
                  <a:pt x="36006" y="105812"/>
                </a:cubicBezTo>
                <a:lnTo>
                  <a:pt x="36006" y="197661"/>
                </a:lnTo>
                <a:lnTo>
                  <a:pt x="0" y="197661"/>
                </a:lnTo>
                <a:lnTo>
                  <a:pt x="0" y="67601"/>
                </a:lnTo>
                <a:lnTo>
                  <a:pt x="32085" y="67601"/>
                </a:lnTo>
                <a:lnTo>
                  <a:pt x="34290" y="83279"/>
                </a:lnTo>
                <a:cubicBezTo>
                  <a:pt x="42617" y="70052"/>
                  <a:pt x="52822" y="63438"/>
                  <a:pt x="64907" y="63438"/>
                </a:cubicBezTo>
                <a:cubicBezTo>
                  <a:pt x="70784" y="63438"/>
                  <a:pt x="75887" y="65234"/>
                  <a:pt x="80215" y="68827"/>
                </a:cubicBezTo>
                <a:cubicBezTo>
                  <a:pt x="84543" y="72420"/>
                  <a:pt x="87849" y="77564"/>
                  <a:pt x="90134" y="84259"/>
                </a:cubicBezTo>
                <a:cubicBezTo>
                  <a:pt x="98625" y="70378"/>
                  <a:pt x="109076" y="63438"/>
                  <a:pt x="121486" y="63438"/>
                </a:cubicBezTo>
                <a:close/>
                <a:moveTo>
                  <a:pt x="259775" y="163124"/>
                </a:moveTo>
                <a:cubicBezTo>
                  <a:pt x="259775" y="167208"/>
                  <a:pt x="260265" y="170230"/>
                  <a:pt x="261244" y="172191"/>
                </a:cubicBezTo>
                <a:cubicBezTo>
                  <a:pt x="262223" y="174149"/>
                  <a:pt x="263937" y="175699"/>
                  <a:pt x="266387" y="176840"/>
                </a:cubicBezTo>
                <a:lnTo>
                  <a:pt x="258796" y="201092"/>
                </a:lnTo>
                <a:cubicBezTo>
                  <a:pt x="251775" y="200437"/>
                  <a:pt x="246018" y="198762"/>
                  <a:pt x="241526" y="196069"/>
                </a:cubicBezTo>
                <a:cubicBezTo>
                  <a:pt x="237036" y="193375"/>
                  <a:pt x="233566" y="189171"/>
                  <a:pt x="231117" y="183455"/>
                </a:cubicBezTo>
                <a:cubicBezTo>
                  <a:pt x="223605" y="195701"/>
                  <a:pt x="212910" y="201824"/>
                  <a:pt x="199032" y="201824"/>
                </a:cubicBezTo>
                <a:cubicBezTo>
                  <a:pt x="188254" y="201824"/>
                  <a:pt x="179680" y="198109"/>
                  <a:pt x="173312" y="190680"/>
                </a:cubicBezTo>
                <a:cubicBezTo>
                  <a:pt x="166946" y="183250"/>
                  <a:pt x="163763" y="173412"/>
                  <a:pt x="163763" y="161166"/>
                </a:cubicBezTo>
                <a:cubicBezTo>
                  <a:pt x="163763" y="146961"/>
                  <a:pt x="168172" y="136144"/>
                  <a:pt x="176989" y="128714"/>
                </a:cubicBezTo>
                <a:cubicBezTo>
                  <a:pt x="185807" y="121284"/>
                  <a:pt x="198706" y="117570"/>
                  <a:pt x="215686" y="117570"/>
                </a:cubicBezTo>
                <a:lnTo>
                  <a:pt x="223523" y="117570"/>
                </a:lnTo>
                <a:lnTo>
                  <a:pt x="223523" y="110712"/>
                </a:lnTo>
                <a:cubicBezTo>
                  <a:pt x="223523" y="102873"/>
                  <a:pt x="222339" y="97444"/>
                  <a:pt x="219972" y="94424"/>
                </a:cubicBezTo>
                <a:cubicBezTo>
                  <a:pt x="217606" y="91402"/>
                  <a:pt x="213401" y="89891"/>
                  <a:pt x="207359" y="89891"/>
                </a:cubicBezTo>
                <a:cubicBezTo>
                  <a:pt x="199847" y="89891"/>
                  <a:pt x="190540" y="92096"/>
                  <a:pt x="179437" y="96506"/>
                </a:cubicBezTo>
                <a:lnTo>
                  <a:pt x="171110" y="72990"/>
                </a:lnTo>
                <a:cubicBezTo>
                  <a:pt x="177805" y="69888"/>
                  <a:pt x="184949" y="67521"/>
                  <a:pt x="192540" y="65889"/>
                </a:cubicBezTo>
                <a:cubicBezTo>
                  <a:pt x="200135" y="64255"/>
                  <a:pt x="207360" y="63438"/>
                  <a:pt x="214217" y="63438"/>
                </a:cubicBezTo>
                <a:cubicBezTo>
                  <a:pt x="229565" y="63438"/>
                  <a:pt x="240995" y="67153"/>
                  <a:pt x="248507" y="74583"/>
                </a:cubicBezTo>
                <a:cubicBezTo>
                  <a:pt x="256019" y="82012"/>
                  <a:pt x="259775" y="93401"/>
                  <a:pt x="259775" y="108749"/>
                </a:cubicBezTo>
                <a:lnTo>
                  <a:pt x="259775" y="163124"/>
                </a:lnTo>
                <a:moveTo>
                  <a:pt x="210296" y="175618"/>
                </a:moveTo>
                <a:cubicBezTo>
                  <a:pt x="213075" y="175618"/>
                  <a:pt x="215606" y="174557"/>
                  <a:pt x="217891" y="172434"/>
                </a:cubicBezTo>
                <a:cubicBezTo>
                  <a:pt x="220178" y="170311"/>
                  <a:pt x="222055" y="167290"/>
                  <a:pt x="223523" y="163371"/>
                </a:cubicBezTo>
                <a:lnTo>
                  <a:pt x="223523" y="138144"/>
                </a:lnTo>
                <a:lnTo>
                  <a:pt x="219117" y="138144"/>
                </a:lnTo>
                <a:cubicBezTo>
                  <a:pt x="212422" y="138144"/>
                  <a:pt x="207563" y="139736"/>
                  <a:pt x="204541" y="142920"/>
                </a:cubicBezTo>
                <a:cubicBezTo>
                  <a:pt x="201521" y="146104"/>
                  <a:pt x="200011" y="151125"/>
                  <a:pt x="200011" y="157981"/>
                </a:cubicBezTo>
                <a:cubicBezTo>
                  <a:pt x="200011" y="163697"/>
                  <a:pt x="200910" y="168066"/>
                  <a:pt x="202706" y="171088"/>
                </a:cubicBezTo>
                <a:cubicBezTo>
                  <a:pt x="204502" y="174108"/>
                  <a:pt x="207033" y="175618"/>
                  <a:pt x="210296" y="175618"/>
                </a:cubicBezTo>
                <a:close/>
                <a:moveTo>
                  <a:pt x="314395" y="201824"/>
                </a:moveTo>
                <a:cubicBezTo>
                  <a:pt x="304107" y="201824"/>
                  <a:pt x="296106" y="198803"/>
                  <a:pt x="290390" y="192761"/>
                </a:cubicBezTo>
                <a:cubicBezTo>
                  <a:pt x="284674" y="186719"/>
                  <a:pt x="281816" y="178473"/>
                  <a:pt x="281816" y="168024"/>
                </a:cubicBezTo>
                <a:lnTo>
                  <a:pt x="281816" y="15921"/>
                </a:lnTo>
                <a:lnTo>
                  <a:pt x="318801" y="12004"/>
                </a:lnTo>
                <a:lnTo>
                  <a:pt x="318801" y="166308"/>
                </a:lnTo>
                <a:cubicBezTo>
                  <a:pt x="318801" y="170392"/>
                  <a:pt x="320517" y="172434"/>
                  <a:pt x="323948" y="172434"/>
                </a:cubicBezTo>
                <a:cubicBezTo>
                  <a:pt x="324927" y="172434"/>
                  <a:pt x="326396" y="172188"/>
                  <a:pt x="328354" y="171698"/>
                </a:cubicBezTo>
                <a:lnTo>
                  <a:pt x="334969" y="197171"/>
                </a:lnTo>
                <a:cubicBezTo>
                  <a:pt x="332355" y="198477"/>
                  <a:pt x="329252" y="199578"/>
                  <a:pt x="325659" y="200475"/>
                </a:cubicBezTo>
                <a:cubicBezTo>
                  <a:pt x="322069" y="201375"/>
                  <a:pt x="318314" y="201824"/>
                  <a:pt x="314395" y="201824"/>
                </a:cubicBezTo>
                <a:close/>
                <a:moveTo>
                  <a:pt x="382387" y="67601"/>
                </a:moveTo>
                <a:lnTo>
                  <a:pt x="382387" y="197661"/>
                </a:lnTo>
                <a:lnTo>
                  <a:pt x="345402" y="197661"/>
                </a:lnTo>
                <a:lnTo>
                  <a:pt x="345402" y="67601"/>
                </a:lnTo>
                <a:lnTo>
                  <a:pt x="382387" y="67601"/>
                </a:lnTo>
                <a:moveTo>
                  <a:pt x="363528" y="0"/>
                </a:moveTo>
                <a:cubicBezTo>
                  <a:pt x="369896" y="0"/>
                  <a:pt x="374999" y="2001"/>
                  <a:pt x="378836" y="6002"/>
                </a:cubicBezTo>
                <a:cubicBezTo>
                  <a:pt x="382673" y="10004"/>
                  <a:pt x="384592" y="15106"/>
                  <a:pt x="384592" y="21310"/>
                </a:cubicBezTo>
                <a:cubicBezTo>
                  <a:pt x="384592" y="27352"/>
                  <a:pt x="382632" y="32374"/>
                  <a:pt x="378713" y="36376"/>
                </a:cubicBezTo>
                <a:cubicBezTo>
                  <a:pt x="374794" y="40375"/>
                  <a:pt x="369732" y="42374"/>
                  <a:pt x="363528" y="42374"/>
                </a:cubicBezTo>
                <a:cubicBezTo>
                  <a:pt x="357321" y="42374"/>
                  <a:pt x="352259" y="40375"/>
                  <a:pt x="348339" y="36376"/>
                </a:cubicBezTo>
                <a:cubicBezTo>
                  <a:pt x="344423" y="32374"/>
                  <a:pt x="342464" y="27352"/>
                  <a:pt x="342464" y="21310"/>
                </a:cubicBezTo>
                <a:cubicBezTo>
                  <a:pt x="342464" y="15106"/>
                  <a:pt x="344423" y="10004"/>
                  <a:pt x="348339" y="6002"/>
                </a:cubicBezTo>
                <a:cubicBezTo>
                  <a:pt x="352259" y="2001"/>
                  <a:pt x="357321" y="0"/>
                  <a:pt x="363528" y="0"/>
                </a:cubicBezTo>
                <a:close/>
                <a:moveTo>
                  <a:pt x="455425" y="63438"/>
                </a:moveTo>
                <a:cubicBezTo>
                  <a:pt x="462937" y="63438"/>
                  <a:pt x="469713" y="64745"/>
                  <a:pt x="475752" y="67358"/>
                </a:cubicBezTo>
                <a:cubicBezTo>
                  <a:pt x="481794" y="69969"/>
                  <a:pt x="487429" y="73970"/>
                  <a:pt x="492656" y="79359"/>
                </a:cubicBezTo>
                <a:lnTo>
                  <a:pt x="477468" y="99690"/>
                </a:lnTo>
                <a:cubicBezTo>
                  <a:pt x="470773" y="94301"/>
                  <a:pt x="464406" y="91606"/>
                  <a:pt x="458366" y="91606"/>
                </a:cubicBezTo>
                <a:cubicBezTo>
                  <a:pt x="451671" y="91606"/>
                  <a:pt x="446691" y="94668"/>
                  <a:pt x="443424" y="100793"/>
                </a:cubicBezTo>
                <a:cubicBezTo>
                  <a:pt x="440158" y="106914"/>
                  <a:pt x="438525" y="117814"/>
                  <a:pt x="438525" y="133491"/>
                </a:cubicBezTo>
                <a:cubicBezTo>
                  <a:pt x="438525" y="148348"/>
                  <a:pt x="440239" y="158634"/>
                  <a:pt x="443667" y="164350"/>
                </a:cubicBezTo>
                <a:cubicBezTo>
                  <a:pt x="447098" y="170066"/>
                  <a:pt x="451916" y="172923"/>
                  <a:pt x="458120" y="172923"/>
                </a:cubicBezTo>
                <a:cubicBezTo>
                  <a:pt x="461386" y="172923"/>
                  <a:pt x="464407" y="172352"/>
                  <a:pt x="467183" y="171208"/>
                </a:cubicBezTo>
                <a:cubicBezTo>
                  <a:pt x="469958" y="170064"/>
                  <a:pt x="473142" y="168105"/>
                  <a:pt x="476735" y="165329"/>
                </a:cubicBezTo>
                <a:lnTo>
                  <a:pt x="492656" y="186639"/>
                </a:lnTo>
                <a:cubicBezTo>
                  <a:pt x="482042" y="196763"/>
                  <a:pt x="469795" y="201824"/>
                  <a:pt x="455915" y="201824"/>
                </a:cubicBezTo>
                <a:cubicBezTo>
                  <a:pt x="438279" y="201824"/>
                  <a:pt x="424563" y="196069"/>
                  <a:pt x="414766" y="184558"/>
                </a:cubicBezTo>
                <a:cubicBezTo>
                  <a:pt x="404969" y="173047"/>
                  <a:pt x="400071" y="156105"/>
                  <a:pt x="400071" y="133734"/>
                </a:cubicBezTo>
                <a:cubicBezTo>
                  <a:pt x="400071" y="119200"/>
                  <a:pt x="402316" y="106668"/>
                  <a:pt x="406806" y="96136"/>
                </a:cubicBezTo>
                <a:cubicBezTo>
                  <a:pt x="411296" y="85604"/>
                  <a:pt x="417704" y="77521"/>
                  <a:pt x="426031" y="71888"/>
                </a:cubicBezTo>
                <a:cubicBezTo>
                  <a:pt x="434360" y="66254"/>
                  <a:pt x="444158" y="63438"/>
                  <a:pt x="455425" y="63438"/>
                </a:cubicBezTo>
                <a:close/>
                <a:moveTo>
                  <a:pt x="540661" y="67601"/>
                </a:moveTo>
                <a:lnTo>
                  <a:pt x="540661" y="197661"/>
                </a:lnTo>
                <a:lnTo>
                  <a:pt x="503676" y="197661"/>
                </a:lnTo>
                <a:lnTo>
                  <a:pt x="503676" y="67601"/>
                </a:lnTo>
                <a:lnTo>
                  <a:pt x="540661" y="67601"/>
                </a:lnTo>
                <a:moveTo>
                  <a:pt x="521802" y="0"/>
                </a:moveTo>
                <a:cubicBezTo>
                  <a:pt x="528171" y="0"/>
                  <a:pt x="533273" y="2001"/>
                  <a:pt x="537110" y="6002"/>
                </a:cubicBezTo>
                <a:cubicBezTo>
                  <a:pt x="540947" y="10004"/>
                  <a:pt x="542866" y="15106"/>
                  <a:pt x="542866" y="21310"/>
                </a:cubicBezTo>
                <a:cubicBezTo>
                  <a:pt x="542866" y="27352"/>
                  <a:pt x="540906" y="32374"/>
                  <a:pt x="536987" y="36376"/>
                </a:cubicBezTo>
                <a:cubicBezTo>
                  <a:pt x="533068" y="40375"/>
                  <a:pt x="528006" y="42374"/>
                  <a:pt x="521802" y="42374"/>
                </a:cubicBezTo>
                <a:cubicBezTo>
                  <a:pt x="515596" y="42374"/>
                  <a:pt x="510533" y="40375"/>
                  <a:pt x="506614" y="36376"/>
                </a:cubicBezTo>
                <a:cubicBezTo>
                  <a:pt x="502697" y="32374"/>
                  <a:pt x="500739" y="27352"/>
                  <a:pt x="500739" y="21310"/>
                </a:cubicBezTo>
                <a:cubicBezTo>
                  <a:pt x="500739" y="15106"/>
                  <a:pt x="502697" y="10004"/>
                  <a:pt x="506614" y="6002"/>
                </a:cubicBezTo>
                <a:cubicBezTo>
                  <a:pt x="510533" y="2001"/>
                  <a:pt x="515596" y="0"/>
                  <a:pt x="521802" y="0"/>
                </a:cubicBezTo>
                <a:close/>
                <a:moveTo>
                  <a:pt x="612473" y="63438"/>
                </a:moveTo>
                <a:cubicBezTo>
                  <a:pt x="629456" y="63438"/>
                  <a:pt x="642724" y="69234"/>
                  <a:pt x="652276" y="80828"/>
                </a:cubicBezTo>
                <a:cubicBezTo>
                  <a:pt x="661829" y="92421"/>
                  <a:pt x="666605" y="109730"/>
                  <a:pt x="666605" y="132754"/>
                </a:cubicBezTo>
                <a:cubicBezTo>
                  <a:pt x="666605" y="154797"/>
                  <a:pt x="661829" y="171820"/>
                  <a:pt x="652276" y="183822"/>
                </a:cubicBezTo>
                <a:cubicBezTo>
                  <a:pt x="642724" y="195823"/>
                  <a:pt x="629456" y="201824"/>
                  <a:pt x="612473" y="201824"/>
                </a:cubicBezTo>
                <a:cubicBezTo>
                  <a:pt x="595493" y="201824"/>
                  <a:pt x="582227" y="195987"/>
                  <a:pt x="572674" y="184311"/>
                </a:cubicBezTo>
                <a:cubicBezTo>
                  <a:pt x="563122" y="172636"/>
                  <a:pt x="558345" y="155368"/>
                  <a:pt x="558345" y="132508"/>
                </a:cubicBezTo>
                <a:cubicBezTo>
                  <a:pt x="558345" y="110138"/>
                  <a:pt x="563122" y="93035"/>
                  <a:pt x="572674" y="81198"/>
                </a:cubicBezTo>
                <a:cubicBezTo>
                  <a:pt x="582227" y="69358"/>
                  <a:pt x="595493" y="63438"/>
                  <a:pt x="612473" y="63438"/>
                </a:cubicBezTo>
                <a:moveTo>
                  <a:pt x="612473" y="90870"/>
                </a:moveTo>
                <a:cubicBezTo>
                  <a:pt x="606760" y="90870"/>
                  <a:pt x="602638" y="94014"/>
                  <a:pt x="600107" y="100303"/>
                </a:cubicBezTo>
                <a:cubicBezTo>
                  <a:pt x="597575" y="106589"/>
                  <a:pt x="596309" y="117324"/>
                  <a:pt x="596309" y="132508"/>
                </a:cubicBezTo>
                <a:cubicBezTo>
                  <a:pt x="596309" y="148185"/>
                  <a:pt x="597575" y="159126"/>
                  <a:pt x="600107" y="165333"/>
                </a:cubicBezTo>
                <a:cubicBezTo>
                  <a:pt x="602638" y="171537"/>
                  <a:pt x="606760" y="174639"/>
                  <a:pt x="612473" y="174639"/>
                </a:cubicBezTo>
                <a:cubicBezTo>
                  <a:pt x="618189" y="174639"/>
                  <a:pt x="622313" y="171496"/>
                  <a:pt x="624844" y="165210"/>
                </a:cubicBezTo>
                <a:cubicBezTo>
                  <a:pt x="627375" y="158921"/>
                  <a:pt x="628641" y="148102"/>
                  <a:pt x="628641" y="132754"/>
                </a:cubicBezTo>
                <a:cubicBezTo>
                  <a:pt x="628641" y="117242"/>
                  <a:pt x="627375" y="106384"/>
                  <a:pt x="624844" y="100180"/>
                </a:cubicBezTo>
                <a:cubicBezTo>
                  <a:pt x="622313" y="93973"/>
                  <a:pt x="618189" y="90870"/>
                  <a:pt x="612473" y="90870"/>
                </a:cubicBezTo>
                <a:close/>
                <a:moveTo>
                  <a:pt x="779273" y="197661"/>
                </a:moveTo>
                <a:lnTo>
                  <a:pt x="746941" y="197661"/>
                </a:lnTo>
                <a:lnTo>
                  <a:pt x="745472" y="182719"/>
                </a:lnTo>
                <a:cubicBezTo>
                  <a:pt x="737634" y="195456"/>
                  <a:pt x="727265" y="201824"/>
                  <a:pt x="714367" y="201824"/>
                </a:cubicBezTo>
                <a:cubicBezTo>
                  <a:pt x="704896" y="201824"/>
                  <a:pt x="697425" y="198396"/>
                  <a:pt x="691954" y="191539"/>
                </a:cubicBezTo>
                <a:cubicBezTo>
                  <a:pt x="686485" y="184680"/>
                  <a:pt x="683750" y="175617"/>
                  <a:pt x="683750" y="164350"/>
                </a:cubicBezTo>
                <a:lnTo>
                  <a:pt x="683750" y="67601"/>
                </a:lnTo>
                <a:lnTo>
                  <a:pt x="720735" y="67601"/>
                </a:lnTo>
                <a:lnTo>
                  <a:pt x="720735" y="162881"/>
                </a:lnTo>
                <a:cubicBezTo>
                  <a:pt x="720735" y="166636"/>
                  <a:pt x="721388" y="169494"/>
                  <a:pt x="722693" y="171455"/>
                </a:cubicBezTo>
                <a:cubicBezTo>
                  <a:pt x="723999" y="173413"/>
                  <a:pt x="725878" y="174392"/>
                  <a:pt x="728329" y="174392"/>
                </a:cubicBezTo>
                <a:cubicBezTo>
                  <a:pt x="733554" y="174392"/>
                  <a:pt x="738207" y="169820"/>
                  <a:pt x="742288" y="160676"/>
                </a:cubicBezTo>
                <a:lnTo>
                  <a:pt x="742288" y="67601"/>
                </a:lnTo>
                <a:lnTo>
                  <a:pt x="779273" y="67601"/>
                </a:lnTo>
                <a:lnTo>
                  <a:pt x="779273" y="197661"/>
                </a:lnTo>
                <a:close/>
                <a:moveTo>
                  <a:pt x="841535" y="63438"/>
                </a:moveTo>
                <a:cubicBezTo>
                  <a:pt x="849535" y="63438"/>
                  <a:pt x="857046" y="64826"/>
                  <a:pt x="864067" y="67601"/>
                </a:cubicBezTo>
                <a:cubicBezTo>
                  <a:pt x="871089" y="70377"/>
                  <a:pt x="877212" y="74296"/>
                  <a:pt x="882436" y="79359"/>
                </a:cubicBezTo>
                <a:lnTo>
                  <a:pt x="868967" y="99200"/>
                </a:lnTo>
                <a:cubicBezTo>
                  <a:pt x="859987" y="92994"/>
                  <a:pt x="851905" y="89891"/>
                  <a:pt x="844719" y="89891"/>
                </a:cubicBezTo>
                <a:cubicBezTo>
                  <a:pt x="840800" y="89891"/>
                  <a:pt x="837738" y="90871"/>
                  <a:pt x="835533" y="92832"/>
                </a:cubicBezTo>
                <a:cubicBezTo>
                  <a:pt x="833330" y="94790"/>
                  <a:pt x="832229" y="97484"/>
                  <a:pt x="832229" y="100912"/>
                </a:cubicBezTo>
                <a:cubicBezTo>
                  <a:pt x="832229" y="104669"/>
                  <a:pt x="833617" y="107732"/>
                  <a:pt x="836392" y="110099"/>
                </a:cubicBezTo>
                <a:cubicBezTo>
                  <a:pt x="839168" y="112466"/>
                  <a:pt x="845128" y="115526"/>
                  <a:pt x="854272" y="119281"/>
                </a:cubicBezTo>
                <a:cubicBezTo>
                  <a:pt x="865212" y="123853"/>
                  <a:pt x="873295" y="129160"/>
                  <a:pt x="878520" y="135202"/>
                </a:cubicBezTo>
                <a:cubicBezTo>
                  <a:pt x="883744" y="141244"/>
                  <a:pt x="886357" y="149327"/>
                  <a:pt x="886357" y="159450"/>
                </a:cubicBezTo>
                <a:cubicBezTo>
                  <a:pt x="886357" y="172514"/>
                  <a:pt x="881744" y="182842"/>
                  <a:pt x="872517" y="190437"/>
                </a:cubicBezTo>
                <a:cubicBezTo>
                  <a:pt x="863291" y="198028"/>
                  <a:pt x="851330" y="201824"/>
                  <a:pt x="836635" y="201824"/>
                </a:cubicBezTo>
                <a:cubicBezTo>
                  <a:pt x="827491" y="201824"/>
                  <a:pt x="818919" y="200151"/>
                  <a:pt x="810918" y="196805"/>
                </a:cubicBezTo>
                <a:cubicBezTo>
                  <a:pt x="802918" y="193456"/>
                  <a:pt x="796060" y="188761"/>
                  <a:pt x="790344" y="182719"/>
                </a:cubicBezTo>
                <a:lnTo>
                  <a:pt x="807734" y="163614"/>
                </a:lnTo>
                <a:cubicBezTo>
                  <a:pt x="817531" y="171617"/>
                  <a:pt x="826512" y="175618"/>
                  <a:pt x="834677" y="175618"/>
                </a:cubicBezTo>
                <a:cubicBezTo>
                  <a:pt x="839084" y="175618"/>
                  <a:pt x="842554" y="174476"/>
                  <a:pt x="845085" y="172191"/>
                </a:cubicBezTo>
                <a:cubicBezTo>
                  <a:pt x="847617" y="169904"/>
                  <a:pt x="848882" y="166718"/>
                  <a:pt x="848882" y="162635"/>
                </a:cubicBezTo>
                <a:cubicBezTo>
                  <a:pt x="848882" y="158062"/>
                  <a:pt x="847454" y="154430"/>
                  <a:pt x="844596" y="151736"/>
                </a:cubicBezTo>
                <a:cubicBezTo>
                  <a:pt x="841738" y="149043"/>
                  <a:pt x="835900" y="145900"/>
                  <a:pt x="827082" y="142307"/>
                </a:cubicBezTo>
                <a:cubicBezTo>
                  <a:pt x="815980" y="137735"/>
                  <a:pt x="807980" y="132469"/>
                  <a:pt x="803081" y="126509"/>
                </a:cubicBezTo>
                <a:cubicBezTo>
                  <a:pt x="798183" y="120549"/>
                  <a:pt x="795734" y="112915"/>
                  <a:pt x="795734" y="103607"/>
                </a:cubicBezTo>
                <a:cubicBezTo>
                  <a:pt x="795734" y="91852"/>
                  <a:pt x="799815" y="82218"/>
                  <a:pt x="807977" y="74706"/>
                </a:cubicBezTo>
                <a:cubicBezTo>
                  <a:pt x="816142" y="67194"/>
                  <a:pt x="827328" y="63438"/>
                  <a:pt x="841535" y="63438"/>
                </a:cubicBezTo>
                <a:close/>
                <a:moveTo>
                  <a:pt x="995546" y="63438"/>
                </a:moveTo>
                <a:cubicBezTo>
                  <a:pt x="1003059" y="63438"/>
                  <a:pt x="1009834" y="64745"/>
                  <a:pt x="1015874" y="67358"/>
                </a:cubicBezTo>
                <a:cubicBezTo>
                  <a:pt x="1021916" y="69969"/>
                  <a:pt x="1027551" y="73970"/>
                  <a:pt x="1032778" y="79359"/>
                </a:cubicBezTo>
                <a:lnTo>
                  <a:pt x="1017589" y="99690"/>
                </a:lnTo>
                <a:cubicBezTo>
                  <a:pt x="1010894" y="94301"/>
                  <a:pt x="1004527" y="91606"/>
                  <a:pt x="998488" y="91606"/>
                </a:cubicBezTo>
                <a:cubicBezTo>
                  <a:pt x="991793" y="91606"/>
                  <a:pt x="986812" y="94668"/>
                  <a:pt x="983546" y="100793"/>
                </a:cubicBezTo>
                <a:cubicBezTo>
                  <a:pt x="980279" y="106914"/>
                  <a:pt x="978646" y="117814"/>
                  <a:pt x="978646" y="133491"/>
                </a:cubicBezTo>
                <a:cubicBezTo>
                  <a:pt x="978646" y="148348"/>
                  <a:pt x="980360" y="158634"/>
                  <a:pt x="983789" y="164350"/>
                </a:cubicBezTo>
                <a:cubicBezTo>
                  <a:pt x="987220" y="170066"/>
                  <a:pt x="992037" y="172923"/>
                  <a:pt x="998241" y="172923"/>
                </a:cubicBezTo>
                <a:cubicBezTo>
                  <a:pt x="1001508" y="172923"/>
                  <a:pt x="1004529" y="172352"/>
                  <a:pt x="1007304" y="171208"/>
                </a:cubicBezTo>
                <a:cubicBezTo>
                  <a:pt x="1010080" y="170064"/>
                  <a:pt x="1013264" y="168105"/>
                  <a:pt x="1016857" y="165329"/>
                </a:cubicBezTo>
                <a:lnTo>
                  <a:pt x="1032778" y="186639"/>
                </a:lnTo>
                <a:cubicBezTo>
                  <a:pt x="1022164" y="196763"/>
                  <a:pt x="1009917" y="201824"/>
                  <a:pt x="996036" y="201824"/>
                </a:cubicBezTo>
                <a:cubicBezTo>
                  <a:pt x="978401" y="201824"/>
                  <a:pt x="964685" y="196069"/>
                  <a:pt x="954888" y="184558"/>
                </a:cubicBezTo>
                <a:cubicBezTo>
                  <a:pt x="945091" y="173047"/>
                  <a:pt x="940193" y="156105"/>
                  <a:pt x="940193" y="133734"/>
                </a:cubicBezTo>
                <a:cubicBezTo>
                  <a:pt x="940193" y="119200"/>
                  <a:pt x="942437" y="106668"/>
                  <a:pt x="946927" y="96136"/>
                </a:cubicBezTo>
                <a:cubicBezTo>
                  <a:pt x="951417" y="85604"/>
                  <a:pt x="957825" y="77521"/>
                  <a:pt x="966152" y="71888"/>
                </a:cubicBezTo>
                <a:cubicBezTo>
                  <a:pt x="974481" y="66254"/>
                  <a:pt x="984280" y="63438"/>
                  <a:pt x="995546" y="63438"/>
                </a:cubicBezTo>
                <a:close/>
                <a:moveTo>
                  <a:pt x="1093273" y="63438"/>
                </a:moveTo>
                <a:cubicBezTo>
                  <a:pt x="1110255" y="63438"/>
                  <a:pt x="1123523" y="69234"/>
                  <a:pt x="1133076" y="80828"/>
                </a:cubicBezTo>
                <a:cubicBezTo>
                  <a:pt x="1142628" y="92421"/>
                  <a:pt x="1147405" y="109730"/>
                  <a:pt x="1147405" y="132754"/>
                </a:cubicBezTo>
                <a:cubicBezTo>
                  <a:pt x="1147405" y="154797"/>
                  <a:pt x="1142628" y="171820"/>
                  <a:pt x="1133076" y="183822"/>
                </a:cubicBezTo>
                <a:cubicBezTo>
                  <a:pt x="1123523" y="195823"/>
                  <a:pt x="1110255" y="201824"/>
                  <a:pt x="1093273" y="201824"/>
                </a:cubicBezTo>
                <a:cubicBezTo>
                  <a:pt x="1076293" y="201824"/>
                  <a:pt x="1063027" y="195987"/>
                  <a:pt x="1053474" y="184311"/>
                </a:cubicBezTo>
                <a:cubicBezTo>
                  <a:pt x="1043921" y="172636"/>
                  <a:pt x="1039145" y="155368"/>
                  <a:pt x="1039145" y="132508"/>
                </a:cubicBezTo>
                <a:cubicBezTo>
                  <a:pt x="1039145" y="110138"/>
                  <a:pt x="1043921" y="93035"/>
                  <a:pt x="1053474" y="81198"/>
                </a:cubicBezTo>
                <a:cubicBezTo>
                  <a:pt x="1063027" y="69358"/>
                  <a:pt x="1076293" y="63438"/>
                  <a:pt x="1093273" y="63438"/>
                </a:cubicBezTo>
                <a:moveTo>
                  <a:pt x="1093273" y="90870"/>
                </a:moveTo>
                <a:cubicBezTo>
                  <a:pt x="1087560" y="90870"/>
                  <a:pt x="1083437" y="94014"/>
                  <a:pt x="1080906" y="100303"/>
                </a:cubicBezTo>
                <a:cubicBezTo>
                  <a:pt x="1078375" y="106589"/>
                  <a:pt x="1077109" y="117324"/>
                  <a:pt x="1077109" y="132508"/>
                </a:cubicBezTo>
                <a:cubicBezTo>
                  <a:pt x="1077109" y="148185"/>
                  <a:pt x="1078375" y="159126"/>
                  <a:pt x="1080906" y="165333"/>
                </a:cubicBezTo>
                <a:cubicBezTo>
                  <a:pt x="1083437" y="171537"/>
                  <a:pt x="1087560" y="174639"/>
                  <a:pt x="1093273" y="174639"/>
                </a:cubicBezTo>
                <a:cubicBezTo>
                  <a:pt x="1098989" y="174639"/>
                  <a:pt x="1103112" y="171496"/>
                  <a:pt x="1105644" y="165210"/>
                </a:cubicBezTo>
                <a:cubicBezTo>
                  <a:pt x="1108175" y="158921"/>
                  <a:pt x="1109441" y="148102"/>
                  <a:pt x="1109441" y="132754"/>
                </a:cubicBezTo>
                <a:cubicBezTo>
                  <a:pt x="1109441" y="117242"/>
                  <a:pt x="1108175" y="106384"/>
                  <a:pt x="1105644" y="100180"/>
                </a:cubicBezTo>
                <a:cubicBezTo>
                  <a:pt x="1103112" y="93973"/>
                  <a:pt x="1098989" y="90870"/>
                  <a:pt x="1093273" y="90870"/>
                </a:cubicBezTo>
                <a:close/>
                <a:moveTo>
                  <a:pt x="1266194" y="15921"/>
                </a:moveTo>
                <a:lnTo>
                  <a:pt x="1266194" y="197661"/>
                </a:lnTo>
                <a:lnTo>
                  <a:pt x="1233130" y="197661"/>
                </a:lnTo>
                <a:lnTo>
                  <a:pt x="1231904" y="183945"/>
                </a:lnTo>
                <a:cubicBezTo>
                  <a:pt x="1228149" y="189496"/>
                  <a:pt x="1223903" y="193864"/>
                  <a:pt x="1219167" y="197048"/>
                </a:cubicBezTo>
                <a:cubicBezTo>
                  <a:pt x="1214433" y="200232"/>
                  <a:pt x="1208719" y="201824"/>
                  <a:pt x="1202024" y="201824"/>
                </a:cubicBezTo>
                <a:cubicBezTo>
                  <a:pt x="1188634" y="201824"/>
                  <a:pt x="1178429" y="195823"/>
                  <a:pt x="1171407" y="183822"/>
                </a:cubicBezTo>
                <a:cubicBezTo>
                  <a:pt x="1164386" y="171820"/>
                  <a:pt x="1160876" y="154715"/>
                  <a:pt x="1160876" y="132508"/>
                </a:cubicBezTo>
                <a:cubicBezTo>
                  <a:pt x="1160876" y="118630"/>
                  <a:pt x="1162753" y="106466"/>
                  <a:pt x="1166508" y="96016"/>
                </a:cubicBezTo>
                <a:cubicBezTo>
                  <a:pt x="1170265" y="85564"/>
                  <a:pt x="1175491" y="77521"/>
                  <a:pt x="1182186" y="71888"/>
                </a:cubicBezTo>
                <a:cubicBezTo>
                  <a:pt x="1188881" y="66254"/>
                  <a:pt x="1196473" y="63438"/>
                  <a:pt x="1204961" y="63438"/>
                </a:cubicBezTo>
                <a:cubicBezTo>
                  <a:pt x="1214761" y="63438"/>
                  <a:pt x="1222843" y="67439"/>
                  <a:pt x="1229209" y="75442"/>
                </a:cubicBezTo>
                <a:lnTo>
                  <a:pt x="1229209" y="12004"/>
                </a:lnTo>
                <a:lnTo>
                  <a:pt x="1266194" y="15921"/>
                </a:lnTo>
                <a:moveTo>
                  <a:pt x="1214024" y="174639"/>
                </a:moveTo>
                <a:cubicBezTo>
                  <a:pt x="1219740" y="174639"/>
                  <a:pt x="1224802" y="170393"/>
                  <a:pt x="1229209" y="161902"/>
                </a:cubicBezTo>
                <a:lnTo>
                  <a:pt x="1229209" y="101159"/>
                </a:lnTo>
                <a:cubicBezTo>
                  <a:pt x="1227089" y="97566"/>
                  <a:pt x="1224967" y="94912"/>
                  <a:pt x="1222845" y="93198"/>
                </a:cubicBezTo>
                <a:cubicBezTo>
                  <a:pt x="1220722" y="91484"/>
                  <a:pt x="1218271" y="90627"/>
                  <a:pt x="1215493" y="90627"/>
                </a:cubicBezTo>
                <a:cubicBezTo>
                  <a:pt x="1204391" y="90627"/>
                  <a:pt x="1198840" y="104587"/>
                  <a:pt x="1198840" y="132508"/>
                </a:cubicBezTo>
                <a:cubicBezTo>
                  <a:pt x="1198840" y="148347"/>
                  <a:pt x="1200186" y="159328"/>
                  <a:pt x="1202880" y="165452"/>
                </a:cubicBezTo>
                <a:cubicBezTo>
                  <a:pt x="1205576" y="171577"/>
                  <a:pt x="1209290" y="174639"/>
                  <a:pt x="1214024" y="174639"/>
                </a:cubicBezTo>
                <a:close/>
                <a:moveTo>
                  <a:pt x="1386189" y="130060"/>
                </a:moveTo>
                <a:cubicBezTo>
                  <a:pt x="1386189" y="135285"/>
                  <a:pt x="1385943" y="139776"/>
                  <a:pt x="1385452" y="143533"/>
                </a:cubicBezTo>
                <a:lnTo>
                  <a:pt x="1319320" y="143533"/>
                </a:lnTo>
                <a:cubicBezTo>
                  <a:pt x="1320137" y="155288"/>
                  <a:pt x="1322301" y="163412"/>
                  <a:pt x="1325812" y="167904"/>
                </a:cubicBezTo>
                <a:cubicBezTo>
                  <a:pt x="1329322" y="172394"/>
                  <a:pt x="1334425" y="174639"/>
                  <a:pt x="1341120" y="174639"/>
                </a:cubicBezTo>
                <a:cubicBezTo>
                  <a:pt x="1345530" y="174639"/>
                  <a:pt x="1349776" y="173782"/>
                  <a:pt x="1353857" y="172068"/>
                </a:cubicBezTo>
                <a:cubicBezTo>
                  <a:pt x="1357938" y="170351"/>
                  <a:pt x="1362347" y="167697"/>
                  <a:pt x="1367083" y="164107"/>
                </a:cubicBezTo>
                <a:lnTo>
                  <a:pt x="1382268" y="184192"/>
                </a:lnTo>
                <a:cubicBezTo>
                  <a:pt x="1370184" y="195947"/>
                  <a:pt x="1355570" y="201824"/>
                  <a:pt x="1338425" y="201824"/>
                </a:cubicBezTo>
                <a:cubicBezTo>
                  <a:pt x="1320137" y="201824"/>
                  <a:pt x="1306258" y="195823"/>
                  <a:pt x="1296788" y="183822"/>
                </a:cubicBezTo>
                <a:cubicBezTo>
                  <a:pt x="1287317" y="171820"/>
                  <a:pt x="1282582" y="155043"/>
                  <a:pt x="1282582" y="133491"/>
                </a:cubicBezTo>
                <a:cubicBezTo>
                  <a:pt x="1282582" y="111936"/>
                  <a:pt x="1287113" y="94873"/>
                  <a:pt x="1296175" y="82300"/>
                </a:cubicBezTo>
                <a:cubicBezTo>
                  <a:pt x="1305236" y="69725"/>
                  <a:pt x="1318178" y="63438"/>
                  <a:pt x="1334998" y="63438"/>
                </a:cubicBezTo>
                <a:cubicBezTo>
                  <a:pt x="1350999" y="63438"/>
                  <a:pt x="1363530" y="69112"/>
                  <a:pt x="1372592" y="80461"/>
                </a:cubicBezTo>
                <a:cubicBezTo>
                  <a:pt x="1381657" y="91810"/>
                  <a:pt x="1386189" y="108343"/>
                  <a:pt x="1386189" y="130060"/>
                </a:cubicBezTo>
                <a:moveTo>
                  <a:pt x="1350183" y="119528"/>
                </a:moveTo>
                <a:cubicBezTo>
                  <a:pt x="1350183" y="108425"/>
                  <a:pt x="1349081" y="100384"/>
                  <a:pt x="1346876" y="95403"/>
                </a:cubicBezTo>
                <a:cubicBezTo>
                  <a:pt x="1344670" y="90423"/>
                  <a:pt x="1340792" y="87932"/>
                  <a:pt x="1335241" y="87932"/>
                </a:cubicBezTo>
                <a:cubicBezTo>
                  <a:pt x="1330343" y="87932"/>
                  <a:pt x="1326628" y="90340"/>
                  <a:pt x="1324096" y="95157"/>
                </a:cubicBezTo>
                <a:cubicBezTo>
                  <a:pt x="1321565" y="99973"/>
                  <a:pt x="1319973" y="108668"/>
                  <a:pt x="1319320" y="121243"/>
                </a:cubicBezTo>
                <a:lnTo>
                  <a:pt x="1350183" y="121243"/>
                </a:lnTo>
                <a:lnTo>
                  <a:pt x="1350183" y="1195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PackageXnow">
            <a:extLst xmlns:a="http://schemas.openxmlformats.org/drawingml/2006/main">
              <a:ext uri="{FF2B5EF4-FFF2-40B4-BE49-F238E27FC236}">
                <a16:creationId xmlns:a16="http://schemas.microsoft.com/office/drawing/2014/main" id="{7305A7F3-2B31-44EE-B4F9-D2C78F4F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7663" y="3841238"/>
            <a:ext cx="1382215" cy="239785"/>
          </a:xfrm>
          <a:custGeom xmlns:a="http://schemas.openxmlformats.org/drawingml/2006/main">
            <a:pathLst>
              <a:path w="1382215" h="239785">
                <a:moveTo>
                  <a:pt x="43596" y="15921"/>
                </a:moveTo>
                <a:cubicBezTo>
                  <a:pt x="64660" y="15921"/>
                  <a:pt x="80743" y="20575"/>
                  <a:pt x="91845" y="29884"/>
                </a:cubicBezTo>
                <a:cubicBezTo>
                  <a:pt x="102950" y="39190"/>
                  <a:pt x="108503" y="52905"/>
                  <a:pt x="108503" y="71028"/>
                </a:cubicBezTo>
                <a:cubicBezTo>
                  <a:pt x="108503" y="89969"/>
                  <a:pt x="103196" y="104298"/>
                  <a:pt x="92582" y="114015"/>
                </a:cubicBezTo>
                <a:cubicBezTo>
                  <a:pt x="81968" y="123730"/>
                  <a:pt x="66946" y="128587"/>
                  <a:pt x="47517" y="128587"/>
                </a:cubicBezTo>
                <a:lnTo>
                  <a:pt x="38454" y="128587"/>
                </a:lnTo>
                <a:lnTo>
                  <a:pt x="38454" y="185657"/>
                </a:lnTo>
                <a:lnTo>
                  <a:pt x="0" y="185657"/>
                </a:lnTo>
                <a:lnTo>
                  <a:pt x="0" y="15921"/>
                </a:lnTo>
                <a:lnTo>
                  <a:pt x="43596" y="15921"/>
                </a:lnTo>
                <a:moveTo>
                  <a:pt x="44332" y="100666"/>
                </a:moveTo>
                <a:cubicBezTo>
                  <a:pt x="53150" y="100666"/>
                  <a:pt x="59477" y="98421"/>
                  <a:pt x="63314" y="93931"/>
                </a:cubicBezTo>
                <a:cubicBezTo>
                  <a:pt x="67151" y="89441"/>
                  <a:pt x="69070" y="81807"/>
                  <a:pt x="69070" y="71028"/>
                </a:cubicBezTo>
                <a:cubicBezTo>
                  <a:pt x="69070" y="61558"/>
                  <a:pt x="67232" y="54578"/>
                  <a:pt x="63557" y="50088"/>
                </a:cubicBezTo>
                <a:cubicBezTo>
                  <a:pt x="59885" y="45598"/>
                  <a:pt x="53640" y="43353"/>
                  <a:pt x="44822" y="43353"/>
                </a:cubicBezTo>
                <a:lnTo>
                  <a:pt x="38454" y="43353"/>
                </a:lnTo>
                <a:lnTo>
                  <a:pt x="38454" y="100666"/>
                </a:lnTo>
                <a:lnTo>
                  <a:pt x="44332" y="100666"/>
                </a:lnTo>
                <a:close/>
                <a:moveTo>
                  <a:pt x="210860" y="151120"/>
                </a:moveTo>
                <a:cubicBezTo>
                  <a:pt x="210860" y="155203"/>
                  <a:pt x="211349" y="158226"/>
                  <a:pt x="212328" y="160187"/>
                </a:cubicBezTo>
                <a:cubicBezTo>
                  <a:pt x="213308" y="162145"/>
                  <a:pt x="215022" y="163695"/>
                  <a:pt x="217471" y="164836"/>
                </a:cubicBezTo>
                <a:lnTo>
                  <a:pt x="209880" y="189087"/>
                </a:lnTo>
                <a:cubicBezTo>
                  <a:pt x="202859" y="188432"/>
                  <a:pt x="197102" y="186758"/>
                  <a:pt x="192610" y="184064"/>
                </a:cubicBezTo>
                <a:cubicBezTo>
                  <a:pt x="188120" y="181371"/>
                  <a:pt x="184651" y="177167"/>
                  <a:pt x="182202" y="171451"/>
                </a:cubicBezTo>
                <a:cubicBezTo>
                  <a:pt x="174690" y="183697"/>
                  <a:pt x="163995" y="189820"/>
                  <a:pt x="150117" y="189820"/>
                </a:cubicBezTo>
                <a:cubicBezTo>
                  <a:pt x="139338" y="189820"/>
                  <a:pt x="130765" y="186105"/>
                  <a:pt x="124396" y="178675"/>
                </a:cubicBezTo>
                <a:cubicBezTo>
                  <a:pt x="118030" y="171245"/>
                  <a:pt x="114847" y="161407"/>
                  <a:pt x="114847" y="149161"/>
                </a:cubicBezTo>
                <a:cubicBezTo>
                  <a:pt x="114847" y="134957"/>
                  <a:pt x="119256" y="124140"/>
                  <a:pt x="128074" y="116710"/>
                </a:cubicBezTo>
                <a:cubicBezTo>
                  <a:pt x="136891" y="109280"/>
                  <a:pt x="149790" y="105565"/>
                  <a:pt x="166770" y="105565"/>
                </a:cubicBezTo>
                <a:lnTo>
                  <a:pt x="174607" y="105565"/>
                </a:lnTo>
                <a:lnTo>
                  <a:pt x="174607" y="98707"/>
                </a:lnTo>
                <a:cubicBezTo>
                  <a:pt x="174607" y="90869"/>
                  <a:pt x="173424" y="85440"/>
                  <a:pt x="171057" y="82420"/>
                </a:cubicBezTo>
                <a:cubicBezTo>
                  <a:pt x="168690" y="79397"/>
                  <a:pt x="164485" y="77886"/>
                  <a:pt x="158443" y="77886"/>
                </a:cubicBezTo>
                <a:cubicBezTo>
                  <a:pt x="150931" y="77886"/>
                  <a:pt x="141624" y="80091"/>
                  <a:pt x="130522" y="84501"/>
                </a:cubicBezTo>
                <a:lnTo>
                  <a:pt x="122195" y="60986"/>
                </a:lnTo>
                <a:cubicBezTo>
                  <a:pt x="128890" y="57884"/>
                  <a:pt x="136033" y="55517"/>
                  <a:pt x="143625" y="53885"/>
                </a:cubicBezTo>
                <a:cubicBezTo>
                  <a:pt x="151219" y="52251"/>
                  <a:pt x="158445" y="51433"/>
                  <a:pt x="165301" y="51433"/>
                </a:cubicBezTo>
                <a:cubicBezTo>
                  <a:pt x="180649" y="51433"/>
                  <a:pt x="192080" y="55148"/>
                  <a:pt x="199592" y="62578"/>
                </a:cubicBezTo>
                <a:cubicBezTo>
                  <a:pt x="207104" y="70008"/>
                  <a:pt x="210860" y="81397"/>
                  <a:pt x="210860" y="96745"/>
                </a:cubicBezTo>
                <a:lnTo>
                  <a:pt x="210860" y="151120"/>
                </a:lnTo>
                <a:moveTo>
                  <a:pt x="161381" y="163614"/>
                </a:moveTo>
                <a:cubicBezTo>
                  <a:pt x="164159" y="163614"/>
                  <a:pt x="166690" y="162552"/>
                  <a:pt x="168975" y="160429"/>
                </a:cubicBezTo>
                <a:cubicBezTo>
                  <a:pt x="171262" y="158307"/>
                  <a:pt x="173140" y="155286"/>
                  <a:pt x="174607" y="151366"/>
                </a:cubicBezTo>
                <a:lnTo>
                  <a:pt x="174607" y="126139"/>
                </a:lnTo>
                <a:lnTo>
                  <a:pt x="170201" y="126139"/>
                </a:lnTo>
                <a:cubicBezTo>
                  <a:pt x="163506" y="126139"/>
                  <a:pt x="158648" y="127731"/>
                  <a:pt x="155625" y="130916"/>
                </a:cubicBezTo>
                <a:cubicBezTo>
                  <a:pt x="152606" y="134100"/>
                  <a:pt x="151096" y="139120"/>
                  <a:pt x="151096" y="145977"/>
                </a:cubicBezTo>
                <a:cubicBezTo>
                  <a:pt x="151096" y="151693"/>
                  <a:pt x="151994" y="156062"/>
                  <a:pt x="153790" y="159084"/>
                </a:cubicBezTo>
                <a:cubicBezTo>
                  <a:pt x="155587" y="162104"/>
                  <a:pt x="158117" y="163614"/>
                  <a:pt x="161381" y="163614"/>
                </a:cubicBezTo>
                <a:close/>
                <a:moveTo>
                  <a:pt x="284828" y="51433"/>
                </a:moveTo>
                <a:cubicBezTo>
                  <a:pt x="292340" y="51433"/>
                  <a:pt x="299116" y="52740"/>
                  <a:pt x="305155" y="55354"/>
                </a:cubicBezTo>
                <a:cubicBezTo>
                  <a:pt x="311197" y="57965"/>
                  <a:pt x="316832" y="61965"/>
                  <a:pt x="322059" y="67355"/>
                </a:cubicBezTo>
                <a:lnTo>
                  <a:pt x="306871" y="87686"/>
                </a:lnTo>
                <a:cubicBezTo>
                  <a:pt x="300176" y="82296"/>
                  <a:pt x="293809" y="79602"/>
                  <a:pt x="287769" y="79602"/>
                </a:cubicBezTo>
                <a:cubicBezTo>
                  <a:pt x="281074" y="79602"/>
                  <a:pt x="276094" y="82664"/>
                  <a:pt x="272827" y="88788"/>
                </a:cubicBezTo>
                <a:cubicBezTo>
                  <a:pt x="269561" y="94910"/>
                  <a:pt x="267928" y="105809"/>
                  <a:pt x="267928" y="121486"/>
                </a:cubicBezTo>
                <a:cubicBezTo>
                  <a:pt x="267928" y="136343"/>
                  <a:pt x="269642" y="146630"/>
                  <a:pt x="273070" y="152346"/>
                </a:cubicBezTo>
                <a:cubicBezTo>
                  <a:pt x="276501" y="158061"/>
                  <a:pt x="281318" y="160919"/>
                  <a:pt x="287522" y="160919"/>
                </a:cubicBezTo>
                <a:cubicBezTo>
                  <a:pt x="290789" y="160919"/>
                  <a:pt x="293810" y="160347"/>
                  <a:pt x="296585" y="159204"/>
                </a:cubicBezTo>
                <a:cubicBezTo>
                  <a:pt x="299361" y="158060"/>
                  <a:pt x="302545" y="156100"/>
                  <a:pt x="306138" y="153325"/>
                </a:cubicBezTo>
                <a:lnTo>
                  <a:pt x="322059" y="174635"/>
                </a:lnTo>
                <a:cubicBezTo>
                  <a:pt x="311445" y="184758"/>
                  <a:pt x="299198" y="189820"/>
                  <a:pt x="285317" y="189820"/>
                </a:cubicBezTo>
                <a:cubicBezTo>
                  <a:pt x="267682" y="189820"/>
                  <a:pt x="253966" y="184064"/>
                  <a:pt x="244169" y="172553"/>
                </a:cubicBezTo>
                <a:cubicBezTo>
                  <a:pt x="234372" y="161042"/>
                  <a:pt x="229474" y="144101"/>
                  <a:pt x="229474" y="121729"/>
                </a:cubicBezTo>
                <a:cubicBezTo>
                  <a:pt x="229474" y="107196"/>
                  <a:pt x="231719" y="94663"/>
                  <a:pt x="236209" y="84131"/>
                </a:cubicBezTo>
                <a:cubicBezTo>
                  <a:pt x="240698" y="73600"/>
                  <a:pt x="247107" y="65517"/>
                  <a:pt x="255434" y="59884"/>
                </a:cubicBezTo>
                <a:cubicBezTo>
                  <a:pt x="263763" y="54250"/>
                  <a:pt x="273561" y="51433"/>
                  <a:pt x="284828" y="51433"/>
                </a:cubicBezTo>
                <a:close/>
                <a:moveTo>
                  <a:pt x="370064" y="0"/>
                </a:moveTo>
                <a:lnTo>
                  <a:pt x="370064" y="185657"/>
                </a:lnTo>
                <a:lnTo>
                  <a:pt x="333079" y="185657"/>
                </a:lnTo>
                <a:lnTo>
                  <a:pt x="333079" y="3917"/>
                </a:lnTo>
                <a:lnTo>
                  <a:pt x="370064" y="0"/>
                </a:lnTo>
                <a:moveTo>
                  <a:pt x="437912" y="55597"/>
                </a:moveTo>
                <a:lnTo>
                  <a:pt x="407049" y="112913"/>
                </a:lnTo>
                <a:lnTo>
                  <a:pt x="439870" y="185657"/>
                </a:lnTo>
                <a:lnTo>
                  <a:pt x="400927" y="185657"/>
                </a:lnTo>
                <a:lnTo>
                  <a:pt x="370800" y="114628"/>
                </a:lnTo>
                <a:lnTo>
                  <a:pt x="402639" y="55597"/>
                </a:lnTo>
                <a:lnTo>
                  <a:pt x="437912" y="55597"/>
                </a:lnTo>
                <a:close/>
                <a:moveTo>
                  <a:pt x="538112" y="151120"/>
                </a:moveTo>
                <a:cubicBezTo>
                  <a:pt x="538112" y="155203"/>
                  <a:pt x="538601" y="158226"/>
                  <a:pt x="539581" y="160187"/>
                </a:cubicBezTo>
                <a:cubicBezTo>
                  <a:pt x="540560" y="162145"/>
                  <a:pt x="542274" y="163695"/>
                  <a:pt x="544723" y="164836"/>
                </a:cubicBezTo>
                <a:lnTo>
                  <a:pt x="537133" y="189087"/>
                </a:lnTo>
                <a:cubicBezTo>
                  <a:pt x="530111" y="188432"/>
                  <a:pt x="524355" y="186758"/>
                  <a:pt x="519862" y="184064"/>
                </a:cubicBezTo>
                <a:cubicBezTo>
                  <a:pt x="515372" y="181371"/>
                  <a:pt x="511903" y="177167"/>
                  <a:pt x="509454" y="171451"/>
                </a:cubicBezTo>
                <a:cubicBezTo>
                  <a:pt x="501942" y="183697"/>
                  <a:pt x="491247" y="189820"/>
                  <a:pt x="477369" y="189820"/>
                </a:cubicBezTo>
                <a:cubicBezTo>
                  <a:pt x="466590" y="189820"/>
                  <a:pt x="458017" y="186105"/>
                  <a:pt x="451648" y="178675"/>
                </a:cubicBezTo>
                <a:cubicBezTo>
                  <a:pt x="445282" y="171245"/>
                  <a:pt x="442099" y="161407"/>
                  <a:pt x="442099" y="149161"/>
                </a:cubicBezTo>
                <a:cubicBezTo>
                  <a:pt x="442099" y="134957"/>
                  <a:pt x="446508" y="124140"/>
                  <a:pt x="455326" y="116710"/>
                </a:cubicBezTo>
                <a:cubicBezTo>
                  <a:pt x="464143" y="109280"/>
                  <a:pt x="477042" y="105565"/>
                  <a:pt x="494022" y="105565"/>
                </a:cubicBezTo>
                <a:lnTo>
                  <a:pt x="501859" y="105565"/>
                </a:lnTo>
                <a:lnTo>
                  <a:pt x="501859" y="98707"/>
                </a:lnTo>
                <a:cubicBezTo>
                  <a:pt x="501859" y="90869"/>
                  <a:pt x="500676" y="85440"/>
                  <a:pt x="498309" y="82420"/>
                </a:cubicBezTo>
                <a:cubicBezTo>
                  <a:pt x="495942" y="79397"/>
                  <a:pt x="491737" y="77886"/>
                  <a:pt x="485695" y="77886"/>
                </a:cubicBezTo>
                <a:cubicBezTo>
                  <a:pt x="478183" y="77886"/>
                  <a:pt x="468876" y="80091"/>
                  <a:pt x="457774" y="84501"/>
                </a:cubicBezTo>
                <a:lnTo>
                  <a:pt x="449447" y="60986"/>
                </a:lnTo>
                <a:cubicBezTo>
                  <a:pt x="456142" y="57884"/>
                  <a:pt x="463285" y="55517"/>
                  <a:pt x="470877" y="53885"/>
                </a:cubicBezTo>
                <a:cubicBezTo>
                  <a:pt x="478471" y="52251"/>
                  <a:pt x="485697" y="51433"/>
                  <a:pt x="492553" y="51433"/>
                </a:cubicBezTo>
                <a:cubicBezTo>
                  <a:pt x="507901" y="51433"/>
                  <a:pt x="519332" y="55148"/>
                  <a:pt x="526844" y="62578"/>
                </a:cubicBezTo>
                <a:cubicBezTo>
                  <a:pt x="534356" y="70008"/>
                  <a:pt x="538112" y="81397"/>
                  <a:pt x="538112" y="96745"/>
                </a:cubicBezTo>
                <a:lnTo>
                  <a:pt x="538112" y="151120"/>
                </a:lnTo>
                <a:moveTo>
                  <a:pt x="488633" y="163614"/>
                </a:moveTo>
                <a:cubicBezTo>
                  <a:pt x="491411" y="163614"/>
                  <a:pt x="493942" y="162552"/>
                  <a:pt x="496227" y="160429"/>
                </a:cubicBezTo>
                <a:cubicBezTo>
                  <a:pt x="498515" y="158307"/>
                  <a:pt x="500392" y="155286"/>
                  <a:pt x="501859" y="151366"/>
                </a:cubicBezTo>
                <a:lnTo>
                  <a:pt x="501859" y="126139"/>
                </a:lnTo>
                <a:lnTo>
                  <a:pt x="497453" y="126139"/>
                </a:lnTo>
                <a:cubicBezTo>
                  <a:pt x="490758" y="126139"/>
                  <a:pt x="485900" y="127731"/>
                  <a:pt x="482877" y="130916"/>
                </a:cubicBezTo>
                <a:cubicBezTo>
                  <a:pt x="479858" y="134100"/>
                  <a:pt x="478348" y="139120"/>
                  <a:pt x="478348" y="145977"/>
                </a:cubicBezTo>
                <a:cubicBezTo>
                  <a:pt x="478348" y="151693"/>
                  <a:pt x="479246" y="156062"/>
                  <a:pt x="481042" y="159084"/>
                </a:cubicBezTo>
                <a:cubicBezTo>
                  <a:pt x="482839" y="162104"/>
                  <a:pt x="485369" y="163614"/>
                  <a:pt x="488633" y="163614"/>
                </a:cubicBezTo>
                <a:close/>
                <a:moveTo>
                  <a:pt x="663028" y="62944"/>
                </a:moveTo>
                <a:cubicBezTo>
                  <a:pt x="656986" y="66211"/>
                  <a:pt x="646861" y="67844"/>
                  <a:pt x="632654" y="67844"/>
                </a:cubicBezTo>
                <a:cubicBezTo>
                  <a:pt x="639840" y="71111"/>
                  <a:pt x="645147" y="75480"/>
                  <a:pt x="648575" y="80951"/>
                </a:cubicBezTo>
                <a:cubicBezTo>
                  <a:pt x="652004" y="86420"/>
                  <a:pt x="653718" y="93318"/>
                  <a:pt x="653718" y="101645"/>
                </a:cubicBezTo>
                <a:cubicBezTo>
                  <a:pt x="653718" y="114544"/>
                  <a:pt x="649513" y="124994"/>
                  <a:pt x="641104" y="132997"/>
                </a:cubicBezTo>
                <a:cubicBezTo>
                  <a:pt x="632695" y="140998"/>
                  <a:pt x="621224" y="144998"/>
                  <a:pt x="606691" y="144998"/>
                </a:cubicBezTo>
                <a:cubicBezTo>
                  <a:pt x="602119" y="144998"/>
                  <a:pt x="598201" y="144508"/>
                  <a:pt x="594937" y="143529"/>
                </a:cubicBezTo>
                <a:cubicBezTo>
                  <a:pt x="592323" y="145326"/>
                  <a:pt x="591016" y="148101"/>
                  <a:pt x="591016" y="151856"/>
                </a:cubicBezTo>
                <a:cubicBezTo>
                  <a:pt x="591016" y="154632"/>
                  <a:pt x="591874" y="156754"/>
                  <a:pt x="593588" y="158224"/>
                </a:cubicBezTo>
                <a:cubicBezTo>
                  <a:pt x="595302" y="159694"/>
                  <a:pt x="598445" y="160429"/>
                  <a:pt x="603017" y="160429"/>
                </a:cubicBezTo>
                <a:lnTo>
                  <a:pt x="616244" y="160429"/>
                </a:lnTo>
                <a:cubicBezTo>
                  <a:pt x="630286" y="160429"/>
                  <a:pt x="641266" y="163859"/>
                  <a:pt x="649185" y="170718"/>
                </a:cubicBezTo>
                <a:cubicBezTo>
                  <a:pt x="657105" y="177575"/>
                  <a:pt x="661066" y="186392"/>
                  <a:pt x="661066" y="197168"/>
                </a:cubicBezTo>
                <a:cubicBezTo>
                  <a:pt x="661066" y="210069"/>
                  <a:pt x="656044" y="220396"/>
                  <a:pt x="646000" y="228150"/>
                </a:cubicBezTo>
                <a:cubicBezTo>
                  <a:pt x="635959" y="235906"/>
                  <a:pt x="621632" y="239785"/>
                  <a:pt x="603017" y="239785"/>
                </a:cubicBezTo>
                <a:cubicBezTo>
                  <a:pt x="582933" y="239785"/>
                  <a:pt x="569053" y="236274"/>
                  <a:pt x="561379" y="229253"/>
                </a:cubicBezTo>
                <a:cubicBezTo>
                  <a:pt x="553705" y="222232"/>
                  <a:pt x="549868" y="211863"/>
                  <a:pt x="549868" y="198147"/>
                </a:cubicBezTo>
                <a:lnTo>
                  <a:pt x="582690" y="198147"/>
                </a:lnTo>
                <a:cubicBezTo>
                  <a:pt x="582690" y="204353"/>
                  <a:pt x="584119" y="208803"/>
                  <a:pt x="586976" y="211497"/>
                </a:cubicBezTo>
                <a:cubicBezTo>
                  <a:pt x="589834" y="214190"/>
                  <a:pt x="595263" y="215537"/>
                  <a:pt x="603264" y="215537"/>
                </a:cubicBezTo>
                <a:cubicBezTo>
                  <a:pt x="617306" y="215537"/>
                  <a:pt x="624327" y="210312"/>
                  <a:pt x="624327" y="199862"/>
                </a:cubicBezTo>
                <a:cubicBezTo>
                  <a:pt x="624327" y="195128"/>
                  <a:pt x="622979" y="191577"/>
                  <a:pt x="620284" y="189207"/>
                </a:cubicBezTo>
                <a:cubicBezTo>
                  <a:pt x="617590" y="186840"/>
                  <a:pt x="613468" y="185657"/>
                  <a:pt x="607917" y="185657"/>
                </a:cubicBezTo>
                <a:lnTo>
                  <a:pt x="598121" y="185657"/>
                </a:lnTo>
                <a:cubicBezTo>
                  <a:pt x="585220" y="185657"/>
                  <a:pt x="575830" y="183412"/>
                  <a:pt x="569953" y="178922"/>
                </a:cubicBezTo>
                <a:cubicBezTo>
                  <a:pt x="564075" y="174432"/>
                  <a:pt x="561136" y="168268"/>
                  <a:pt x="561136" y="160429"/>
                </a:cubicBezTo>
                <a:cubicBezTo>
                  <a:pt x="561136" y="155693"/>
                  <a:pt x="562361" y="151243"/>
                  <a:pt x="564810" y="147080"/>
                </a:cubicBezTo>
                <a:cubicBezTo>
                  <a:pt x="567259" y="142916"/>
                  <a:pt x="570607" y="139365"/>
                  <a:pt x="574852" y="136424"/>
                </a:cubicBezTo>
                <a:cubicBezTo>
                  <a:pt x="567831" y="132017"/>
                  <a:pt x="562728" y="126874"/>
                  <a:pt x="559544" y="120997"/>
                </a:cubicBezTo>
                <a:cubicBezTo>
                  <a:pt x="556360" y="115117"/>
                  <a:pt x="554768" y="107768"/>
                  <a:pt x="554768" y="98950"/>
                </a:cubicBezTo>
                <a:cubicBezTo>
                  <a:pt x="554768" y="84255"/>
                  <a:pt x="559258" y="72744"/>
                  <a:pt x="568237" y="64417"/>
                </a:cubicBezTo>
                <a:cubicBezTo>
                  <a:pt x="577219" y="56088"/>
                  <a:pt x="589467" y="51923"/>
                  <a:pt x="604979" y="51923"/>
                </a:cubicBezTo>
                <a:cubicBezTo>
                  <a:pt x="615264" y="51923"/>
                  <a:pt x="623959" y="50617"/>
                  <a:pt x="631062" y="48006"/>
                </a:cubicBezTo>
                <a:cubicBezTo>
                  <a:pt x="638166" y="45393"/>
                  <a:pt x="645800" y="41556"/>
                  <a:pt x="653965" y="36495"/>
                </a:cubicBezTo>
                <a:lnTo>
                  <a:pt x="663028" y="62944"/>
                </a:lnTo>
                <a:moveTo>
                  <a:pt x="605222" y="75928"/>
                </a:moveTo>
                <a:cubicBezTo>
                  <a:pt x="600488" y="75928"/>
                  <a:pt x="596936" y="77683"/>
                  <a:pt x="594567" y="81194"/>
                </a:cubicBezTo>
                <a:cubicBezTo>
                  <a:pt x="592200" y="84705"/>
                  <a:pt x="591016" y="90460"/>
                  <a:pt x="591016" y="98460"/>
                </a:cubicBezTo>
                <a:cubicBezTo>
                  <a:pt x="591016" y="113647"/>
                  <a:pt x="595671" y="121240"/>
                  <a:pt x="604979" y="121240"/>
                </a:cubicBezTo>
                <a:cubicBezTo>
                  <a:pt x="609551" y="121240"/>
                  <a:pt x="612980" y="119525"/>
                  <a:pt x="615264" y="116097"/>
                </a:cubicBezTo>
                <a:cubicBezTo>
                  <a:pt x="617552" y="112669"/>
                  <a:pt x="618695" y="106627"/>
                  <a:pt x="618695" y="97971"/>
                </a:cubicBezTo>
                <a:cubicBezTo>
                  <a:pt x="618695" y="90132"/>
                  <a:pt x="617593" y="84499"/>
                  <a:pt x="615388" y="81071"/>
                </a:cubicBezTo>
                <a:cubicBezTo>
                  <a:pt x="613183" y="77642"/>
                  <a:pt x="609794" y="75928"/>
                  <a:pt x="605222" y="75928"/>
                </a:cubicBezTo>
                <a:close/>
                <a:moveTo>
                  <a:pt x="771385" y="118055"/>
                </a:moveTo>
                <a:cubicBezTo>
                  <a:pt x="771385" y="123280"/>
                  <a:pt x="771140" y="127771"/>
                  <a:pt x="770649" y="131529"/>
                </a:cubicBezTo>
                <a:lnTo>
                  <a:pt x="704517" y="131529"/>
                </a:lnTo>
                <a:cubicBezTo>
                  <a:pt x="705334" y="143284"/>
                  <a:pt x="707498" y="151407"/>
                  <a:pt x="711009" y="155900"/>
                </a:cubicBezTo>
                <a:cubicBezTo>
                  <a:pt x="714519" y="160390"/>
                  <a:pt x="719622" y="162634"/>
                  <a:pt x="726317" y="162634"/>
                </a:cubicBezTo>
                <a:cubicBezTo>
                  <a:pt x="730727" y="162634"/>
                  <a:pt x="734973" y="161777"/>
                  <a:pt x="739054" y="160063"/>
                </a:cubicBezTo>
                <a:cubicBezTo>
                  <a:pt x="743135" y="158347"/>
                  <a:pt x="747544" y="155693"/>
                  <a:pt x="752280" y="152103"/>
                </a:cubicBezTo>
                <a:lnTo>
                  <a:pt x="767465" y="172187"/>
                </a:lnTo>
                <a:cubicBezTo>
                  <a:pt x="755381" y="183942"/>
                  <a:pt x="740767" y="189820"/>
                  <a:pt x="723622" y="189820"/>
                </a:cubicBezTo>
                <a:cubicBezTo>
                  <a:pt x="705334" y="189820"/>
                  <a:pt x="691455" y="183819"/>
                  <a:pt x="681984" y="171817"/>
                </a:cubicBezTo>
                <a:cubicBezTo>
                  <a:pt x="672514" y="159815"/>
                  <a:pt x="667779" y="143038"/>
                  <a:pt x="667779" y="121486"/>
                </a:cubicBezTo>
                <a:cubicBezTo>
                  <a:pt x="667779" y="99932"/>
                  <a:pt x="672310" y="82868"/>
                  <a:pt x="681371" y="70296"/>
                </a:cubicBezTo>
                <a:cubicBezTo>
                  <a:pt x="690433" y="57721"/>
                  <a:pt x="703374" y="51433"/>
                  <a:pt x="720195" y="51433"/>
                </a:cubicBezTo>
                <a:cubicBezTo>
                  <a:pt x="736196" y="51433"/>
                  <a:pt x="748727" y="57108"/>
                  <a:pt x="757789" y="68457"/>
                </a:cubicBezTo>
                <a:cubicBezTo>
                  <a:pt x="766853" y="79806"/>
                  <a:pt x="771385" y="96339"/>
                  <a:pt x="771385" y="118055"/>
                </a:cubicBezTo>
                <a:moveTo>
                  <a:pt x="735380" y="107524"/>
                </a:moveTo>
                <a:cubicBezTo>
                  <a:pt x="735380" y="96421"/>
                  <a:pt x="734277" y="88380"/>
                  <a:pt x="732072" y="83399"/>
                </a:cubicBezTo>
                <a:cubicBezTo>
                  <a:pt x="729867" y="78418"/>
                  <a:pt x="725989" y="75928"/>
                  <a:pt x="720438" y="75928"/>
                </a:cubicBezTo>
                <a:cubicBezTo>
                  <a:pt x="715540" y="75928"/>
                  <a:pt x="711825" y="78336"/>
                  <a:pt x="709293" y="83152"/>
                </a:cubicBezTo>
                <a:cubicBezTo>
                  <a:pt x="706762" y="87968"/>
                  <a:pt x="705170" y="96664"/>
                  <a:pt x="704517" y="109239"/>
                </a:cubicBezTo>
                <a:lnTo>
                  <a:pt x="735380" y="109239"/>
                </a:lnTo>
                <a:lnTo>
                  <a:pt x="735380" y="107524"/>
                </a:lnTo>
                <a:close/>
                <a:moveTo>
                  <a:pt x="904627" y="94054"/>
                </a:moveTo>
                <a:lnTo>
                  <a:pt x="944060" y="185657"/>
                </a:lnTo>
                <a:lnTo>
                  <a:pt x="903891" y="185657"/>
                </a:lnTo>
                <a:lnTo>
                  <a:pt x="881601" y="119524"/>
                </a:lnTo>
                <a:lnTo>
                  <a:pt x="860538" y="185657"/>
                </a:lnTo>
                <a:lnTo>
                  <a:pt x="820858" y="185657"/>
                </a:lnTo>
                <a:lnTo>
                  <a:pt x="858822" y="95523"/>
                </a:lnTo>
                <a:lnTo>
                  <a:pt x="823553" y="15921"/>
                </a:lnTo>
                <a:lnTo>
                  <a:pt x="863722" y="15921"/>
                </a:lnTo>
                <a:lnTo>
                  <a:pt x="882091" y="71765"/>
                </a:lnTo>
                <a:lnTo>
                  <a:pt x="901686" y="15921"/>
                </a:lnTo>
                <a:lnTo>
                  <a:pt x="940876" y="15921"/>
                </a:lnTo>
                <a:lnTo>
                  <a:pt x="904627" y="94054"/>
                </a:lnTo>
                <a:close/>
                <a:moveTo>
                  <a:pt x="1065961" y="51433"/>
                </a:moveTo>
                <a:cubicBezTo>
                  <a:pt x="1075267" y="51433"/>
                  <a:pt x="1082574" y="54781"/>
                  <a:pt x="1087881" y="61476"/>
                </a:cubicBezTo>
                <a:cubicBezTo>
                  <a:pt x="1093188" y="68170"/>
                  <a:pt x="1095842" y="77151"/>
                  <a:pt x="1095842" y="88418"/>
                </a:cubicBezTo>
                <a:lnTo>
                  <a:pt x="1095842" y="185657"/>
                </a:lnTo>
                <a:lnTo>
                  <a:pt x="1058857" y="185657"/>
                </a:lnTo>
                <a:lnTo>
                  <a:pt x="1058857" y="92339"/>
                </a:lnTo>
                <a:cubicBezTo>
                  <a:pt x="1058857" y="83847"/>
                  <a:pt x="1056490" y="79602"/>
                  <a:pt x="1051756" y="79602"/>
                </a:cubicBezTo>
                <a:cubicBezTo>
                  <a:pt x="1047019" y="79602"/>
                  <a:pt x="1041875" y="84827"/>
                  <a:pt x="1036324" y="95276"/>
                </a:cubicBezTo>
                <a:lnTo>
                  <a:pt x="1036324" y="185657"/>
                </a:lnTo>
                <a:lnTo>
                  <a:pt x="999339" y="185657"/>
                </a:lnTo>
                <a:lnTo>
                  <a:pt x="999339" y="55597"/>
                </a:lnTo>
                <a:lnTo>
                  <a:pt x="1031425" y="55597"/>
                </a:lnTo>
                <a:lnTo>
                  <a:pt x="1034119" y="71028"/>
                </a:lnTo>
                <a:cubicBezTo>
                  <a:pt x="1038365" y="64498"/>
                  <a:pt x="1043018" y="59600"/>
                  <a:pt x="1048078" y="56333"/>
                </a:cubicBezTo>
                <a:cubicBezTo>
                  <a:pt x="1053141" y="53067"/>
                  <a:pt x="1059102" y="51433"/>
                  <a:pt x="1065961" y="51433"/>
                </a:cubicBezTo>
                <a:close/>
                <a:moveTo>
                  <a:pt x="1165941" y="51433"/>
                </a:moveTo>
                <a:cubicBezTo>
                  <a:pt x="1182923" y="51433"/>
                  <a:pt x="1196191" y="57230"/>
                  <a:pt x="1205743" y="68823"/>
                </a:cubicBezTo>
                <a:cubicBezTo>
                  <a:pt x="1215296" y="80417"/>
                  <a:pt x="1220072" y="97725"/>
                  <a:pt x="1220072" y="120750"/>
                </a:cubicBezTo>
                <a:cubicBezTo>
                  <a:pt x="1220072" y="142793"/>
                  <a:pt x="1215296" y="159815"/>
                  <a:pt x="1205743" y="171817"/>
                </a:cubicBezTo>
                <a:cubicBezTo>
                  <a:pt x="1196191" y="183819"/>
                  <a:pt x="1182923" y="189820"/>
                  <a:pt x="1165941" y="189820"/>
                </a:cubicBezTo>
                <a:cubicBezTo>
                  <a:pt x="1148960" y="189820"/>
                  <a:pt x="1135694" y="183982"/>
                  <a:pt x="1126141" y="172307"/>
                </a:cubicBezTo>
                <a:cubicBezTo>
                  <a:pt x="1116589" y="160631"/>
                  <a:pt x="1111812" y="143363"/>
                  <a:pt x="1111812" y="120503"/>
                </a:cubicBezTo>
                <a:cubicBezTo>
                  <a:pt x="1111812" y="98134"/>
                  <a:pt x="1116589" y="81031"/>
                  <a:pt x="1126141" y="69193"/>
                </a:cubicBezTo>
                <a:cubicBezTo>
                  <a:pt x="1135694" y="57353"/>
                  <a:pt x="1148960" y="51433"/>
                  <a:pt x="1165941" y="51433"/>
                </a:cubicBezTo>
                <a:moveTo>
                  <a:pt x="1165941" y="78866"/>
                </a:moveTo>
                <a:cubicBezTo>
                  <a:pt x="1160227" y="78866"/>
                  <a:pt x="1156105" y="82010"/>
                  <a:pt x="1153574" y="88299"/>
                </a:cubicBezTo>
                <a:cubicBezTo>
                  <a:pt x="1151042" y="94585"/>
                  <a:pt x="1149776" y="105320"/>
                  <a:pt x="1149776" y="120503"/>
                </a:cubicBezTo>
                <a:cubicBezTo>
                  <a:pt x="1149776" y="136180"/>
                  <a:pt x="1151042" y="147122"/>
                  <a:pt x="1153574" y="153328"/>
                </a:cubicBezTo>
                <a:cubicBezTo>
                  <a:pt x="1156105" y="159532"/>
                  <a:pt x="1160227" y="162634"/>
                  <a:pt x="1165941" y="162634"/>
                </a:cubicBezTo>
                <a:cubicBezTo>
                  <a:pt x="1171656" y="162634"/>
                  <a:pt x="1175780" y="159491"/>
                  <a:pt x="1178311" y="153205"/>
                </a:cubicBezTo>
                <a:cubicBezTo>
                  <a:pt x="1180843" y="146916"/>
                  <a:pt x="1182108" y="136098"/>
                  <a:pt x="1182108" y="120750"/>
                </a:cubicBezTo>
                <a:cubicBezTo>
                  <a:pt x="1182108" y="105238"/>
                  <a:pt x="1180843" y="94379"/>
                  <a:pt x="1178311" y="88175"/>
                </a:cubicBezTo>
                <a:cubicBezTo>
                  <a:pt x="1175780" y="81969"/>
                  <a:pt x="1171656" y="78866"/>
                  <a:pt x="1165941" y="78866"/>
                </a:cubicBezTo>
                <a:close/>
                <a:moveTo>
                  <a:pt x="1382215" y="55597"/>
                </a:moveTo>
                <a:lnTo>
                  <a:pt x="1360662" y="185657"/>
                </a:lnTo>
                <a:lnTo>
                  <a:pt x="1317555" y="185657"/>
                </a:lnTo>
                <a:lnTo>
                  <a:pt x="1305308" y="88908"/>
                </a:lnTo>
                <a:lnTo>
                  <a:pt x="1293307" y="185657"/>
                </a:lnTo>
                <a:lnTo>
                  <a:pt x="1250443" y="185657"/>
                </a:lnTo>
                <a:lnTo>
                  <a:pt x="1228643" y="55597"/>
                </a:lnTo>
                <a:lnTo>
                  <a:pt x="1264159" y="55597"/>
                </a:lnTo>
                <a:lnTo>
                  <a:pt x="1273955" y="157735"/>
                </a:lnTo>
                <a:lnTo>
                  <a:pt x="1288407" y="55597"/>
                </a:lnTo>
                <a:lnTo>
                  <a:pt x="1323434" y="55597"/>
                </a:lnTo>
                <a:lnTo>
                  <a:pt x="1337150" y="157735"/>
                </a:lnTo>
                <a:lnTo>
                  <a:pt x="1347682" y="55597"/>
                </a:lnTo>
                <a:lnTo>
                  <a:pt x="1382215" y="55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availabletoallusers">
            <a:extLst xmlns:a="http://schemas.openxmlformats.org/drawingml/2006/main">
              <a:ext uri="{FF2B5EF4-FFF2-40B4-BE49-F238E27FC236}">
                <a16:creationId xmlns:a16="http://schemas.microsoft.com/office/drawing/2014/main" id="{44F92216-FB92-4876-AB08-01ACBC0C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849" y="4124376"/>
            <a:ext cx="1945265" cy="201824"/>
          </a:xfrm>
          <a:custGeom xmlns:a="http://schemas.openxmlformats.org/drawingml/2006/main">
            <a:pathLst>
              <a:path w="1945265" h="201824">
                <a:moveTo>
                  <a:pt x="96013" y="163124"/>
                </a:moveTo>
                <a:cubicBezTo>
                  <a:pt x="96013" y="167208"/>
                  <a:pt x="96502" y="170230"/>
                  <a:pt x="97481" y="172191"/>
                </a:cubicBezTo>
                <a:cubicBezTo>
                  <a:pt x="98460" y="174149"/>
                  <a:pt x="100175" y="175699"/>
                  <a:pt x="102624" y="176840"/>
                </a:cubicBezTo>
                <a:lnTo>
                  <a:pt x="95033" y="201092"/>
                </a:lnTo>
                <a:cubicBezTo>
                  <a:pt x="88012" y="200437"/>
                  <a:pt x="82255" y="198762"/>
                  <a:pt x="77763" y="196069"/>
                </a:cubicBezTo>
                <a:cubicBezTo>
                  <a:pt x="73273" y="193375"/>
                  <a:pt x="69804" y="189171"/>
                  <a:pt x="67355" y="183455"/>
                </a:cubicBezTo>
                <a:cubicBezTo>
                  <a:pt x="59842" y="195701"/>
                  <a:pt x="49147" y="201824"/>
                  <a:pt x="35269" y="201824"/>
                </a:cubicBezTo>
                <a:cubicBezTo>
                  <a:pt x="24491" y="201824"/>
                  <a:pt x="15917" y="198109"/>
                  <a:pt x="9549" y="190680"/>
                </a:cubicBezTo>
                <a:cubicBezTo>
                  <a:pt x="3183" y="183250"/>
                  <a:pt x="0" y="173412"/>
                  <a:pt x="0" y="161166"/>
                </a:cubicBezTo>
                <a:cubicBezTo>
                  <a:pt x="0" y="146961"/>
                  <a:pt x="4409" y="136144"/>
                  <a:pt x="13226" y="128714"/>
                </a:cubicBezTo>
                <a:cubicBezTo>
                  <a:pt x="22044" y="121284"/>
                  <a:pt x="34943" y="117570"/>
                  <a:pt x="51923" y="117570"/>
                </a:cubicBezTo>
                <a:lnTo>
                  <a:pt x="59760" y="117570"/>
                </a:lnTo>
                <a:lnTo>
                  <a:pt x="59760" y="110712"/>
                </a:lnTo>
                <a:cubicBezTo>
                  <a:pt x="59760" y="102873"/>
                  <a:pt x="58577" y="97444"/>
                  <a:pt x="56210" y="94424"/>
                </a:cubicBezTo>
                <a:cubicBezTo>
                  <a:pt x="53843" y="91402"/>
                  <a:pt x="49638" y="89891"/>
                  <a:pt x="43596" y="89891"/>
                </a:cubicBezTo>
                <a:cubicBezTo>
                  <a:pt x="36084" y="89891"/>
                  <a:pt x="26777" y="92096"/>
                  <a:pt x="15674" y="96506"/>
                </a:cubicBezTo>
                <a:lnTo>
                  <a:pt x="7348" y="72990"/>
                </a:lnTo>
                <a:cubicBezTo>
                  <a:pt x="14042" y="69888"/>
                  <a:pt x="21186" y="67521"/>
                  <a:pt x="28778" y="65889"/>
                </a:cubicBezTo>
                <a:cubicBezTo>
                  <a:pt x="36372" y="64255"/>
                  <a:pt x="43597" y="63438"/>
                  <a:pt x="50454" y="63438"/>
                </a:cubicBezTo>
                <a:cubicBezTo>
                  <a:pt x="65802" y="63438"/>
                  <a:pt x="77232" y="67153"/>
                  <a:pt x="84744" y="74583"/>
                </a:cubicBezTo>
                <a:cubicBezTo>
                  <a:pt x="92256" y="82012"/>
                  <a:pt x="96013" y="93401"/>
                  <a:pt x="96013" y="108749"/>
                </a:cubicBezTo>
                <a:lnTo>
                  <a:pt x="96013" y="163124"/>
                </a:lnTo>
                <a:moveTo>
                  <a:pt x="46534" y="175618"/>
                </a:moveTo>
                <a:cubicBezTo>
                  <a:pt x="49312" y="175618"/>
                  <a:pt x="51843" y="174557"/>
                  <a:pt x="54128" y="172434"/>
                </a:cubicBezTo>
                <a:cubicBezTo>
                  <a:pt x="56415" y="170311"/>
                  <a:pt x="58293" y="167290"/>
                  <a:pt x="59760" y="163371"/>
                </a:cubicBezTo>
                <a:lnTo>
                  <a:pt x="59760" y="138144"/>
                </a:lnTo>
                <a:lnTo>
                  <a:pt x="55354" y="138144"/>
                </a:lnTo>
                <a:cubicBezTo>
                  <a:pt x="48659" y="138144"/>
                  <a:pt x="43800" y="139736"/>
                  <a:pt x="40778" y="142920"/>
                </a:cubicBezTo>
                <a:cubicBezTo>
                  <a:pt x="37758" y="146104"/>
                  <a:pt x="36249" y="151125"/>
                  <a:pt x="36249" y="157981"/>
                </a:cubicBezTo>
                <a:cubicBezTo>
                  <a:pt x="36249" y="163697"/>
                  <a:pt x="37147" y="168066"/>
                  <a:pt x="38943" y="171088"/>
                </a:cubicBezTo>
                <a:cubicBezTo>
                  <a:pt x="40740" y="174108"/>
                  <a:pt x="43270" y="175618"/>
                  <a:pt x="46534" y="175618"/>
                </a:cubicBezTo>
                <a:close/>
                <a:moveTo>
                  <a:pt x="216173" y="67601"/>
                </a:moveTo>
                <a:lnTo>
                  <a:pt x="183845" y="197661"/>
                </a:lnTo>
                <a:lnTo>
                  <a:pt x="140245" y="197661"/>
                </a:lnTo>
                <a:lnTo>
                  <a:pt x="106934" y="67601"/>
                </a:lnTo>
                <a:lnTo>
                  <a:pt x="144655" y="67601"/>
                </a:lnTo>
                <a:lnTo>
                  <a:pt x="162045" y="169493"/>
                </a:lnTo>
                <a:lnTo>
                  <a:pt x="180414" y="67601"/>
                </a:lnTo>
                <a:lnTo>
                  <a:pt x="216173" y="67601"/>
                </a:lnTo>
                <a:close/>
                <a:moveTo>
                  <a:pt x="315078" y="163124"/>
                </a:moveTo>
                <a:cubicBezTo>
                  <a:pt x="315078" y="167208"/>
                  <a:pt x="315568" y="170230"/>
                  <a:pt x="316547" y="172191"/>
                </a:cubicBezTo>
                <a:cubicBezTo>
                  <a:pt x="317526" y="174149"/>
                  <a:pt x="319241" y="175699"/>
                  <a:pt x="321690" y="176840"/>
                </a:cubicBezTo>
                <a:lnTo>
                  <a:pt x="314099" y="201092"/>
                </a:lnTo>
                <a:cubicBezTo>
                  <a:pt x="307078" y="200437"/>
                  <a:pt x="301321" y="198762"/>
                  <a:pt x="296829" y="196069"/>
                </a:cubicBezTo>
                <a:cubicBezTo>
                  <a:pt x="292339" y="193375"/>
                  <a:pt x="288870" y="189171"/>
                  <a:pt x="286420" y="183455"/>
                </a:cubicBezTo>
                <a:cubicBezTo>
                  <a:pt x="278908" y="195701"/>
                  <a:pt x="268213" y="201824"/>
                  <a:pt x="254335" y="201824"/>
                </a:cubicBezTo>
                <a:cubicBezTo>
                  <a:pt x="243557" y="201824"/>
                  <a:pt x="234983" y="198109"/>
                  <a:pt x="228615" y="190680"/>
                </a:cubicBezTo>
                <a:cubicBezTo>
                  <a:pt x="222249" y="183250"/>
                  <a:pt x="219066" y="173412"/>
                  <a:pt x="219066" y="161166"/>
                </a:cubicBezTo>
                <a:cubicBezTo>
                  <a:pt x="219066" y="146961"/>
                  <a:pt x="223475" y="136144"/>
                  <a:pt x="232292" y="128714"/>
                </a:cubicBezTo>
                <a:cubicBezTo>
                  <a:pt x="241110" y="121284"/>
                  <a:pt x="254009" y="117570"/>
                  <a:pt x="270989" y="117570"/>
                </a:cubicBezTo>
                <a:lnTo>
                  <a:pt x="278826" y="117570"/>
                </a:lnTo>
                <a:lnTo>
                  <a:pt x="278826" y="110712"/>
                </a:lnTo>
                <a:cubicBezTo>
                  <a:pt x="278826" y="102873"/>
                  <a:pt x="277643" y="97444"/>
                  <a:pt x="275276" y="94424"/>
                </a:cubicBezTo>
                <a:cubicBezTo>
                  <a:pt x="272909" y="91402"/>
                  <a:pt x="268704" y="89891"/>
                  <a:pt x="262662" y="89891"/>
                </a:cubicBezTo>
                <a:cubicBezTo>
                  <a:pt x="255150" y="89891"/>
                  <a:pt x="245843" y="92096"/>
                  <a:pt x="234740" y="96506"/>
                </a:cubicBezTo>
                <a:lnTo>
                  <a:pt x="226414" y="72990"/>
                </a:lnTo>
                <a:cubicBezTo>
                  <a:pt x="233108" y="69888"/>
                  <a:pt x="240252" y="67521"/>
                  <a:pt x="247844" y="65889"/>
                </a:cubicBezTo>
                <a:cubicBezTo>
                  <a:pt x="255438" y="64255"/>
                  <a:pt x="262663" y="63438"/>
                  <a:pt x="269520" y="63438"/>
                </a:cubicBezTo>
                <a:cubicBezTo>
                  <a:pt x="284868" y="63438"/>
                  <a:pt x="296298" y="67153"/>
                  <a:pt x="303810" y="74583"/>
                </a:cubicBezTo>
                <a:cubicBezTo>
                  <a:pt x="311322" y="82012"/>
                  <a:pt x="315078" y="93401"/>
                  <a:pt x="315078" y="108749"/>
                </a:cubicBezTo>
                <a:lnTo>
                  <a:pt x="315078" y="163124"/>
                </a:lnTo>
                <a:moveTo>
                  <a:pt x="265600" y="175618"/>
                </a:moveTo>
                <a:cubicBezTo>
                  <a:pt x="268378" y="175618"/>
                  <a:pt x="270909" y="174557"/>
                  <a:pt x="273194" y="172434"/>
                </a:cubicBezTo>
                <a:cubicBezTo>
                  <a:pt x="275481" y="170311"/>
                  <a:pt x="277359" y="167290"/>
                  <a:pt x="278826" y="163371"/>
                </a:cubicBezTo>
                <a:lnTo>
                  <a:pt x="278826" y="138144"/>
                </a:lnTo>
                <a:lnTo>
                  <a:pt x="274420" y="138144"/>
                </a:lnTo>
                <a:cubicBezTo>
                  <a:pt x="267725" y="138144"/>
                  <a:pt x="262866" y="139736"/>
                  <a:pt x="259844" y="142920"/>
                </a:cubicBezTo>
                <a:cubicBezTo>
                  <a:pt x="256824" y="146104"/>
                  <a:pt x="255315" y="151125"/>
                  <a:pt x="255315" y="157981"/>
                </a:cubicBezTo>
                <a:cubicBezTo>
                  <a:pt x="255315" y="163697"/>
                  <a:pt x="256213" y="168066"/>
                  <a:pt x="258009" y="171088"/>
                </a:cubicBezTo>
                <a:cubicBezTo>
                  <a:pt x="259806" y="174108"/>
                  <a:pt x="262336" y="175618"/>
                  <a:pt x="265600" y="175618"/>
                </a:cubicBezTo>
                <a:close/>
                <a:moveTo>
                  <a:pt x="375233" y="67601"/>
                </a:moveTo>
                <a:lnTo>
                  <a:pt x="375233" y="197661"/>
                </a:lnTo>
                <a:lnTo>
                  <a:pt x="338248" y="197661"/>
                </a:lnTo>
                <a:lnTo>
                  <a:pt x="338248" y="67601"/>
                </a:lnTo>
                <a:lnTo>
                  <a:pt x="375233" y="67601"/>
                </a:lnTo>
                <a:moveTo>
                  <a:pt x="356374" y="0"/>
                </a:moveTo>
                <a:cubicBezTo>
                  <a:pt x="362743" y="0"/>
                  <a:pt x="367845" y="2001"/>
                  <a:pt x="371682" y="6002"/>
                </a:cubicBezTo>
                <a:cubicBezTo>
                  <a:pt x="375519" y="10004"/>
                  <a:pt x="377438" y="15106"/>
                  <a:pt x="377438" y="21310"/>
                </a:cubicBezTo>
                <a:cubicBezTo>
                  <a:pt x="377438" y="27352"/>
                  <a:pt x="375478" y="32374"/>
                  <a:pt x="371559" y="36376"/>
                </a:cubicBezTo>
                <a:cubicBezTo>
                  <a:pt x="367640" y="40375"/>
                  <a:pt x="362578" y="42374"/>
                  <a:pt x="356374" y="42374"/>
                </a:cubicBezTo>
                <a:cubicBezTo>
                  <a:pt x="350168" y="42374"/>
                  <a:pt x="345105" y="40375"/>
                  <a:pt x="341186" y="36376"/>
                </a:cubicBezTo>
                <a:cubicBezTo>
                  <a:pt x="337269" y="32374"/>
                  <a:pt x="335310" y="27352"/>
                  <a:pt x="335310" y="21310"/>
                </a:cubicBezTo>
                <a:cubicBezTo>
                  <a:pt x="335310" y="15106"/>
                  <a:pt x="337269" y="10004"/>
                  <a:pt x="341186" y="6002"/>
                </a:cubicBezTo>
                <a:cubicBezTo>
                  <a:pt x="345105" y="2001"/>
                  <a:pt x="350168" y="0"/>
                  <a:pt x="356374" y="0"/>
                </a:cubicBezTo>
                <a:close/>
                <a:moveTo>
                  <a:pt x="428874" y="201824"/>
                </a:moveTo>
                <a:cubicBezTo>
                  <a:pt x="418586" y="201824"/>
                  <a:pt x="410585" y="198803"/>
                  <a:pt x="404869" y="192761"/>
                </a:cubicBezTo>
                <a:cubicBezTo>
                  <a:pt x="399153" y="186719"/>
                  <a:pt x="396296" y="178473"/>
                  <a:pt x="396296" y="168024"/>
                </a:cubicBezTo>
                <a:lnTo>
                  <a:pt x="396296" y="15921"/>
                </a:lnTo>
                <a:lnTo>
                  <a:pt x="433280" y="12004"/>
                </a:lnTo>
                <a:lnTo>
                  <a:pt x="433280" y="166308"/>
                </a:lnTo>
                <a:cubicBezTo>
                  <a:pt x="433280" y="170392"/>
                  <a:pt x="434996" y="172434"/>
                  <a:pt x="438427" y="172434"/>
                </a:cubicBezTo>
                <a:cubicBezTo>
                  <a:pt x="439406" y="172434"/>
                  <a:pt x="440875" y="172188"/>
                  <a:pt x="442833" y="171698"/>
                </a:cubicBezTo>
                <a:lnTo>
                  <a:pt x="449448" y="197171"/>
                </a:lnTo>
                <a:cubicBezTo>
                  <a:pt x="446834" y="198477"/>
                  <a:pt x="443731" y="199578"/>
                  <a:pt x="440138" y="200475"/>
                </a:cubicBezTo>
                <a:cubicBezTo>
                  <a:pt x="436548" y="201375"/>
                  <a:pt x="432793" y="201824"/>
                  <a:pt x="428874" y="201824"/>
                </a:cubicBezTo>
                <a:close/>
                <a:moveTo>
                  <a:pt x="549307" y="163124"/>
                </a:moveTo>
                <a:cubicBezTo>
                  <a:pt x="549307" y="167208"/>
                  <a:pt x="549796" y="170230"/>
                  <a:pt x="550775" y="172191"/>
                </a:cubicBezTo>
                <a:cubicBezTo>
                  <a:pt x="551755" y="174149"/>
                  <a:pt x="553469" y="175699"/>
                  <a:pt x="555918" y="176840"/>
                </a:cubicBezTo>
                <a:lnTo>
                  <a:pt x="548327" y="201092"/>
                </a:lnTo>
                <a:cubicBezTo>
                  <a:pt x="541306" y="200437"/>
                  <a:pt x="535549" y="198762"/>
                  <a:pt x="531057" y="196069"/>
                </a:cubicBezTo>
                <a:cubicBezTo>
                  <a:pt x="526567" y="193375"/>
                  <a:pt x="523098" y="189171"/>
                  <a:pt x="520649" y="183455"/>
                </a:cubicBezTo>
                <a:cubicBezTo>
                  <a:pt x="513137" y="195701"/>
                  <a:pt x="502441" y="201824"/>
                  <a:pt x="488563" y="201824"/>
                </a:cubicBezTo>
                <a:cubicBezTo>
                  <a:pt x="477785" y="201824"/>
                  <a:pt x="469211" y="198109"/>
                  <a:pt x="462843" y="190680"/>
                </a:cubicBezTo>
                <a:cubicBezTo>
                  <a:pt x="456477" y="183250"/>
                  <a:pt x="453294" y="173412"/>
                  <a:pt x="453294" y="161166"/>
                </a:cubicBezTo>
                <a:cubicBezTo>
                  <a:pt x="453294" y="146961"/>
                  <a:pt x="457703" y="136144"/>
                  <a:pt x="466521" y="128714"/>
                </a:cubicBezTo>
                <a:cubicBezTo>
                  <a:pt x="475338" y="121284"/>
                  <a:pt x="488237" y="117570"/>
                  <a:pt x="505217" y="117570"/>
                </a:cubicBezTo>
                <a:lnTo>
                  <a:pt x="513054" y="117570"/>
                </a:lnTo>
                <a:lnTo>
                  <a:pt x="513054" y="110712"/>
                </a:lnTo>
                <a:cubicBezTo>
                  <a:pt x="513054" y="102873"/>
                  <a:pt x="511871" y="97444"/>
                  <a:pt x="509504" y="94424"/>
                </a:cubicBezTo>
                <a:cubicBezTo>
                  <a:pt x="507137" y="91402"/>
                  <a:pt x="502932" y="89891"/>
                  <a:pt x="496890" y="89891"/>
                </a:cubicBezTo>
                <a:cubicBezTo>
                  <a:pt x="489378" y="89891"/>
                  <a:pt x="480071" y="92096"/>
                  <a:pt x="468969" y="96506"/>
                </a:cubicBezTo>
                <a:lnTo>
                  <a:pt x="460642" y="72990"/>
                </a:lnTo>
                <a:cubicBezTo>
                  <a:pt x="467337" y="69888"/>
                  <a:pt x="474480" y="67521"/>
                  <a:pt x="482072" y="65889"/>
                </a:cubicBezTo>
                <a:cubicBezTo>
                  <a:pt x="489666" y="64255"/>
                  <a:pt x="496892" y="63438"/>
                  <a:pt x="503748" y="63438"/>
                </a:cubicBezTo>
                <a:cubicBezTo>
                  <a:pt x="519096" y="63438"/>
                  <a:pt x="530526" y="67153"/>
                  <a:pt x="538038" y="74583"/>
                </a:cubicBezTo>
                <a:cubicBezTo>
                  <a:pt x="545551" y="82012"/>
                  <a:pt x="549307" y="93401"/>
                  <a:pt x="549307" y="108749"/>
                </a:cubicBezTo>
                <a:lnTo>
                  <a:pt x="549307" y="163124"/>
                </a:lnTo>
                <a:moveTo>
                  <a:pt x="499828" y="175618"/>
                </a:moveTo>
                <a:cubicBezTo>
                  <a:pt x="502606" y="175618"/>
                  <a:pt x="505137" y="174557"/>
                  <a:pt x="507422" y="172434"/>
                </a:cubicBezTo>
                <a:cubicBezTo>
                  <a:pt x="509709" y="170311"/>
                  <a:pt x="511587" y="167290"/>
                  <a:pt x="513054" y="163371"/>
                </a:cubicBezTo>
                <a:lnTo>
                  <a:pt x="513054" y="138144"/>
                </a:lnTo>
                <a:lnTo>
                  <a:pt x="508648" y="138144"/>
                </a:lnTo>
                <a:cubicBezTo>
                  <a:pt x="501953" y="138144"/>
                  <a:pt x="497095" y="139736"/>
                  <a:pt x="494072" y="142920"/>
                </a:cubicBezTo>
                <a:cubicBezTo>
                  <a:pt x="491053" y="146104"/>
                  <a:pt x="489543" y="151125"/>
                  <a:pt x="489543" y="157981"/>
                </a:cubicBezTo>
                <a:cubicBezTo>
                  <a:pt x="489543" y="163697"/>
                  <a:pt x="490441" y="168066"/>
                  <a:pt x="492237" y="171088"/>
                </a:cubicBezTo>
                <a:cubicBezTo>
                  <a:pt x="494034" y="174108"/>
                  <a:pt x="496564" y="175618"/>
                  <a:pt x="499828" y="175618"/>
                </a:cubicBezTo>
                <a:close/>
                <a:moveTo>
                  <a:pt x="638361" y="63438"/>
                </a:moveTo>
                <a:cubicBezTo>
                  <a:pt x="651098" y="63438"/>
                  <a:pt x="660773" y="69234"/>
                  <a:pt x="667385" y="80828"/>
                </a:cubicBezTo>
                <a:cubicBezTo>
                  <a:pt x="674000" y="92421"/>
                  <a:pt x="677308" y="109730"/>
                  <a:pt x="677308" y="132754"/>
                </a:cubicBezTo>
                <a:cubicBezTo>
                  <a:pt x="677308" y="154144"/>
                  <a:pt x="673511" y="171004"/>
                  <a:pt x="665916" y="183332"/>
                </a:cubicBezTo>
                <a:cubicBezTo>
                  <a:pt x="658325" y="195660"/>
                  <a:pt x="647834" y="201824"/>
                  <a:pt x="634444" y="201824"/>
                </a:cubicBezTo>
                <a:cubicBezTo>
                  <a:pt x="628729" y="201824"/>
                  <a:pt x="623544" y="200437"/>
                  <a:pt x="618889" y="197661"/>
                </a:cubicBezTo>
                <a:cubicBezTo>
                  <a:pt x="614235" y="194885"/>
                  <a:pt x="610276" y="190966"/>
                  <a:pt x="607012" y="185903"/>
                </a:cubicBezTo>
                <a:lnTo>
                  <a:pt x="605297" y="197661"/>
                </a:lnTo>
                <a:lnTo>
                  <a:pt x="572475" y="197661"/>
                </a:lnTo>
                <a:lnTo>
                  <a:pt x="572475" y="15921"/>
                </a:lnTo>
                <a:lnTo>
                  <a:pt x="609460" y="12004"/>
                </a:lnTo>
                <a:lnTo>
                  <a:pt x="609460" y="79606"/>
                </a:lnTo>
                <a:cubicBezTo>
                  <a:pt x="612888" y="74543"/>
                  <a:pt x="617093" y="70582"/>
                  <a:pt x="622074" y="67725"/>
                </a:cubicBezTo>
                <a:cubicBezTo>
                  <a:pt x="627054" y="64867"/>
                  <a:pt x="632483" y="63438"/>
                  <a:pt x="638361" y="63438"/>
                </a:cubicBezTo>
                <a:moveTo>
                  <a:pt x="623666" y="174882"/>
                </a:moveTo>
                <a:cubicBezTo>
                  <a:pt x="628729" y="174882"/>
                  <a:pt x="632607" y="171780"/>
                  <a:pt x="635300" y="165576"/>
                </a:cubicBezTo>
                <a:cubicBezTo>
                  <a:pt x="637993" y="159369"/>
                  <a:pt x="639340" y="148429"/>
                  <a:pt x="639340" y="132754"/>
                </a:cubicBezTo>
                <a:cubicBezTo>
                  <a:pt x="639340" y="116263"/>
                  <a:pt x="638157" y="105119"/>
                  <a:pt x="635790" y="99324"/>
                </a:cubicBezTo>
                <a:cubicBezTo>
                  <a:pt x="633423" y="93526"/>
                  <a:pt x="630034" y="90627"/>
                  <a:pt x="625624" y="90627"/>
                </a:cubicBezTo>
                <a:cubicBezTo>
                  <a:pt x="619746" y="90627"/>
                  <a:pt x="614358" y="95280"/>
                  <a:pt x="609460" y="104586"/>
                </a:cubicBezTo>
                <a:lnTo>
                  <a:pt x="609460" y="163371"/>
                </a:lnTo>
                <a:cubicBezTo>
                  <a:pt x="613379" y="171045"/>
                  <a:pt x="618115" y="174882"/>
                  <a:pt x="623666" y="174882"/>
                </a:cubicBezTo>
                <a:close/>
                <a:moveTo>
                  <a:pt x="725534" y="201824"/>
                </a:moveTo>
                <a:cubicBezTo>
                  <a:pt x="715247" y="201824"/>
                  <a:pt x="707245" y="198803"/>
                  <a:pt x="701529" y="192761"/>
                </a:cubicBezTo>
                <a:cubicBezTo>
                  <a:pt x="695814" y="186719"/>
                  <a:pt x="692956" y="178473"/>
                  <a:pt x="692956" y="168024"/>
                </a:cubicBezTo>
                <a:lnTo>
                  <a:pt x="692956" y="15921"/>
                </a:lnTo>
                <a:lnTo>
                  <a:pt x="729941" y="12004"/>
                </a:lnTo>
                <a:lnTo>
                  <a:pt x="729941" y="166308"/>
                </a:lnTo>
                <a:cubicBezTo>
                  <a:pt x="729941" y="170392"/>
                  <a:pt x="731656" y="172434"/>
                  <a:pt x="735087" y="172434"/>
                </a:cubicBezTo>
                <a:cubicBezTo>
                  <a:pt x="736066" y="172434"/>
                  <a:pt x="737535" y="172188"/>
                  <a:pt x="739493" y="171698"/>
                </a:cubicBezTo>
                <a:lnTo>
                  <a:pt x="746108" y="197171"/>
                </a:lnTo>
                <a:cubicBezTo>
                  <a:pt x="743495" y="198477"/>
                  <a:pt x="740391" y="199578"/>
                  <a:pt x="736799" y="200475"/>
                </a:cubicBezTo>
                <a:cubicBezTo>
                  <a:pt x="733208" y="201375"/>
                  <a:pt x="729453" y="201824"/>
                  <a:pt x="725534" y="201824"/>
                </a:cubicBezTo>
                <a:close/>
                <a:moveTo>
                  <a:pt x="855495" y="130060"/>
                </a:moveTo>
                <a:cubicBezTo>
                  <a:pt x="855495" y="135285"/>
                  <a:pt x="855249" y="139776"/>
                  <a:pt x="854759" y="143533"/>
                </a:cubicBezTo>
                <a:lnTo>
                  <a:pt x="788626" y="143533"/>
                </a:lnTo>
                <a:cubicBezTo>
                  <a:pt x="789443" y="155288"/>
                  <a:pt x="791607" y="163412"/>
                  <a:pt x="795118" y="167904"/>
                </a:cubicBezTo>
                <a:cubicBezTo>
                  <a:pt x="798629" y="172394"/>
                  <a:pt x="803731" y="174639"/>
                  <a:pt x="810426" y="174639"/>
                </a:cubicBezTo>
                <a:cubicBezTo>
                  <a:pt x="814836" y="174639"/>
                  <a:pt x="819082" y="173782"/>
                  <a:pt x="823163" y="172068"/>
                </a:cubicBezTo>
                <a:cubicBezTo>
                  <a:pt x="827244" y="170351"/>
                  <a:pt x="831653" y="167697"/>
                  <a:pt x="836390" y="164107"/>
                </a:cubicBezTo>
                <a:lnTo>
                  <a:pt x="851574" y="184192"/>
                </a:lnTo>
                <a:cubicBezTo>
                  <a:pt x="839490" y="195947"/>
                  <a:pt x="824876" y="201824"/>
                  <a:pt x="807732" y="201824"/>
                </a:cubicBezTo>
                <a:cubicBezTo>
                  <a:pt x="789443" y="201824"/>
                  <a:pt x="775564" y="195823"/>
                  <a:pt x="766094" y="183822"/>
                </a:cubicBezTo>
                <a:cubicBezTo>
                  <a:pt x="756623" y="171820"/>
                  <a:pt x="751888" y="155043"/>
                  <a:pt x="751888" y="133491"/>
                </a:cubicBezTo>
                <a:cubicBezTo>
                  <a:pt x="751888" y="111936"/>
                  <a:pt x="756419" y="94873"/>
                  <a:pt x="765481" y="82300"/>
                </a:cubicBezTo>
                <a:cubicBezTo>
                  <a:pt x="774543" y="69725"/>
                  <a:pt x="787484" y="63438"/>
                  <a:pt x="804304" y="63438"/>
                </a:cubicBezTo>
                <a:cubicBezTo>
                  <a:pt x="820305" y="63438"/>
                  <a:pt x="832837" y="69112"/>
                  <a:pt x="841898" y="80461"/>
                </a:cubicBezTo>
                <a:cubicBezTo>
                  <a:pt x="850963" y="91810"/>
                  <a:pt x="855495" y="108343"/>
                  <a:pt x="855495" y="130060"/>
                </a:cubicBezTo>
                <a:moveTo>
                  <a:pt x="819489" y="119528"/>
                </a:moveTo>
                <a:cubicBezTo>
                  <a:pt x="819489" y="108425"/>
                  <a:pt x="818387" y="100384"/>
                  <a:pt x="816182" y="95403"/>
                </a:cubicBezTo>
                <a:cubicBezTo>
                  <a:pt x="813977" y="90423"/>
                  <a:pt x="810099" y="87932"/>
                  <a:pt x="804547" y="87932"/>
                </a:cubicBezTo>
                <a:cubicBezTo>
                  <a:pt x="799649" y="87932"/>
                  <a:pt x="795934" y="90340"/>
                  <a:pt x="793403" y="95157"/>
                </a:cubicBezTo>
                <a:cubicBezTo>
                  <a:pt x="790871" y="99973"/>
                  <a:pt x="789279" y="108668"/>
                  <a:pt x="788626" y="121243"/>
                </a:cubicBezTo>
                <a:lnTo>
                  <a:pt x="819489" y="121243"/>
                </a:lnTo>
                <a:lnTo>
                  <a:pt x="819489" y="119528"/>
                </a:lnTo>
                <a:close/>
                <a:moveTo>
                  <a:pt x="988981" y="191539"/>
                </a:moveTo>
                <a:cubicBezTo>
                  <a:pt x="984900" y="194968"/>
                  <a:pt x="980165" y="197539"/>
                  <a:pt x="974775" y="199253"/>
                </a:cubicBezTo>
                <a:cubicBezTo>
                  <a:pt x="969386" y="200967"/>
                  <a:pt x="963916" y="201824"/>
                  <a:pt x="958365" y="201824"/>
                </a:cubicBezTo>
                <a:cubicBezTo>
                  <a:pt x="945792" y="201824"/>
                  <a:pt x="936322" y="198233"/>
                  <a:pt x="929953" y="191050"/>
                </a:cubicBezTo>
                <a:cubicBezTo>
                  <a:pt x="923585" y="183864"/>
                  <a:pt x="920401" y="174229"/>
                  <a:pt x="920401" y="162145"/>
                </a:cubicBezTo>
                <a:lnTo>
                  <a:pt x="920401" y="93565"/>
                </a:lnTo>
                <a:lnTo>
                  <a:pt x="906931" y="93565"/>
                </a:lnTo>
                <a:lnTo>
                  <a:pt x="906931" y="67601"/>
                </a:lnTo>
                <a:lnTo>
                  <a:pt x="920401" y="67601"/>
                </a:lnTo>
                <a:lnTo>
                  <a:pt x="920401" y="39190"/>
                </a:lnTo>
                <a:lnTo>
                  <a:pt x="957386" y="35026"/>
                </a:lnTo>
                <a:lnTo>
                  <a:pt x="957386" y="67601"/>
                </a:lnTo>
                <a:lnTo>
                  <a:pt x="981633" y="67601"/>
                </a:lnTo>
                <a:lnTo>
                  <a:pt x="977713" y="93565"/>
                </a:lnTo>
                <a:lnTo>
                  <a:pt x="957386" y="93565"/>
                </a:lnTo>
                <a:lnTo>
                  <a:pt x="957386" y="161902"/>
                </a:lnTo>
                <a:cubicBezTo>
                  <a:pt x="957386" y="168923"/>
                  <a:pt x="960324" y="172434"/>
                  <a:pt x="966202" y="172434"/>
                </a:cubicBezTo>
                <a:cubicBezTo>
                  <a:pt x="969468" y="172434"/>
                  <a:pt x="972979" y="171290"/>
                  <a:pt x="976734" y="169003"/>
                </a:cubicBezTo>
                <a:lnTo>
                  <a:pt x="988981" y="191539"/>
                </a:lnTo>
                <a:close/>
                <a:moveTo>
                  <a:pt x="1046293" y="63438"/>
                </a:moveTo>
                <a:cubicBezTo>
                  <a:pt x="1063276" y="63438"/>
                  <a:pt x="1076543" y="69234"/>
                  <a:pt x="1086096" y="80828"/>
                </a:cubicBezTo>
                <a:cubicBezTo>
                  <a:pt x="1095649" y="92421"/>
                  <a:pt x="1100425" y="109730"/>
                  <a:pt x="1100425" y="132754"/>
                </a:cubicBezTo>
                <a:cubicBezTo>
                  <a:pt x="1100425" y="154797"/>
                  <a:pt x="1095649" y="171820"/>
                  <a:pt x="1086096" y="183822"/>
                </a:cubicBezTo>
                <a:cubicBezTo>
                  <a:pt x="1076543" y="195823"/>
                  <a:pt x="1063276" y="201824"/>
                  <a:pt x="1046293" y="201824"/>
                </a:cubicBezTo>
                <a:cubicBezTo>
                  <a:pt x="1029313" y="201824"/>
                  <a:pt x="1016047" y="195987"/>
                  <a:pt x="1006494" y="184311"/>
                </a:cubicBezTo>
                <a:cubicBezTo>
                  <a:pt x="996942" y="172636"/>
                  <a:pt x="992165" y="155368"/>
                  <a:pt x="992165" y="132508"/>
                </a:cubicBezTo>
                <a:cubicBezTo>
                  <a:pt x="992165" y="110138"/>
                  <a:pt x="996942" y="93035"/>
                  <a:pt x="1006494" y="81198"/>
                </a:cubicBezTo>
                <a:cubicBezTo>
                  <a:pt x="1016047" y="69358"/>
                  <a:pt x="1029313" y="63438"/>
                  <a:pt x="1046293" y="63438"/>
                </a:cubicBezTo>
                <a:moveTo>
                  <a:pt x="1046293" y="90870"/>
                </a:moveTo>
                <a:cubicBezTo>
                  <a:pt x="1040580" y="90870"/>
                  <a:pt x="1036458" y="94014"/>
                  <a:pt x="1033926" y="100303"/>
                </a:cubicBezTo>
                <a:cubicBezTo>
                  <a:pt x="1031395" y="106589"/>
                  <a:pt x="1030129" y="117324"/>
                  <a:pt x="1030129" y="132508"/>
                </a:cubicBezTo>
                <a:cubicBezTo>
                  <a:pt x="1030129" y="148185"/>
                  <a:pt x="1031395" y="159126"/>
                  <a:pt x="1033926" y="165333"/>
                </a:cubicBezTo>
                <a:cubicBezTo>
                  <a:pt x="1036458" y="171537"/>
                  <a:pt x="1040580" y="174639"/>
                  <a:pt x="1046293" y="174639"/>
                </a:cubicBezTo>
                <a:cubicBezTo>
                  <a:pt x="1052009" y="174639"/>
                  <a:pt x="1056132" y="171496"/>
                  <a:pt x="1058664" y="165210"/>
                </a:cubicBezTo>
                <a:cubicBezTo>
                  <a:pt x="1061195" y="158921"/>
                  <a:pt x="1062461" y="148102"/>
                  <a:pt x="1062461" y="132754"/>
                </a:cubicBezTo>
                <a:cubicBezTo>
                  <a:pt x="1062461" y="117242"/>
                  <a:pt x="1061195" y="106384"/>
                  <a:pt x="1058664" y="100180"/>
                </a:cubicBezTo>
                <a:cubicBezTo>
                  <a:pt x="1056132" y="93973"/>
                  <a:pt x="1052009" y="90870"/>
                  <a:pt x="1046293" y="90870"/>
                </a:cubicBezTo>
                <a:close/>
                <a:moveTo>
                  <a:pt x="1253483" y="163124"/>
                </a:moveTo>
                <a:cubicBezTo>
                  <a:pt x="1253483" y="167208"/>
                  <a:pt x="1253972" y="170230"/>
                  <a:pt x="1254952" y="172191"/>
                </a:cubicBezTo>
                <a:cubicBezTo>
                  <a:pt x="1255931" y="174149"/>
                  <a:pt x="1257645" y="175699"/>
                  <a:pt x="1260094" y="176840"/>
                </a:cubicBezTo>
                <a:lnTo>
                  <a:pt x="1252504" y="201092"/>
                </a:lnTo>
                <a:cubicBezTo>
                  <a:pt x="1245482" y="200437"/>
                  <a:pt x="1239726" y="198762"/>
                  <a:pt x="1235233" y="196069"/>
                </a:cubicBezTo>
                <a:cubicBezTo>
                  <a:pt x="1230744" y="193375"/>
                  <a:pt x="1227274" y="189171"/>
                  <a:pt x="1224825" y="183455"/>
                </a:cubicBezTo>
                <a:cubicBezTo>
                  <a:pt x="1217313" y="195701"/>
                  <a:pt x="1206618" y="201824"/>
                  <a:pt x="1192740" y="201824"/>
                </a:cubicBezTo>
                <a:cubicBezTo>
                  <a:pt x="1181961" y="201824"/>
                  <a:pt x="1173388" y="198109"/>
                  <a:pt x="1167019" y="190680"/>
                </a:cubicBezTo>
                <a:cubicBezTo>
                  <a:pt x="1160653" y="183250"/>
                  <a:pt x="1157470" y="173412"/>
                  <a:pt x="1157470" y="161166"/>
                </a:cubicBezTo>
                <a:cubicBezTo>
                  <a:pt x="1157470" y="146961"/>
                  <a:pt x="1161879" y="136144"/>
                  <a:pt x="1170697" y="128714"/>
                </a:cubicBezTo>
                <a:cubicBezTo>
                  <a:pt x="1179515" y="121284"/>
                  <a:pt x="1192413" y="117570"/>
                  <a:pt x="1209393" y="117570"/>
                </a:cubicBezTo>
                <a:lnTo>
                  <a:pt x="1217231" y="117570"/>
                </a:lnTo>
                <a:lnTo>
                  <a:pt x="1217231" y="110712"/>
                </a:lnTo>
                <a:cubicBezTo>
                  <a:pt x="1217231" y="102873"/>
                  <a:pt x="1216047" y="97444"/>
                  <a:pt x="1213680" y="94424"/>
                </a:cubicBezTo>
                <a:cubicBezTo>
                  <a:pt x="1211313" y="91402"/>
                  <a:pt x="1207109" y="89891"/>
                  <a:pt x="1201067" y="89891"/>
                </a:cubicBezTo>
                <a:cubicBezTo>
                  <a:pt x="1193554" y="89891"/>
                  <a:pt x="1184247" y="92096"/>
                  <a:pt x="1173145" y="96506"/>
                </a:cubicBezTo>
                <a:lnTo>
                  <a:pt x="1164818" y="72990"/>
                </a:lnTo>
                <a:cubicBezTo>
                  <a:pt x="1171513" y="69888"/>
                  <a:pt x="1178656" y="67521"/>
                  <a:pt x="1186248" y="65889"/>
                </a:cubicBezTo>
                <a:cubicBezTo>
                  <a:pt x="1193842" y="64255"/>
                  <a:pt x="1201068" y="63438"/>
                  <a:pt x="1207925" y="63438"/>
                </a:cubicBezTo>
                <a:cubicBezTo>
                  <a:pt x="1223273" y="63438"/>
                  <a:pt x="1234703" y="67153"/>
                  <a:pt x="1242215" y="74583"/>
                </a:cubicBezTo>
                <a:cubicBezTo>
                  <a:pt x="1249727" y="82012"/>
                  <a:pt x="1253483" y="93401"/>
                  <a:pt x="1253483" y="108749"/>
                </a:cubicBezTo>
                <a:lnTo>
                  <a:pt x="1253483" y="163124"/>
                </a:lnTo>
                <a:moveTo>
                  <a:pt x="1204004" y="175618"/>
                </a:moveTo>
                <a:cubicBezTo>
                  <a:pt x="1206782" y="175618"/>
                  <a:pt x="1209314" y="174557"/>
                  <a:pt x="1211598" y="172434"/>
                </a:cubicBezTo>
                <a:cubicBezTo>
                  <a:pt x="1213886" y="170311"/>
                  <a:pt x="1215763" y="167290"/>
                  <a:pt x="1217231" y="163371"/>
                </a:cubicBezTo>
                <a:lnTo>
                  <a:pt x="1217231" y="138144"/>
                </a:lnTo>
                <a:lnTo>
                  <a:pt x="1212824" y="138144"/>
                </a:lnTo>
                <a:cubicBezTo>
                  <a:pt x="1206129" y="138144"/>
                  <a:pt x="1201271" y="139736"/>
                  <a:pt x="1198249" y="142920"/>
                </a:cubicBezTo>
                <a:cubicBezTo>
                  <a:pt x="1195229" y="146104"/>
                  <a:pt x="1193719" y="151125"/>
                  <a:pt x="1193719" y="157981"/>
                </a:cubicBezTo>
                <a:cubicBezTo>
                  <a:pt x="1193719" y="163697"/>
                  <a:pt x="1194617" y="168066"/>
                  <a:pt x="1196414" y="171088"/>
                </a:cubicBezTo>
                <a:cubicBezTo>
                  <a:pt x="1198210" y="174108"/>
                  <a:pt x="1200740" y="175618"/>
                  <a:pt x="1204004" y="175618"/>
                </a:cubicBezTo>
                <a:close/>
                <a:moveTo>
                  <a:pt x="1308029" y="201824"/>
                </a:moveTo>
                <a:cubicBezTo>
                  <a:pt x="1297741" y="201824"/>
                  <a:pt x="1289739" y="198803"/>
                  <a:pt x="1284024" y="192761"/>
                </a:cubicBezTo>
                <a:cubicBezTo>
                  <a:pt x="1278308" y="186719"/>
                  <a:pt x="1275450" y="178473"/>
                  <a:pt x="1275450" y="168024"/>
                </a:cubicBezTo>
                <a:lnTo>
                  <a:pt x="1275450" y="15921"/>
                </a:lnTo>
                <a:lnTo>
                  <a:pt x="1312435" y="12004"/>
                </a:lnTo>
                <a:lnTo>
                  <a:pt x="1312435" y="166308"/>
                </a:lnTo>
                <a:cubicBezTo>
                  <a:pt x="1312435" y="170392"/>
                  <a:pt x="1314151" y="172434"/>
                  <a:pt x="1317581" y="172434"/>
                </a:cubicBezTo>
                <a:cubicBezTo>
                  <a:pt x="1318561" y="172434"/>
                  <a:pt x="1320029" y="172188"/>
                  <a:pt x="1321988" y="171698"/>
                </a:cubicBezTo>
                <a:lnTo>
                  <a:pt x="1328603" y="197171"/>
                </a:lnTo>
                <a:cubicBezTo>
                  <a:pt x="1325989" y="198477"/>
                  <a:pt x="1322886" y="199578"/>
                  <a:pt x="1319293" y="200475"/>
                </a:cubicBezTo>
                <a:cubicBezTo>
                  <a:pt x="1315703" y="201375"/>
                  <a:pt x="1311948" y="201824"/>
                  <a:pt x="1308029" y="201824"/>
                </a:cubicBezTo>
                <a:close/>
                <a:moveTo>
                  <a:pt x="1370388" y="201824"/>
                </a:moveTo>
                <a:cubicBezTo>
                  <a:pt x="1360101" y="201824"/>
                  <a:pt x="1352099" y="198803"/>
                  <a:pt x="1346383" y="192761"/>
                </a:cubicBezTo>
                <a:cubicBezTo>
                  <a:pt x="1340668" y="186719"/>
                  <a:pt x="1337810" y="178473"/>
                  <a:pt x="1337810" y="168024"/>
                </a:cubicBezTo>
                <a:lnTo>
                  <a:pt x="1337810" y="15921"/>
                </a:lnTo>
                <a:lnTo>
                  <a:pt x="1374795" y="12004"/>
                </a:lnTo>
                <a:lnTo>
                  <a:pt x="1374795" y="166308"/>
                </a:lnTo>
                <a:cubicBezTo>
                  <a:pt x="1374795" y="170392"/>
                  <a:pt x="1376510" y="172434"/>
                  <a:pt x="1379941" y="172434"/>
                </a:cubicBezTo>
                <a:cubicBezTo>
                  <a:pt x="1380920" y="172434"/>
                  <a:pt x="1382389" y="172188"/>
                  <a:pt x="1384347" y="171698"/>
                </a:cubicBezTo>
                <a:lnTo>
                  <a:pt x="1390962" y="197171"/>
                </a:lnTo>
                <a:cubicBezTo>
                  <a:pt x="1388349" y="198477"/>
                  <a:pt x="1385245" y="199578"/>
                  <a:pt x="1381653" y="200475"/>
                </a:cubicBezTo>
                <a:cubicBezTo>
                  <a:pt x="1378062" y="201375"/>
                  <a:pt x="1374307" y="201824"/>
                  <a:pt x="1370388" y="201824"/>
                </a:cubicBezTo>
                <a:close/>
                <a:moveTo>
                  <a:pt x="1541521" y="197661"/>
                </a:moveTo>
                <a:lnTo>
                  <a:pt x="1509189" y="197661"/>
                </a:lnTo>
                <a:lnTo>
                  <a:pt x="1507720" y="182719"/>
                </a:lnTo>
                <a:cubicBezTo>
                  <a:pt x="1499881" y="195456"/>
                  <a:pt x="1489513" y="201824"/>
                  <a:pt x="1476614" y="201824"/>
                </a:cubicBezTo>
                <a:cubicBezTo>
                  <a:pt x="1467144" y="201824"/>
                  <a:pt x="1459673" y="198396"/>
                  <a:pt x="1454201" y="191539"/>
                </a:cubicBezTo>
                <a:cubicBezTo>
                  <a:pt x="1448732" y="184680"/>
                  <a:pt x="1445998" y="175617"/>
                  <a:pt x="1445998" y="164350"/>
                </a:cubicBezTo>
                <a:lnTo>
                  <a:pt x="1445998" y="67601"/>
                </a:lnTo>
                <a:lnTo>
                  <a:pt x="1482982" y="67601"/>
                </a:lnTo>
                <a:lnTo>
                  <a:pt x="1482982" y="162881"/>
                </a:lnTo>
                <a:cubicBezTo>
                  <a:pt x="1482982" y="166636"/>
                  <a:pt x="1483635" y="169494"/>
                  <a:pt x="1484941" y="171455"/>
                </a:cubicBezTo>
                <a:cubicBezTo>
                  <a:pt x="1486246" y="173413"/>
                  <a:pt x="1488125" y="174392"/>
                  <a:pt x="1490577" y="174392"/>
                </a:cubicBezTo>
                <a:cubicBezTo>
                  <a:pt x="1495802" y="174392"/>
                  <a:pt x="1500455" y="169820"/>
                  <a:pt x="1504536" y="160676"/>
                </a:cubicBezTo>
                <a:lnTo>
                  <a:pt x="1504536" y="67601"/>
                </a:lnTo>
                <a:lnTo>
                  <a:pt x="1541521" y="67601"/>
                </a:lnTo>
                <a:lnTo>
                  <a:pt x="1541521" y="197661"/>
                </a:lnTo>
                <a:close/>
                <a:moveTo>
                  <a:pt x="1603734" y="63438"/>
                </a:moveTo>
                <a:cubicBezTo>
                  <a:pt x="1611734" y="63438"/>
                  <a:pt x="1619245" y="64826"/>
                  <a:pt x="1626266" y="67601"/>
                </a:cubicBezTo>
                <a:cubicBezTo>
                  <a:pt x="1633287" y="70377"/>
                  <a:pt x="1639410" y="74296"/>
                  <a:pt x="1644635" y="79359"/>
                </a:cubicBezTo>
                <a:lnTo>
                  <a:pt x="1631166" y="99200"/>
                </a:lnTo>
                <a:cubicBezTo>
                  <a:pt x="1622186" y="92994"/>
                  <a:pt x="1614104" y="89891"/>
                  <a:pt x="1606918" y="89891"/>
                </a:cubicBezTo>
                <a:cubicBezTo>
                  <a:pt x="1602999" y="89891"/>
                  <a:pt x="1599937" y="90871"/>
                  <a:pt x="1597732" y="92832"/>
                </a:cubicBezTo>
                <a:cubicBezTo>
                  <a:pt x="1595529" y="94790"/>
                  <a:pt x="1594428" y="97484"/>
                  <a:pt x="1594428" y="100912"/>
                </a:cubicBezTo>
                <a:cubicBezTo>
                  <a:pt x="1594428" y="104669"/>
                  <a:pt x="1595816" y="107732"/>
                  <a:pt x="1598591" y="110099"/>
                </a:cubicBezTo>
                <a:cubicBezTo>
                  <a:pt x="1601367" y="112466"/>
                  <a:pt x="1607327" y="115526"/>
                  <a:pt x="1616471" y="119281"/>
                </a:cubicBezTo>
                <a:cubicBezTo>
                  <a:pt x="1627411" y="123853"/>
                  <a:pt x="1635494" y="129160"/>
                  <a:pt x="1640719" y="135202"/>
                </a:cubicBezTo>
                <a:cubicBezTo>
                  <a:pt x="1645943" y="141244"/>
                  <a:pt x="1648556" y="149327"/>
                  <a:pt x="1648556" y="159450"/>
                </a:cubicBezTo>
                <a:cubicBezTo>
                  <a:pt x="1648556" y="172514"/>
                  <a:pt x="1643943" y="182842"/>
                  <a:pt x="1634716" y="190437"/>
                </a:cubicBezTo>
                <a:cubicBezTo>
                  <a:pt x="1625490" y="198028"/>
                  <a:pt x="1613529" y="201824"/>
                  <a:pt x="1598834" y="201824"/>
                </a:cubicBezTo>
                <a:cubicBezTo>
                  <a:pt x="1589690" y="201824"/>
                  <a:pt x="1581118" y="200151"/>
                  <a:pt x="1573117" y="196805"/>
                </a:cubicBezTo>
                <a:cubicBezTo>
                  <a:pt x="1565117" y="193456"/>
                  <a:pt x="1558259" y="188761"/>
                  <a:pt x="1552543" y="182719"/>
                </a:cubicBezTo>
                <a:lnTo>
                  <a:pt x="1569933" y="163614"/>
                </a:lnTo>
                <a:cubicBezTo>
                  <a:pt x="1579730" y="171617"/>
                  <a:pt x="1588711" y="175618"/>
                  <a:pt x="1596876" y="175618"/>
                </a:cubicBezTo>
                <a:cubicBezTo>
                  <a:pt x="1601283" y="175618"/>
                  <a:pt x="1604753" y="174476"/>
                  <a:pt x="1607284" y="172191"/>
                </a:cubicBezTo>
                <a:cubicBezTo>
                  <a:pt x="1609816" y="169904"/>
                  <a:pt x="1611081" y="166718"/>
                  <a:pt x="1611081" y="162635"/>
                </a:cubicBezTo>
                <a:cubicBezTo>
                  <a:pt x="1611081" y="158062"/>
                  <a:pt x="1609652" y="154430"/>
                  <a:pt x="1606795" y="151736"/>
                </a:cubicBezTo>
                <a:cubicBezTo>
                  <a:pt x="1603937" y="149043"/>
                  <a:pt x="1598099" y="145900"/>
                  <a:pt x="1589281" y="142307"/>
                </a:cubicBezTo>
                <a:cubicBezTo>
                  <a:pt x="1578179" y="137735"/>
                  <a:pt x="1570179" y="132469"/>
                  <a:pt x="1565280" y="126509"/>
                </a:cubicBezTo>
                <a:cubicBezTo>
                  <a:pt x="1560382" y="120549"/>
                  <a:pt x="1557933" y="112915"/>
                  <a:pt x="1557933" y="103607"/>
                </a:cubicBezTo>
                <a:cubicBezTo>
                  <a:pt x="1557933" y="91852"/>
                  <a:pt x="1562014" y="82218"/>
                  <a:pt x="1570176" y="74706"/>
                </a:cubicBezTo>
                <a:cubicBezTo>
                  <a:pt x="1578341" y="67194"/>
                  <a:pt x="1589527" y="63438"/>
                  <a:pt x="1603734" y="63438"/>
                </a:cubicBezTo>
                <a:close/>
                <a:moveTo>
                  <a:pt x="1761960" y="130060"/>
                </a:moveTo>
                <a:cubicBezTo>
                  <a:pt x="1761960" y="135285"/>
                  <a:pt x="1761715" y="139776"/>
                  <a:pt x="1761224" y="143533"/>
                </a:cubicBezTo>
                <a:lnTo>
                  <a:pt x="1695092" y="143533"/>
                </a:lnTo>
                <a:cubicBezTo>
                  <a:pt x="1695909" y="155288"/>
                  <a:pt x="1698073" y="163412"/>
                  <a:pt x="1701583" y="167904"/>
                </a:cubicBezTo>
                <a:cubicBezTo>
                  <a:pt x="1705094" y="172394"/>
                  <a:pt x="1710197" y="174639"/>
                  <a:pt x="1716891" y="174639"/>
                </a:cubicBezTo>
                <a:cubicBezTo>
                  <a:pt x="1721302" y="174639"/>
                  <a:pt x="1725547" y="173782"/>
                  <a:pt x="1729628" y="172068"/>
                </a:cubicBezTo>
                <a:cubicBezTo>
                  <a:pt x="1733710" y="170351"/>
                  <a:pt x="1738118" y="167697"/>
                  <a:pt x="1742855" y="164107"/>
                </a:cubicBezTo>
                <a:lnTo>
                  <a:pt x="1758040" y="184192"/>
                </a:lnTo>
                <a:cubicBezTo>
                  <a:pt x="1745956" y="195947"/>
                  <a:pt x="1731341" y="201824"/>
                  <a:pt x="1714197" y="201824"/>
                </a:cubicBezTo>
                <a:cubicBezTo>
                  <a:pt x="1695909" y="201824"/>
                  <a:pt x="1682030" y="195823"/>
                  <a:pt x="1672559" y="183822"/>
                </a:cubicBezTo>
                <a:cubicBezTo>
                  <a:pt x="1663089" y="171820"/>
                  <a:pt x="1658353" y="155043"/>
                  <a:pt x="1658353" y="133491"/>
                </a:cubicBezTo>
                <a:cubicBezTo>
                  <a:pt x="1658353" y="111936"/>
                  <a:pt x="1662884" y="94873"/>
                  <a:pt x="1671946" y="82300"/>
                </a:cubicBezTo>
                <a:cubicBezTo>
                  <a:pt x="1681008" y="69725"/>
                  <a:pt x="1693949" y="63438"/>
                  <a:pt x="1710770" y="63438"/>
                </a:cubicBezTo>
                <a:cubicBezTo>
                  <a:pt x="1726771" y="63438"/>
                  <a:pt x="1739302" y="69112"/>
                  <a:pt x="1748364" y="80461"/>
                </a:cubicBezTo>
                <a:cubicBezTo>
                  <a:pt x="1757428" y="91810"/>
                  <a:pt x="1761960" y="108343"/>
                  <a:pt x="1761960" y="130060"/>
                </a:cubicBezTo>
                <a:moveTo>
                  <a:pt x="1725955" y="119528"/>
                </a:moveTo>
                <a:cubicBezTo>
                  <a:pt x="1725955" y="108425"/>
                  <a:pt x="1724852" y="100384"/>
                  <a:pt x="1722647" y="95403"/>
                </a:cubicBezTo>
                <a:cubicBezTo>
                  <a:pt x="1720442" y="90423"/>
                  <a:pt x="1716564" y="87932"/>
                  <a:pt x="1711013" y="87932"/>
                </a:cubicBezTo>
                <a:cubicBezTo>
                  <a:pt x="1706114" y="87932"/>
                  <a:pt x="1702399" y="90340"/>
                  <a:pt x="1699868" y="95157"/>
                </a:cubicBezTo>
                <a:cubicBezTo>
                  <a:pt x="1697336" y="99973"/>
                  <a:pt x="1695744" y="108668"/>
                  <a:pt x="1695092" y="121243"/>
                </a:cubicBezTo>
                <a:lnTo>
                  <a:pt x="1725955" y="121243"/>
                </a:lnTo>
                <a:lnTo>
                  <a:pt x="1725955" y="119528"/>
                </a:lnTo>
                <a:close/>
                <a:moveTo>
                  <a:pt x="1841562" y="63927"/>
                </a:moveTo>
                <a:cubicBezTo>
                  <a:pt x="1844990" y="63927"/>
                  <a:pt x="1848418" y="64581"/>
                  <a:pt x="1851847" y="65889"/>
                </a:cubicBezTo>
                <a:lnTo>
                  <a:pt x="1845725" y="101402"/>
                </a:lnTo>
                <a:cubicBezTo>
                  <a:pt x="1842785" y="100423"/>
                  <a:pt x="1839764" y="99933"/>
                  <a:pt x="1836662" y="99933"/>
                </a:cubicBezTo>
                <a:cubicBezTo>
                  <a:pt x="1830620" y="99933"/>
                  <a:pt x="1826088" y="102260"/>
                  <a:pt x="1823065" y="106914"/>
                </a:cubicBezTo>
                <a:cubicBezTo>
                  <a:pt x="1820046" y="111569"/>
                  <a:pt x="1817557" y="118549"/>
                  <a:pt x="1815598" y="127855"/>
                </a:cubicBezTo>
                <a:lnTo>
                  <a:pt x="1815598" y="197661"/>
                </a:lnTo>
                <a:lnTo>
                  <a:pt x="1778613" y="197661"/>
                </a:lnTo>
                <a:lnTo>
                  <a:pt x="1778613" y="67601"/>
                </a:lnTo>
                <a:lnTo>
                  <a:pt x="1810699" y="67601"/>
                </a:lnTo>
                <a:lnTo>
                  <a:pt x="1813393" y="88912"/>
                </a:lnTo>
                <a:cubicBezTo>
                  <a:pt x="1819600" y="72255"/>
                  <a:pt x="1828989" y="63927"/>
                  <a:pt x="1841562" y="63927"/>
                </a:cubicBezTo>
                <a:close/>
                <a:moveTo>
                  <a:pt x="1900443" y="63438"/>
                </a:moveTo>
                <a:cubicBezTo>
                  <a:pt x="1908443" y="63438"/>
                  <a:pt x="1915954" y="64826"/>
                  <a:pt x="1922975" y="67601"/>
                </a:cubicBezTo>
                <a:cubicBezTo>
                  <a:pt x="1929996" y="70377"/>
                  <a:pt x="1936119" y="74296"/>
                  <a:pt x="1941344" y="79359"/>
                </a:cubicBezTo>
                <a:lnTo>
                  <a:pt x="1927875" y="99200"/>
                </a:lnTo>
                <a:cubicBezTo>
                  <a:pt x="1918895" y="92994"/>
                  <a:pt x="1910812" y="89891"/>
                  <a:pt x="1903627" y="89891"/>
                </a:cubicBezTo>
                <a:cubicBezTo>
                  <a:pt x="1899708" y="89891"/>
                  <a:pt x="1896645" y="90871"/>
                  <a:pt x="1894440" y="92832"/>
                </a:cubicBezTo>
                <a:cubicBezTo>
                  <a:pt x="1892238" y="94790"/>
                  <a:pt x="1891137" y="97484"/>
                  <a:pt x="1891137" y="100912"/>
                </a:cubicBezTo>
                <a:cubicBezTo>
                  <a:pt x="1891137" y="104669"/>
                  <a:pt x="1892524" y="107732"/>
                  <a:pt x="1895300" y="110099"/>
                </a:cubicBezTo>
                <a:cubicBezTo>
                  <a:pt x="1898076" y="112466"/>
                  <a:pt x="1904035" y="115526"/>
                  <a:pt x="1913179" y="119281"/>
                </a:cubicBezTo>
                <a:cubicBezTo>
                  <a:pt x="1924120" y="123853"/>
                  <a:pt x="1932203" y="129160"/>
                  <a:pt x="1937427" y="135202"/>
                </a:cubicBezTo>
                <a:cubicBezTo>
                  <a:pt x="1942652" y="141244"/>
                  <a:pt x="1945265" y="149327"/>
                  <a:pt x="1945265" y="159450"/>
                </a:cubicBezTo>
                <a:cubicBezTo>
                  <a:pt x="1945265" y="172514"/>
                  <a:pt x="1940651" y="182842"/>
                  <a:pt x="1931425" y="190437"/>
                </a:cubicBezTo>
                <a:cubicBezTo>
                  <a:pt x="1922199" y="198028"/>
                  <a:pt x="1910238" y="201824"/>
                  <a:pt x="1895543" y="201824"/>
                </a:cubicBezTo>
                <a:cubicBezTo>
                  <a:pt x="1886399" y="201824"/>
                  <a:pt x="1877827" y="200151"/>
                  <a:pt x="1869826" y="196805"/>
                </a:cubicBezTo>
                <a:cubicBezTo>
                  <a:pt x="1861826" y="193456"/>
                  <a:pt x="1854968" y="188761"/>
                  <a:pt x="1849252" y="182719"/>
                </a:cubicBezTo>
                <a:lnTo>
                  <a:pt x="1866642" y="163614"/>
                </a:lnTo>
                <a:cubicBezTo>
                  <a:pt x="1876439" y="171617"/>
                  <a:pt x="1885420" y="175618"/>
                  <a:pt x="1893585" y="175618"/>
                </a:cubicBezTo>
                <a:cubicBezTo>
                  <a:pt x="1897992" y="175618"/>
                  <a:pt x="1901462" y="174476"/>
                  <a:pt x="1903993" y="172191"/>
                </a:cubicBezTo>
                <a:cubicBezTo>
                  <a:pt x="1906524" y="169904"/>
                  <a:pt x="1907790" y="166718"/>
                  <a:pt x="1907790" y="162635"/>
                </a:cubicBezTo>
                <a:cubicBezTo>
                  <a:pt x="1907790" y="158062"/>
                  <a:pt x="1906361" y="154430"/>
                  <a:pt x="1903503" y="151736"/>
                </a:cubicBezTo>
                <a:cubicBezTo>
                  <a:pt x="1900646" y="149043"/>
                  <a:pt x="1894808" y="145900"/>
                  <a:pt x="1885990" y="142307"/>
                </a:cubicBezTo>
                <a:cubicBezTo>
                  <a:pt x="1874888" y="137735"/>
                  <a:pt x="1866887" y="132469"/>
                  <a:pt x="1861989" y="126509"/>
                </a:cubicBezTo>
                <a:cubicBezTo>
                  <a:pt x="1857091" y="120549"/>
                  <a:pt x="1854641" y="112915"/>
                  <a:pt x="1854641" y="103607"/>
                </a:cubicBezTo>
                <a:cubicBezTo>
                  <a:pt x="1854641" y="91852"/>
                  <a:pt x="1858723" y="82218"/>
                  <a:pt x="1866885" y="74706"/>
                </a:cubicBezTo>
                <a:cubicBezTo>
                  <a:pt x="1875050" y="67194"/>
                  <a:pt x="1886236" y="63438"/>
                  <a:pt x="1900443" y="63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838364dc64932"/>
          <a:stretch xmlns:a="http://schemas.openxmlformats.org/drawingml/2006/main"/>
        </p:blipFill>
        <p:spPr>
          <a:xfrm xmlns:a="http://schemas.openxmlformats.org/drawingml/2006/main">
            <a:off x="49044" y="777149"/>
            <a:ext cx="884261" cy="884261"/>
          </a:xfrm>
          <a:prstGeom xmlns:a="http://schemas.openxmlformats.org/drawingml/2006/main" prst="rect">
            <a:avLst/>
          </a:prstGeom>
        </p:spPr>
      </p:pic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e5586b16842d0"/>
          <a:stretch xmlns:a="http://schemas.openxmlformats.org/drawingml/2006/main"/>
        </p:blipFill>
        <p:spPr>
          <a:xfrm xmlns:a="http://schemas.openxmlformats.org/drawingml/2006/main">
            <a:off x="51790" y="3964798"/>
            <a:ext cx="884261" cy="884261"/>
          </a:xfrm>
          <a:prstGeom xmlns:a="http://schemas.openxmlformats.org/drawingml/2006/main" prst="rect">
            <a:avLst/>
          </a:prstGeom>
        </p:spPr>
      </p:pic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9f29c970b4534"/>
          <a:stretch xmlns:a="http://schemas.openxmlformats.org/drawingml/2006/main"/>
        </p:blipFill>
        <p:spPr>
          <a:xfrm xmlns:a="http://schemas.openxmlformats.org/drawingml/2006/main">
            <a:off x="1600026" y="2380960"/>
            <a:ext cx="884261" cy="884261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7d257f1be461e"/>
          <a:stretch xmlns:a="http://schemas.openxmlformats.org/drawingml/2006/main"/>
        </p:blipFill>
        <p:spPr>
          <a:xfrm xmlns:a="http://schemas.openxmlformats.org/drawingml/2006/main">
            <a:off x="5847825" y="4521553"/>
            <a:ext cx="884261" cy="884261"/>
          </a:xfrm>
          <a:prstGeom xmlns:a="http://schemas.openxmlformats.org/drawingml/2006/main" prst="rect">
            <a:avLst/>
          </a:prstGeom>
        </p:spPr>
      </p:pic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E59593-C15F-4E79-9D61-1393236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1957" y="790209"/>
            <a:ext cx="3985947" cy="870316"/>
          </a:xfrm>
          <a:custGeom xmlns:a="http://schemas.openxmlformats.org/drawingml/2006/main">
            <a:pathLst>
              <a:path w="3985947" h="870316" fill="none">
                <a:moveTo>
                  <a:pt x="3982790" y="870316"/>
                </a:moveTo>
                <a:lnTo>
                  <a:pt x="3985947" y="870316"/>
                </a:lnTo>
                <a:lnTo>
                  <a:pt x="3985947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rnd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2FE46-54FA-4A88-AB42-4EB90C3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05" y="695142"/>
            <a:ext cx="190176" cy="190164"/>
          </a:xfrm>
          <a:custGeom xmlns:a="http://schemas.openxmlformats.org/drawingml/2006/main">
            <a:pathLst>
              <a:path w="190176" h="190164">
                <a:moveTo>
                  <a:pt x="190164" y="190164"/>
                </a:moveTo>
                <a:lnTo>
                  <a:pt x="0" y="95069"/>
                </a:lnTo>
                <a:lnTo>
                  <a:pt x="190176" y="0"/>
                </a:lnTo>
                <a:lnTo>
                  <a:pt x="190164" y="1901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18DE73-B46E-4028-9BE0-50D8599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24" y="1027345"/>
            <a:ext cx="3921113" cy="474649"/>
          </a:xfrm>
          <a:custGeom xmlns:a="http://schemas.openxmlformats.org/drawingml/2006/main">
            <a:pathLst>
              <a:path w="3921113" h="474649" fill="none">
                <a:moveTo>
                  <a:pt x="0" y="0"/>
                </a:moveTo>
                <a:lnTo>
                  <a:pt x="3921113" y="0"/>
                </a:lnTo>
                <a:lnTo>
                  <a:pt x="3921113" y="474649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000000"/>
            </a:solidFill>
            <a:custDash>
              <a:ds d="400000" sp="300000"/>
            </a:custDash>
            <a:round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3EB31-4206-472A-B0DA-AA42F61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2709" y="1482243"/>
            <a:ext cx="190164" cy="190899"/>
          </a:xfrm>
          <a:custGeom xmlns:a="http://schemas.openxmlformats.org/drawingml/2006/main">
            <a:pathLst>
              <a:path w="190164" h="190899">
                <a:moveTo>
                  <a:pt x="190164" y="0"/>
                </a:moveTo>
                <a:lnTo>
                  <a:pt x="96552" y="190899"/>
                </a:lnTo>
                <a:lnTo>
                  <a:pt x="0" y="1471"/>
                </a:lnTo>
                <a:lnTo>
                  <a:pt x="1901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GeneratescodethatusesPackageX">
            <a:extLst xmlns:a="http://schemas.openxmlformats.org/drawingml/2006/main">
              <a:ext uri="{FF2B5EF4-FFF2-40B4-BE49-F238E27FC236}">
                <a16:creationId xmlns:a16="http://schemas.microsoft.com/office/drawing/2014/main" id="{30538001-25D8-424B-9E70-C12FF5F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261" y="1130515"/>
            <a:ext cx="3379263" cy="239785"/>
          </a:xfrm>
          <a:custGeom xmlns:a="http://schemas.openxmlformats.org/drawingml/2006/main">
            <a:pathLst>
              <a:path w="3379263" h="239785">
                <a:moveTo>
                  <a:pt x="69317" y="11754"/>
                </a:moveTo>
                <a:cubicBezTo>
                  <a:pt x="87767" y="11754"/>
                  <a:pt x="103850" y="18612"/>
                  <a:pt x="117566" y="32328"/>
                </a:cubicBezTo>
                <a:lnTo>
                  <a:pt x="99197" y="51680"/>
                </a:lnTo>
                <a:cubicBezTo>
                  <a:pt x="94134" y="47434"/>
                  <a:pt x="89521" y="44374"/>
                  <a:pt x="85357" y="42497"/>
                </a:cubicBezTo>
                <a:cubicBezTo>
                  <a:pt x="81194" y="40619"/>
                  <a:pt x="76418" y="39679"/>
                  <a:pt x="71028" y="39679"/>
                </a:cubicBezTo>
                <a:cubicBezTo>
                  <a:pt x="60579" y="39679"/>
                  <a:pt x="52741" y="44170"/>
                  <a:pt x="47517" y="53153"/>
                </a:cubicBezTo>
                <a:cubicBezTo>
                  <a:pt x="42292" y="62132"/>
                  <a:pt x="39679" y="77970"/>
                  <a:pt x="39679" y="100666"/>
                </a:cubicBezTo>
                <a:cubicBezTo>
                  <a:pt x="39679" y="116669"/>
                  <a:pt x="40578" y="129079"/>
                  <a:pt x="42374" y="137897"/>
                </a:cubicBezTo>
                <a:cubicBezTo>
                  <a:pt x="44170" y="146712"/>
                  <a:pt x="46864" y="152835"/>
                  <a:pt x="50454" y="156266"/>
                </a:cubicBezTo>
                <a:cubicBezTo>
                  <a:pt x="54047" y="159694"/>
                  <a:pt x="58784" y="161409"/>
                  <a:pt x="64664" y="161409"/>
                </a:cubicBezTo>
                <a:cubicBezTo>
                  <a:pt x="70703" y="161409"/>
                  <a:pt x="76335" y="159694"/>
                  <a:pt x="81560" y="156266"/>
                </a:cubicBezTo>
                <a:lnTo>
                  <a:pt x="81560" y="115607"/>
                </a:lnTo>
                <a:lnTo>
                  <a:pt x="65396" y="115607"/>
                </a:lnTo>
                <a:lnTo>
                  <a:pt x="61722" y="88418"/>
                </a:lnTo>
                <a:lnTo>
                  <a:pt x="117812" y="88418"/>
                </a:lnTo>
                <a:lnTo>
                  <a:pt x="117812" y="172187"/>
                </a:lnTo>
                <a:cubicBezTo>
                  <a:pt x="110465" y="177574"/>
                  <a:pt x="102137" y="181820"/>
                  <a:pt x="92828" y="184924"/>
                </a:cubicBezTo>
                <a:cubicBezTo>
                  <a:pt x="83522" y="188026"/>
                  <a:pt x="74378" y="189577"/>
                  <a:pt x="65396" y="189577"/>
                </a:cubicBezTo>
                <a:cubicBezTo>
                  <a:pt x="43027" y="189577"/>
                  <a:pt x="26535" y="182393"/>
                  <a:pt x="15921" y="168024"/>
                </a:cubicBezTo>
                <a:cubicBezTo>
                  <a:pt x="5307" y="153652"/>
                  <a:pt x="0" y="131200"/>
                  <a:pt x="0" y="100666"/>
                </a:cubicBezTo>
                <a:cubicBezTo>
                  <a:pt x="0" y="80907"/>
                  <a:pt x="2980" y="64375"/>
                  <a:pt x="8940" y="51067"/>
                </a:cubicBezTo>
                <a:cubicBezTo>
                  <a:pt x="14900" y="37760"/>
                  <a:pt x="23104" y="27881"/>
                  <a:pt x="33554" y="21430"/>
                </a:cubicBezTo>
                <a:cubicBezTo>
                  <a:pt x="44006" y="14979"/>
                  <a:pt x="55927" y="11754"/>
                  <a:pt x="69317" y="11754"/>
                </a:cubicBezTo>
                <a:close/>
                <a:moveTo>
                  <a:pt x="237094" y="118055"/>
                </a:moveTo>
                <a:cubicBezTo>
                  <a:pt x="237094" y="123280"/>
                  <a:pt x="236849" y="127771"/>
                  <a:pt x="236358" y="131529"/>
                </a:cubicBezTo>
                <a:lnTo>
                  <a:pt x="170225" y="131529"/>
                </a:lnTo>
                <a:cubicBezTo>
                  <a:pt x="171043" y="143284"/>
                  <a:pt x="173206" y="151407"/>
                  <a:pt x="176717" y="155900"/>
                </a:cubicBezTo>
                <a:cubicBezTo>
                  <a:pt x="180228" y="160390"/>
                  <a:pt x="185330" y="162634"/>
                  <a:pt x="192025" y="162634"/>
                </a:cubicBezTo>
                <a:cubicBezTo>
                  <a:pt x="196435" y="162634"/>
                  <a:pt x="200681" y="161777"/>
                  <a:pt x="204762" y="160063"/>
                </a:cubicBezTo>
                <a:cubicBezTo>
                  <a:pt x="208843" y="158347"/>
                  <a:pt x="213252" y="155693"/>
                  <a:pt x="217989" y="152103"/>
                </a:cubicBezTo>
                <a:lnTo>
                  <a:pt x="233173" y="172187"/>
                </a:lnTo>
                <a:cubicBezTo>
                  <a:pt x="221089" y="183942"/>
                  <a:pt x="206475" y="189820"/>
                  <a:pt x="189331" y="189820"/>
                </a:cubicBezTo>
                <a:cubicBezTo>
                  <a:pt x="171043" y="189820"/>
                  <a:pt x="157163" y="183819"/>
                  <a:pt x="147693" y="171817"/>
                </a:cubicBezTo>
                <a:cubicBezTo>
                  <a:pt x="138222" y="159815"/>
                  <a:pt x="133487" y="143038"/>
                  <a:pt x="133487" y="121486"/>
                </a:cubicBezTo>
                <a:cubicBezTo>
                  <a:pt x="133487" y="99932"/>
                  <a:pt x="138018" y="82868"/>
                  <a:pt x="147080" y="70296"/>
                </a:cubicBezTo>
                <a:cubicBezTo>
                  <a:pt x="156142" y="57721"/>
                  <a:pt x="169083" y="51433"/>
                  <a:pt x="185903" y="51433"/>
                </a:cubicBezTo>
                <a:cubicBezTo>
                  <a:pt x="201904" y="51433"/>
                  <a:pt x="214436" y="57108"/>
                  <a:pt x="223497" y="68457"/>
                </a:cubicBezTo>
                <a:cubicBezTo>
                  <a:pt x="232562" y="79806"/>
                  <a:pt x="237094" y="96339"/>
                  <a:pt x="237094" y="118055"/>
                </a:cubicBezTo>
                <a:moveTo>
                  <a:pt x="201088" y="107524"/>
                </a:moveTo>
                <a:cubicBezTo>
                  <a:pt x="201088" y="96421"/>
                  <a:pt x="199986" y="88380"/>
                  <a:pt x="197781" y="83399"/>
                </a:cubicBezTo>
                <a:cubicBezTo>
                  <a:pt x="195576" y="78418"/>
                  <a:pt x="191698" y="75928"/>
                  <a:pt x="186146" y="75928"/>
                </a:cubicBezTo>
                <a:cubicBezTo>
                  <a:pt x="181248" y="75928"/>
                  <a:pt x="177533" y="78336"/>
                  <a:pt x="175002" y="83152"/>
                </a:cubicBezTo>
                <a:cubicBezTo>
                  <a:pt x="172470" y="87968"/>
                  <a:pt x="170878" y="96664"/>
                  <a:pt x="170225" y="109239"/>
                </a:cubicBezTo>
                <a:lnTo>
                  <a:pt x="201088" y="109239"/>
                </a:lnTo>
                <a:lnTo>
                  <a:pt x="201088" y="107524"/>
                </a:lnTo>
                <a:close/>
                <a:moveTo>
                  <a:pt x="320369" y="51433"/>
                </a:moveTo>
                <a:cubicBezTo>
                  <a:pt x="329675" y="51433"/>
                  <a:pt x="336982" y="54781"/>
                  <a:pt x="342289" y="61476"/>
                </a:cubicBezTo>
                <a:cubicBezTo>
                  <a:pt x="347596" y="68170"/>
                  <a:pt x="350249" y="77151"/>
                  <a:pt x="350249" y="88418"/>
                </a:cubicBezTo>
                <a:lnTo>
                  <a:pt x="350249" y="185657"/>
                </a:lnTo>
                <a:lnTo>
                  <a:pt x="313264" y="185657"/>
                </a:lnTo>
                <a:lnTo>
                  <a:pt x="313264" y="92339"/>
                </a:lnTo>
                <a:cubicBezTo>
                  <a:pt x="313264" y="83847"/>
                  <a:pt x="310897" y="79602"/>
                  <a:pt x="306164" y="79602"/>
                </a:cubicBezTo>
                <a:cubicBezTo>
                  <a:pt x="301427" y="79602"/>
                  <a:pt x="296283" y="84827"/>
                  <a:pt x="290732" y="95276"/>
                </a:cubicBezTo>
                <a:lnTo>
                  <a:pt x="290732" y="185657"/>
                </a:lnTo>
                <a:lnTo>
                  <a:pt x="253747" y="185657"/>
                </a:lnTo>
                <a:lnTo>
                  <a:pt x="253747" y="55597"/>
                </a:lnTo>
                <a:lnTo>
                  <a:pt x="285832" y="55597"/>
                </a:lnTo>
                <a:lnTo>
                  <a:pt x="288527" y="71028"/>
                </a:lnTo>
                <a:cubicBezTo>
                  <a:pt x="292773" y="64498"/>
                  <a:pt x="297426" y="59600"/>
                  <a:pt x="302486" y="56333"/>
                </a:cubicBezTo>
                <a:cubicBezTo>
                  <a:pt x="307549" y="53067"/>
                  <a:pt x="313510" y="51433"/>
                  <a:pt x="320369" y="51433"/>
                </a:cubicBezTo>
                <a:close/>
                <a:moveTo>
                  <a:pt x="469852" y="118055"/>
                </a:moveTo>
                <a:cubicBezTo>
                  <a:pt x="469852" y="123280"/>
                  <a:pt x="469606" y="127771"/>
                  <a:pt x="469116" y="131529"/>
                </a:cubicBezTo>
                <a:lnTo>
                  <a:pt x="402983" y="131529"/>
                </a:lnTo>
                <a:cubicBezTo>
                  <a:pt x="403800" y="143284"/>
                  <a:pt x="405964" y="151407"/>
                  <a:pt x="409475" y="155900"/>
                </a:cubicBezTo>
                <a:cubicBezTo>
                  <a:pt x="412986" y="160390"/>
                  <a:pt x="418088" y="162634"/>
                  <a:pt x="424783" y="162634"/>
                </a:cubicBezTo>
                <a:cubicBezTo>
                  <a:pt x="429193" y="162634"/>
                  <a:pt x="433439" y="161777"/>
                  <a:pt x="437520" y="160063"/>
                </a:cubicBezTo>
                <a:cubicBezTo>
                  <a:pt x="441601" y="158347"/>
                  <a:pt x="446010" y="155693"/>
                  <a:pt x="450747" y="152103"/>
                </a:cubicBezTo>
                <a:lnTo>
                  <a:pt x="465931" y="172187"/>
                </a:lnTo>
                <a:cubicBezTo>
                  <a:pt x="453847" y="183942"/>
                  <a:pt x="439233" y="189820"/>
                  <a:pt x="422089" y="189820"/>
                </a:cubicBezTo>
                <a:cubicBezTo>
                  <a:pt x="403800" y="189820"/>
                  <a:pt x="389921" y="183819"/>
                  <a:pt x="380451" y="171817"/>
                </a:cubicBezTo>
                <a:cubicBezTo>
                  <a:pt x="370980" y="159815"/>
                  <a:pt x="366245" y="143038"/>
                  <a:pt x="366245" y="121486"/>
                </a:cubicBezTo>
                <a:cubicBezTo>
                  <a:pt x="366245" y="99932"/>
                  <a:pt x="370776" y="82868"/>
                  <a:pt x="379838" y="70296"/>
                </a:cubicBezTo>
                <a:cubicBezTo>
                  <a:pt x="388900" y="57721"/>
                  <a:pt x="401841" y="51433"/>
                  <a:pt x="418661" y="51433"/>
                </a:cubicBezTo>
                <a:cubicBezTo>
                  <a:pt x="434662" y="51433"/>
                  <a:pt x="447194" y="57108"/>
                  <a:pt x="456255" y="68457"/>
                </a:cubicBezTo>
                <a:cubicBezTo>
                  <a:pt x="465320" y="79806"/>
                  <a:pt x="469852" y="96339"/>
                  <a:pt x="469852" y="118055"/>
                </a:cubicBezTo>
                <a:moveTo>
                  <a:pt x="433846" y="107524"/>
                </a:moveTo>
                <a:cubicBezTo>
                  <a:pt x="433846" y="96421"/>
                  <a:pt x="432744" y="88380"/>
                  <a:pt x="430539" y="83399"/>
                </a:cubicBezTo>
                <a:cubicBezTo>
                  <a:pt x="428334" y="78418"/>
                  <a:pt x="424456" y="75928"/>
                  <a:pt x="418904" y="75928"/>
                </a:cubicBezTo>
                <a:cubicBezTo>
                  <a:pt x="414006" y="75928"/>
                  <a:pt x="410291" y="78336"/>
                  <a:pt x="407760" y="83152"/>
                </a:cubicBezTo>
                <a:cubicBezTo>
                  <a:pt x="405228" y="87968"/>
                  <a:pt x="403636" y="96664"/>
                  <a:pt x="402983" y="109239"/>
                </a:cubicBezTo>
                <a:lnTo>
                  <a:pt x="433846" y="109239"/>
                </a:lnTo>
                <a:lnTo>
                  <a:pt x="433846" y="107524"/>
                </a:lnTo>
                <a:close/>
                <a:moveTo>
                  <a:pt x="549453" y="51923"/>
                </a:moveTo>
                <a:cubicBezTo>
                  <a:pt x="552882" y="51923"/>
                  <a:pt x="556310" y="52577"/>
                  <a:pt x="559738" y="53885"/>
                </a:cubicBezTo>
                <a:lnTo>
                  <a:pt x="553617" y="89397"/>
                </a:lnTo>
                <a:cubicBezTo>
                  <a:pt x="550677" y="88418"/>
                  <a:pt x="547656" y="87929"/>
                  <a:pt x="544554" y="87929"/>
                </a:cubicBezTo>
                <a:cubicBezTo>
                  <a:pt x="538512" y="87929"/>
                  <a:pt x="533979" y="90256"/>
                  <a:pt x="530957" y="94910"/>
                </a:cubicBezTo>
                <a:cubicBezTo>
                  <a:pt x="527937" y="99564"/>
                  <a:pt x="525448" y="106544"/>
                  <a:pt x="523490" y="115850"/>
                </a:cubicBezTo>
                <a:lnTo>
                  <a:pt x="523490" y="185657"/>
                </a:lnTo>
                <a:lnTo>
                  <a:pt x="486505" y="185657"/>
                </a:lnTo>
                <a:lnTo>
                  <a:pt x="486505" y="55597"/>
                </a:lnTo>
                <a:lnTo>
                  <a:pt x="518590" y="55597"/>
                </a:lnTo>
                <a:lnTo>
                  <a:pt x="521285" y="76907"/>
                </a:lnTo>
                <a:cubicBezTo>
                  <a:pt x="527491" y="60251"/>
                  <a:pt x="536881" y="51923"/>
                  <a:pt x="549453" y="51923"/>
                </a:cubicBezTo>
                <a:close/>
                <a:moveTo>
                  <a:pt x="658081" y="151120"/>
                </a:moveTo>
                <a:cubicBezTo>
                  <a:pt x="658081" y="155203"/>
                  <a:pt x="658571" y="158226"/>
                  <a:pt x="659550" y="160187"/>
                </a:cubicBezTo>
                <a:cubicBezTo>
                  <a:pt x="660529" y="162145"/>
                  <a:pt x="662243" y="163695"/>
                  <a:pt x="664692" y="164836"/>
                </a:cubicBezTo>
                <a:lnTo>
                  <a:pt x="657102" y="189087"/>
                </a:lnTo>
                <a:cubicBezTo>
                  <a:pt x="650081" y="188432"/>
                  <a:pt x="644324" y="186758"/>
                  <a:pt x="639832" y="184064"/>
                </a:cubicBezTo>
                <a:cubicBezTo>
                  <a:pt x="635342" y="181371"/>
                  <a:pt x="631872" y="177167"/>
                  <a:pt x="629423" y="171451"/>
                </a:cubicBezTo>
                <a:cubicBezTo>
                  <a:pt x="621911" y="183697"/>
                  <a:pt x="611216" y="189820"/>
                  <a:pt x="597338" y="189820"/>
                </a:cubicBezTo>
                <a:cubicBezTo>
                  <a:pt x="586559" y="189820"/>
                  <a:pt x="577986" y="186105"/>
                  <a:pt x="571618" y="178675"/>
                </a:cubicBezTo>
                <a:cubicBezTo>
                  <a:pt x="565252" y="171245"/>
                  <a:pt x="562069" y="161407"/>
                  <a:pt x="562069" y="149161"/>
                </a:cubicBezTo>
                <a:cubicBezTo>
                  <a:pt x="562069" y="134957"/>
                  <a:pt x="566477" y="124140"/>
                  <a:pt x="575295" y="116710"/>
                </a:cubicBezTo>
                <a:cubicBezTo>
                  <a:pt x="584113" y="109280"/>
                  <a:pt x="597012" y="105565"/>
                  <a:pt x="613992" y="105565"/>
                </a:cubicBezTo>
                <a:lnTo>
                  <a:pt x="621829" y="105565"/>
                </a:lnTo>
                <a:lnTo>
                  <a:pt x="621829" y="98707"/>
                </a:lnTo>
                <a:cubicBezTo>
                  <a:pt x="621829" y="90869"/>
                  <a:pt x="620645" y="85440"/>
                  <a:pt x="618278" y="82420"/>
                </a:cubicBezTo>
                <a:cubicBezTo>
                  <a:pt x="615911" y="79397"/>
                  <a:pt x="611707" y="77886"/>
                  <a:pt x="605665" y="77886"/>
                </a:cubicBezTo>
                <a:cubicBezTo>
                  <a:pt x="598153" y="77886"/>
                  <a:pt x="588845" y="80091"/>
                  <a:pt x="577743" y="84501"/>
                </a:cubicBezTo>
                <a:lnTo>
                  <a:pt x="569416" y="60986"/>
                </a:lnTo>
                <a:cubicBezTo>
                  <a:pt x="576111" y="57884"/>
                  <a:pt x="583254" y="55517"/>
                  <a:pt x="590846" y="53885"/>
                </a:cubicBezTo>
                <a:cubicBezTo>
                  <a:pt x="598440" y="52251"/>
                  <a:pt x="605666" y="51433"/>
                  <a:pt x="612523" y="51433"/>
                </a:cubicBezTo>
                <a:cubicBezTo>
                  <a:pt x="627871" y="51433"/>
                  <a:pt x="639301" y="55148"/>
                  <a:pt x="646813" y="62578"/>
                </a:cubicBezTo>
                <a:cubicBezTo>
                  <a:pt x="654325" y="70008"/>
                  <a:pt x="658081" y="81397"/>
                  <a:pt x="658081" y="96745"/>
                </a:cubicBezTo>
                <a:lnTo>
                  <a:pt x="658081" y="151120"/>
                </a:lnTo>
                <a:moveTo>
                  <a:pt x="608602" y="163614"/>
                </a:moveTo>
                <a:cubicBezTo>
                  <a:pt x="611380" y="163614"/>
                  <a:pt x="613912" y="162552"/>
                  <a:pt x="616197" y="160429"/>
                </a:cubicBezTo>
                <a:cubicBezTo>
                  <a:pt x="618484" y="158307"/>
                  <a:pt x="620361" y="155286"/>
                  <a:pt x="621829" y="151366"/>
                </a:cubicBezTo>
                <a:lnTo>
                  <a:pt x="621829" y="126139"/>
                </a:lnTo>
                <a:lnTo>
                  <a:pt x="617422" y="126139"/>
                </a:lnTo>
                <a:cubicBezTo>
                  <a:pt x="610728" y="126139"/>
                  <a:pt x="605869" y="127731"/>
                  <a:pt x="602847" y="130916"/>
                </a:cubicBezTo>
                <a:cubicBezTo>
                  <a:pt x="599827" y="134100"/>
                  <a:pt x="598317" y="139120"/>
                  <a:pt x="598317" y="145977"/>
                </a:cubicBezTo>
                <a:cubicBezTo>
                  <a:pt x="598317" y="151693"/>
                  <a:pt x="599215" y="156062"/>
                  <a:pt x="601012" y="159084"/>
                </a:cubicBezTo>
                <a:cubicBezTo>
                  <a:pt x="602808" y="162104"/>
                  <a:pt x="605338" y="163614"/>
                  <a:pt x="608602" y="163614"/>
                </a:cubicBezTo>
                <a:close/>
                <a:moveTo>
                  <a:pt x="752525" y="179535"/>
                </a:moveTo>
                <a:cubicBezTo>
                  <a:pt x="748444" y="182963"/>
                  <a:pt x="743708" y="185534"/>
                  <a:pt x="738319" y="187249"/>
                </a:cubicBezTo>
                <a:cubicBezTo>
                  <a:pt x="732930" y="188963"/>
                  <a:pt x="727460" y="189820"/>
                  <a:pt x="721908" y="189820"/>
                </a:cubicBezTo>
                <a:cubicBezTo>
                  <a:pt x="709336" y="189820"/>
                  <a:pt x="699865" y="186228"/>
                  <a:pt x="693497" y="179045"/>
                </a:cubicBezTo>
                <a:cubicBezTo>
                  <a:pt x="687129" y="171860"/>
                  <a:pt x="683944" y="162225"/>
                  <a:pt x="683944" y="150141"/>
                </a:cubicBezTo>
                <a:lnTo>
                  <a:pt x="683944" y="81560"/>
                </a:lnTo>
                <a:lnTo>
                  <a:pt x="670475" y="81560"/>
                </a:lnTo>
                <a:lnTo>
                  <a:pt x="670475" y="55597"/>
                </a:lnTo>
                <a:lnTo>
                  <a:pt x="683944" y="55597"/>
                </a:lnTo>
                <a:lnTo>
                  <a:pt x="683944" y="27185"/>
                </a:lnTo>
                <a:lnTo>
                  <a:pt x="720929" y="23022"/>
                </a:lnTo>
                <a:lnTo>
                  <a:pt x="720929" y="55597"/>
                </a:lnTo>
                <a:lnTo>
                  <a:pt x="745177" y="55597"/>
                </a:lnTo>
                <a:lnTo>
                  <a:pt x="741257" y="81560"/>
                </a:lnTo>
                <a:lnTo>
                  <a:pt x="720929" y="81560"/>
                </a:lnTo>
                <a:lnTo>
                  <a:pt x="720929" y="149898"/>
                </a:lnTo>
                <a:cubicBezTo>
                  <a:pt x="720929" y="156919"/>
                  <a:pt x="723868" y="160429"/>
                  <a:pt x="729746" y="160429"/>
                </a:cubicBezTo>
                <a:cubicBezTo>
                  <a:pt x="733012" y="160429"/>
                  <a:pt x="736523" y="159286"/>
                  <a:pt x="740277" y="156999"/>
                </a:cubicBezTo>
                <a:lnTo>
                  <a:pt x="752525" y="179535"/>
                </a:lnTo>
                <a:close/>
                <a:moveTo>
                  <a:pt x="859316" y="118055"/>
                </a:moveTo>
                <a:cubicBezTo>
                  <a:pt x="859316" y="123280"/>
                  <a:pt x="859071" y="127771"/>
                  <a:pt x="858580" y="131529"/>
                </a:cubicBezTo>
                <a:lnTo>
                  <a:pt x="792447" y="131529"/>
                </a:lnTo>
                <a:cubicBezTo>
                  <a:pt x="793265" y="143284"/>
                  <a:pt x="795429" y="151407"/>
                  <a:pt x="798939" y="155900"/>
                </a:cubicBezTo>
                <a:cubicBezTo>
                  <a:pt x="802450" y="160390"/>
                  <a:pt x="807552" y="162634"/>
                  <a:pt x="814247" y="162634"/>
                </a:cubicBezTo>
                <a:cubicBezTo>
                  <a:pt x="818657" y="162634"/>
                  <a:pt x="822903" y="161777"/>
                  <a:pt x="826984" y="160063"/>
                </a:cubicBezTo>
                <a:cubicBezTo>
                  <a:pt x="831065" y="158347"/>
                  <a:pt x="835474" y="155693"/>
                  <a:pt x="840211" y="152103"/>
                </a:cubicBezTo>
                <a:lnTo>
                  <a:pt x="855396" y="172187"/>
                </a:lnTo>
                <a:cubicBezTo>
                  <a:pt x="843311" y="183942"/>
                  <a:pt x="828697" y="189820"/>
                  <a:pt x="811553" y="189820"/>
                </a:cubicBezTo>
                <a:cubicBezTo>
                  <a:pt x="793265" y="189820"/>
                  <a:pt x="779385" y="183819"/>
                  <a:pt x="769915" y="171817"/>
                </a:cubicBezTo>
                <a:cubicBezTo>
                  <a:pt x="760444" y="159815"/>
                  <a:pt x="755709" y="143038"/>
                  <a:pt x="755709" y="121486"/>
                </a:cubicBezTo>
                <a:cubicBezTo>
                  <a:pt x="755709" y="99932"/>
                  <a:pt x="760240" y="82868"/>
                  <a:pt x="769302" y="70296"/>
                </a:cubicBezTo>
                <a:cubicBezTo>
                  <a:pt x="778364" y="57721"/>
                  <a:pt x="791305" y="51433"/>
                  <a:pt x="808126" y="51433"/>
                </a:cubicBezTo>
                <a:cubicBezTo>
                  <a:pt x="824126" y="51433"/>
                  <a:pt x="836658" y="57108"/>
                  <a:pt x="845720" y="68457"/>
                </a:cubicBezTo>
                <a:cubicBezTo>
                  <a:pt x="854784" y="79806"/>
                  <a:pt x="859316" y="96339"/>
                  <a:pt x="859316" y="118055"/>
                </a:cubicBezTo>
                <a:moveTo>
                  <a:pt x="823310" y="107524"/>
                </a:moveTo>
                <a:cubicBezTo>
                  <a:pt x="823310" y="96421"/>
                  <a:pt x="822208" y="88380"/>
                  <a:pt x="820003" y="83399"/>
                </a:cubicBezTo>
                <a:cubicBezTo>
                  <a:pt x="817798" y="78418"/>
                  <a:pt x="813920" y="75928"/>
                  <a:pt x="808368" y="75928"/>
                </a:cubicBezTo>
                <a:cubicBezTo>
                  <a:pt x="803470" y="75928"/>
                  <a:pt x="799755" y="78336"/>
                  <a:pt x="797224" y="83152"/>
                </a:cubicBezTo>
                <a:cubicBezTo>
                  <a:pt x="794692" y="87968"/>
                  <a:pt x="793100" y="96664"/>
                  <a:pt x="792447" y="109239"/>
                </a:cubicBezTo>
                <a:lnTo>
                  <a:pt x="823310" y="109239"/>
                </a:lnTo>
                <a:lnTo>
                  <a:pt x="823310" y="107524"/>
                </a:lnTo>
                <a:close/>
                <a:moveTo>
                  <a:pt x="915649" y="51433"/>
                </a:moveTo>
                <a:cubicBezTo>
                  <a:pt x="923649" y="51433"/>
                  <a:pt x="931160" y="52821"/>
                  <a:pt x="938181" y="55597"/>
                </a:cubicBezTo>
                <a:cubicBezTo>
                  <a:pt x="945203" y="58372"/>
                  <a:pt x="951326" y="62292"/>
                  <a:pt x="956551" y="67355"/>
                </a:cubicBezTo>
                <a:lnTo>
                  <a:pt x="943081" y="87196"/>
                </a:lnTo>
                <a:cubicBezTo>
                  <a:pt x="934101" y="80990"/>
                  <a:pt x="926019" y="77886"/>
                  <a:pt x="918833" y="77886"/>
                </a:cubicBezTo>
                <a:cubicBezTo>
                  <a:pt x="914914" y="77886"/>
                  <a:pt x="911852" y="78867"/>
                  <a:pt x="909647" y="80828"/>
                </a:cubicBezTo>
                <a:cubicBezTo>
                  <a:pt x="907444" y="82786"/>
                  <a:pt x="906343" y="85479"/>
                  <a:pt x="906343" y="88908"/>
                </a:cubicBezTo>
                <a:cubicBezTo>
                  <a:pt x="906343" y="92665"/>
                  <a:pt x="907731" y="95727"/>
                  <a:pt x="910506" y="98094"/>
                </a:cubicBezTo>
                <a:cubicBezTo>
                  <a:pt x="913282" y="100461"/>
                  <a:pt x="919242" y="103522"/>
                  <a:pt x="928386" y="107277"/>
                </a:cubicBezTo>
                <a:cubicBezTo>
                  <a:pt x="939326" y="111849"/>
                  <a:pt x="947409" y="117156"/>
                  <a:pt x="952634" y="123198"/>
                </a:cubicBezTo>
                <a:cubicBezTo>
                  <a:pt x="957859" y="129240"/>
                  <a:pt x="960471" y="137323"/>
                  <a:pt x="960471" y="147446"/>
                </a:cubicBezTo>
                <a:cubicBezTo>
                  <a:pt x="960471" y="160509"/>
                  <a:pt x="955858" y="170838"/>
                  <a:pt x="946632" y="178432"/>
                </a:cubicBezTo>
                <a:cubicBezTo>
                  <a:pt x="937405" y="186024"/>
                  <a:pt x="925445" y="189820"/>
                  <a:pt x="910749" y="189820"/>
                </a:cubicBezTo>
                <a:cubicBezTo>
                  <a:pt x="901605" y="189820"/>
                  <a:pt x="893033" y="188147"/>
                  <a:pt x="885033" y="184801"/>
                </a:cubicBezTo>
                <a:cubicBezTo>
                  <a:pt x="877032" y="181452"/>
                  <a:pt x="870174" y="176757"/>
                  <a:pt x="864458" y="170715"/>
                </a:cubicBezTo>
                <a:lnTo>
                  <a:pt x="881848" y="151609"/>
                </a:lnTo>
                <a:cubicBezTo>
                  <a:pt x="891645" y="159612"/>
                  <a:pt x="900626" y="163614"/>
                  <a:pt x="908791" y="163614"/>
                </a:cubicBezTo>
                <a:cubicBezTo>
                  <a:pt x="913198" y="163614"/>
                  <a:pt x="916668" y="162471"/>
                  <a:pt x="919199" y="160187"/>
                </a:cubicBezTo>
                <a:cubicBezTo>
                  <a:pt x="921731" y="157899"/>
                  <a:pt x="922997" y="154714"/>
                  <a:pt x="922997" y="150630"/>
                </a:cubicBezTo>
                <a:cubicBezTo>
                  <a:pt x="922997" y="146058"/>
                  <a:pt x="921568" y="142425"/>
                  <a:pt x="918710" y="139732"/>
                </a:cubicBezTo>
                <a:cubicBezTo>
                  <a:pt x="915852" y="137039"/>
                  <a:pt x="910014" y="133896"/>
                  <a:pt x="901197" y="130303"/>
                </a:cubicBezTo>
                <a:cubicBezTo>
                  <a:pt x="890094" y="125731"/>
                  <a:pt x="882094" y="120465"/>
                  <a:pt x="877195" y="114505"/>
                </a:cubicBezTo>
                <a:cubicBezTo>
                  <a:pt x="872297" y="108545"/>
                  <a:pt x="869848" y="100911"/>
                  <a:pt x="869848" y="91602"/>
                </a:cubicBezTo>
                <a:cubicBezTo>
                  <a:pt x="869848" y="79847"/>
                  <a:pt x="873929" y="70214"/>
                  <a:pt x="882091" y="62702"/>
                </a:cubicBezTo>
                <a:cubicBezTo>
                  <a:pt x="890256" y="55189"/>
                  <a:pt x="901442" y="51433"/>
                  <a:pt x="915649" y="51433"/>
                </a:cubicBezTo>
                <a:close/>
                <a:moveTo>
                  <a:pt x="1071180" y="51433"/>
                </a:moveTo>
                <a:cubicBezTo>
                  <a:pt x="1078693" y="51433"/>
                  <a:pt x="1085468" y="52740"/>
                  <a:pt x="1091508" y="55354"/>
                </a:cubicBezTo>
                <a:cubicBezTo>
                  <a:pt x="1097550" y="57965"/>
                  <a:pt x="1103185" y="61965"/>
                  <a:pt x="1108412" y="67355"/>
                </a:cubicBezTo>
                <a:lnTo>
                  <a:pt x="1093223" y="87686"/>
                </a:lnTo>
                <a:cubicBezTo>
                  <a:pt x="1086529" y="82296"/>
                  <a:pt x="1080161" y="79602"/>
                  <a:pt x="1074122" y="79602"/>
                </a:cubicBezTo>
                <a:cubicBezTo>
                  <a:pt x="1067427" y="79602"/>
                  <a:pt x="1062446" y="82664"/>
                  <a:pt x="1059180" y="88788"/>
                </a:cubicBezTo>
                <a:cubicBezTo>
                  <a:pt x="1055913" y="94910"/>
                  <a:pt x="1054280" y="105809"/>
                  <a:pt x="1054280" y="121486"/>
                </a:cubicBezTo>
                <a:cubicBezTo>
                  <a:pt x="1054280" y="136343"/>
                  <a:pt x="1055994" y="146630"/>
                  <a:pt x="1059423" y="152346"/>
                </a:cubicBezTo>
                <a:cubicBezTo>
                  <a:pt x="1062854" y="158061"/>
                  <a:pt x="1067671" y="160919"/>
                  <a:pt x="1073875" y="160919"/>
                </a:cubicBezTo>
                <a:cubicBezTo>
                  <a:pt x="1077142" y="160919"/>
                  <a:pt x="1080163" y="160347"/>
                  <a:pt x="1082938" y="159204"/>
                </a:cubicBezTo>
                <a:cubicBezTo>
                  <a:pt x="1085714" y="158060"/>
                  <a:pt x="1088898" y="156100"/>
                  <a:pt x="1092491" y="153325"/>
                </a:cubicBezTo>
                <a:lnTo>
                  <a:pt x="1108412" y="174635"/>
                </a:lnTo>
                <a:cubicBezTo>
                  <a:pt x="1097798" y="184758"/>
                  <a:pt x="1085551" y="189820"/>
                  <a:pt x="1071670" y="189820"/>
                </a:cubicBezTo>
                <a:cubicBezTo>
                  <a:pt x="1054035" y="189820"/>
                  <a:pt x="1040319" y="184064"/>
                  <a:pt x="1030522" y="172553"/>
                </a:cubicBezTo>
                <a:cubicBezTo>
                  <a:pt x="1020725" y="161042"/>
                  <a:pt x="1015827" y="144101"/>
                  <a:pt x="1015827" y="121729"/>
                </a:cubicBezTo>
                <a:cubicBezTo>
                  <a:pt x="1015827" y="107196"/>
                  <a:pt x="1018071" y="94663"/>
                  <a:pt x="1022561" y="84131"/>
                </a:cubicBezTo>
                <a:cubicBezTo>
                  <a:pt x="1027051" y="73600"/>
                  <a:pt x="1033459" y="65517"/>
                  <a:pt x="1041786" y="59884"/>
                </a:cubicBezTo>
                <a:cubicBezTo>
                  <a:pt x="1050116" y="54250"/>
                  <a:pt x="1059914" y="51433"/>
                  <a:pt x="1071180" y="51433"/>
                </a:cubicBezTo>
                <a:close/>
                <a:moveTo>
                  <a:pt x="1168833" y="51433"/>
                </a:moveTo>
                <a:cubicBezTo>
                  <a:pt x="1185815" y="51433"/>
                  <a:pt x="1199083" y="57230"/>
                  <a:pt x="1208635" y="68823"/>
                </a:cubicBezTo>
                <a:cubicBezTo>
                  <a:pt x="1218188" y="80417"/>
                  <a:pt x="1222964" y="97725"/>
                  <a:pt x="1222964" y="120750"/>
                </a:cubicBezTo>
                <a:cubicBezTo>
                  <a:pt x="1222964" y="142793"/>
                  <a:pt x="1218188" y="159815"/>
                  <a:pt x="1208635" y="171817"/>
                </a:cubicBezTo>
                <a:cubicBezTo>
                  <a:pt x="1199083" y="183819"/>
                  <a:pt x="1185815" y="189820"/>
                  <a:pt x="1168833" y="189820"/>
                </a:cubicBezTo>
                <a:cubicBezTo>
                  <a:pt x="1151853" y="189820"/>
                  <a:pt x="1138586" y="183982"/>
                  <a:pt x="1129034" y="172307"/>
                </a:cubicBezTo>
                <a:cubicBezTo>
                  <a:pt x="1119481" y="160631"/>
                  <a:pt x="1114705" y="143363"/>
                  <a:pt x="1114705" y="120503"/>
                </a:cubicBezTo>
                <a:cubicBezTo>
                  <a:pt x="1114705" y="98134"/>
                  <a:pt x="1119481" y="81031"/>
                  <a:pt x="1129034" y="69193"/>
                </a:cubicBezTo>
                <a:cubicBezTo>
                  <a:pt x="1138586" y="57353"/>
                  <a:pt x="1151853" y="51433"/>
                  <a:pt x="1168833" y="51433"/>
                </a:cubicBezTo>
                <a:moveTo>
                  <a:pt x="1168833" y="78866"/>
                </a:moveTo>
                <a:cubicBezTo>
                  <a:pt x="1163120" y="78866"/>
                  <a:pt x="1158997" y="82010"/>
                  <a:pt x="1156466" y="88299"/>
                </a:cubicBezTo>
                <a:cubicBezTo>
                  <a:pt x="1153934" y="94585"/>
                  <a:pt x="1152669" y="105320"/>
                  <a:pt x="1152669" y="120503"/>
                </a:cubicBezTo>
                <a:cubicBezTo>
                  <a:pt x="1152669" y="136180"/>
                  <a:pt x="1153934" y="147122"/>
                  <a:pt x="1156466" y="153328"/>
                </a:cubicBezTo>
                <a:cubicBezTo>
                  <a:pt x="1158997" y="159532"/>
                  <a:pt x="1163120" y="162634"/>
                  <a:pt x="1168833" y="162634"/>
                </a:cubicBezTo>
                <a:cubicBezTo>
                  <a:pt x="1174548" y="162634"/>
                  <a:pt x="1178672" y="159491"/>
                  <a:pt x="1181203" y="153205"/>
                </a:cubicBezTo>
                <a:cubicBezTo>
                  <a:pt x="1183735" y="146916"/>
                  <a:pt x="1185000" y="136098"/>
                  <a:pt x="1185000" y="120750"/>
                </a:cubicBezTo>
                <a:cubicBezTo>
                  <a:pt x="1185000" y="105238"/>
                  <a:pt x="1183735" y="94379"/>
                  <a:pt x="1181203" y="88175"/>
                </a:cubicBezTo>
                <a:cubicBezTo>
                  <a:pt x="1178672" y="81969"/>
                  <a:pt x="1174548" y="78866"/>
                  <a:pt x="1168833" y="78866"/>
                </a:cubicBezTo>
                <a:close/>
                <a:moveTo>
                  <a:pt x="1341729" y="3917"/>
                </a:moveTo>
                <a:lnTo>
                  <a:pt x="1341729" y="185657"/>
                </a:lnTo>
                <a:lnTo>
                  <a:pt x="1308665" y="185657"/>
                </a:lnTo>
                <a:lnTo>
                  <a:pt x="1307439" y="171940"/>
                </a:lnTo>
                <a:cubicBezTo>
                  <a:pt x="1303684" y="177492"/>
                  <a:pt x="1299439" y="181859"/>
                  <a:pt x="1294702" y="185044"/>
                </a:cubicBezTo>
                <a:cubicBezTo>
                  <a:pt x="1289968" y="188228"/>
                  <a:pt x="1284254" y="189820"/>
                  <a:pt x="1277559" y="189820"/>
                </a:cubicBezTo>
                <a:cubicBezTo>
                  <a:pt x="1264169" y="189820"/>
                  <a:pt x="1253964" y="183819"/>
                  <a:pt x="1246943" y="171817"/>
                </a:cubicBezTo>
                <a:cubicBezTo>
                  <a:pt x="1239921" y="159815"/>
                  <a:pt x="1236411" y="142711"/>
                  <a:pt x="1236411" y="120503"/>
                </a:cubicBezTo>
                <a:cubicBezTo>
                  <a:pt x="1236411" y="106625"/>
                  <a:pt x="1238288" y="94462"/>
                  <a:pt x="1242043" y="84012"/>
                </a:cubicBezTo>
                <a:cubicBezTo>
                  <a:pt x="1245800" y="73560"/>
                  <a:pt x="1251026" y="65517"/>
                  <a:pt x="1257721" y="59884"/>
                </a:cubicBezTo>
                <a:cubicBezTo>
                  <a:pt x="1264416" y="54250"/>
                  <a:pt x="1272008" y="51433"/>
                  <a:pt x="1280496" y="51433"/>
                </a:cubicBezTo>
                <a:cubicBezTo>
                  <a:pt x="1290296" y="51433"/>
                  <a:pt x="1298378" y="55435"/>
                  <a:pt x="1304744" y="63438"/>
                </a:cubicBezTo>
                <a:lnTo>
                  <a:pt x="1304744" y="0"/>
                </a:lnTo>
                <a:lnTo>
                  <a:pt x="1341729" y="3917"/>
                </a:lnTo>
                <a:moveTo>
                  <a:pt x="1289560" y="162634"/>
                </a:moveTo>
                <a:cubicBezTo>
                  <a:pt x="1295275" y="162634"/>
                  <a:pt x="1300337" y="158389"/>
                  <a:pt x="1304744" y="149898"/>
                </a:cubicBezTo>
                <a:lnTo>
                  <a:pt x="1304744" y="89154"/>
                </a:lnTo>
                <a:cubicBezTo>
                  <a:pt x="1302624" y="85562"/>
                  <a:pt x="1300503" y="82908"/>
                  <a:pt x="1298380" y="81194"/>
                </a:cubicBezTo>
                <a:cubicBezTo>
                  <a:pt x="1296257" y="79480"/>
                  <a:pt x="1293806" y="78623"/>
                  <a:pt x="1291028" y="78623"/>
                </a:cubicBezTo>
                <a:cubicBezTo>
                  <a:pt x="1279926" y="78623"/>
                  <a:pt x="1274375" y="92583"/>
                  <a:pt x="1274375" y="120503"/>
                </a:cubicBezTo>
                <a:cubicBezTo>
                  <a:pt x="1274375" y="136342"/>
                  <a:pt x="1275721" y="147324"/>
                  <a:pt x="1278415" y="153448"/>
                </a:cubicBezTo>
                <a:cubicBezTo>
                  <a:pt x="1281111" y="159572"/>
                  <a:pt x="1284826" y="162634"/>
                  <a:pt x="1289560" y="162634"/>
                </a:cubicBezTo>
                <a:close/>
                <a:moveTo>
                  <a:pt x="1461725" y="118055"/>
                </a:moveTo>
                <a:cubicBezTo>
                  <a:pt x="1461725" y="123280"/>
                  <a:pt x="1461479" y="127771"/>
                  <a:pt x="1460988" y="131529"/>
                </a:cubicBezTo>
                <a:lnTo>
                  <a:pt x="1394856" y="131529"/>
                </a:lnTo>
                <a:cubicBezTo>
                  <a:pt x="1395673" y="143284"/>
                  <a:pt x="1397837" y="151407"/>
                  <a:pt x="1401348" y="155900"/>
                </a:cubicBezTo>
                <a:cubicBezTo>
                  <a:pt x="1404858" y="160390"/>
                  <a:pt x="1409961" y="162634"/>
                  <a:pt x="1416656" y="162634"/>
                </a:cubicBezTo>
                <a:cubicBezTo>
                  <a:pt x="1421066" y="162634"/>
                  <a:pt x="1425312" y="161777"/>
                  <a:pt x="1429393" y="160063"/>
                </a:cubicBezTo>
                <a:cubicBezTo>
                  <a:pt x="1433474" y="158347"/>
                  <a:pt x="1437883" y="155693"/>
                  <a:pt x="1442619" y="152103"/>
                </a:cubicBezTo>
                <a:lnTo>
                  <a:pt x="1457804" y="172187"/>
                </a:lnTo>
                <a:cubicBezTo>
                  <a:pt x="1445720" y="183942"/>
                  <a:pt x="1431106" y="189820"/>
                  <a:pt x="1413961" y="189820"/>
                </a:cubicBezTo>
                <a:cubicBezTo>
                  <a:pt x="1395673" y="189820"/>
                  <a:pt x="1381794" y="183819"/>
                  <a:pt x="1372324" y="171817"/>
                </a:cubicBezTo>
                <a:cubicBezTo>
                  <a:pt x="1362853" y="159815"/>
                  <a:pt x="1358118" y="143038"/>
                  <a:pt x="1358118" y="121486"/>
                </a:cubicBezTo>
                <a:cubicBezTo>
                  <a:pt x="1358118" y="99932"/>
                  <a:pt x="1362649" y="82868"/>
                  <a:pt x="1371711" y="70296"/>
                </a:cubicBezTo>
                <a:cubicBezTo>
                  <a:pt x="1380772" y="57721"/>
                  <a:pt x="1393714" y="51433"/>
                  <a:pt x="1410534" y="51433"/>
                </a:cubicBezTo>
                <a:cubicBezTo>
                  <a:pt x="1426535" y="51433"/>
                  <a:pt x="1439066" y="57108"/>
                  <a:pt x="1448128" y="68457"/>
                </a:cubicBezTo>
                <a:cubicBezTo>
                  <a:pt x="1457193" y="79806"/>
                  <a:pt x="1461725" y="96339"/>
                  <a:pt x="1461725" y="118055"/>
                </a:cubicBezTo>
                <a:moveTo>
                  <a:pt x="1425719" y="107524"/>
                </a:moveTo>
                <a:cubicBezTo>
                  <a:pt x="1425719" y="96421"/>
                  <a:pt x="1424617" y="88380"/>
                  <a:pt x="1422412" y="83399"/>
                </a:cubicBezTo>
                <a:cubicBezTo>
                  <a:pt x="1420207" y="78418"/>
                  <a:pt x="1416328" y="75928"/>
                  <a:pt x="1410777" y="75928"/>
                </a:cubicBezTo>
                <a:cubicBezTo>
                  <a:pt x="1405879" y="75928"/>
                  <a:pt x="1402164" y="78336"/>
                  <a:pt x="1399632" y="83152"/>
                </a:cubicBezTo>
                <a:cubicBezTo>
                  <a:pt x="1397101" y="87968"/>
                  <a:pt x="1395509" y="96664"/>
                  <a:pt x="1394856" y="109239"/>
                </a:cubicBezTo>
                <a:lnTo>
                  <a:pt x="1425719" y="109239"/>
                </a:lnTo>
                <a:lnTo>
                  <a:pt x="1425719" y="107524"/>
                </a:lnTo>
                <a:close/>
                <a:moveTo>
                  <a:pt x="1596826" y="179535"/>
                </a:moveTo>
                <a:cubicBezTo>
                  <a:pt x="1592745" y="182963"/>
                  <a:pt x="1588010" y="185534"/>
                  <a:pt x="1582620" y="187249"/>
                </a:cubicBezTo>
                <a:cubicBezTo>
                  <a:pt x="1577231" y="188963"/>
                  <a:pt x="1571761" y="189820"/>
                  <a:pt x="1566210" y="189820"/>
                </a:cubicBezTo>
                <a:cubicBezTo>
                  <a:pt x="1553637" y="189820"/>
                  <a:pt x="1544167" y="186228"/>
                  <a:pt x="1537798" y="179045"/>
                </a:cubicBezTo>
                <a:cubicBezTo>
                  <a:pt x="1531430" y="171860"/>
                  <a:pt x="1528246" y="162225"/>
                  <a:pt x="1528246" y="150141"/>
                </a:cubicBezTo>
                <a:lnTo>
                  <a:pt x="1528246" y="81560"/>
                </a:lnTo>
                <a:lnTo>
                  <a:pt x="1514776" y="81560"/>
                </a:lnTo>
                <a:lnTo>
                  <a:pt x="1514776" y="55597"/>
                </a:lnTo>
                <a:lnTo>
                  <a:pt x="1528246" y="55597"/>
                </a:lnTo>
                <a:lnTo>
                  <a:pt x="1528246" y="27185"/>
                </a:lnTo>
                <a:lnTo>
                  <a:pt x="1565230" y="23022"/>
                </a:lnTo>
                <a:lnTo>
                  <a:pt x="1565230" y="55597"/>
                </a:lnTo>
                <a:lnTo>
                  <a:pt x="1589478" y="55597"/>
                </a:lnTo>
                <a:lnTo>
                  <a:pt x="1585558" y="81560"/>
                </a:lnTo>
                <a:lnTo>
                  <a:pt x="1565230" y="81560"/>
                </a:lnTo>
                <a:lnTo>
                  <a:pt x="1565230" y="149898"/>
                </a:lnTo>
                <a:cubicBezTo>
                  <a:pt x="1565230" y="156919"/>
                  <a:pt x="1568169" y="160429"/>
                  <a:pt x="1574047" y="160429"/>
                </a:cubicBezTo>
                <a:cubicBezTo>
                  <a:pt x="1577313" y="160429"/>
                  <a:pt x="1580824" y="159286"/>
                  <a:pt x="1584579" y="156999"/>
                </a:cubicBezTo>
                <a:lnTo>
                  <a:pt x="1596826" y="179535"/>
                </a:lnTo>
                <a:close/>
                <a:moveTo>
                  <a:pt x="1671286" y="51433"/>
                </a:moveTo>
                <a:cubicBezTo>
                  <a:pt x="1680592" y="51433"/>
                  <a:pt x="1687899" y="54781"/>
                  <a:pt x="1693206" y="61476"/>
                </a:cubicBezTo>
                <a:cubicBezTo>
                  <a:pt x="1698513" y="68170"/>
                  <a:pt x="1701166" y="77151"/>
                  <a:pt x="1701166" y="88418"/>
                </a:cubicBezTo>
                <a:lnTo>
                  <a:pt x="1701166" y="185657"/>
                </a:lnTo>
                <a:lnTo>
                  <a:pt x="1664182" y="185657"/>
                </a:lnTo>
                <a:lnTo>
                  <a:pt x="1664182" y="92339"/>
                </a:lnTo>
                <a:cubicBezTo>
                  <a:pt x="1664182" y="83847"/>
                  <a:pt x="1661815" y="79602"/>
                  <a:pt x="1657081" y="79602"/>
                </a:cubicBezTo>
                <a:cubicBezTo>
                  <a:pt x="1652344" y="79602"/>
                  <a:pt x="1647200" y="84827"/>
                  <a:pt x="1641649" y="95276"/>
                </a:cubicBezTo>
                <a:lnTo>
                  <a:pt x="1641649" y="185657"/>
                </a:lnTo>
                <a:lnTo>
                  <a:pt x="1604664" y="185657"/>
                </a:lnTo>
                <a:lnTo>
                  <a:pt x="1604664" y="3917"/>
                </a:lnTo>
                <a:lnTo>
                  <a:pt x="1641649" y="0"/>
                </a:lnTo>
                <a:lnTo>
                  <a:pt x="1641649" y="69313"/>
                </a:lnTo>
                <a:cubicBezTo>
                  <a:pt x="1645730" y="63109"/>
                  <a:pt x="1650139" y="58578"/>
                  <a:pt x="1654876" y="55720"/>
                </a:cubicBezTo>
                <a:cubicBezTo>
                  <a:pt x="1659612" y="52862"/>
                  <a:pt x="1665082" y="51433"/>
                  <a:pt x="1671286" y="51433"/>
                </a:cubicBezTo>
                <a:close/>
                <a:moveTo>
                  <a:pt x="1811191" y="151120"/>
                </a:moveTo>
                <a:cubicBezTo>
                  <a:pt x="1811191" y="155203"/>
                  <a:pt x="1811680" y="158226"/>
                  <a:pt x="1812659" y="160187"/>
                </a:cubicBezTo>
                <a:cubicBezTo>
                  <a:pt x="1813639" y="162145"/>
                  <a:pt x="1815353" y="163695"/>
                  <a:pt x="1817802" y="164836"/>
                </a:cubicBezTo>
                <a:lnTo>
                  <a:pt x="1810211" y="189087"/>
                </a:lnTo>
                <a:cubicBezTo>
                  <a:pt x="1803190" y="188432"/>
                  <a:pt x="1797433" y="186758"/>
                  <a:pt x="1792941" y="184064"/>
                </a:cubicBezTo>
                <a:cubicBezTo>
                  <a:pt x="1788451" y="181371"/>
                  <a:pt x="1784982" y="177167"/>
                  <a:pt x="1782533" y="171451"/>
                </a:cubicBezTo>
                <a:cubicBezTo>
                  <a:pt x="1775021" y="183697"/>
                  <a:pt x="1764326" y="189820"/>
                  <a:pt x="1750448" y="189820"/>
                </a:cubicBezTo>
                <a:cubicBezTo>
                  <a:pt x="1739669" y="189820"/>
                  <a:pt x="1731096" y="186105"/>
                  <a:pt x="1724727" y="178675"/>
                </a:cubicBezTo>
                <a:cubicBezTo>
                  <a:pt x="1718361" y="171245"/>
                  <a:pt x="1715178" y="161407"/>
                  <a:pt x="1715178" y="149161"/>
                </a:cubicBezTo>
                <a:cubicBezTo>
                  <a:pt x="1715178" y="134957"/>
                  <a:pt x="1719587" y="124140"/>
                  <a:pt x="1728405" y="116710"/>
                </a:cubicBezTo>
                <a:cubicBezTo>
                  <a:pt x="1737222" y="109280"/>
                  <a:pt x="1750121" y="105565"/>
                  <a:pt x="1767101" y="105565"/>
                </a:cubicBezTo>
                <a:lnTo>
                  <a:pt x="1774938" y="105565"/>
                </a:lnTo>
                <a:lnTo>
                  <a:pt x="1774938" y="98707"/>
                </a:lnTo>
                <a:cubicBezTo>
                  <a:pt x="1774938" y="90869"/>
                  <a:pt x="1773755" y="85440"/>
                  <a:pt x="1771388" y="82420"/>
                </a:cubicBezTo>
                <a:cubicBezTo>
                  <a:pt x="1769021" y="79397"/>
                  <a:pt x="1764816" y="77886"/>
                  <a:pt x="1758774" y="77886"/>
                </a:cubicBezTo>
                <a:cubicBezTo>
                  <a:pt x="1751262" y="77886"/>
                  <a:pt x="1741955" y="80091"/>
                  <a:pt x="1730853" y="84501"/>
                </a:cubicBezTo>
                <a:lnTo>
                  <a:pt x="1722526" y="60986"/>
                </a:lnTo>
                <a:cubicBezTo>
                  <a:pt x="1729221" y="57884"/>
                  <a:pt x="1736364" y="55517"/>
                  <a:pt x="1743956" y="53885"/>
                </a:cubicBezTo>
                <a:cubicBezTo>
                  <a:pt x="1751550" y="52251"/>
                  <a:pt x="1758776" y="51433"/>
                  <a:pt x="1765632" y="51433"/>
                </a:cubicBezTo>
                <a:cubicBezTo>
                  <a:pt x="1780980" y="51433"/>
                  <a:pt x="1792410" y="55148"/>
                  <a:pt x="1799923" y="62578"/>
                </a:cubicBezTo>
                <a:cubicBezTo>
                  <a:pt x="1807435" y="70008"/>
                  <a:pt x="1811191" y="81397"/>
                  <a:pt x="1811191" y="96745"/>
                </a:cubicBezTo>
                <a:lnTo>
                  <a:pt x="1811191" y="151120"/>
                </a:lnTo>
                <a:moveTo>
                  <a:pt x="1761712" y="163614"/>
                </a:moveTo>
                <a:cubicBezTo>
                  <a:pt x="1764490" y="163614"/>
                  <a:pt x="1767021" y="162552"/>
                  <a:pt x="1769306" y="160429"/>
                </a:cubicBezTo>
                <a:cubicBezTo>
                  <a:pt x="1771593" y="158307"/>
                  <a:pt x="1773471" y="155286"/>
                  <a:pt x="1774938" y="151366"/>
                </a:cubicBezTo>
                <a:lnTo>
                  <a:pt x="1774938" y="126139"/>
                </a:lnTo>
                <a:lnTo>
                  <a:pt x="1770532" y="126139"/>
                </a:lnTo>
                <a:cubicBezTo>
                  <a:pt x="1763837" y="126139"/>
                  <a:pt x="1758979" y="127731"/>
                  <a:pt x="1755956" y="130916"/>
                </a:cubicBezTo>
                <a:cubicBezTo>
                  <a:pt x="1752937" y="134100"/>
                  <a:pt x="1751427" y="139120"/>
                  <a:pt x="1751427" y="145977"/>
                </a:cubicBezTo>
                <a:cubicBezTo>
                  <a:pt x="1751427" y="151693"/>
                  <a:pt x="1752325" y="156062"/>
                  <a:pt x="1754121" y="159084"/>
                </a:cubicBezTo>
                <a:cubicBezTo>
                  <a:pt x="1755918" y="162104"/>
                  <a:pt x="1758448" y="163614"/>
                  <a:pt x="1761712" y="163614"/>
                </a:cubicBezTo>
                <a:close/>
                <a:moveTo>
                  <a:pt x="1905660" y="179535"/>
                </a:moveTo>
                <a:cubicBezTo>
                  <a:pt x="1901579" y="182963"/>
                  <a:pt x="1896843" y="185534"/>
                  <a:pt x="1891454" y="187249"/>
                </a:cubicBezTo>
                <a:cubicBezTo>
                  <a:pt x="1886065" y="188963"/>
                  <a:pt x="1880595" y="189820"/>
                  <a:pt x="1875043" y="189820"/>
                </a:cubicBezTo>
                <a:cubicBezTo>
                  <a:pt x="1862471" y="189820"/>
                  <a:pt x="1853000" y="186228"/>
                  <a:pt x="1846632" y="179045"/>
                </a:cubicBezTo>
                <a:cubicBezTo>
                  <a:pt x="1840264" y="171860"/>
                  <a:pt x="1837079" y="162225"/>
                  <a:pt x="1837079" y="150141"/>
                </a:cubicBezTo>
                <a:lnTo>
                  <a:pt x="1837079" y="81560"/>
                </a:lnTo>
                <a:lnTo>
                  <a:pt x="1823610" y="81560"/>
                </a:lnTo>
                <a:lnTo>
                  <a:pt x="1823610" y="55597"/>
                </a:lnTo>
                <a:lnTo>
                  <a:pt x="1837079" y="55597"/>
                </a:lnTo>
                <a:lnTo>
                  <a:pt x="1837079" y="27185"/>
                </a:lnTo>
                <a:lnTo>
                  <a:pt x="1874064" y="23022"/>
                </a:lnTo>
                <a:lnTo>
                  <a:pt x="1874064" y="55597"/>
                </a:lnTo>
                <a:lnTo>
                  <a:pt x="1898312" y="55597"/>
                </a:lnTo>
                <a:lnTo>
                  <a:pt x="1894392" y="81560"/>
                </a:lnTo>
                <a:lnTo>
                  <a:pt x="1874064" y="81560"/>
                </a:lnTo>
                <a:lnTo>
                  <a:pt x="1874064" y="149898"/>
                </a:lnTo>
                <a:cubicBezTo>
                  <a:pt x="1874064" y="156919"/>
                  <a:pt x="1877003" y="160429"/>
                  <a:pt x="1882881" y="160429"/>
                </a:cubicBezTo>
                <a:cubicBezTo>
                  <a:pt x="1886147" y="160429"/>
                  <a:pt x="1889658" y="159286"/>
                  <a:pt x="1893412" y="156999"/>
                </a:cubicBezTo>
                <a:lnTo>
                  <a:pt x="1905660" y="179535"/>
                </a:lnTo>
                <a:close/>
                <a:moveTo>
                  <a:pt x="2053598" y="185657"/>
                </a:moveTo>
                <a:lnTo>
                  <a:pt x="2021266" y="185657"/>
                </a:lnTo>
                <a:lnTo>
                  <a:pt x="2019797" y="170715"/>
                </a:lnTo>
                <a:cubicBezTo>
                  <a:pt x="2011959" y="183452"/>
                  <a:pt x="2001590" y="189820"/>
                  <a:pt x="1988691" y="189820"/>
                </a:cubicBezTo>
                <a:cubicBezTo>
                  <a:pt x="1979221" y="189820"/>
                  <a:pt x="1971750" y="186392"/>
                  <a:pt x="1966279" y="179535"/>
                </a:cubicBezTo>
                <a:cubicBezTo>
                  <a:pt x="1960810" y="172676"/>
                  <a:pt x="1958075" y="163612"/>
                  <a:pt x="1958075" y="152346"/>
                </a:cubicBezTo>
                <a:lnTo>
                  <a:pt x="1958075" y="55597"/>
                </a:lnTo>
                <a:lnTo>
                  <a:pt x="1995060" y="55597"/>
                </a:lnTo>
                <a:lnTo>
                  <a:pt x="1995060" y="150877"/>
                </a:lnTo>
                <a:cubicBezTo>
                  <a:pt x="1995060" y="154632"/>
                  <a:pt x="1995713" y="157489"/>
                  <a:pt x="1997018" y="159450"/>
                </a:cubicBezTo>
                <a:cubicBezTo>
                  <a:pt x="1998324" y="161409"/>
                  <a:pt x="2000203" y="162388"/>
                  <a:pt x="2002654" y="162388"/>
                </a:cubicBezTo>
                <a:cubicBezTo>
                  <a:pt x="2007879" y="162388"/>
                  <a:pt x="2012532" y="157816"/>
                  <a:pt x="2016613" y="148672"/>
                </a:cubicBezTo>
                <a:lnTo>
                  <a:pt x="2016613" y="55597"/>
                </a:lnTo>
                <a:lnTo>
                  <a:pt x="2053598" y="55597"/>
                </a:lnTo>
                <a:lnTo>
                  <a:pt x="2053598" y="185657"/>
                </a:lnTo>
                <a:close/>
                <a:moveTo>
                  <a:pt x="2115811" y="51433"/>
                </a:moveTo>
                <a:cubicBezTo>
                  <a:pt x="2123812" y="51433"/>
                  <a:pt x="2131322" y="52821"/>
                  <a:pt x="2138344" y="55597"/>
                </a:cubicBezTo>
                <a:cubicBezTo>
                  <a:pt x="2145365" y="58372"/>
                  <a:pt x="2151488" y="62292"/>
                  <a:pt x="2156713" y="67355"/>
                </a:cubicBezTo>
                <a:lnTo>
                  <a:pt x="2143243" y="87196"/>
                </a:lnTo>
                <a:cubicBezTo>
                  <a:pt x="2134264" y="80990"/>
                  <a:pt x="2126181" y="77886"/>
                  <a:pt x="2118995" y="77886"/>
                </a:cubicBezTo>
                <a:cubicBezTo>
                  <a:pt x="2115076" y="77886"/>
                  <a:pt x="2112014" y="78867"/>
                  <a:pt x="2109809" y="80828"/>
                </a:cubicBezTo>
                <a:cubicBezTo>
                  <a:pt x="2107607" y="82786"/>
                  <a:pt x="2106505" y="85479"/>
                  <a:pt x="2106505" y="88908"/>
                </a:cubicBezTo>
                <a:cubicBezTo>
                  <a:pt x="2106505" y="92665"/>
                  <a:pt x="2107893" y="95727"/>
                  <a:pt x="2110669" y="98094"/>
                </a:cubicBezTo>
                <a:cubicBezTo>
                  <a:pt x="2113444" y="100461"/>
                  <a:pt x="2119404" y="103522"/>
                  <a:pt x="2128548" y="107277"/>
                </a:cubicBezTo>
                <a:cubicBezTo>
                  <a:pt x="2139489" y="111849"/>
                  <a:pt x="2147571" y="117156"/>
                  <a:pt x="2152796" y="123198"/>
                </a:cubicBezTo>
                <a:cubicBezTo>
                  <a:pt x="2158021" y="129240"/>
                  <a:pt x="2160633" y="137323"/>
                  <a:pt x="2160633" y="147446"/>
                </a:cubicBezTo>
                <a:cubicBezTo>
                  <a:pt x="2160633" y="160509"/>
                  <a:pt x="2156020" y="170838"/>
                  <a:pt x="2146794" y="178432"/>
                </a:cubicBezTo>
                <a:cubicBezTo>
                  <a:pt x="2137568" y="186024"/>
                  <a:pt x="2125607" y="189820"/>
                  <a:pt x="2110912" y="189820"/>
                </a:cubicBezTo>
                <a:cubicBezTo>
                  <a:pt x="2101768" y="189820"/>
                  <a:pt x="2093195" y="188147"/>
                  <a:pt x="2085195" y="184801"/>
                </a:cubicBezTo>
                <a:cubicBezTo>
                  <a:pt x="2077194" y="181452"/>
                  <a:pt x="2070336" y="176757"/>
                  <a:pt x="2064621" y="170715"/>
                </a:cubicBezTo>
                <a:lnTo>
                  <a:pt x="2082011" y="151609"/>
                </a:lnTo>
                <a:cubicBezTo>
                  <a:pt x="2091807" y="159612"/>
                  <a:pt x="2100788" y="163614"/>
                  <a:pt x="2108953" y="163614"/>
                </a:cubicBezTo>
                <a:cubicBezTo>
                  <a:pt x="2113361" y="163614"/>
                  <a:pt x="2116830" y="162471"/>
                  <a:pt x="2119362" y="160187"/>
                </a:cubicBezTo>
                <a:cubicBezTo>
                  <a:pt x="2121893" y="157899"/>
                  <a:pt x="2123159" y="154714"/>
                  <a:pt x="2123159" y="150630"/>
                </a:cubicBezTo>
                <a:cubicBezTo>
                  <a:pt x="2123159" y="146058"/>
                  <a:pt x="2121730" y="142425"/>
                  <a:pt x="2118872" y="139732"/>
                </a:cubicBezTo>
                <a:cubicBezTo>
                  <a:pt x="2116014" y="137039"/>
                  <a:pt x="2110177" y="133896"/>
                  <a:pt x="2101359" y="130303"/>
                </a:cubicBezTo>
                <a:cubicBezTo>
                  <a:pt x="2090256" y="125731"/>
                  <a:pt x="2082256" y="120465"/>
                  <a:pt x="2077358" y="114505"/>
                </a:cubicBezTo>
                <a:cubicBezTo>
                  <a:pt x="2072459" y="108545"/>
                  <a:pt x="2070010" y="100911"/>
                  <a:pt x="2070010" y="91602"/>
                </a:cubicBezTo>
                <a:cubicBezTo>
                  <a:pt x="2070010" y="79847"/>
                  <a:pt x="2074091" y="70214"/>
                  <a:pt x="2082254" y="62702"/>
                </a:cubicBezTo>
                <a:cubicBezTo>
                  <a:pt x="2090418" y="55189"/>
                  <a:pt x="2101604" y="51433"/>
                  <a:pt x="2115811" y="51433"/>
                </a:cubicBezTo>
                <a:close/>
                <a:moveTo>
                  <a:pt x="2274038" y="118055"/>
                </a:moveTo>
                <a:cubicBezTo>
                  <a:pt x="2274038" y="123280"/>
                  <a:pt x="2273792" y="127771"/>
                  <a:pt x="2273301" y="131529"/>
                </a:cubicBezTo>
                <a:lnTo>
                  <a:pt x="2207169" y="131529"/>
                </a:lnTo>
                <a:cubicBezTo>
                  <a:pt x="2207986" y="143284"/>
                  <a:pt x="2210150" y="151407"/>
                  <a:pt x="2213661" y="155900"/>
                </a:cubicBezTo>
                <a:cubicBezTo>
                  <a:pt x="2217171" y="160390"/>
                  <a:pt x="2222274" y="162634"/>
                  <a:pt x="2228969" y="162634"/>
                </a:cubicBezTo>
                <a:cubicBezTo>
                  <a:pt x="2233379" y="162634"/>
                  <a:pt x="2237625" y="161777"/>
                  <a:pt x="2241706" y="160063"/>
                </a:cubicBezTo>
                <a:cubicBezTo>
                  <a:pt x="2245787" y="158347"/>
                  <a:pt x="2250196" y="155693"/>
                  <a:pt x="2254932" y="152103"/>
                </a:cubicBezTo>
                <a:lnTo>
                  <a:pt x="2270117" y="172187"/>
                </a:lnTo>
                <a:cubicBezTo>
                  <a:pt x="2258033" y="183942"/>
                  <a:pt x="2243419" y="189820"/>
                  <a:pt x="2226274" y="189820"/>
                </a:cubicBezTo>
                <a:cubicBezTo>
                  <a:pt x="2207986" y="189820"/>
                  <a:pt x="2194107" y="183819"/>
                  <a:pt x="2184637" y="171817"/>
                </a:cubicBezTo>
                <a:cubicBezTo>
                  <a:pt x="2175166" y="159815"/>
                  <a:pt x="2170431" y="143038"/>
                  <a:pt x="2170431" y="121486"/>
                </a:cubicBezTo>
                <a:cubicBezTo>
                  <a:pt x="2170431" y="99932"/>
                  <a:pt x="2174962" y="82868"/>
                  <a:pt x="2184024" y="70296"/>
                </a:cubicBezTo>
                <a:cubicBezTo>
                  <a:pt x="2193085" y="57721"/>
                  <a:pt x="2206027" y="51433"/>
                  <a:pt x="2222847" y="51433"/>
                </a:cubicBezTo>
                <a:cubicBezTo>
                  <a:pt x="2238848" y="51433"/>
                  <a:pt x="2251379" y="57108"/>
                  <a:pt x="2260441" y="68457"/>
                </a:cubicBezTo>
                <a:cubicBezTo>
                  <a:pt x="2269506" y="79806"/>
                  <a:pt x="2274038" y="96339"/>
                  <a:pt x="2274038" y="118055"/>
                </a:cubicBezTo>
                <a:moveTo>
                  <a:pt x="2238032" y="107524"/>
                </a:moveTo>
                <a:cubicBezTo>
                  <a:pt x="2238032" y="96421"/>
                  <a:pt x="2236930" y="88380"/>
                  <a:pt x="2234725" y="83399"/>
                </a:cubicBezTo>
                <a:cubicBezTo>
                  <a:pt x="2232519" y="78418"/>
                  <a:pt x="2228641" y="75928"/>
                  <a:pt x="2223090" y="75928"/>
                </a:cubicBezTo>
                <a:cubicBezTo>
                  <a:pt x="2218192" y="75928"/>
                  <a:pt x="2214477" y="78336"/>
                  <a:pt x="2211945" y="83152"/>
                </a:cubicBezTo>
                <a:cubicBezTo>
                  <a:pt x="2209414" y="87968"/>
                  <a:pt x="2207822" y="96664"/>
                  <a:pt x="2207169" y="109239"/>
                </a:cubicBezTo>
                <a:lnTo>
                  <a:pt x="2238032" y="109239"/>
                </a:lnTo>
                <a:lnTo>
                  <a:pt x="2238032" y="107524"/>
                </a:lnTo>
                <a:close/>
                <a:moveTo>
                  <a:pt x="2330370" y="51433"/>
                </a:moveTo>
                <a:cubicBezTo>
                  <a:pt x="2338371" y="51433"/>
                  <a:pt x="2345882" y="52821"/>
                  <a:pt x="2352903" y="55597"/>
                </a:cubicBezTo>
                <a:cubicBezTo>
                  <a:pt x="2359924" y="58372"/>
                  <a:pt x="2366047" y="62292"/>
                  <a:pt x="2371272" y="67355"/>
                </a:cubicBezTo>
                <a:lnTo>
                  <a:pt x="2357802" y="87196"/>
                </a:lnTo>
                <a:cubicBezTo>
                  <a:pt x="2348823" y="80990"/>
                  <a:pt x="2340740" y="77886"/>
                  <a:pt x="2333555" y="77886"/>
                </a:cubicBezTo>
                <a:cubicBezTo>
                  <a:pt x="2329635" y="77886"/>
                  <a:pt x="2326573" y="78867"/>
                  <a:pt x="2324368" y="80828"/>
                </a:cubicBezTo>
                <a:cubicBezTo>
                  <a:pt x="2322166" y="82786"/>
                  <a:pt x="2321064" y="85479"/>
                  <a:pt x="2321064" y="88908"/>
                </a:cubicBezTo>
                <a:cubicBezTo>
                  <a:pt x="2321064" y="92665"/>
                  <a:pt x="2322452" y="95727"/>
                  <a:pt x="2325228" y="98094"/>
                </a:cubicBezTo>
                <a:cubicBezTo>
                  <a:pt x="2328003" y="100461"/>
                  <a:pt x="2333963" y="103522"/>
                  <a:pt x="2343107" y="107277"/>
                </a:cubicBezTo>
                <a:cubicBezTo>
                  <a:pt x="2354048" y="111849"/>
                  <a:pt x="2362130" y="117156"/>
                  <a:pt x="2367355" y="123198"/>
                </a:cubicBezTo>
                <a:cubicBezTo>
                  <a:pt x="2372580" y="129240"/>
                  <a:pt x="2375192" y="137323"/>
                  <a:pt x="2375192" y="147446"/>
                </a:cubicBezTo>
                <a:cubicBezTo>
                  <a:pt x="2375192" y="160509"/>
                  <a:pt x="2370579" y="170838"/>
                  <a:pt x="2361353" y="178432"/>
                </a:cubicBezTo>
                <a:cubicBezTo>
                  <a:pt x="2352127" y="186024"/>
                  <a:pt x="2340166" y="189820"/>
                  <a:pt x="2325471" y="189820"/>
                </a:cubicBezTo>
                <a:cubicBezTo>
                  <a:pt x="2316327" y="189820"/>
                  <a:pt x="2307754" y="188147"/>
                  <a:pt x="2299754" y="184801"/>
                </a:cubicBezTo>
                <a:cubicBezTo>
                  <a:pt x="2291754" y="181452"/>
                  <a:pt x="2284896" y="176757"/>
                  <a:pt x="2279180" y="170715"/>
                </a:cubicBezTo>
                <a:lnTo>
                  <a:pt x="2296570" y="151609"/>
                </a:lnTo>
                <a:cubicBezTo>
                  <a:pt x="2306367" y="159612"/>
                  <a:pt x="2315347" y="163614"/>
                  <a:pt x="2323512" y="163614"/>
                </a:cubicBezTo>
                <a:cubicBezTo>
                  <a:pt x="2327920" y="163614"/>
                  <a:pt x="2331389" y="162471"/>
                  <a:pt x="2333921" y="160187"/>
                </a:cubicBezTo>
                <a:cubicBezTo>
                  <a:pt x="2336452" y="157899"/>
                  <a:pt x="2337718" y="154714"/>
                  <a:pt x="2337718" y="150630"/>
                </a:cubicBezTo>
                <a:cubicBezTo>
                  <a:pt x="2337718" y="146058"/>
                  <a:pt x="2336289" y="142425"/>
                  <a:pt x="2333431" y="139732"/>
                </a:cubicBezTo>
                <a:cubicBezTo>
                  <a:pt x="2330573" y="137039"/>
                  <a:pt x="2324736" y="133896"/>
                  <a:pt x="2315918" y="130303"/>
                </a:cubicBezTo>
                <a:cubicBezTo>
                  <a:pt x="2304816" y="125731"/>
                  <a:pt x="2296815" y="120465"/>
                  <a:pt x="2291917" y="114505"/>
                </a:cubicBezTo>
                <a:cubicBezTo>
                  <a:pt x="2287018" y="108545"/>
                  <a:pt x="2284569" y="100911"/>
                  <a:pt x="2284569" y="91602"/>
                </a:cubicBezTo>
                <a:cubicBezTo>
                  <a:pt x="2284569" y="79847"/>
                  <a:pt x="2288650" y="70214"/>
                  <a:pt x="2296813" y="62702"/>
                </a:cubicBezTo>
                <a:cubicBezTo>
                  <a:pt x="2304978" y="55189"/>
                  <a:pt x="2316163" y="51433"/>
                  <a:pt x="2330370" y="51433"/>
                </a:cubicBezTo>
                <a:close/>
                <a:moveTo>
                  <a:pt x="2479043" y="15921"/>
                </a:moveTo>
                <a:cubicBezTo>
                  <a:pt x="2500107" y="15921"/>
                  <a:pt x="2516190" y="20575"/>
                  <a:pt x="2527292" y="29884"/>
                </a:cubicBezTo>
                <a:cubicBezTo>
                  <a:pt x="2538397" y="39190"/>
                  <a:pt x="2543949" y="52905"/>
                  <a:pt x="2543949" y="71028"/>
                </a:cubicBezTo>
                <a:cubicBezTo>
                  <a:pt x="2543949" y="89969"/>
                  <a:pt x="2538642" y="104298"/>
                  <a:pt x="2528028" y="114015"/>
                </a:cubicBezTo>
                <a:cubicBezTo>
                  <a:pt x="2517414" y="123730"/>
                  <a:pt x="2502393" y="128587"/>
                  <a:pt x="2482963" y="128587"/>
                </a:cubicBezTo>
                <a:lnTo>
                  <a:pt x="2473900" y="128587"/>
                </a:lnTo>
                <a:lnTo>
                  <a:pt x="2473900" y="185657"/>
                </a:lnTo>
                <a:lnTo>
                  <a:pt x="2435447" y="185657"/>
                </a:lnTo>
                <a:lnTo>
                  <a:pt x="2435447" y="15921"/>
                </a:lnTo>
                <a:lnTo>
                  <a:pt x="2479043" y="15921"/>
                </a:lnTo>
                <a:moveTo>
                  <a:pt x="2479779" y="100666"/>
                </a:moveTo>
                <a:cubicBezTo>
                  <a:pt x="2488597" y="100666"/>
                  <a:pt x="2494924" y="98421"/>
                  <a:pt x="2498761" y="93931"/>
                </a:cubicBezTo>
                <a:cubicBezTo>
                  <a:pt x="2502598" y="89441"/>
                  <a:pt x="2504517" y="81807"/>
                  <a:pt x="2504517" y="71028"/>
                </a:cubicBezTo>
                <a:cubicBezTo>
                  <a:pt x="2504517" y="61558"/>
                  <a:pt x="2502679" y="54578"/>
                  <a:pt x="2499004" y="50088"/>
                </a:cubicBezTo>
                <a:cubicBezTo>
                  <a:pt x="2495332" y="45598"/>
                  <a:pt x="2489086" y="43353"/>
                  <a:pt x="2480269" y="43353"/>
                </a:cubicBezTo>
                <a:lnTo>
                  <a:pt x="2473900" y="43353"/>
                </a:lnTo>
                <a:lnTo>
                  <a:pt x="2473900" y="100666"/>
                </a:lnTo>
                <a:lnTo>
                  <a:pt x="2479779" y="100666"/>
                </a:lnTo>
                <a:close/>
                <a:moveTo>
                  <a:pt x="2646308" y="151120"/>
                </a:moveTo>
                <a:cubicBezTo>
                  <a:pt x="2646308" y="155203"/>
                  <a:pt x="2646797" y="158226"/>
                  <a:pt x="2647776" y="160187"/>
                </a:cubicBezTo>
                <a:cubicBezTo>
                  <a:pt x="2648756" y="162145"/>
                  <a:pt x="2650470" y="163695"/>
                  <a:pt x="2652919" y="164836"/>
                </a:cubicBezTo>
                <a:lnTo>
                  <a:pt x="2645328" y="189087"/>
                </a:lnTo>
                <a:cubicBezTo>
                  <a:pt x="2638307" y="188432"/>
                  <a:pt x="2632550" y="186758"/>
                  <a:pt x="2628058" y="184064"/>
                </a:cubicBezTo>
                <a:cubicBezTo>
                  <a:pt x="2623568" y="181371"/>
                  <a:pt x="2620099" y="177167"/>
                  <a:pt x="2617650" y="171451"/>
                </a:cubicBezTo>
                <a:cubicBezTo>
                  <a:pt x="2610138" y="183697"/>
                  <a:pt x="2599442" y="189820"/>
                  <a:pt x="2585564" y="189820"/>
                </a:cubicBezTo>
                <a:cubicBezTo>
                  <a:pt x="2574786" y="189820"/>
                  <a:pt x="2566212" y="186105"/>
                  <a:pt x="2559844" y="178675"/>
                </a:cubicBezTo>
                <a:cubicBezTo>
                  <a:pt x="2553478" y="171245"/>
                  <a:pt x="2550295" y="161407"/>
                  <a:pt x="2550295" y="149161"/>
                </a:cubicBezTo>
                <a:cubicBezTo>
                  <a:pt x="2550295" y="134957"/>
                  <a:pt x="2554704" y="124140"/>
                  <a:pt x="2563522" y="116710"/>
                </a:cubicBezTo>
                <a:cubicBezTo>
                  <a:pt x="2572339" y="109280"/>
                  <a:pt x="2585238" y="105565"/>
                  <a:pt x="2602218" y="105565"/>
                </a:cubicBezTo>
                <a:lnTo>
                  <a:pt x="2610055" y="105565"/>
                </a:lnTo>
                <a:lnTo>
                  <a:pt x="2610055" y="98707"/>
                </a:lnTo>
                <a:cubicBezTo>
                  <a:pt x="2610055" y="90869"/>
                  <a:pt x="2608872" y="85440"/>
                  <a:pt x="2606505" y="82420"/>
                </a:cubicBezTo>
                <a:cubicBezTo>
                  <a:pt x="2604138" y="79397"/>
                  <a:pt x="2599933" y="77886"/>
                  <a:pt x="2593891" y="77886"/>
                </a:cubicBezTo>
                <a:cubicBezTo>
                  <a:pt x="2586379" y="77886"/>
                  <a:pt x="2577072" y="80091"/>
                  <a:pt x="2565970" y="84501"/>
                </a:cubicBezTo>
                <a:lnTo>
                  <a:pt x="2557643" y="60986"/>
                </a:lnTo>
                <a:cubicBezTo>
                  <a:pt x="2564338" y="57884"/>
                  <a:pt x="2571481" y="55517"/>
                  <a:pt x="2579073" y="53885"/>
                </a:cubicBezTo>
                <a:cubicBezTo>
                  <a:pt x="2586667" y="52251"/>
                  <a:pt x="2593893" y="51433"/>
                  <a:pt x="2600749" y="51433"/>
                </a:cubicBezTo>
                <a:cubicBezTo>
                  <a:pt x="2616097" y="51433"/>
                  <a:pt x="2627527" y="55148"/>
                  <a:pt x="2635039" y="62578"/>
                </a:cubicBezTo>
                <a:cubicBezTo>
                  <a:pt x="2642552" y="70008"/>
                  <a:pt x="2646308" y="81397"/>
                  <a:pt x="2646308" y="96745"/>
                </a:cubicBezTo>
                <a:lnTo>
                  <a:pt x="2646308" y="151120"/>
                </a:lnTo>
                <a:moveTo>
                  <a:pt x="2596829" y="163614"/>
                </a:moveTo>
                <a:cubicBezTo>
                  <a:pt x="2599607" y="163614"/>
                  <a:pt x="2602138" y="162552"/>
                  <a:pt x="2604423" y="160429"/>
                </a:cubicBezTo>
                <a:cubicBezTo>
                  <a:pt x="2606710" y="158307"/>
                  <a:pt x="2608588" y="155286"/>
                  <a:pt x="2610055" y="151366"/>
                </a:cubicBezTo>
                <a:lnTo>
                  <a:pt x="2610055" y="126139"/>
                </a:lnTo>
                <a:lnTo>
                  <a:pt x="2605649" y="126139"/>
                </a:lnTo>
                <a:cubicBezTo>
                  <a:pt x="2598954" y="126139"/>
                  <a:pt x="2594096" y="127731"/>
                  <a:pt x="2591073" y="130916"/>
                </a:cubicBezTo>
                <a:cubicBezTo>
                  <a:pt x="2588054" y="134100"/>
                  <a:pt x="2586544" y="139120"/>
                  <a:pt x="2586544" y="145977"/>
                </a:cubicBezTo>
                <a:cubicBezTo>
                  <a:pt x="2586544" y="151693"/>
                  <a:pt x="2587442" y="156062"/>
                  <a:pt x="2589238" y="159084"/>
                </a:cubicBezTo>
                <a:cubicBezTo>
                  <a:pt x="2591035" y="162104"/>
                  <a:pt x="2593565" y="163614"/>
                  <a:pt x="2596829" y="163614"/>
                </a:cubicBezTo>
                <a:close/>
                <a:moveTo>
                  <a:pt x="2720202" y="51433"/>
                </a:moveTo>
                <a:cubicBezTo>
                  <a:pt x="2727714" y="51433"/>
                  <a:pt x="2734490" y="52740"/>
                  <a:pt x="2740529" y="55354"/>
                </a:cubicBezTo>
                <a:cubicBezTo>
                  <a:pt x="2746571" y="57965"/>
                  <a:pt x="2752206" y="61965"/>
                  <a:pt x="2757433" y="67355"/>
                </a:cubicBezTo>
                <a:lnTo>
                  <a:pt x="2742245" y="87686"/>
                </a:lnTo>
                <a:cubicBezTo>
                  <a:pt x="2735550" y="82296"/>
                  <a:pt x="2729183" y="79602"/>
                  <a:pt x="2723143" y="79602"/>
                </a:cubicBezTo>
                <a:cubicBezTo>
                  <a:pt x="2716448" y="79602"/>
                  <a:pt x="2711468" y="82664"/>
                  <a:pt x="2708201" y="88788"/>
                </a:cubicBezTo>
                <a:cubicBezTo>
                  <a:pt x="2704935" y="94910"/>
                  <a:pt x="2703302" y="105809"/>
                  <a:pt x="2703302" y="121486"/>
                </a:cubicBezTo>
                <a:cubicBezTo>
                  <a:pt x="2703302" y="136343"/>
                  <a:pt x="2705016" y="146630"/>
                  <a:pt x="2708444" y="152346"/>
                </a:cubicBezTo>
                <a:cubicBezTo>
                  <a:pt x="2711875" y="158061"/>
                  <a:pt x="2716693" y="160919"/>
                  <a:pt x="2722897" y="160919"/>
                </a:cubicBezTo>
                <a:cubicBezTo>
                  <a:pt x="2726163" y="160919"/>
                  <a:pt x="2729184" y="160347"/>
                  <a:pt x="2731960" y="159204"/>
                </a:cubicBezTo>
                <a:cubicBezTo>
                  <a:pt x="2734735" y="158060"/>
                  <a:pt x="2737920" y="156100"/>
                  <a:pt x="2741512" y="153325"/>
                </a:cubicBezTo>
                <a:lnTo>
                  <a:pt x="2757433" y="174635"/>
                </a:lnTo>
                <a:cubicBezTo>
                  <a:pt x="2746819" y="184758"/>
                  <a:pt x="2734572" y="189820"/>
                  <a:pt x="2720692" y="189820"/>
                </a:cubicBezTo>
                <a:cubicBezTo>
                  <a:pt x="2703056" y="189820"/>
                  <a:pt x="2689340" y="184064"/>
                  <a:pt x="2679543" y="172553"/>
                </a:cubicBezTo>
                <a:cubicBezTo>
                  <a:pt x="2669747" y="161042"/>
                  <a:pt x="2664848" y="144101"/>
                  <a:pt x="2664848" y="121729"/>
                </a:cubicBezTo>
                <a:cubicBezTo>
                  <a:pt x="2664848" y="107196"/>
                  <a:pt x="2667093" y="94663"/>
                  <a:pt x="2671583" y="84131"/>
                </a:cubicBezTo>
                <a:cubicBezTo>
                  <a:pt x="2676073" y="73600"/>
                  <a:pt x="2682481" y="65517"/>
                  <a:pt x="2690808" y="59884"/>
                </a:cubicBezTo>
                <a:cubicBezTo>
                  <a:pt x="2699137" y="54250"/>
                  <a:pt x="2708935" y="51433"/>
                  <a:pt x="2720202" y="51433"/>
                </a:cubicBezTo>
                <a:close/>
                <a:moveTo>
                  <a:pt x="2805365" y="0"/>
                </a:moveTo>
                <a:lnTo>
                  <a:pt x="2805365" y="185657"/>
                </a:lnTo>
                <a:lnTo>
                  <a:pt x="2768380" y="185657"/>
                </a:lnTo>
                <a:lnTo>
                  <a:pt x="2768380" y="3917"/>
                </a:lnTo>
                <a:lnTo>
                  <a:pt x="2805365" y="0"/>
                </a:lnTo>
                <a:moveTo>
                  <a:pt x="2873213" y="55597"/>
                </a:moveTo>
                <a:lnTo>
                  <a:pt x="2842350" y="112913"/>
                </a:lnTo>
                <a:lnTo>
                  <a:pt x="2875171" y="185657"/>
                </a:lnTo>
                <a:lnTo>
                  <a:pt x="2836228" y="185657"/>
                </a:lnTo>
                <a:lnTo>
                  <a:pt x="2806101" y="114628"/>
                </a:lnTo>
                <a:lnTo>
                  <a:pt x="2837940" y="55597"/>
                </a:lnTo>
                <a:lnTo>
                  <a:pt x="2873213" y="55597"/>
                </a:lnTo>
                <a:close/>
                <a:moveTo>
                  <a:pt x="2973389" y="151120"/>
                </a:moveTo>
                <a:cubicBezTo>
                  <a:pt x="2973389" y="155203"/>
                  <a:pt x="2973879" y="158226"/>
                  <a:pt x="2974858" y="160187"/>
                </a:cubicBezTo>
                <a:cubicBezTo>
                  <a:pt x="2975837" y="162145"/>
                  <a:pt x="2977551" y="163695"/>
                  <a:pt x="2980000" y="164836"/>
                </a:cubicBezTo>
                <a:lnTo>
                  <a:pt x="2972410" y="189087"/>
                </a:lnTo>
                <a:cubicBezTo>
                  <a:pt x="2965389" y="188432"/>
                  <a:pt x="2959632" y="186758"/>
                  <a:pt x="2955140" y="184064"/>
                </a:cubicBezTo>
                <a:cubicBezTo>
                  <a:pt x="2950650" y="181371"/>
                  <a:pt x="2947180" y="177167"/>
                  <a:pt x="2944731" y="171451"/>
                </a:cubicBezTo>
                <a:cubicBezTo>
                  <a:pt x="2937219" y="183697"/>
                  <a:pt x="2926524" y="189820"/>
                  <a:pt x="2912646" y="189820"/>
                </a:cubicBezTo>
                <a:cubicBezTo>
                  <a:pt x="2901867" y="189820"/>
                  <a:pt x="2893294" y="186105"/>
                  <a:pt x="2886925" y="178675"/>
                </a:cubicBezTo>
                <a:cubicBezTo>
                  <a:pt x="2880560" y="171245"/>
                  <a:pt x="2877377" y="161407"/>
                  <a:pt x="2877377" y="149161"/>
                </a:cubicBezTo>
                <a:cubicBezTo>
                  <a:pt x="2877377" y="134957"/>
                  <a:pt x="2881785" y="124140"/>
                  <a:pt x="2890603" y="116710"/>
                </a:cubicBezTo>
                <a:cubicBezTo>
                  <a:pt x="2899421" y="109280"/>
                  <a:pt x="2912320" y="105565"/>
                  <a:pt x="2929300" y="105565"/>
                </a:cubicBezTo>
                <a:lnTo>
                  <a:pt x="2937137" y="105565"/>
                </a:lnTo>
                <a:lnTo>
                  <a:pt x="2937137" y="98707"/>
                </a:lnTo>
                <a:cubicBezTo>
                  <a:pt x="2937137" y="90869"/>
                  <a:pt x="2935953" y="85440"/>
                  <a:pt x="2933586" y="82420"/>
                </a:cubicBezTo>
                <a:cubicBezTo>
                  <a:pt x="2931219" y="79397"/>
                  <a:pt x="2927015" y="77886"/>
                  <a:pt x="2920973" y="77886"/>
                </a:cubicBezTo>
                <a:cubicBezTo>
                  <a:pt x="2913461" y="77886"/>
                  <a:pt x="2904153" y="80091"/>
                  <a:pt x="2893051" y="84501"/>
                </a:cubicBezTo>
                <a:lnTo>
                  <a:pt x="2884724" y="60986"/>
                </a:lnTo>
                <a:cubicBezTo>
                  <a:pt x="2891419" y="57884"/>
                  <a:pt x="2898562" y="55517"/>
                  <a:pt x="2906154" y="53885"/>
                </a:cubicBezTo>
                <a:cubicBezTo>
                  <a:pt x="2913748" y="52251"/>
                  <a:pt x="2920974" y="51433"/>
                  <a:pt x="2927831" y="51433"/>
                </a:cubicBezTo>
                <a:cubicBezTo>
                  <a:pt x="2943179" y="51433"/>
                  <a:pt x="2954609" y="55148"/>
                  <a:pt x="2962121" y="62578"/>
                </a:cubicBezTo>
                <a:cubicBezTo>
                  <a:pt x="2969633" y="70008"/>
                  <a:pt x="2973389" y="81397"/>
                  <a:pt x="2973389" y="96745"/>
                </a:cubicBezTo>
                <a:lnTo>
                  <a:pt x="2973389" y="151120"/>
                </a:lnTo>
                <a:moveTo>
                  <a:pt x="2923910" y="163614"/>
                </a:moveTo>
                <a:cubicBezTo>
                  <a:pt x="2926688" y="163614"/>
                  <a:pt x="2929220" y="162552"/>
                  <a:pt x="2931505" y="160429"/>
                </a:cubicBezTo>
                <a:cubicBezTo>
                  <a:pt x="2933792" y="158307"/>
                  <a:pt x="2935669" y="155286"/>
                  <a:pt x="2937137" y="151366"/>
                </a:cubicBezTo>
                <a:lnTo>
                  <a:pt x="2937137" y="126139"/>
                </a:lnTo>
                <a:lnTo>
                  <a:pt x="2932730" y="126139"/>
                </a:lnTo>
                <a:cubicBezTo>
                  <a:pt x="2926036" y="126139"/>
                  <a:pt x="2921177" y="127731"/>
                  <a:pt x="2918155" y="130916"/>
                </a:cubicBezTo>
                <a:cubicBezTo>
                  <a:pt x="2915135" y="134100"/>
                  <a:pt x="2913625" y="139120"/>
                  <a:pt x="2913625" y="145977"/>
                </a:cubicBezTo>
                <a:cubicBezTo>
                  <a:pt x="2913625" y="151693"/>
                  <a:pt x="2914523" y="156062"/>
                  <a:pt x="2916320" y="159084"/>
                </a:cubicBezTo>
                <a:cubicBezTo>
                  <a:pt x="2918116" y="162104"/>
                  <a:pt x="2920646" y="163614"/>
                  <a:pt x="2923910" y="163614"/>
                </a:cubicBezTo>
                <a:close/>
                <a:moveTo>
                  <a:pt x="3098231" y="62944"/>
                </a:moveTo>
                <a:cubicBezTo>
                  <a:pt x="3092189" y="66211"/>
                  <a:pt x="3082065" y="67844"/>
                  <a:pt x="3067858" y="67844"/>
                </a:cubicBezTo>
                <a:cubicBezTo>
                  <a:pt x="3075044" y="71111"/>
                  <a:pt x="3080351" y="75480"/>
                  <a:pt x="3083779" y="80951"/>
                </a:cubicBezTo>
                <a:cubicBezTo>
                  <a:pt x="3087207" y="86420"/>
                  <a:pt x="3088922" y="93318"/>
                  <a:pt x="3088922" y="101645"/>
                </a:cubicBezTo>
                <a:cubicBezTo>
                  <a:pt x="3088922" y="114544"/>
                  <a:pt x="3084717" y="124994"/>
                  <a:pt x="3076308" y="132997"/>
                </a:cubicBezTo>
                <a:cubicBezTo>
                  <a:pt x="3067899" y="140998"/>
                  <a:pt x="3056428" y="144998"/>
                  <a:pt x="3041894" y="144998"/>
                </a:cubicBezTo>
                <a:cubicBezTo>
                  <a:pt x="3037322" y="144998"/>
                  <a:pt x="3033404" y="144508"/>
                  <a:pt x="3030141" y="143529"/>
                </a:cubicBezTo>
                <a:cubicBezTo>
                  <a:pt x="3027527" y="145326"/>
                  <a:pt x="3026220" y="148101"/>
                  <a:pt x="3026220" y="151856"/>
                </a:cubicBezTo>
                <a:cubicBezTo>
                  <a:pt x="3026220" y="154632"/>
                  <a:pt x="3027077" y="156754"/>
                  <a:pt x="3028791" y="158224"/>
                </a:cubicBezTo>
                <a:cubicBezTo>
                  <a:pt x="3030506" y="159694"/>
                  <a:pt x="3033649" y="160429"/>
                  <a:pt x="3038221" y="160429"/>
                </a:cubicBezTo>
                <a:lnTo>
                  <a:pt x="3051447" y="160429"/>
                </a:lnTo>
                <a:cubicBezTo>
                  <a:pt x="3065490" y="160429"/>
                  <a:pt x="3076470" y="163859"/>
                  <a:pt x="3084388" y="170718"/>
                </a:cubicBezTo>
                <a:cubicBezTo>
                  <a:pt x="3092309" y="177575"/>
                  <a:pt x="3096269" y="186392"/>
                  <a:pt x="3096269" y="197168"/>
                </a:cubicBezTo>
                <a:cubicBezTo>
                  <a:pt x="3096269" y="210069"/>
                  <a:pt x="3091247" y="220396"/>
                  <a:pt x="3081204" y="228150"/>
                </a:cubicBezTo>
                <a:cubicBezTo>
                  <a:pt x="3071163" y="235906"/>
                  <a:pt x="3056835" y="239785"/>
                  <a:pt x="3038221" y="239785"/>
                </a:cubicBezTo>
                <a:cubicBezTo>
                  <a:pt x="3018136" y="239785"/>
                  <a:pt x="3004257" y="236274"/>
                  <a:pt x="2996583" y="229253"/>
                </a:cubicBezTo>
                <a:cubicBezTo>
                  <a:pt x="2988909" y="222232"/>
                  <a:pt x="2985072" y="211863"/>
                  <a:pt x="2985072" y="198147"/>
                </a:cubicBezTo>
                <a:lnTo>
                  <a:pt x="3017893" y="198147"/>
                </a:lnTo>
                <a:cubicBezTo>
                  <a:pt x="3017893" y="204353"/>
                  <a:pt x="3019322" y="208803"/>
                  <a:pt x="3022180" y="211497"/>
                </a:cubicBezTo>
                <a:cubicBezTo>
                  <a:pt x="3025038" y="214190"/>
                  <a:pt x="3030467" y="215537"/>
                  <a:pt x="3038467" y="215537"/>
                </a:cubicBezTo>
                <a:cubicBezTo>
                  <a:pt x="3052510" y="215537"/>
                  <a:pt x="3059531" y="210312"/>
                  <a:pt x="3059531" y="199862"/>
                </a:cubicBezTo>
                <a:cubicBezTo>
                  <a:pt x="3059531" y="195128"/>
                  <a:pt x="3058183" y="191577"/>
                  <a:pt x="3055487" y="189207"/>
                </a:cubicBezTo>
                <a:cubicBezTo>
                  <a:pt x="3052794" y="186840"/>
                  <a:pt x="3048672" y="185657"/>
                  <a:pt x="3043120" y="185657"/>
                </a:cubicBezTo>
                <a:lnTo>
                  <a:pt x="3033325" y="185657"/>
                </a:lnTo>
                <a:cubicBezTo>
                  <a:pt x="3020423" y="185657"/>
                  <a:pt x="3011034" y="183412"/>
                  <a:pt x="3005156" y="178922"/>
                </a:cubicBezTo>
                <a:cubicBezTo>
                  <a:pt x="2999279" y="174432"/>
                  <a:pt x="2996340" y="168268"/>
                  <a:pt x="2996340" y="160429"/>
                </a:cubicBezTo>
                <a:cubicBezTo>
                  <a:pt x="2996340" y="155693"/>
                  <a:pt x="2997565" y="151243"/>
                  <a:pt x="3000014" y="147080"/>
                </a:cubicBezTo>
                <a:cubicBezTo>
                  <a:pt x="3002463" y="142916"/>
                  <a:pt x="3005810" y="139365"/>
                  <a:pt x="3010056" y="136424"/>
                </a:cubicBezTo>
                <a:cubicBezTo>
                  <a:pt x="3003035" y="132017"/>
                  <a:pt x="2997932" y="126874"/>
                  <a:pt x="2994748" y="120997"/>
                </a:cubicBezTo>
                <a:cubicBezTo>
                  <a:pt x="2991564" y="115117"/>
                  <a:pt x="2989971" y="107768"/>
                  <a:pt x="2989971" y="98950"/>
                </a:cubicBezTo>
                <a:cubicBezTo>
                  <a:pt x="2989971" y="84255"/>
                  <a:pt x="2994461" y="72744"/>
                  <a:pt x="3003441" y="64417"/>
                </a:cubicBezTo>
                <a:cubicBezTo>
                  <a:pt x="3012423" y="56088"/>
                  <a:pt x="3024670" y="51923"/>
                  <a:pt x="3040183" y="51923"/>
                </a:cubicBezTo>
                <a:cubicBezTo>
                  <a:pt x="3050468" y="51923"/>
                  <a:pt x="3059162" y="50617"/>
                  <a:pt x="3066266" y="48006"/>
                </a:cubicBezTo>
                <a:cubicBezTo>
                  <a:pt x="3073369" y="45393"/>
                  <a:pt x="3081003" y="41556"/>
                  <a:pt x="3089168" y="36495"/>
                </a:cubicBezTo>
                <a:lnTo>
                  <a:pt x="3098231" y="62944"/>
                </a:lnTo>
                <a:moveTo>
                  <a:pt x="3040426" y="75928"/>
                </a:moveTo>
                <a:cubicBezTo>
                  <a:pt x="3035692" y="75928"/>
                  <a:pt x="3032140" y="77683"/>
                  <a:pt x="3029771" y="81194"/>
                </a:cubicBezTo>
                <a:cubicBezTo>
                  <a:pt x="3027404" y="84705"/>
                  <a:pt x="3026220" y="90460"/>
                  <a:pt x="3026220" y="98460"/>
                </a:cubicBezTo>
                <a:cubicBezTo>
                  <a:pt x="3026220" y="113647"/>
                  <a:pt x="3030874" y="121240"/>
                  <a:pt x="3040183" y="121240"/>
                </a:cubicBezTo>
                <a:cubicBezTo>
                  <a:pt x="3044755" y="121240"/>
                  <a:pt x="3048183" y="119525"/>
                  <a:pt x="3050468" y="116097"/>
                </a:cubicBezTo>
                <a:cubicBezTo>
                  <a:pt x="3052755" y="112669"/>
                  <a:pt x="3053899" y="106627"/>
                  <a:pt x="3053899" y="97971"/>
                </a:cubicBezTo>
                <a:cubicBezTo>
                  <a:pt x="3053899" y="90132"/>
                  <a:pt x="3052796" y="84499"/>
                  <a:pt x="3050591" y="81071"/>
                </a:cubicBezTo>
                <a:cubicBezTo>
                  <a:pt x="3048386" y="77642"/>
                  <a:pt x="3044998" y="75928"/>
                  <a:pt x="3040426" y="75928"/>
                </a:cubicBezTo>
                <a:close/>
                <a:moveTo>
                  <a:pt x="3206588" y="118055"/>
                </a:moveTo>
                <a:cubicBezTo>
                  <a:pt x="3206588" y="123280"/>
                  <a:pt x="3206343" y="127771"/>
                  <a:pt x="3205852" y="131529"/>
                </a:cubicBezTo>
                <a:lnTo>
                  <a:pt x="3139720" y="131529"/>
                </a:lnTo>
                <a:cubicBezTo>
                  <a:pt x="3140537" y="143284"/>
                  <a:pt x="3142701" y="151407"/>
                  <a:pt x="3146211" y="155900"/>
                </a:cubicBezTo>
                <a:cubicBezTo>
                  <a:pt x="3149722" y="160390"/>
                  <a:pt x="3154825" y="162634"/>
                  <a:pt x="3161520" y="162634"/>
                </a:cubicBezTo>
                <a:cubicBezTo>
                  <a:pt x="3165930" y="162634"/>
                  <a:pt x="3170175" y="161777"/>
                  <a:pt x="3174256" y="160063"/>
                </a:cubicBezTo>
                <a:cubicBezTo>
                  <a:pt x="3178338" y="158347"/>
                  <a:pt x="3182746" y="155693"/>
                  <a:pt x="3187483" y="152103"/>
                </a:cubicBezTo>
                <a:lnTo>
                  <a:pt x="3202668" y="172187"/>
                </a:lnTo>
                <a:cubicBezTo>
                  <a:pt x="3190584" y="183942"/>
                  <a:pt x="3175969" y="189820"/>
                  <a:pt x="3158825" y="189820"/>
                </a:cubicBezTo>
                <a:cubicBezTo>
                  <a:pt x="3140537" y="189820"/>
                  <a:pt x="3126658" y="183819"/>
                  <a:pt x="3117187" y="171817"/>
                </a:cubicBezTo>
                <a:cubicBezTo>
                  <a:pt x="3107717" y="159815"/>
                  <a:pt x="3102981" y="143038"/>
                  <a:pt x="3102981" y="121486"/>
                </a:cubicBezTo>
                <a:cubicBezTo>
                  <a:pt x="3102981" y="99932"/>
                  <a:pt x="3107512" y="82868"/>
                  <a:pt x="3116574" y="70296"/>
                </a:cubicBezTo>
                <a:cubicBezTo>
                  <a:pt x="3125636" y="57721"/>
                  <a:pt x="3138577" y="51433"/>
                  <a:pt x="3155398" y="51433"/>
                </a:cubicBezTo>
                <a:cubicBezTo>
                  <a:pt x="3171399" y="51433"/>
                  <a:pt x="3183930" y="57108"/>
                  <a:pt x="3192992" y="68457"/>
                </a:cubicBezTo>
                <a:cubicBezTo>
                  <a:pt x="3202056" y="79806"/>
                  <a:pt x="3206588" y="96339"/>
                  <a:pt x="3206588" y="118055"/>
                </a:cubicBezTo>
                <a:moveTo>
                  <a:pt x="3170583" y="107524"/>
                </a:moveTo>
                <a:cubicBezTo>
                  <a:pt x="3170583" y="96421"/>
                  <a:pt x="3169480" y="88380"/>
                  <a:pt x="3167275" y="83399"/>
                </a:cubicBezTo>
                <a:cubicBezTo>
                  <a:pt x="3165070" y="78418"/>
                  <a:pt x="3161192" y="75928"/>
                  <a:pt x="3155641" y="75928"/>
                </a:cubicBezTo>
                <a:cubicBezTo>
                  <a:pt x="3150742" y="75928"/>
                  <a:pt x="3147027" y="78336"/>
                  <a:pt x="3144496" y="83152"/>
                </a:cubicBezTo>
                <a:cubicBezTo>
                  <a:pt x="3141964" y="87968"/>
                  <a:pt x="3140372" y="96664"/>
                  <a:pt x="3139720" y="109239"/>
                </a:cubicBezTo>
                <a:lnTo>
                  <a:pt x="3170583" y="109239"/>
                </a:lnTo>
                <a:lnTo>
                  <a:pt x="3170583" y="107524"/>
                </a:lnTo>
                <a:close/>
                <a:moveTo>
                  <a:pt x="3339831" y="94054"/>
                </a:moveTo>
                <a:lnTo>
                  <a:pt x="3379263" y="185657"/>
                </a:lnTo>
                <a:lnTo>
                  <a:pt x="3339094" y="185657"/>
                </a:lnTo>
                <a:lnTo>
                  <a:pt x="3316805" y="119524"/>
                </a:lnTo>
                <a:lnTo>
                  <a:pt x="3295741" y="185657"/>
                </a:lnTo>
                <a:lnTo>
                  <a:pt x="3256062" y="185657"/>
                </a:lnTo>
                <a:lnTo>
                  <a:pt x="3294026" y="95523"/>
                </a:lnTo>
                <a:lnTo>
                  <a:pt x="3258756" y="15921"/>
                </a:lnTo>
                <a:lnTo>
                  <a:pt x="3298925" y="15921"/>
                </a:lnTo>
                <a:lnTo>
                  <a:pt x="3317294" y="71765"/>
                </a:lnTo>
                <a:lnTo>
                  <a:pt x="3336889" y="15921"/>
                </a:lnTo>
                <a:lnTo>
                  <a:pt x="3376079" y="15921"/>
                </a:lnTo>
                <a:lnTo>
                  <a:pt x="3339831" y="94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EAC35C-439F-473C-9B9D-75619A4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9380" y="777987"/>
            <a:ext cx="882323" cy="882279"/>
          </a:xfrm>
          <a:custGeom xmlns:a="http://schemas.openxmlformats.org/drawingml/2006/main">
            <a:pathLst>
              <a:path w="882323" h="882279">
                <a:moveTo>
                  <a:pt x="727227" y="0"/>
                </a:moveTo>
                <a:lnTo>
                  <a:pt x="155096" y="0"/>
                </a:lnTo>
                <a:cubicBezTo>
                  <a:pt x="69438" y="0"/>
                  <a:pt x="0" y="69435"/>
                  <a:pt x="0" y="155088"/>
                </a:cubicBezTo>
                <a:lnTo>
                  <a:pt x="0" y="727191"/>
                </a:lnTo>
                <a:cubicBezTo>
                  <a:pt x="0" y="812844"/>
                  <a:pt x="69438" y="882279"/>
                  <a:pt x="155096" y="882279"/>
                </a:cubicBezTo>
                <a:lnTo>
                  <a:pt x="727227" y="882279"/>
                </a:lnTo>
                <a:cubicBezTo>
                  <a:pt x="812885" y="882279"/>
                  <a:pt x="882323" y="812844"/>
                  <a:pt x="882323" y="727191"/>
                </a:cubicBezTo>
                <a:lnTo>
                  <a:pt x="882323" y="155088"/>
                </a:lnTo>
                <a:cubicBezTo>
                  <a:pt x="882323" y="69435"/>
                  <a:pt x="812885" y="0"/>
                  <a:pt x="727227" y="0"/>
                </a:cubicBezTo>
                <a:moveTo>
                  <a:pt x="844652" y="702756"/>
                </a:moveTo>
                <a:cubicBezTo>
                  <a:pt x="844662" y="781091"/>
                  <a:pt x="781164" y="844599"/>
                  <a:pt x="702825" y="844610"/>
                </a:cubicBezTo>
                <a:lnTo>
                  <a:pt x="702791" y="844610"/>
                </a:lnTo>
                <a:lnTo>
                  <a:pt x="179532" y="844610"/>
                </a:lnTo>
                <a:cubicBezTo>
                  <a:pt x="101193" y="844620"/>
                  <a:pt x="37681" y="781125"/>
                  <a:pt x="37671" y="702790"/>
                </a:cubicBezTo>
                <a:lnTo>
                  <a:pt x="37671" y="702756"/>
                </a:lnTo>
                <a:lnTo>
                  <a:pt x="37671" y="179523"/>
                </a:lnTo>
                <a:cubicBezTo>
                  <a:pt x="37661" y="101188"/>
                  <a:pt x="101159" y="37678"/>
                  <a:pt x="179498" y="37669"/>
                </a:cubicBezTo>
                <a:lnTo>
                  <a:pt x="179532" y="37669"/>
                </a:lnTo>
                <a:lnTo>
                  <a:pt x="702791" y="37669"/>
                </a:lnTo>
                <a:cubicBezTo>
                  <a:pt x="781130" y="37659"/>
                  <a:pt x="844642" y="101154"/>
                  <a:pt x="844652" y="179489"/>
                </a:cubicBezTo>
                <a:lnTo>
                  <a:pt x="844652" y="179523"/>
                </a:lnTo>
                <a:lnTo>
                  <a:pt x="844652" y="702756"/>
                </a:lnTo>
                <a:close/>
              </a:path>
            </a:pathLst>
          </a:custGeom>
          <a:solidFill xmlns:a="http://schemas.openxmlformats.org/drawingml/2006/main">
            <a:srgbClr val="3F3D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A53CD-5A55-459D-BDE4-7F4A0EB0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8136" y="973363"/>
            <a:ext cx="354445" cy="484426"/>
          </a:xfrm>
          <a:custGeom xmlns:a="http://schemas.openxmlformats.org/drawingml/2006/main">
            <a:pathLst>
              <a:path w="354445" h="484426">
                <a:moveTo>
                  <a:pt x="313500" y="187570"/>
                </a:moveTo>
                <a:cubicBezTo>
                  <a:pt x="286048" y="156897"/>
                  <a:pt x="247688" y="141354"/>
                  <a:pt x="199488" y="141354"/>
                </a:cubicBezTo>
                <a:lnTo>
                  <a:pt x="195248" y="141354"/>
                </a:lnTo>
                <a:lnTo>
                  <a:pt x="194886" y="141354"/>
                </a:lnTo>
                <a:cubicBezTo>
                  <a:pt x="187266" y="141561"/>
                  <a:pt x="179668" y="142264"/>
                  <a:pt x="172139" y="143456"/>
                </a:cubicBezTo>
                <a:lnTo>
                  <a:pt x="172708" y="138804"/>
                </a:lnTo>
                <a:lnTo>
                  <a:pt x="308296" y="138804"/>
                </a:lnTo>
                <a:cubicBezTo>
                  <a:pt x="326256" y="138804"/>
                  <a:pt x="340814" y="124246"/>
                  <a:pt x="340814" y="106287"/>
                </a:cubicBezTo>
                <a:lnTo>
                  <a:pt x="340814" y="32517"/>
                </a:lnTo>
                <a:cubicBezTo>
                  <a:pt x="340814" y="14558"/>
                  <a:pt x="326256" y="0"/>
                  <a:pt x="308296" y="0"/>
                </a:cubicBezTo>
                <a:lnTo>
                  <a:pt x="65812" y="0"/>
                </a:lnTo>
                <a:cubicBezTo>
                  <a:pt x="49141" y="2"/>
                  <a:pt x="35171" y="12609"/>
                  <a:pt x="33466" y="29191"/>
                </a:cubicBezTo>
                <a:lnTo>
                  <a:pt x="9616" y="260858"/>
                </a:lnTo>
                <a:cubicBezTo>
                  <a:pt x="7770" y="278721"/>
                  <a:pt x="20755" y="294700"/>
                  <a:pt x="38619" y="296546"/>
                </a:cubicBezTo>
                <a:cubicBezTo>
                  <a:pt x="39124" y="296597"/>
                  <a:pt x="39629" y="296637"/>
                  <a:pt x="40135" y="296666"/>
                </a:cubicBezTo>
                <a:lnTo>
                  <a:pt x="53922" y="297442"/>
                </a:lnTo>
                <a:lnTo>
                  <a:pt x="32363" y="298734"/>
                </a:lnTo>
                <a:cubicBezTo>
                  <a:pt x="19118" y="299549"/>
                  <a:pt x="7698" y="308336"/>
                  <a:pt x="3516" y="320929"/>
                </a:cubicBezTo>
                <a:lnTo>
                  <a:pt x="2947" y="322652"/>
                </a:lnTo>
                <a:cubicBezTo>
                  <a:pt x="1911" y="325692"/>
                  <a:pt x="1330" y="328868"/>
                  <a:pt x="1224" y="332078"/>
                </a:cubicBezTo>
                <a:cubicBezTo>
                  <a:pt x="0" y="378156"/>
                  <a:pt x="19008" y="417290"/>
                  <a:pt x="56214" y="445241"/>
                </a:cubicBezTo>
                <a:cubicBezTo>
                  <a:pt x="90800" y="471244"/>
                  <a:pt x="131849" y="484426"/>
                  <a:pt x="178257" y="484426"/>
                </a:cubicBezTo>
                <a:cubicBezTo>
                  <a:pt x="233695" y="484426"/>
                  <a:pt x="277570" y="467194"/>
                  <a:pt x="308675" y="433454"/>
                </a:cubicBezTo>
                <a:cubicBezTo>
                  <a:pt x="339039" y="400403"/>
                  <a:pt x="354445" y="359804"/>
                  <a:pt x="354445" y="312830"/>
                </a:cubicBezTo>
                <a:cubicBezTo>
                  <a:pt x="354445" y="260048"/>
                  <a:pt x="340676" y="217933"/>
                  <a:pt x="313500" y="187570"/>
                </a:cubicBezTo>
                <a:moveTo>
                  <a:pt x="284721" y="411414"/>
                </a:moveTo>
                <a:cubicBezTo>
                  <a:pt x="259928" y="438377"/>
                  <a:pt x="224441" y="451858"/>
                  <a:pt x="178257" y="451858"/>
                </a:cubicBezTo>
                <a:cubicBezTo>
                  <a:pt x="138885" y="451858"/>
                  <a:pt x="104719" y="440979"/>
                  <a:pt x="75756" y="419220"/>
                </a:cubicBezTo>
                <a:cubicBezTo>
                  <a:pt x="46792" y="397461"/>
                  <a:pt x="32782" y="368691"/>
                  <a:pt x="33725" y="332905"/>
                </a:cubicBezTo>
                <a:lnTo>
                  <a:pt x="34293" y="331182"/>
                </a:lnTo>
                <a:lnTo>
                  <a:pt x="127988" y="325495"/>
                </a:lnTo>
                <a:cubicBezTo>
                  <a:pt x="127988" y="341969"/>
                  <a:pt x="132584" y="354841"/>
                  <a:pt x="141775" y="364112"/>
                </a:cubicBezTo>
                <a:cubicBezTo>
                  <a:pt x="150965" y="373383"/>
                  <a:pt x="163131" y="378024"/>
                  <a:pt x="178274" y="378036"/>
                </a:cubicBezTo>
                <a:cubicBezTo>
                  <a:pt x="195679" y="378036"/>
                  <a:pt x="208030" y="371930"/>
                  <a:pt x="215325" y="359718"/>
                </a:cubicBezTo>
                <a:cubicBezTo>
                  <a:pt x="222619" y="347506"/>
                  <a:pt x="226262" y="332031"/>
                  <a:pt x="226250" y="313295"/>
                </a:cubicBezTo>
                <a:cubicBezTo>
                  <a:pt x="226250" y="290583"/>
                  <a:pt x="222183" y="272696"/>
                  <a:pt x="214049" y="259635"/>
                </a:cubicBezTo>
                <a:cubicBezTo>
                  <a:pt x="205915" y="246573"/>
                  <a:pt x="193042" y="240042"/>
                  <a:pt x="175430" y="240042"/>
                </a:cubicBezTo>
                <a:cubicBezTo>
                  <a:pt x="162563" y="240042"/>
                  <a:pt x="152223" y="242787"/>
                  <a:pt x="144411" y="248279"/>
                </a:cubicBezTo>
                <a:cubicBezTo>
                  <a:pt x="136929" y="253285"/>
                  <a:pt x="131213" y="260520"/>
                  <a:pt x="128075" y="268957"/>
                </a:cubicBezTo>
                <a:lnTo>
                  <a:pt x="42048" y="264132"/>
                </a:lnTo>
                <a:lnTo>
                  <a:pt x="65898" y="32448"/>
                </a:lnTo>
                <a:lnTo>
                  <a:pt x="308296" y="32448"/>
                </a:lnTo>
                <a:lnTo>
                  <a:pt x="308296" y="106270"/>
                </a:lnTo>
                <a:lnTo>
                  <a:pt x="143894" y="106270"/>
                </a:lnTo>
                <a:lnTo>
                  <a:pt x="133382" y="192861"/>
                </a:lnTo>
                <a:cubicBezTo>
                  <a:pt x="141537" y="186921"/>
                  <a:pt x="150655" y="182432"/>
                  <a:pt x="160334" y="179592"/>
                </a:cubicBezTo>
                <a:cubicBezTo>
                  <a:pt x="171841" y="176063"/>
                  <a:pt x="183783" y="174148"/>
                  <a:pt x="195817" y="173905"/>
                </a:cubicBezTo>
                <a:cubicBezTo>
                  <a:pt x="236326" y="173147"/>
                  <a:pt x="267466" y="184929"/>
                  <a:pt x="289236" y="209248"/>
                </a:cubicBezTo>
                <a:cubicBezTo>
                  <a:pt x="311007" y="233568"/>
                  <a:pt x="321893" y="268066"/>
                  <a:pt x="321893" y="312744"/>
                </a:cubicBezTo>
                <a:cubicBezTo>
                  <a:pt x="321915" y="351550"/>
                  <a:pt x="309525" y="384441"/>
                  <a:pt x="284721" y="411414"/>
                </a:cubicBezTo>
                <a:moveTo>
                  <a:pt x="144101" y="297269"/>
                </a:moveTo>
                <a:cubicBezTo>
                  <a:pt x="150808" y="293456"/>
                  <a:pt x="155933" y="287376"/>
                  <a:pt x="158560" y="280123"/>
                </a:cubicBezTo>
                <a:cubicBezTo>
                  <a:pt x="159409" y="277959"/>
                  <a:pt x="160955" y="276141"/>
                  <a:pt x="162954" y="274954"/>
                </a:cubicBezTo>
                <a:cubicBezTo>
                  <a:pt x="163747" y="274385"/>
                  <a:pt x="166986" y="272576"/>
                  <a:pt x="175413" y="272576"/>
                </a:cubicBezTo>
                <a:cubicBezTo>
                  <a:pt x="183840" y="272576"/>
                  <a:pt x="185236" y="274954"/>
                  <a:pt x="186425" y="276849"/>
                </a:cubicBezTo>
                <a:cubicBezTo>
                  <a:pt x="189751" y="282191"/>
                  <a:pt x="193715" y="292841"/>
                  <a:pt x="193715" y="313312"/>
                </a:cubicBezTo>
                <a:cubicBezTo>
                  <a:pt x="193715" y="326012"/>
                  <a:pt x="191578" y="336024"/>
                  <a:pt x="187390" y="343055"/>
                </a:cubicBezTo>
                <a:cubicBezTo>
                  <a:pt x="186976" y="343727"/>
                  <a:pt x="185908" y="345519"/>
                  <a:pt x="178257" y="345519"/>
                </a:cubicBezTo>
                <a:cubicBezTo>
                  <a:pt x="169106" y="345519"/>
                  <a:pt x="166194" y="342538"/>
                  <a:pt x="164867" y="341245"/>
                </a:cubicBezTo>
                <a:cubicBezTo>
                  <a:pt x="161989" y="338333"/>
                  <a:pt x="160524" y="333043"/>
                  <a:pt x="160524" y="325513"/>
                </a:cubicBezTo>
                <a:cubicBezTo>
                  <a:pt x="160528" y="313829"/>
                  <a:pt x="154256" y="303045"/>
                  <a:pt x="144101" y="297269"/>
                </a:cubicBezTo>
              </a:path>
            </a:pathLst>
          </a:custGeom>
          <a:solidFill xmlns:a="http://schemas.openxmlformats.org/drawingml/2006/main">
            <a:srgbClr val="3F3D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Queriespackagerepository">
            <a:extLst xmlns:a="http://schemas.openxmlformats.org/drawingml/2006/main">
              <a:ext uri="{FF2B5EF4-FFF2-40B4-BE49-F238E27FC236}">
                <a16:creationId xmlns:a16="http://schemas.microsoft.com/office/drawing/2014/main" id="{3BE625C6-A147-4FB4-8AEC-33D01F93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81" y="4915360"/>
            <a:ext cx="2594675" cy="251789"/>
          </a:xfrm>
          <a:custGeom xmlns:a="http://schemas.openxmlformats.org/drawingml/2006/main">
            <a:pathLst>
              <a:path w="2594675" h="251789">
                <a:moveTo>
                  <a:pt x="477131" y="167"/>
                </a:moveTo>
                <a:lnTo>
                  <a:pt x="476409" y="261"/>
                </a:lnTo>
                <a:lnTo>
                  <a:pt x="475698" y="375"/>
                </a:lnTo>
                <a:lnTo>
                  <a:pt x="475000" y="511"/>
                </a:lnTo>
                <a:lnTo>
                  <a:pt x="474314" y="667"/>
                </a:lnTo>
                <a:lnTo>
                  <a:pt x="473639" y="844"/>
                </a:lnTo>
                <a:lnTo>
                  <a:pt x="472976" y="1042"/>
                </a:lnTo>
                <a:lnTo>
                  <a:pt x="472326" y="1261"/>
                </a:lnTo>
                <a:lnTo>
                  <a:pt x="471687" y="1501"/>
                </a:lnTo>
                <a:lnTo>
                  <a:pt x="471060" y="1761"/>
                </a:lnTo>
                <a:lnTo>
                  <a:pt x="470445" y="2042"/>
                </a:lnTo>
                <a:lnTo>
                  <a:pt x="469842" y="2345"/>
                </a:lnTo>
                <a:lnTo>
                  <a:pt x="469251" y="2668"/>
                </a:lnTo>
                <a:lnTo>
                  <a:pt x="468671" y="3012"/>
                </a:lnTo>
                <a:lnTo>
                  <a:pt x="468104" y="3376"/>
                </a:lnTo>
                <a:lnTo>
                  <a:pt x="467549" y="3762"/>
                </a:lnTo>
                <a:lnTo>
                  <a:pt x="467005" y="4168"/>
                </a:lnTo>
                <a:lnTo>
                  <a:pt x="466474" y="4595"/>
                </a:lnTo>
                <a:lnTo>
                  <a:pt x="465954" y="5044"/>
                </a:lnTo>
                <a:lnTo>
                  <a:pt x="465446" y="5512"/>
                </a:lnTo>
                <a:lnTo>
                  <a:pt x="464950" y="6002"/>
                </a:lnTo>
                <a:lnTo>
                  <a:pt x="464471" y="6508"/>
                </a:lnTo>
                <a:lnTo>
                  <a:pt x="464012" y="7026"/>
                </a:lnTo>
                <a:lnTo>
                  <a:pt x="463573" y="7554"/>
                </a:lnTo>
                <a:lnTo>
                  <a:pt x="463155" y="8095"/>
                </a:lnTo>
                <a:lnTo>
                  <a:pt x="462757" y="8647"/>
                </a:lnTo>
                <a:lnTo>
                  <a:pt x="462380" y="9210"/>
                </a:lnTo>
                <a:lnTo>
                  <a:pt x="462023" y="9785"/>
                </a:lnTo>
                <a:lnTo>
                  <a:pt x="461686" y="10371"/>
                </a:lnTo>
                <a:lnTo>
                  <a:pt x="461370" y="10968"/>
                </a:lnTo>
                <a:lnTo>
                  <a:pt x="461074" y="11578"/>
                </a:lnTo>
                <a:lnTo>
                  <a:pt x="460799" y="12198"/>
                </a:lnTo>
                <a:lnTo>
                  <a:pt x="460544" y="12830"/>
                </a:lnTo>
                <a:lnTo>
                  <a:pt x="460309" y="13474"/>
                </a:lnTo>
                <a:lnTo>
                  <a:pt x="460095" y="14129"/>
                </a:lnTo>
                <a:lnTo>
                  <a:pt x="459901" y="14795"/>
                </a:lnTo>
                <a:lnTo>
                  <a:pt x="459728" y="15473"/>
                </a:lnTo>
                <a:lnTo>
                  <a:pt x="459575" y="16163"/>
                </a:lnTo>
                <a:lnTo>
                  <a:pt x="459442" y="16864"/>
                </a:lnTo>
                <a:lnTo>
                  <a:pt x="459330" y="17576"/>
                </a:lnTo>
                <a:lnTo>
                  <a:pt x="459238" y="18300"/>
                </a:lnTo>
                <a:lnTo>
                  <a:pt x="459167" y="19035"/>
                </a:lnTo>
                <a:lnTo>
                  <a:pt x="459116" y="19782"/>
                </a:lnTo>
                <a:lnTo>
                  <a:pt x="459085" y="20541"/>
                </a:lnTo>
                <a:lnTo>
                  <a:pt x="459075" y="21310"/>
                </a:lnTo>
                <a:lnTo>
                  <a:pt x="459085" y="22060"/>
                </a:lnTo>
                <a:lnTo>
                  <a:pt x="459116" y="22800"/>
                </a:lnTo>
                <a:lnTo>
                  <a:pt x="459167" y="23528"/>
                </a:lnTo>
                <a:lnTo>
                  <a:pt x="459238" y="24246"/>
                </a:lnTo>
                <a:lnTo>
                  <a:pt x="459330" y="24954"/>
                </a:lnTo>
                <a:lnTo>
                  <a:pt x="459442" y="25651"/>
                </a:lnTo>
                <a:lnTo>
                  <a:pt x="459575" y="26337"/>
                </a:lnTo>
                <a:lnTo>
                  <a:pt x="459728" y="27012"/>
                </a:lnTo>
                <a:lnTo>
                  <a:pt x="459901" y="27677"/>
                </a:lnTo>
                <a:lnTo>
                  <a:pt x="460095" y="28332"/>
                </a:lnTo>
                <a:lnTo>
                  <a:pt x="460309" y="28975"/>
                </a:lnTo>
                <a:lnTo>
                  <a:pt x="460544" y="29608"/>
                </a:lnTo>
                <a:lnTo>
                  <a:pt x="460799" y="30231"/>
                </a:lnTo>
                <a:lnTo>
                  <a:pt x="461074" y="30842"/>
                </a:lnTo>
                <a:lnTo>
                  <a:pt x="461370" y="31444"/>
                </a:lnTo>
                <a:lnTo>
                  <a:pt x="461686" y="32034"/>
                </a:lnTo>
                <a:lnTo>
                  <a:pt x="462023" y="32614"/>
                </a:lnTo>
                <a:lnTo>
                  <a:pt x="462380" y="33183"/>
                </a:lnTo>
                <a:lnTo>
                  <a:pt x="462757" y="33742"/>
                </a:lnTo>
                <a:lnTo>
                  <a:pt x="463155" y="34290"/>
                </a:lnTo>
                <a:lnTo>
                  <a:pt x="463573" y="34827"/>
                </a:lnTo>
                <a:lnTo>
                  <a:pt x="464012" y="35354"/>
                </a:lnTo>
                <a:lnTo>
                  <a:pt x="464471" y="35870"/>
                </a:lnTo>
                <a:lnTo>
                  <a:pt x="464950" y="36376"/>
                </a:lnTo>
                <a:lnTo>
                  <a:pt x="465446" y="36865"/>
                </a:lnTo>
                <a:lnTo>
                  <a:pt x="465954" y="37334"/>
                </a:lnTo>
                <a:lnTo>
                  <a:pt x="466474" y="37782"/>
                </a:lnTo>
                <a:lnTo>
                  <a:pt x="467005" y="38208"/>
                </a:lnTo>
                <a:lnTo>
                  <a:pt x="467549" y="38615"/>
                </a:lnTo>
                <a:lnTo>
                  <a:pt x="468104" y="39000"/>
                </a:lnTo>
                <a:lnTo>
                  <a:pt x="468671" y="39364"/>
                </a:lnTo>
                <a:lnTo>
                  <a:pt x="469251" y="39708"/>
                </a:lnTo>
                <a:lnTo>
                  <a:pt x="469842" y="40031"/>
                </a:lnTo>
                <a:lnTo>
                  <a:pt x="470445" y="40333"/>
                </a:lnTo>
                <a:lnTo>
                  <a:pt x="471060" y="40614"/>
                </a:lnTo>
                <a:lnTo>
                  <a:pt x="471687" y="40874"/>
                </a:lnTo>
                <a:lnTo>
                  <a:pt x="472326" y="41114"/>
                </a:lnTo>
                <a:lnTo>
                  <a:pt x="472976" y="41333"/>
                </a:lnTo>
                <a:lnTo>
                  <a:pt x="473639" y="41531"/>
                </a:lnTo>
                <a:lnTo>
                  <a:pt x="474314" y="41708"/>
                </a:lnTo>
                <a:lnTo>
                  <a:pt x="475000" y="41864"/>
                </a:lnTo>
                <a:lnTo>
                  <a:pt x="475698" y="41999"/>
                </a:lnTo>
                <a:lnTo>
                  <a:pt x="476409" y="42114"/>
                </a:lnTo>
                <a:lnTo>
                  <a:pt x="477131" y="42207"/>
                </a:lnTo>
                <a:lnTo>
                  <a:pt x="477865" y="42280"/>
                </a:lnTo>
                <a:lnTo>
                  <a:pt x="478611" y="42332"/>
                </a:lnTo>
                <a:lnTo>
                  <a:pt x="479369" y="42364"/>
                </a:lnTo>
                <a:lnTo>
                  <a:pt x="480139" y="42374"/>
                </a:lnTo>
                <a:lnTo>
                  <a:pt x="480908" y="42364"/>
                </a:lnTo>
                <a:lnTo>
                  <a:pt x="481666" y="42332"/>
                </a:lnTo>
                <a:lnTo>
                  <a:pt x="482412" y="42280"/>
                </a:lnTo>
                <a:lnTo>
                  <a:pt x="483146" y="42207"/>
                </a:lnTo>
                <a:lnTo>
                  <a:pt x="483868" y="42114"/>
                </a:lnTo>
                <a:lnTo>
                  <a:pt x="484578" y="41999"/>
                </a:lnTo>
                <a:lnTo>
                  <a:pt x="485276" y="41864"/>
                </a:lnTo>
                <a:lnTo>
                  <a:pt x="485962" y="41708"/>
                </a:lnTo>
                <a:lnTo>
                  <a:pt x="486636" y="41531"/>
                </a:lnTo>
                <a:lnTo>
                  <a:pt x="487299" y="41333"/>
                </a:lnTo>
                <a:lnTo>
                  <a:pt x="487949" y="41114"/>
                </a:lnTo>
                <a:lnTo>
                  <a:pt x="488588" y="40874"/>
                </a:lnTo>
                <a:lnTo>
                  <a:pt x="489215" y="40614"/>
                </a:lnTo>
                <a:lnTo>
                  <a:pt x="489830" y="40333"/>
                </a:lnTo>
                <a:lnTo>
                  <a:pt x="490433" y="40031"/>
                </a:lnTo>
                <a:lnTo>
                  <a:pt x="491024" y="39708"/>
                </a:lnTo>
                <a:lnTo>
                  <a:pt x="491603" y="39364"/>
                </a:lnTo>
                <a:lnTo>
                  <a:pt x="492170" y="39000"/>
                </a:lnTo>
                <a:lnTo>
                  <a:pt x="492725" y="38615"/>
                </a:lnTo>
                <a:lnTo>
                  <a:pt x="493269" y="38208"/>
                </a:lnTo>
                <a:lnTo>
                  <a:pt x="493800" y="37782"/>
                </a:lnTo>
                <a:lnTo>
                  <a:pt x="494320" y="37334"/>
                </a:lnTo>
                <a:lnTo>
                  <a:pt x="494828" y="36865"/>
                </a:lnTo>
                <a:lnTo>
                  <a:pt x="495324" y="36376"/>
                </a:lnTo>
                <a:lnTo>
                  <a:pt x="495803" y="35870"/>
                </a:lnTo>
                <a:lnTo>
                  <a:pt x="496263" y="35354"/>
                </a:lnTo>
                <a:lnTo>
                  <a:pt x="496702" y="34827"/>
                </a:lnTo>
                <a:lnTo>
                  <a:pt x="497120" y="34290"/>
                </a:lnTo>
                <a:lnTo>
                  <a:pt x="497518" y="33742"/>
                </a:lnTo>
                <a:lnTo>
                  <a:pt x="497896" y="33183"/>
                </a:lnTo>
                <a:lnTo>
                  <a:pt x="498253" y="32614"/>
                </a:lnTo>
                <a:lnTo>
                  <a:pt x="498590" y="32034"/>
                </a:lnTo>
                <a:lnTo>
                  <a:pt x="498906" y="31444"/>
                </a:lnTo>
                <a:lnTo>
                  <a:pt x="499202" y="30842"/>
                </a:lnTo>
                <a:lnTo>
                  <a:pt x="499478" y="30231"/>
                </a:lnTo>
                <a:lnTo>
                  <a:pt x="499733" y="29608"/>
                </a:lnTo>
                <a:lnTo>
                  <a:pt x="499968" y="28975"/>
                </a:lnTo>
                <a:lnTo>
                  <a:pt x="500182" y="28332"/>
                </a:lnTo>
                <a:lnTo>
                  <a:pt x="500376" y="27677"/>
                </a:lnTo>
                <a:lnTo>
                  <a:pt x="500549" y="27012"/>
                </a:lnTo>
                <a:lnTo>
                  <a:pt x="500702" y="26337"/>
                </a:lnTo>
                <a:lnTo>
                  <a:pt x="500835" y="25651"/>
                </a:lnTo>
                <a:lnTo>
                  <a:pt x="500947" y="24954"/>
                </a:lnTo>
                <a:lnTo>
                  <a:pt x="501039" y="24246"/>
                </a:lnTo>
                <a:lnTo>
                  <a:pt x="501111" y="23528"/>
                </a:lnTo>
                <a:lnTo>
                  <a:pt x="501162" y="22800"/>
                </a:lnTo>
                <a:lnTo>
                  <a:pt x="501192" y="22060"/>
                </a:lnTo>
                <a:lnTo>
                  <a:pt x="501203" y="21310"/>
                </a:lnTo>
                <a:lnTo>
                  <a:pt x="501193" y="20541"/>
                </a:lnTo>
                <a:lnTo>
                  <a:pt x="501163" y="19782"/>
                </a:lnTo>
                <a:lnTo>
                  <a:pt x="501113" y="19035"/>
                </a:lnTo>
                <a:lnTo>
                  <a:pt x="501043" y="18300"/>
                </a:lnTo>
                <a:lnTo>
                  <a:pt x="500953" y="17576"/>
                </a:lnTo>
                <a:lnTo>
                  <a:pt x="500843" y="16864"/>
                </a:lnTo>
                <a:lnTo>
                  <a:pt x="500713" y="16163"/>
                </a:lnTo>
                <a:lnTo>
                  <a:pt x="500563" y="15473"/>
                </a:lnTo>
                <a:lnTo>
                  <a:pt x="500393" y="14795"/>
                </a:lnTo>
                <a:lnTo>
                  <a:pt x="500203" y="14129"/>
                </a:lnTo>
                <a:lnTo>
                  <a:pt x="499994" y="13474"/>
                </a:lnTo>
                <a:lnTo>
                  <a:pt x="499764" y="12830"/>
                </a:lnTo>
                <a:lnTo>
                  <a:pt x="499514" y="12198"/>
                </a:lnTo>
                <a:lnTo>
                  <a:pt x="499244" y="11578"/>
                </a:lnTo>
                <a:lnTo>
                  <a:pt x="498954" y="10968"/>
                </a:lnTo>
                <a:lnTo>
                  <a:pt x="498645" y="10371"/>
                </a:lnTo>
                <a:lnTo>
                  <a:pt x="498315" y="9785"/>
                </a:lnTo>
                <a:lnTo>
                  <a:pt x="497965" y="9210"/>
                </a:lnTo>
                <a:lnTo>
                  <a:pt x="497595" y="8647"/>
                </a:lnTo>
                <a:lnTo>
                  <a:pt x="497206" y="8095"/>
                </a:lnTo>
                <a:lnTo>
                  <a:pt x="496796" y="7554"/>
                </a:lnTo>
                <a:lnTo>
                  <a:pt x="496366" y="7026"/>
                </a:lnTo>
                <a:lnTo>
                  <a:pt x="495917" y="6508"/>
                </a:lnTo>
                <a:lnTo>
                  <a:pt x="495447" y="6002"/>
                </a:lnTo>
                <a:lnTo>
                  <a:pt x="494961" y="5512"/>
                </a:lnTo>
                <a:lnTo>
                  <a:pt x="494461" y="5044"/>
                </a:lnTo>
                <a:lnTo>
                  <a:pt x="493949" y="4595"/>
                </a:lnTo>
                <a:lnTo>
                  <a:pt x="493423" y="4168"/>
                </a:lnTo>
                <a:lnTo>
                  <a:pt x="492884" y="3762"/>
                </a:lnTo>
                <a:lnTo>
                  <a:pt x="492332" y="3376"/>
                </a:lnTo>
                <a:lnTo>
                  <a:pt x="491767" y="3012"/>
                </a:lnTo>
                <a:lnTo>
                  <a:pt x="491188" y="2668"/>
                </a:lnTo>
                <a:lnTo>
                  <a:pt x="490596" y="2345"/>
                </a:lnTo>
                <a:lnTo>
                  <a:pt x="489992" y="2042"/>
                </a:lnTo>
                <a:lnTo>
                  <a:pt x="489373" y="1761"/>
                </a:lnTo>
                <a:lnTo>
                  <a:pt x="488742" y="1501"/>
                </a:lnTo>
                <a:lnTo>
                  <a:pt x="488098" y="1261"/>
                </a:lnTo>
                <a:lnTo>
                  <a:pt x="487440" y="1042"/>
                </a:lnTo>
                <a:lnTo>
                  <a:pt x="486769" y="844"/>
                </a:lnTo>
                <a:lnTo>
                  <a:pt x="486085" y="667"/>
                </a:lnTo>
                <a:lnTo>
                  <a:pt x="485388" y="511"/>
                </a:lnTo>
                <a:lnTo>
                  <a:pt x="484678" y="375"/>
                </a:lnTo>
                <a:lnTo>
                  <a:pt x="483954" y="261"/>
                </a:lnTo>
                <a:lnTo>
                  <a:pt x="483218" y="167"/>
                </a:lnTo>
                <a:lnTo>
                  <a:pt x="482468" y="94"/>
                </a:lnTo>
                <a:lnTo>
                  <a:pt x="481705" y="42"/>
                </a:lnTo>
                <a:lnTo>
                  <a:pt x="480928" y="10"/>
                </a:lnTo>
                <a:lnTo>
                  <a:pt x="480139" y="0"/>
                </a:lnTo>
                <a:lnTo>
                  <a:pt x="479369" y="10"/>
                </a:lnTo>
                <a:lnTo>
                  <a:pt x="478611" y="42"/>
                </a:lnTo>
                <a:lnTo>
                  <a:pt x="477865" y="94"/>
                </a:lnTo>
                <a:lnTo>
                  <a:pt x="477131" y="167"/>
                </a:lnTo>
                <a:close/>
                <a:moveTo>
                  <a:pt x="1113113" y="15921"/>
                </a:moveTo>
                <a:lnTo>
                  <a:pt x="1113113" y="197661"/>
                </a:lnTo>
                <a:lnTo>
                  <a:pt x="1150098" y="197661"/>
                </a:lnTo>
                <a:lnTo>
                  <a:pt x="1150098" y="12004"/>
                </a:lnTo>
                <a:lnTo>
                  <a:pt x="1113113" y="15921"/>
                </a:lnTo>
                <a:close/>
                <a:moveTo>
                  <a:pt x="100401" y="182390"/>
                </a:moveTo>
                <a:lnTo>
                  <a:pt x="101601" y="181417"/>
                </a:lnTo>
                <a:lnTo>
                  <a:pt x="102779" y="180420"/>
                </a:lnTo>
                <a:lnTo>
                  <a:pt x="103933" y="179399"/>
                </a:lnTo>
                <a:lnTo>
                  <a:pt x="105065" y="178352"/>
                </a:lnTo>
                <a:lnTo>
                  <a:pt x="106173" y="177281"/>
                </a:lnTo>
                <a:lnTo>
                  <a:pt x="107259" y="176185"/>
                </a:lnTo>
                <a:lnTo>
                  <a:pt x="108321" y="175065"/>
                </a:lnTo>
                <a:lnTo>
                  <a:pt x="109361" y="173920"/>
                </a:lnTo>
                <a:lnTo>
                  <a:pt x="110378" y="172750"/>
                </a:lnTo>
                <a:lnTo>
                  <a:pt x="111371" y="171556"/>
                </a:lnTo>
                <a:lnTo>
                  <a:pt x="112342" y="170337"/>
                </a:lnTo>
                <a:lnTo>
                  <a:pt x="113290" y="169093"/>
                </a:lnTo>
                <a:lnTo>
                  <a:pt x="114215" y="167825"/>
                </a:lnTo>
                <a:lnTo>
                  <a:pt x="115117" y="166532"/>
                </a:lnTo>
                <a:lnTo>
                  <a:pt x="115995" y="165214"/>
                </a:lnTo>
                <a:lnTo>
                  <a:pt x="116851" y="163872"/>
                </a:lnTo>
                <a:lnTo>
                  <a:pt x="117684" y="162505"/>
                </a:lnTo>
                <a:lnTo>
                  <a:pt x="118494" y="161113"/>
                </a:lnTo>
                <a:lnTo>
                  <a:pt x="119281" y="159697"/>
                </a:lnTo>
                <a:lnTo>
                  <a:pt x="120041" y="158246"/>
                </a:lnTo>
                <a:lnTo>
                  <a:pt x="120768" y="156751"/>
                </a:lnTo>
                <a:lnTo>
                  <a:pt x="121462" y="155211"/>
                </a:lnTo>
                <a:lnTo>
                  <a:pt x="122125" y="153628"/>
                </a:lnTo>
                <a:lnTo>
                  <a:pt x="122755" y="152000"/>
                </a:lnTo>
                <a:lnTo>
                  <a:pt x="123353" y="150328"/>
                </a:lnTo>
                <a:lnTo>
                  <a:pt x="123918" y="148611"/>
                </a:lnTo>
                <a:lnTo>
                  <a:pt x="124451" y="146851"/>
                </a:lnTo>
                <a:lnTo>
                  <a:pt x="124952" y="145046"/>
                </a:lnTo>
                <a:lnTo>
                  <a:pt x="125421" y="143197"/>
                </a:lnTo>
                <a:lnTo>
                  <a:pt x="125857" y="141304"/>
                </a:lnTo>
                <a:lnTo>
                  <a:pt x="126261" y="139367"/>
                </a:lnTo>
                <a:lnTo>
                  <a:pt x="126632" y="137385"/>
                </a:lnTo>
                <a:lnTo>
                  <a:pt x="126972" y="135359"/>
                </a:lnTo>
                <a:lnTo>
                  <a:pt x="127279" y="133289"/>
                </a:lnTo>
                <a:lnTo>
                  <a:pt x="127553" y="131175"/>
                </a:lnTo>
                <a:lnTo>
                  <a:pt x="127796" y="129017"/>
                </a:lnTo>
                <a:lnTo>
                  <a:pt x="128006" y="126814"/>
                </a:lnTo>
                <a:lnTo>
                  <a:pt x="128183" y="124567"/>
                </a:lnTo>
                <a:lnTo>
                  <a:pt x="128329" y="122276"/>
                </a:lnTo>
                <a:lnTo>
                  <a:pt x="128442" y="119941"/>
                </a:lnTo>
                <a:lnTo>
                  <a:pt x="128523" y="117561"/>
                </a:lnTo>
                <a:lnTo>
                  <a:pt x="128571" y="115138"/>
                </a:lnTo>
                <a:lnTo>
                  <a:pt x="128587" y="112670"/>
                </a:lnTo>
                <a:lnTo>
                  <a:pt x="128559" y="109034"/>
                </a:lnTo>
                <a:lnTo>
                  <a:pt x="128472" y="105473"/>
                </a:lnTo>
                <a:lnTo>
                  <a:pt x="128329" y="101987"/>
                </a:lnTo>
                <a:lnTo>
                  <a:pt x="128128" y="98577"/>
                </a:lnTo>
                <a:lnTo>
                  <a:pt x="127870" y="95241"/>
                </a:lnTo>
                <a:lnTo>
                  <a:pt x="127554" y="91982"/>
                </a:lnTo>
                <a:lnTo>
                  <a:pt x="127181" y="88797"/>
                </a:lnTo>
                <a:lnTo>
                  <a:pt x="126750" y="85687"/>
                </a:lnTo>
                <a:lnTo>
                  <a:pt x="126262" y="82653"/>
                </a:lnTo>
                <a:lnTo>
                  <a:pt x="125717" y="79694"/>
                </a:lnTo>
                <a:lnTo>
                  <a:pt x="125114" y="76811"/>
                </a:lnTo>
                <a:lnTo>
                  <a:pt x="124454" y="74002"/>
                </a:lnTo>
                <a:lnTo>
                  <a:pt x="123736" y="71269"/>
                </a:lnTo>
                <a:lnTo>
                  <a:pt x="122961" y="68611"/>
                </a:lnTo>
                <a:lnTo>
                  <a:pt x="122129" y="66029"/>
                </a:lnTo>
                <a:lnTo>
                  <a:pt x="121239" y="63521"/>
                </a:lnTo>
                <a:lnTo>
                  <a:pt x="120292" y="61089"/>
                </a:lnTo>
                <a:lnTo>
                  <a:pt x="119287" y="58732"/>
                </a:lnTo>
                <a:lnTo>
                  <a:pt x="118225" y="56451"/>
                </a:lnTo>
                <a:lnTo>
                  <a:pt x="117105" y="54244"/>
                </a:lnTo>
                <a:lnTo>
                  <a:pt x="115928" y="52113"/>
                </a:lnTo>
                <a:lnTo>
                  <a:pt x="114694" y="50057"/>
                </a:lnTo>
                <a:lnTo>
                  <a:pt x="113402" y="48077"/>
                </a:lnTo>
                <a:lnTo>
                  <a:pt x="112053" y="46171"/>
                </a:lnTo>
                <a:lnTo>
                  <a:pt x="110650" y="44342"/>
                </a:lnTo>
                <a:lnTo>
                  <a:pt x="109195" y="42591"/>
                </a:lnTo>
                <a:lnTo>
                  <a:pt x="107689" y="40918"/>
                </a:lnTo>
                <a:lnTo>
                  <a:pt x="106131" y="39323"/>
                </a:lnTo>
                <a:lnTo>
                  <a:pt x="104522" y="37805"/>
                </a:lnTo>
                <a:lnTo>
                  <a:pt x="102862" y="36366"/>
                </a:lnTo>
                <a:lnTo>
                  <a:pt x="101150" y="35004"/>
                </a:lnTo>
                <a:lnTo>
                  <a:pt x="99386" y="33720"/>
                </a:lnTo>
                <a:lnTo>
                  <a:pt x="97571" y="32513"/>
                </a:lnTo>
                <a:lnTo>
                  <a:pt x="95705" y="31385"/>
                </a:lnTo>
                <a:lnTo>
                  <a:pt x="93787" y="30334"/>
                </a:lnTo>
                <a:lnTo>
                  <a:pt x="91817" y="29362"/>
                </a:lnTo>
                <a:lnTo>
                  <a:pt x="89796" y="28467"/>
                </a:lnTo>
                <a:lnTo>
                  <a:pt x="87724" y="27649"/>
                </a:lnTo>
                <a:lnTo>
                  <a:pt x="85600" y="26910"/>
                </a:lnTo>
                <a:lnTo>
                  <a:pt x="83425" y="26249"/>
                </a:lnTo>
                <a:lnTo>
                  <a:pt x="81198" y="25665"/>
                </a:lnTo>
                <a:lnTo>
                  <a:pt x="78920" y="25159"/>
                </a:lnTo>
                <a:lnTo>
                  <a:pt x="76591" y="24731"/>
                </a:lnTo>
                <a:lnTo>
                  <a:pt x="74209" y="24381"/>
                </a:lnTo>
                <a:lnTo>
                  <a:pt x="71777" y="24109"/>
                </a:lnTo>
                <a:lnTo>
                  <a:pt x="69293" y="23914"/>
                </a:lnTo>
                <a:lnTo>
                  <a:pt x="66757" y="23797"/>
                </a:lnTo>
                <a:lnTo>
                  <a:pt x="64170" y="23758"/>
                </a:lnTo>
                <a:lnTo>
                  <a:pt x="61623" y="23798"/>
                </a:lnTo>
                <a:lnTo>
                  <a:pt x="59126" y="23916"/>
                </a:lnTo>
                <a:lnTo>
                  <a:pt x="56677" y="24112"/>
                </a:lnTo>
                <a:lnTo>
                  <a:pt x="54278" y="24388"/>
                </a:lnTo>
                <a:lnTo>
                  <a:pt x="51929" y="24742"/>
                </a:lnTo>
                <a:lnTo>
                  <a:pt x="49628" y="25175"/>
                </a:lnTo>
                <a:lnTo>
                  <a:pt x="47377" y="25686"/>
                </a:lnTo>
                <a:lnTo>
                  <a:pt x="45175" y="26276"/>
                </a:lnTo>
                <a:lnTo>
                  <a:pt x="43023" y="26945"/>
                </a:lnTo>
                <a:lnTo>
                  <a:pt x="40920" y="27692"/>
                </a:lnTo>
                <a:lnTo>
                  <a:pt x="38866" y="28518"/>
                </a:lnTo>
                <a:lnTo>
                  <a:pt x="36861" y="29423"/>
                </a:lnTo>
                <a:lnTo>
                  <a:pt x="34906" y="30407"/>
                </a:lnTo>
                <a:lnTo>
                  <a:pt x="33000" y="31469"/>
                </a:lnTo>
                <a:lnTo>
                  <a:pt x="31144" y="32610"/>
                </a:lnTo>
                <a:lnTo>
                  <a:pt x="29337" y="33829"/>
                </a:lnTo>
                <a:lnTo>
                  <a:pt x="27579" y="35127"/>
                </a:lnTo>
                <a:lnTo>
                  <a:pt x="25870" y="36504"/>
                </a:lnTo>
                <a:lnTo>
                  <a:pt x="24211" y="37960"/>
                </a:lnTo>
                <a:lnTo>
                  <a:pt x="22601" y="39494"/>
                </a:lnTo>
                <a:lnTo>
                  <a:pt x="21040" y="41107"/>
                </a:lnTo>
                <a:lnTo>
                  <a:pt x="19528" y="42799"/>
                </a:lnTo>
                <a:lnTo>
                  <a:pt x="18066" y="44569"/>
                </a:lnTo>
                <a:lnTo>
                  <a:pt x="16654" y="46418"/>
                </a:lnTo>
                <a:lnTo>
                  <a:pt x="15295" y="48342"/>
                </a:lnTo>
                <a:lnTo>
                  <a:pt x="13994" y="50339"/>
                </a:lnTo>
                <a:lnTo>
                  <a:pt x="12750" y="52409"/>
                </a:lnTo>
                <a:lnTo>
                  <a:pt x="11565" y="54551"/>
                </a:lnTo>
                <a:lnTo>
                  <a:pt x="10437" y="56767"/>
                </a:lnTo>
                <a:lnTo>
                  <a:pt x="9368" y="59055"/>
                </a:lnTo>
                <a:lnTo>
                  <a:pt x="8356" y="61415"/>
                </a:lnTo>
                <a:lnTo>
                  <a:pt x="7402" y="63848"/>
                </a:lnTo>
                <a:lnTo>
                  <a:pt x="6505" y="66354"/>
                </a:lnTo>
                <a:lnTo>
                  <a:pt x="5667" y="68933"/>
                </a:lnTo>
                <a:lnTo>
                  <a:pt x="4886" y="71585"/>
                </a:lnTo>
                <a:lnTo>
                  <a:pt x="4163" y="74309"/>
                </a:lnTo>
                <a:lnTo>
                  <a:pt x="3498" y="77106"/>
                </a:lnTo>
                <a:lnTo>
                  <a:pt x="2891" y="79975"/>
                </a:lnTo>
                <a:lnTo>
                  <a:pt x="2342" y="82917"/>
                </a:lnTo>
                <a:lnTo>
                  <a:pt x="1850" y="85932"/>
                </a:lnTo>
                <a:lnTo>
                  <a:pt x="1417" y="89020"/>
                </a:lnTo>
                <a:lnTo>
                  <a:pt x="1041" y="92181"/>
                </a:lnTo>
                <a:lnTo>
                  <a:pt x="723" y="95414"/>
                </a:lnTo>
                <a:lnTo>
                  <a:pt x="463" y="98719"/>
                </a:lnTo>
                <a:lnTo>
                  <a:pt x="260" y="102098"/>
                </a:lnTo>
                <a:lnTo>
                  <a:pt x="116" y="105549"/>
                </a:lnTo>
                <a:lnTo>
                  <a:pt x="29" y="109073"/>
                </a:lnTo>
                <a:lnTo>
                  <a:pt x="0" y="112670"/>
                </a:lnTo>
                <a:lnTo>
                  <a:pt x="28" y="116226"/>
                </a:lnTo>
                <a:lnTo>
                  <a:pt x="113" y="119711"/>
                </a:lnTo>
                <a:lnTo>
                  <a:pt x="254" y="123125"/>
                </a:lnTo>
                <a:lnTo>
                  <a:pt x="452" y="126467"/>
                </a:lnTo>
                <a:lnTo>
                  <a:pt x="707" y="129738"/>
                </a:lnTo>
                <a:lnTo>
                  <a:pt x="1018" y="132938"/>
                </a:lnTo>
                <a:lnTo>
                  <a:pt x="1386" y="136065"/>
                </a:lnTo>
                <a:lnTo>
                  <a:pt x="1810" y="139122"/>
                </a:lnTo>
                <a:lnTo>
                  <a:pt x="2290" y="142107"/>
                </a:lnTo>
                <a:lnTo>
                  <a:pt x="2828" y="145021"/>
                </a:lnTo>
                <a:lnTo>
                  <a:pt x="3421" y="147863"/>
                </a:lnTo>
                <a:lnTo>
                  <a:pt x="4072" y="150634"/>
                </a:lnTo>
                <a:lnTo>
                  <a:pt x="4779" y="153333"/>
                </a:lnTo>
                <a:lnTo>
                  <a:pt x="5542" y="155961"/>
                </a:lnTo>
                <a:lnTo>
                  <a:pt x="6362" y="158518"/>
                </a:lnTo>
                <a:lnTo>
                  <a:pt x="7239" y="161003"/>
                </a:lnTo>
                <a:lnTo>
                  <a:pt x="8172" y="163417"/>
                </a:lnTo>
                <a:lnTo>
                  <a:pt x="9162" y="165759"/>
                </a:lnTo>
                <a:lnTo>
                  <a:pt x="10208" y="168030"/>
                </a:lnTo>
                <a:lnTo>
                  <a:pt x="11311" y="170229"/>
                </a:lnTo>
                <a:lnTo>
                  <a:pt x="12470" y="172357"/>
                </a:lnTo>
                <a:lnTo>
                  <a:pt x="13686" y="174414"/>
                </a:lnTo>
                <a:lnTo>
                  <a:pt x="14958" y="176399"/>
                </a:lnTo>
                <a:lnTo>
                  <a:pt x="16287" y="178313"/>
                </a:lnTo>
                <a:lnTo>
                  <a:pt x="17667" y="180151"/>
                </a:lnTo>
                <a:lnTo>
                  <a:pt x="19091" y="181912"/>
                </a:lnTo>
                <a:lnTo>
                  <a:pt x="20560" y="183594"/>
                </a:lnTo>
                <a:lnTo>
                  <a:pt x="22074" y="185198"/>
                </a:lnTo>
                <a:lnTo>
                  <a:pt x="23632" y="186723"/>
                </a:lnTo>
                <a:lnTo>
                  <a:pt x="25235" y="188171"/>
                </a:lnTo>
                <a:lnTo>
                  <a:pt x="26882" y="189540"/>
                </a:lnTo>
                <a:lnTo>
                  <a:pt x="28575" y="190831"/>
                </a:lnTo>
                <a:lnTo>
                  <a:pt x="30311" y="192043"/>
                </a:lnTo>
                <a:lnTo>
                  <a:pt x="32093" y="193178"/>
                </a:lnTo>
                <a:lnTo>
                  <a:pt x="33919" y="194234"/>
                </a:lnTo>
                <a:lnTo>
                  <a:pt x="35790" y="195212"/>
                </a:lnTo>
                <a:lnTo>
                  <a:pt x="37705" y="196112"/>
                </a:lnTo>
                <a:lnTo>
                  <a:pt x="39665" y="196933"/>
                </a:lnTo>
                <a:lnTo>
                  <a:pt x="41670" y="197677"/>
                </a:lnTo>
                <a:lnTo>
                  <a:pt x="43720" y="198342"/>
                </a:lnTo>
                <a:lnTo>
                  <a:pt x="45814" y="198928"/>
                </a:lnTo>
                <a:lnTo>
                  <a:pt x="47952" y="199437"/>
                </a:lnTo>
                <a:lnTo>
                  <a:pt x="50136" y="199867"/>
                </a:lnTo>
                <a:lnTo>
                  <a:pt x="52364" y="200219"/>
                </a:lnTo>
                <a:lnTo>
                  <a:pt x="54636" y="200493"/>
                </a:lnTo>
                <a:lnTo>
                  <a:pt x="56954" y="200689"/>
                </a:lnTo>
                <a:lnTo>
                  <a:pt x="59316" y="200806"/>
                </a:lnTo>
                <a:lnTo>
                  <a:pt x="61722" y="200845"/>
                </a:lnTo>
                <a:lnTo>
                  <a:pt x="63223" y="200860"/>
                </a:lnTo>
                <a:lnTo>
                  <a:pt x="64706" y="200904"/>
                </a:lnTo>
                <a:lnTo>
                  <a:pt x="66170" y="200977"/>
                </a:lnTo>
                <a:lnTo>
                  <a:pt x="67615" y="201080"/>
                </a:lnTo>
                <a:lnTo>
                  <a:pt x="69041" y="201212"/>
                </a:lnTo>
                <a:lnTo>
                  <a:pt x="70448" y="201373"/>
                </a:lnTo>
                <a:lnTo>
                  <a:pt x="71837" y="201564"/>
                </a:lnTo>
                <a:lnTo>
                  <a:pt x="73207" y="201784"/>
                </a:lnTo>
                <a:lnTo>
                  <a:pt x="74559" y="202033"/>
                </a:lnTo>
                <a:lnTo>
                  <a:pt x="75891" y="202312"/>
                </a:lnTo>
                <a:lnTo>
                  <a:pt x="77205" y="202620"/>
                </a:lnTo>
                <a:lnTo>
                  <a:pt x="78500" y="202958"/>
                </a:lnTo>
                <a:lnTo>
                  <a:pt x="79777" y="203324"/>
                </a:lnTo>
                <a:lnTo>
                  <a:pt x="81034" y="203721"/>
                </a:lnTo>
                <a:lnTo>
                  <a:pt x="82273" y="204146"/>
                </a:lnTo>
                <a:lnTo>
                  <a:pt x="83494" y="204601"/>
                </a:lnTo>
                <a:lnTo>
                  <a:pt x="84695" y="205085"/>
                </a:lnTo>
                <a:lnTo>
                  <a:pt x="85878" y="205598"/>
                </a:lnTo>
                <a:lnTo>
                  <a:pt x="87042" y="206141"/>
                </a:lnTo>
                <a:lnTo>
                  <a:pt x="88187" y="206713"/>
                </a:lnTo>
                <a:lnTo>
                  <a:pt x="89314" y="207315"/>
                </a:lnTo>
                <a:lnTo>
                  <a:pt x="90422" y="207946"/>
                </a:lnTo>
                <a:lnTo>
                  <a:pt x="91511" y="208606"/>
                </a:lnTo>
                <a:lnTo>
                  <a:pt x="92582" y="209295"/>
                </a:lnTo>
                <a:lnTo>
                  <a:pt x="93639" y="210011"/>
                </a:lnTo>
                <a:lnTo>
                  <a:pt x="94687" y="210749"/>
                </a:lnTo>
                <a:lnTo>
                  <a:pt x="95728" y="211509"/>
                </a:lnTo>
                <a:lnTo>
                  <a:pt x="96759" y="212292"/>
                </a:lnTo>
                <a:lnTo>
                  <a:pt x="97782" y="213098"/>
                </a:lnTo>
                <a:lnTo>
                  <a:pt x="98797" y="213926"/>
                </a:lnTo>
                <a:lnTo>
                  <a:pt x="99803" y="214777"/>
                </a:lnTo>
                <a:lnTo>
                  <a:pt x="100801" y="215650"/>
                </a:lnTo>
                <a:lnTo>
                  <a:pt x="101790" y="216546"/>
                </a:lnTo>
                <a:lnTo>
                  <a:pt x="102771" y="217464"/>
                </a:lnTo>
                <a:lnTo>
                  <a:pt x="103743" y="218405"/>
                </a:lnTo>
                <a:lnTo>
                  <a:pt x="104707" y="219368"/>
                </a:lnTo>
                <a:lnTo>
                  <a:pt x="105662" y="220354"/>
                </a:lnTo>
                <a:lnTo>
                  <a:pt x="106608" y="221363"/>
                </a:lnTo>
                <a:lnTo>
                  <a:pt x="107546" y="222394"/>
                </a:lnTo>
                <a:lnTo>
                  <a:pt x="108476" y="223447"/>
                </a:lnTo>
                <a:lnTo>
                  <a:pt x="109397" y="224524"/>
                </a:lnTo>
                <a:lnTo>
                  <a:pt x="110310" y="225622"/>
                </a:lnTo>
                <a:lnTo>
                  <a:pt x="111214" y="226743"/>
                </a:lnTo>
                <a:lnTo>
                  <a:pt x="112110" y="227887"/>
                </a:lnTo>
                <a:lnTo>
                  <a:pt x="112997" y="229053"/>
                </a:lnTo>
                <a:lnTo>
                  <a:pt x="113876" y="230242"/>
                </a:lnTo>
                <a:lnTo>
                  <a:pt x="114746" y="231453"/>
                </a:lnTo>
                <a:lnTo>
                  <a:pt x="115607" y="232687"/>
                </a:lnTo>
                <a:lnTo>
                  <a:pt x="138630" y="203783"/>
                </a:lnTo>
                <a:lnTo>
                  <a:pt x="137853" y="203057"/>
                </a:lnTo>
                <a:lnTo>
                  <a:pt x="137073" y="202347"/>
                </a:lnTo>
                <a:lnTo>
                  <a:pt x="136290" y="201655"/>
                </a:lnTo>
                <a:lnTo>
                  <a:pt x="135504" y="200980"/>
                </a:lnTo>
                <a:lnTo>
                  <a:pt x="134715" y="200322"/>
                </a:lnTo>
                <a:lnTo>
                  <a:pt x="133923" y="199681"/>
                </a:lnTo>
                <a:lnTo>
                  <a:pt x="133128" y="199057"/>
                </a:lnTo>
                <a:lnTo>
                  <a:pt x="132330" y="198450"/>
                </a:lnTo>
                <a:lnTo>
                  <a:pt x="131529" y="197859"/>
                </a:lnTo>
                <a:lnTo>
                  <a:pt x="130725" y="197286"/>
                </a:lnTo>
                <a:lnTo>
                  <a:pt x="129918" y="196730"/>
                </a:lnTo>
                <a:lnTo>
                  <a:pt x="129109" y="196191"/>
                </a:lnTo>
                <a:lnTo>
                  <a:pt x="128296" y="195669"/>
                </a:lnTo>
                <a:lnTo>
                  <a:pt x="127480" y="195164"/>
                </a:lnTo>
                <a:lnTo>
                  <a:pt x="126661" y="194676"/>
                </a:lnTo>
                <a:lnTo>
                  <a:pt x="125839" y="194205"/>
                </a:lnTo>
                <a:lnTo>
                  <a:pt x="125015" y="193751"/>
                </a:lnTo>
                <a:lnTo>
                  <a:pt x="124187" y="193314"/>
                </a:lnTo>
                <a:lnTo>
                  <a:pt x="123356" y="192894"/>
                </a:lnTo>
                <a:lnTo>
                  <a:pt x="122523" y="192491"/>
                </a:lnTo>
                <a:lnTo>
                  <a:pt x="121686" y="192105"/>
                </a:lnTo>
                <a:lnTo>
                  <a:pt x="120846" y="191736"/>
                </a:lnTo>
                <a:lnTo>
                  <a:pt x="120004" y="191384"/>
                </a:lnTo>
                <a:lnTo>
                  <a:pt x="119158" y="191050"/>
                </a:lnTo>
                <a:lnTo>
                  <a:pt x="118303" y="190729"/>
                </a:lnTo>
                <a:lnTo>
                  <a:pt x="117431" y="190422"/>
                </a:lnTo>
                <a:lnTo>
                  <a:pt x="116543" y="190127"/>
                </a:lnTo>
                <a:lnTo>
                  <a:pt x="115638" y="189845"/>
                </a:lnTo>
                <a:lnTo>
                  <a:pt x="114716" y="189575"/>
                </a:lnTo>
                <a:lnTo>
                  <a:pt x="113778" y="189319"/>
                </a:lnTo>
                <a:lnTo>
                  <a:pt x="112824" y="189075"/>
                </a:lnTo>
                <a:lnTo>
                  <a:pt x="111852" y="188844"/>
                </a:lnTo>
                <a:lnTo>
                  <a:pt x="110864" y="188626"/>
                </a:lnTo>
                <a:lnTo>
                  <a:pt x="109860" y="188420"/>
                </a:lnTo>
                <a:lnTo>
                  <a:pt x="108839" y="188228"/>
                </a:lnTo>
                <a:lnTo>
                  <a:pt x="107801" y="188048"/>
                </a:lnTo>
                <a:lnTo>
                  <a:pt x="106747" y="187880"/>
                </a:lnTo>
                <a:lnTo>
                  <a:pt x="105676" y="187726"/>
                </a:lnTo>
                <a:lnTo>
                  <a:pt x="104588" y="187584"/>
                </a:lnTo>
                <a:lnTo>
                  <a:pt x="103484" y="187455"/>
                </a:lnTo>
                <a:lnTo>
                  <a:pt x="102364" y="187339"/>
                </a:lnTo>
                <a:lnTo>
                  <a:pt x="101226" y="187235"/>
                </a:lnTo>
                <a:lnTo>
                  <a:pt x="100072" y="187145"/>
                </a:lnTo>
                <a:lnTo>
                  <a:pt x="98902" y="187067"/>
                </a:lnTo>
                <a:lnTo>
                  <a:pt x="97715" y="187001"/>
                </a:lnTo>
                <a:lnTo>
                  <a:pt x="96511" y="186949"/>
                </a:lnTo>
                <a:lnTo>
                  <a:pt x="95291" y="186909"/>
                </a:lnTo>
                <a:lnTo>
                  <a:pt x="94054" y="186882"/>
                </a:lnTo>
                <a:lnTo>
                  <a:pt x="95369" y="186033"/>
                </a:lnTo>
                <a:lnTo>
                  <a:pt x="96662" y="185159"/>
                </a:lnTo>
                <a:lnTo>
                  <a:pt x="97931" y="184261"/>
                </a:lnTo>
                <a:lnTo>
                  <a:pt x="99177" y="183338"/>
                </a:lnTo>
                <a:lnTo>
                  <a:pt x="100401" y="182390"/>
                </a:lnTo>
                <a:close/>
                <a:moveTo>
                  <a:pt x="40034" y="103593"/>
                </a:moveTo>
                <a:lnTo>
                  <a:pt x="40083" y="101877"/>
                </a:lnTo>
                <a:lnTo>
                  <a:pt x="40141" y="100195"/>
                </a:lnTo>
                <a:lnTo>
                  <a:pt x="40208" y="98545"/>
                </a:lnTo>
                <a:lnTo>
                  <a:pt x="40284" y="96929"/>
                </a:lnTo>
                <a:lnTo>
                  <a:pt x="40369" y="95346"/>
                </a:lnTo>
                <a:lnTo>
                  <a:pt x="40463" y="93796"/>
                </a:lnTo>
                <a:lnTo>
                  <a:pt x="40565" y="92279"/>
                </a:lnTo>
                <a:lnTo>
                  <a:pt x="40677" y="90795"/>
                </a:lnTo>
                <a:lnTo>
                  <a:pt x="40797" y="89345"/>
                </a:lnTo>
                <a:lnTo>
                  <a:pt x="40927" y="87927"/>
                </a:lnTo>
                <a:lnTo>
                  <a:pt x="41065" y="86543"/>
                </a:lnTo>
                <a:lnTo>
                  <a:pt x="41212" y="85192"/>
                </a:lnTo>
                <a:lnTo>
                  <a:pt x="41369" y="83875"/>
                </a:lnTo>
                <a:lnTo>
                  <a:pt x="41534" y="82590"/>
                </a:lnTo>
                <a:lnTo>
                  <a:pt x="41708" y="81338"/>
                </a:lnTo>
                <a:lnTo>
                  <a:pt x="41891" y="80120"/>
                </a:lnTo>
                <a:lnTo>
                  <a:pt x="42083" y="78935"/>
                </a:lnTo>
                <a:lnTo>
                  <a:pt x="42284" y="77783"/>
                </a:lnTo>
                <a:lnTo>
                  <a:pt x="42494" y="76664"/>
                </a:lnTo>
                <a:lnTo>
                  <a:pt x="42713" y="75575"/>
                </a:lnTo>
                <a:lnTo>
                  <a:pt x="42942" y="74512"/>
                </a:lnTo>
                <a:lnTo>
                  <a:pt x="43179" y="73474"/>
                </a:lnTo>
                <a:lnTo>
                  <a:pt x="43427" y="72463"/>
                </a:lnTo>
                <a:lnTo>
                  <a:pt x="43683" y="71477"/>
                </a:lnTo>
                <a:lnTo>
                  <a:pt x="43949" y="70518"/>
                </a:lnTo>
                <a:lnTo>
                  <a:pt x="44225" y="69584"/>
                </a:lnTo>
                <a:lnTo>
                  <a:pt x="44509" y="68677"/>
                </a:lnTo>
                <a:lnTo>
                  <a:pt x="44803" y="67795"/>
                </a:lnTo>
                <a:lnTo>
                  <a:pt x="45107" y="66939"/>
                </a:lnTo>
                <a:lnTo>
                  <a:pt x="45419" y="66109"/>
                </a:lnTo>
                <a:lnTo>
                  <a:pt x="45741" y="65306"/>
                </a:lnTo>
                <a:lnTo>
                  <a:pt x="46073" y="64528"/>
                </a:lnTo>
                <a:lnTo>
                  <a:pt x="46414" y="63776"/>
                </a:lnTo>
                <a:lnTo>
                  <a:pt x="46764" y="63049"/>
                </a:lnTo>
                <a:lnTo>
                  <a:pt x="47123" y="62349"/>
                </a:lnTo>
                <a:lnTo>
                  <a:pt x="47492" y="61675"/>
                </a:lnTo>
                <a:lnTo>
                  <a:pt x="47870" y="61027"/>
                </a:lnTo>
                <a:lnTo>
                  <a:pt x="48257" y="60405"/>
                </a:lnTo>
                <a:lnTo>
                  <a:pt x="48654" y="59808"/>
                </a:lnTo>
                <a:lnTo>
                  <a:pt x="49060" y="59238"/>
                </a:lnTo>
                <a:lnTo>
                  <a:pt x="49476" y="58693"/>
                </a:lnTo>
                <a:lnTo>
                  <a:pt x="49900" y="58175"/>
                </a:lnTo>
                <a:lnTo>
                  <a:pt x="50335" y="57682"/>
                </a:lnTo>
                <a:lnTo>
                  <a:pt x="50779" y="57213"/>
                </a:lnTo>
                <a:lnTo>
                  <a:pt x="51235" y="56763"/>
                </a:lnTo>
                <a:lnTo>
                  <a:pt x="51703" y="56333"/>
                </a:lnTo>
                <a:lnTo>
                  <a:pt x="52182" y="55924"/>
                </a:lnTo>
                <a:lnTo>
                  <a:pt x="52672" y="55534"/>
                </a:lnTo>
                <a:lnTo>
                  <a:pt x="53174" y="55164"/>
                </a:lnTo>
                <a:lnTo>
                  <a:pt x="53687" y="54814"/>
                </a:lnTo>
                <a:lnTo>
                  <a:pt x="54212" y="54485"/>
                </a:lnTo>
                <a:lnTo>
                  <a:pt x="54749" y="54175"/>
                </a:lnTo>
                <a:lnTo>
                  <a:pt x="55296" y="53885"/>
                </a:lnTo>
                <a:lnTo>
                  <a:pt x="55856" y="53615"/>
                </a:lnTo>
                <a:lnTo>
                  <a:pt x="56427" y="53366"/>
                </a:lnTo>
                <a:lnTo>
                  <a:pt x="57009" y="53136"/>
                </a:lnTo>
                <a:lnTo>
                  <a:pt x="57602" y="52926"/>
                </a:lnTo>
                <a:lnTo>
                  <a:pt x="58208" y="52736"/>
                </a:lnTo>
                <a:lnTo>
                  <a:pt x="58824" y="52566"/>
                </a:lnTo>
                <a:lnTo>
                  <a:pt x="59452" y="52416"/>
                </a:lnTo>
                <a:lnTo>
                  <a:pt x="60092" y="52286"/>
                </a:lnTo>
                <a:lnTo>
                  <a:pt x="60743" y="52177"/>
                </a:lnTo>
                <a:lnTo>
                  <a:pt x="61405" y="52087"/>
                </a:lnTo>
                <a:lnTo>
                  <a:pt x="62079" y="52017"/>
                </a:lnTo>
                <a:lnTo>
                  <a:pt x="62765" y="51967"/>
                </a:lnTo>
                <a:lnTo>
                  <a:pt x="63462" y="51937"/>
                </a:lnTo>
                <a:lnTo>
                  <a:pt x="64170" y="51927"/>
                </a:lnTo>
                <a:lnTo>
                  <a:pt x="64879" y="51937"/>
                </a:lnTo>
                <a:lnTo>
                  <a:pt x="65577" y="51967"/>
                </a:lnTo>
                <a:lnTo>
                  <a:pt x="66264" y="52017"/>
                </a:lnTo>
                <a:lnTo>
                  <a:pt x="66940" y="52087"/>
                </a:lnTo>
                <a:lnTo>
                  <a:pt x="67604" y="52177"/>
                </a:lnTo>
                <a:lnTo>
                  <a:pt x="68258" y="52286"/>
                </a:lnTo>
                <a:lnTo>
                  <a:pt x="68901" y="52416"/>
                </a:lnTo>
                <a:lnTo>
                  <a:pt x="69532" y="52566"/>
                </a:lnTo>
                <a:lnTo>
                  <a:pt x="70153" y="52736"/>
                </a:lnTo>
                <a:lnTo>
                  <a:pt x="70762" y="52926"/>
                </a:lnTo>
                <a:lnTo>
                  <a:pt x="71360" y="53136"/>
                </a:lnTo>
                <a:lnTo>
                  <a:pt x="71948" y="53366"/>
                </a:lnTo>
                <a:lnTo>
                  <a:pt x="72524" y="53615"/>
                </a:lnTo>
                <a:lnTo>
                  <a:pt x="73089" y="53885"/>
                </a:lnTo>
                <a:lnTo>
                  <a:pt x="73643" y="54175"/>
                </a:lnTo>
                <a:lnTo>
                  <a:pt x="74186" y="54485"/>
                </a:lnTo>
                <a:lnTo>
                  <a:pt x="74718" y="54814"/>
                </a:lnTo>
                <a:lnTo>
                  <a:pt x="75239" y="55164"/>
                </a:lnTo>
                <a:lnTo>
                  <a:pt x="75749" y="55534"/>
                </a:lnTo>
                <a:lnTo>
                  <a:pt x="76248" y="55924"/>
                </a:lnTo>
                <a:lnTo>
                  <a:pt x="76736" y="56333"/>
                </a:lnTo>
                <a:lnTo>
                  <a:pt x="77213" y="56763"/>
                </a:lnTo>
                <a:lnTo>
                  <a:pt x="77678" y="57213"/>
                </a:lnTo>
                <a:lnTo>
                  <a:pt x="78133" y="57682"/>
                </a:lnTo>
                <a:lnTo>
                  <a:pt x="78577" y="58175"/>
                </a:lnTo>
                <a:lnTo>
                  <a:pt x="79012" y="58693"/>
                </a:lnTo>
                <a:lnTo>
                  <a:pt x="79436" y="59238"/>
                </a:lnTo>
                <a:lnTo>
                  <a:pt x="79851" y="59808"/>
                </a:lnTo>
                <a:lnTo>
                  <a:pt x="80256" y="60405"/>
                </a:lnTo>
                <a:lnTo>
                  <a:pt x="80652" y="61027"/>
                </a:lnTo>
                <a:lnTo>
                  <a:pt x="81037" y="61675"/>
                </a:lnTo>
                <a:lnTo>
                  <a:pt x="81413" y="62349"/>
                </a:lnTo>
                <a:lnTo>
                  <a:pt x="81779" y="63049"/>
                </a:lnTo>
                <a:lnTo>
                  <a:pt x="82135" y="63776"/>
                </a:lnTo>
                <a:lnTo>
                  <a:pt x="82481" y="64528"/>
                </a:lnTo>
                <a:lnTo>
                  <a:pt x="82818" y="65306"/>
                </a:lnTo>
                <a:lnTo>
                  <a:pt x="83145" y="66109"/>
                </a:lnTo>
                <a:lnTo>
                  <a:pt x="83462" y="66939"/>
                </a:lnTo>
                <a:lnTo>
                  <a:pt x="83769" y="67795"/>
                </a:lnTo>
                <a:lnTo>
                  <a:pt x="84066" y="68677"/>
                </a:lnTo>
                <a:lnTo>
                  <a:pt x="84354" y="69584"/>
                </a:lnTo>
                <a:lnTo>
                  <a:pt x="84632" y="70518"/>
                </a:lnTo>
                <a:lnTo>
                  <a:pt x="84900" y="71477"/>
                </a:lnTo>
                <a:lnTo>
                  <a:pt x="85158" y="72463"/>
                </a:lnTo>
                <a:lnTo>
                  <a:pt x="85407" y="73474"/>
                </a:lnTo>
                <a:lnTo>
                  <a:pt x="85645" y="74512"/>
                </a:lnTo>
                <a:lnTo>
                  <a:pt x="85874" y="75575"/>
                </a:lnTo>
                <a:lnTo>
                  <a:pt x="86094" y="76664"/>
                </a:lnTo>
                <a:lnTo>
                  <a:pt x="86303" y="77783"/>
                </a:lnTo>
                <a:lnTo>
                  <a:pt x="86504" y="78935"/>
                </a:lnTo>
                <a:lnTo>
                  <a:pt x="86696" y="80120"/>
                </a:lnTo>
                <a:lnTo>
                  <a:pt x="86879" y="81338"/>
                </a:lnTo>
                <a:lnTo>
                  <a:pt x="87053" y="82590"/>
                </a:lnTo>
                <a:lnTo>
                  <a:pt x="87219" y="83875"/>
                </a:lnTo>
                <a:lnTo>
                  <a:pt x="87375" y="85192"/>
                </a:lnTo>
                <a:lnTo>
                  <a:pt x="87522" y="86543"/>
                </a:lnTo>
                <a:lnTo>
                  <a:pt x="87660" y="87927"/>
                </a:lnTo>
                <a:lnTo>
                  <a:pt x="87790" y="89345"/>
                </a:lnTo>
                <a:lnTo>
                  <a:pt x="87910" y="90795"/>
                </a:lnTo>
                <a:lnTo>
                  <a:pt x="88022" y="92279"/>
                </a:lnTo>
                <a:lnTo>
                  <a:pt x="88125" y="93796"/>
                </a:lnTo>
                <a:lnTo>
                  <a:pt x="88218" y="95346"/>
                </a:lnTo>
                <a:lnTo>
                  <a:pt x="88303" y="96929"/>
                </a:lnTo>
                <a:lnTo>
                  <a:pt x="88379" y="98545"/>
                </a:lnTo>
                <a:lnTo>
                  <a:pt x="88446" y="100195"/>
                </a:lnTo>
                <a:lnTo>
                  <a:pt x="88504" y="101877"/>
                </a:lnTo>
                <a:lnTo>
                  <a:pt x="88553" y="103593"/>
                </a:lnTo>
                <a:lnTo>
                  <a:pt x="88593" y="105342"/>
                </a:lnTo>
                <a:lnTo>
                  <a:pt x="88625" y="107124"/>
                </a:lnTo>
                <a:lnTo>
                  <a:pt x="88647" y="108940"/>
                </a:lnTo>
                <a:lnTo>
                  <a:pt x="88660" y="110788"/>
                </a:lnTo>
                <a:lnTo>
                  <a:pt x="88665" y="112670"/>
                </a:lnTo>
                <a:lnTo>
                  <a:pt x="88660" y="114571"/>
                </a:lnTo>
                <a:lnTo>
                  <a:pt x="88647" y="116439"/>
                </a:lnTo>
                <a:lnTo>
                  <a:pt x="88625" y="118272"/>
                </a:lnTo>
                <a:lnTo>
                  <a:pt x="88593" y="120072"/>
                </a:lnTo>
                <a:lnTo>
                  <a:pt x="88553" y="121837"/>
                </a:lnTo>
                <a:lnTo>
                  <a:pt x="88504" y="123569"/>
                </a:lnTo>
                <a:lnTo>
                  <a:pt x="88446" y="125266"/>
                </a:lnTo>
                <a:lnTo>
                  <a:pt x="88379" y="126930"/>
                </a:lnTo>
                <a:lnTo>
                  <a:pt x="88303" y="128559"/>
                </a:lnTo>
                <a:lnTo>
                  <a:pt x="88218" y="130154"/>
                </a:lnTo>
                <a:lnTo>
                  <a:pt x="88125" y="131716"/>
                </a:lnTo>
                <a:lnTo>
                  <a:pt x="88022" y="133243"/>
                </a:lnTo>
                <a:lnTo>
                  <a:pt x="87910" y="134736"/>
                </a:lnTo>
                <a:lnTo>
                  <a:pt x="87790" y="136196"/>
                </a:lnTo>
                <a:lnTo>
                  <a:pt x="87660" y="137621"/>
                </a:lnTo>
                <a:lnTo>
                  <a:pt x="87522" y="139012"/>
                </a:lnTo>
                <a:lnTo>
                  <a:pt x="87375" y="140370"/>
                </a:lnTo>
                <a:lnTo>
                  <a:pt x="87219" y="141693"/>
                </a:lnTo>
                <a:lnTo>
                  <a:pt x="87053" y="142982"/>
                </a:lnTo>
                <a:lnTo>
                  <a:pt x="86879" y="144238"/>
                </a:lnTo>
                <a:lnTo>
                  <a:pt x="86696" y="145459"/>
                </a:lnTo>
                <a:lnTo>
                  <a:pt x="86504" y="146646"/>
                </a:lnTo>
                <a:lnTo>
                  <a:pt x="86303" y="147799"/>
                </a:lnTo>
                <a:lnTo>
                  <a:pt x="86094" y="148918"/>
                </a:lnTo>
                <a:lnTo>
                  <a:pt x="85875" y="150007"/>
                </a:lnTo>
                <a:lnTo>
                  <a:pt x="85646" y="151070"/>
                </a:lnTo>
                <a:lnTo>
                  <a:pt x="85409" y="152106"/>
                </a:lnTo>
                <a:lnTo>
                  <a:pt x="85162" y="153116"/>
                </a:lnTo>
                <a:lnTo>
                  <a:pt x="84905" y="154100"/>
                </a:lnTo>
                <a:lnTo>
                  <a:pt x="84640" y="155057"/>
                </a:lnTo>
                <a:lnTo>
                  <a:pt x="84364" y="155988"/>
                </a:lnTo>
                <a:lnTo>
                  <a:pt x="84080" y="156893"/>
                </a:lnTo>
                <a:lnTo>
                  <a:pt x="83786" y="157771"/>
                </a:lnTo>
                <a:lnTo>
                  <a:pt x="83483" y="158623"/>
                </a:lnTo>
                <a:lnTo>
                  <a:pt x="83171" y="159448"/>
                </a:lnTo>
                <a:lnTo>
                  <a:pt x="82849" y="160247"/>
                </a:lnTo>
                <a:lnTo>
                  <a:pt x="82517" y="161020"/>
                </a:lnTo>
                <a:lnTo>
                  <a:pt x="82177" y="161766"/>
                </a:lnTo>
                <a:lnTo>
                  <a:pt x="81827" y="162486"/>
                </a:lnTo>
                <a:lnTo>
                  <a:pt x="81468" y="163180"/>
                </a:lnTo>
                <a:lnTo>
                  <a:pt x="81099" y="163847"/>
                </a:lnTo>
                <a:lnTo>
                  <a:pt x="80721" y="164488"/>
                </a:lnTo>
                <a:lnTo>
                  <a:pt x="80334" y="165103"/>
                </a:lnTo>
                <a:lnTo>
                  <a:pt x="79937" y="165691"/>
                </a:lnTo>
                <a:lnTo>
                  <a:pt x="79531" y="166253"/>
                </a:lnTo>
                <a:lnTo>
                  <a:pt x="79115" y="166789"/>
                </a:lnTo>
                <a:lnTo>
                  <a:pt x="78691" y="167298"/>
                </a:lnTo>
                <a:lnTo>
                  <a:pt x="78256" y="167781"/>
                </a:lnTo>
                <a:lnTo>
                  <a:pt x="77811" y="168240"/>
                </a:lnTo>
                <a:lnTo>
                  <a:pt x="77354" y="168680"/>
                </a:lnTo>
                <a:lnTo>
                  <a:pt x="76884" y="169101"/>
                </a:lnTo>
                <a:lnTo>
                  <a:pt x="76402" y="169502"/>
                </a:lnTo>
                <a:lnTo>
                  <a:pt x="75908" y="169883"/>
                </a:lnTo>
                <a:lnTo>
                  <a:pt x="75401" y="170245"/>
                </a:lnTo>
                <a:lnTo>
                  <a:pt x="74882" y="170587"/>
                </a:lnTo>
                <a:lnTo>
                  <a:pt x="74351" y="170910"/>
                </a:lnTo>
                <a:lnTo>
                  <a:pt x="73807" y="171213"/>
                </a:lnTo>
                <a:lnTo>
                  <a:pt x="73251" y="171497"/>
                </a:lnTo>
                <a:lnTo>
                  <a:pt x="72683" y="171761"/>
                </a:lnTo>
                <a:lnTo>
                  <a:pt x="72102" y="172005"/>
                </a:lnTo>
                <a:lnTo>
                  <a:pt x="71509" y="172230"/>
                </a:lnTo>
                <a:lnTo>
                  <a:pt x="70903" y="172435"/>
                </a:lnTo>
                <a:lnTo>
                  <a:pt x="70286" y="172621"/>
                </a:lnTo>
                <a:lnTo>
                  <a:pt x="69655" y="172787"/>
                </a:lnTo>
                <a:lnTo>
                  <a:pt x="69013" y="172934"/>
                </a:lnTo>
                <a:lnTo>
                  <a:pt x="68358" y="173061"/>
                </a:lnTo>
                <a:lnTo>
                  <a:pt x="67691" y="173169"/>
                </a:lnTo>
                <a:lnTo>
                  <a:pt x="67012" y="173257"/>
                </a:lnTo>
                <a:lnTo>
                  <a:pt x="66320" y="173325"/>
                </a:lnTo>
                <a:lnTo>
                  <a:pt x="65616" y="173374"/>
                </a:lnTo>
                <a:lnTo>
                  <a:pt x="64899" y="173403"/>
                </a:lnTo>
                <a:lnTo>
                  <a:pt x="64170" y="173413"/>
                </a:lnTo>
                <a:lnTo>
                  <a:pt x="63462" y="173403"/>
                </a:lnTo>
                <a:lnTo>
                  <a:pt x="62765" y="173374"/>
                </a:lnTo>
                <a:lnTo>
                  <a:pt x="62079" y="173325"/>
                </a:lnTo>
                <a:lnTo>
                  <a:pt x="61405" y="173257"/>
                </a:lnTo>
                <a:lnTo>
                  <a:pt x="60743" y="173169"/>
                </a:lnTo>
                <a:lnTo>
                  <a:pt x="60092" y="173061"/>
                </a:lnTo>
                <a:lnTo>
                  <a:pt x="59452" y="172934"/>
                </a:lnTo>
                <a:lnTo>
                  <a:pt x="58824" y="172787"/>
                </a:lnTo>
                <a:lnTo>
                  <a:pt x="58208" y="172621"/>
                </a:lnTo>
                <a:lnTo>
                  <a:pt x="57602" y="172435"/>
                </a:lnTo>
                <a:lnTo>
                  <a:pt x="57009" y="172230"/>
                </a:lnTo>
                <a:lnTo>
                  <a:pt x="56427" y="172005"/>
                </a:lnTo>
                <a:lnTo>
                  <a:pt x="55856" y="171761"/>
                </a:lnTo>
                <a:lnTo>
                  <a:pt x="55296" y="171497"/>
                </a:lnTo>
                <a:lnTo>
                  <a:pt x="54749" y="171213"/>
                </a:lnTo>
                <a:lnTo>
                  <a:pt x="54212" y="170910"/>
                </a:lnTo>
                <a:lnTo>
                  <a:pt x="53687" y="170587"/>
                </a:lnTo>
                <a:lnTo>
                  <a:pt x="53174" y="170245"/>
                </a:lnTo>
                <a:lnTo>
                  <a:pt x="52672" y="169883"/>
                </a:lnTo>
                <a:lnTo>
                  <a:pt x="52182" y="169502"/>
                </a:lnTo>
                <a:lnTo>
                  <a:pt x="51703" y="169101"/>
                </a:lnTo>
                <a:lnTo>
                  <a:pt x="51235" y="168680"/>
                </a:lnTo>
                <a:lnTo>
                  <a:pt x="50779" y="168240"/>
                </a:lnTo>
                <a:lnTo>
                  <a:pt x="50335" y="167781"/>
                </a:lnTo>
                <a:lnTo>
                  <a:pt x="49900" y="167298"/>
                </a:lnTo>
                <a:lnTo>
                  <a:pt x="49476" y="166788"/>
                </a:lnTo>
                <a:lnTo>
                  <a:pt x="49060" y="166251"/>
                </a:lnTo>
                <a:lnTo>
                  <a:pt x="48654" y="165688"/>
                </a:lnTo>
                <a:lnTo>
                  <a:pt x="48257" y="165098"/>
                </a:lnTo>
                <a:lnTo>
                  <a:pt x="47870" y="164481"/>
                </a:lnTo>
                <a:lnTo>
                  <a:pt x="47492" y="163837"/>
                </a:lnTo>
                <a:lnTo>
                  <a:pt x="47123" y="163167"/>
                </a:lnTo>
                <a:lnTo>
                  <a:pt x="46764" y="162470"/>
                </a:lnTo>
                <a:lnTo>
                  <a:pt x="46414" y="161746"/>
                </a:lnTo>
                <a:lnTo>
                  <a:pt x="46073" y="160995"/>
                </a:lnTo>
                <a:lnTo>
                  <a:pt x="45741" y="160217"/>
                </a:lnTo>
                <a:lnTo>
                  <a:pt x="45419" y="159413"/>
                </a:lnTo>
                <a:lnTo>
                  <a:pt x="45107" y="158582"/>
                </a:lnTo>
                <a:lnTo>
                  <a:pt x="44803" y="157724"/>
                </a:lnTo>
                <a:lnTo>
                  <a:pt x="44509" y="156840"/>
                </a:lnTo>
                <a:lnTo>
                  <a:pt x="44225" y="155928"/>
                </a:lnTo>
                <a:lnTo>
                  <a:pt x="43949" y="154990"/>
                </a:lnTo>
                <a:lnTo>
                  <a:pt x="43683" y="154025"/>
                </a:lnTo>
                <a:lnTo>
                  <a:pt x="43427" y="153033"/>
                </a:lnTo>
                <a:lnTo>
                  <a:pt x="43179" y="152015"/>
                </a:lnTo>
                <a:lnTo>
                  <a:pt x="42942" y="150970"/>
                </a:lnTo>
                <a:lnTo>
                  <a:pt x="42713" y="149898"/>
                </a:lnTo>
                <a:lnTo>
                  <a:pt x="42494" y="148799"/>
                </a:lnTo>
                <a:lnTo>
                  <a:pt x="42284" y="147670"/>
                </a:lnTo>
                <a:lnTo>
                  <a:pt x="42083" y="146508"/>
                </a:lnTo>
                <a:lnTo>
                  <a:pt x="41891" y="145314"/>
                </a:lnTo>
                <a:lnTo>
                  <a:pt x="41708" y="144087"/>
                </a:lnTo>
                <a:lnTo>
                  <a:pt x="41534" y="142827"/>
                </a:lnTo>
                <a:lnTo>
                  <a:pt x="41369" y="141535"/>
                </a:lnTo>
                <a:lnTo>
                  <a:pt x="41212" y="140209"/>
                </a:lnTo>
                <a:lnTo>
                  <a:pt x="41065" y="138851"/>
                </a:lnTo>
                <a:lnTo>
                  <a:pt x="40927" y="137460"/>
                </a:lnTo>
                <a:lnTo>
                  <a:pt x="40797" y="136037"/>
                </a:lnTo>
                <a:lnTo>
                  <a:pt x="40677" y="134581"/>
                </a:lnTo>
                <a:lnTo>
                  <a:pt x="40565" y="133092"/>
                </a:lnTo>
                <a:lnTo>
                  <a:pt x="40463" y="131570"/>
                </a:lnTo>
                <a:lnTo>
                  <a:pt x="40369" y="130015"/>
                </a:lnTo>
                <a:lnTo>
                  <a:pt x="40284" y="128428"/>
                </a:lnTo>
                <a:lnTo>
                  <a:pt x="40208" y="126808"/>
                </a:lnTo>
                <a:lnTo>
                  <a:pt x="40141" y="125156"/>
                </a:lnTo>
                <a:lnTo>
                  <a:pt x="40083" y="123470"/>
                </a:lnTo>
                <a:lnTo>
                  <a:pt x="40034" y="121752"/>
                </a:lnTo>
                <a:lnTo>
                  <a:pt x="39994" y="120001"/>
                </a:lnTo>
                <a:lnTo>
                  <a:pt x="39963" y="118217"/>
                </a:lnTo>
                <a:lnTo>
                  <a:pt x="39940" y="116401"/>
                </a:lnTo>
                <a:lnTo>
                  <a:pt x="39927" y="114552"/>
                </a:lnTo>
                <a:lnTo>
                  <a:pt x="39922" y="112670"/>
                </a:lnTo>
                <a:lnTo>
                  <a:pt x="39927" y="110788"/>
                </a:lnTo>
                <a:lnTo>
                  <a:pt x="39940" y="108940"/>
                </a:lnTo>
                <a:lnTo>
                  <a:pt x="39963" y="107124"/>
                </a:lnTo>
                <a:lnTo>
                  <a:pt x="39994" y="105342"/>
                </a:lnTo>
                <a:lnTo>
                  <a:pt x="40034" y="103593"/>
                </a:lnTo>
                <a:close/>
                <a:moveTo>
                  <a:pt x="435368" y="65012"/>
                </a:moveTo>
                <a:lnTo>
                  <a:pt x="433979" y="65489"/>
                </a:lnTo>
                <a:lnTo>
                  <a:pt x="432623" y="66053"/>
                </a:lnTo>
                <a:lnTo>
                  <a:pt x="431300" y="66703"/>
                </a:lnTo>
                <a:lnTo>
                  <a:pt x="430010" y="67441"/>
                </a:lnTo>
                <a:lnTo>
                  <a:pt x="428753" y="68265"/>
                </a:lnTo>
                <a:lnTo>
                  <a:pt x="427530" y="69176"/>
                </a:lnTo>
                <a:lnTo>
                  <a:pt x="426340" y="70173"/>
                </a:lnTo>
                <a:lnTo>
                  <a:pt x="425183" y="71258"/>
                </a:lnTo>
                <a:lnTo>
                  <a:pt x="424059" y="72429"/>
                </a:lnTo>
                <a:lnTo>
                  <a:pt x="422968" y="73687"/>
                </a:lnTo>
                <a:lnTo>
                  <a:pt x="421910" y="75031"/>
                </a:lnTo>
                <a:lnTo>
                  <a:pt x="420886" y="76463"/>
                </a:lnTo>
                <a:lnTo>
                  <a:pt x="419894" y="77981"/>
                </a:lnTo>
                <a:lnTo>
                  <a:pt x="418936" y="79586"/>
                </a:lnTo>
                <a:lnTo>
                  <a:pt x="418011" y="81277"/>
                </a:lnTo>
                <a:lnTo>
                  <a:pt x="417119" y="83056"/>
                </a:lnTo>
                <a:lnTo>
                  <a:pt x="416261" y="84921"/>
                </a:lnTo>
                <a:lnTo>
                  <a:pt x="415435" y="86873"/>
                </a:lnTo>
                <a:lnTo>
                  <a:pt x="414643" y="88912"/>
                </a:lnTo>
                <a:lnTo>
                  <a:pt x="411948" y="67601"/>
                </a:lnTo>
                <a:lnTo>
                  <a:pt x="379863" y="67601"/>
                </a:lnTo>
                <a:lnTo>
                  <a:pt x="379863" y="197661"/>
                </a:lnTo>
                <a:lnTo>
                  <a:pt x="416848" y="197661"/>
                </a:lnTo>
                <a:lnTo>
                  <a:pt x="416848" y="127855"/>
                </a:lnTo>
                <a:lnTo>
                  <a:pt x="417095" y="126704"/>
                </a:lnTo>
                <a:lnTo>
                  <a:pt x="417348" y="125577"/>
                </a:lnTo>
                <a:lnTo>
                  <a:pt x="417607" y="124474"/>
                </a:lnTo>
                <a:lnTo>
                  <a:pt x="417871" y="123396"/>
                </a:lnTo>
                <a:lnTo>
                  <a:pt x="418141" y="122341"/>
                </a:lnTo>
                <a:lnTo>
                  <a:pt x="418416" y="121311"/>
                </a:lnTo>
                <a:lnTo>
                  <a:pt x="418697" y="120306"/>
                </a:lnTo>
                <a:lnTo>
                  <a:pt x="418983" y="119324"/>
                </a:lnTo>
                <a:lnTo>
                  <a:pt x="419275" y="118367"/>
                </a:lnTo>
                <a:lnTo>
                  <a:pt x="419572" y="117434"/>
                </a:lnTo>
                <a:lnTo>
                  <a:pt x="419875" y="116525"/>
                </a:lnTo>
                <a:lnTo>
                  <a:pt x="420183" y="115640"/>
                </a:lnTo>
                <a:lnTo>
                  <a:pt x="420497" y="114780"/>
                </a:lnTo>
                <a:lnTo>
                  <a:pt x="420817" y="113944"/>
                </a:lnTo>
                <a:lnTo>
                  <a:pt x="421142" y="113132"/>
                </a:lnTo>
                <a:lnTo>
                  <a:pt x="421472" y="112344"/>
                </a:lnTo>
                <a:lnTo>
                  <a:pt x="421808" y="111580"/>
                </a:lnTo>
                <a:lnTo>
                  <a:pt x="422150" y="110841"/>
                </a:lnTo>
                <a:lnTo>
                  <a:pt x="422497" y="110126"/>
                </a:lnTo>
                <a:lnTo>
                  <a:pt x="422849" y="109435"/>
                </a:lnTo>
                <a:lnTo>
                  <a:pt x="423208" y="108769"/>
                </a:lnTo>
                <a:lnTo>
                  <a:pt x="423571" y="108126"/>
                </a:lnTo>
                <a:lnTo>
                  <a:pt x="423940" y="107508"/>
                </a:lnTo>
                <a:lnTo>
                  <a:pt x="424315" y="106914"/>
                </a:lnTo>
                <a:lnTo>
                  <a:pt x="424701" y="106345"/>
                </a:lnTo>
                <a:lnTo>
                  <a:pt x="425102" y="105799"/>
                </a:lnTo>
                <a:lnTo>
                  <a:pt x="425519" y="105278"/>
                </a:lnTo>
                <a:lnTo>
                  <a:pt x="425952" y="104781"/>
                </a:lnTo>
                <a:lnTo>
                  <a:pt x="426401" y="104308"/>
                </a:lnTo>
                <a:lnTo>
                  <a:pt x="426865" y="103860"/>
                </a:lnTo>
                <a:lnTo>
                  <a:pt x="427345" y="103436"/>
                </a:lnTo>
                <a:lnTo>
                  <a:pt x="427841" y="103036"/>
                </a:lnTo>
                <a:lnTo>
                  <a:pt x="428352" y="102660"/>
                </a:lnTo>
                <a:lnTo>
                  <a:pt x="428879" y="102309"/>
                </a:lnTo>
                <a:lnTo>
                  <a:pt x="429422" y="101981"/>
                </a:lnTo>
                <a:lnTo>
                  <a:pt x="429981" y="101678"/>
                </a:lnTo>
                <a:lnTo>
                  <a:pt x="430555" y="101400"/>
                </a:lnTo>
                <a:lnTo>
                  <a:pt x="431145" y="101145"/>
                </a:lnTo>
                <a:lnTo>
                  <a:pt x="431751" y="100915"/>
                </a:lnTo>
                <a:lnTo>
                  <a:pt x="432373" y="100709"/>
                </a:lnTo>
                <a:lnTo>
                  <a:pt x="433010" y="100527"/>
                </a:lnTo>
                <a:lnTo>
                  <a:pt x="433663" y="100369"/>
                </a:lnTo>
                <a:lnTo>
                  <a:pt x="434332" y="100236"/>
                </a:lnTo>
                <a:lnTo>
                  <a:pt x="435016" y="100127"/>
                </a:lnTo>
                <a:lnTo>
                  <a:pt x="435717" y="100042"/>
                </a:lnTo>
                <a:lnTo>
                  <a:pt x="436432" y="99981"/>
                </a:lnTo>
                <a:lnTo>
                  <a:pt x="437164" y="99945"/>
                </a:lnTo>
                <a:lnTo>
                  <a:pt x="437912" y="99933"/>
                </a:lnTo>
                <a:lnTo>
                  <a:pt x="438299" y="99936"/>
                </a:lnTo>
                <a:lnTo>
                  <a:pt x="438685" y="99943"/>
                </a:lnTo>
                <a:lnTo>
                  <a:pt x="439071" y="99956"/>
                </a:lnTo>
                <a:lnTo>
                  <a:pt x="439456" y="99974"/>
                </a:lnTo>
                <a:lnTo>
                  <a:pt x="439840" y="99997"/>
                </a:lnTo>
                <a:lnTo>
                  <a:pt x="440223" y="100025"/>
                </a:lnTo>
                <a:lnTo>
                  <a:pt x="440605" y="100058"/>
                </a:lnTo>
                <a:lnTo>
                  <a:pt x="440987" y="100096"/>
                </a:lnTo>
                <a:lnTo>
                  <a:pt x="441367" y="100140"/>
                </a:lnTo>
                <a:lnTo>
                  <a:pt x="441747" y="100188"/>
                </a:lnTo>
                <a:lnTo>
                  <a:pt x="442126" y="100242"/>
                </a:lnTo>
                <a:lnTo>
                  <a:pt x="442504" y="100300"/>
                </a:lnTo>
                <a:lnTo>
                  <a:pt x="442881" y="100364"/>
                </a:lnTo>
                <a:lnTo>
                  <a:pt x="443257" y="100433"/>
                </a:lnTo>
                <a:lnTo>
                  <a:pt x="443633" y="100507"/>
                </a:lnTo>
                <a:lnTo>
                  <a:pt x="444008" y="100586"/>
                </a:lnTo>
                <a:lnTo>
                  <a:pt x="444381" y="100670"/>
                </a:lnTo>
                <a:lnTo>
                  <a:pt x="444754" y="100759"/>
                </a:lnTo>
                <a:lnTo>
                  <a:pt x="445127" y="100854"/>
                </a:lnTo>
                <a:lnTo>
                  <a:pt x="445498" y="100953"/>
                </a:lnTo>
                <a:lnTo>
                  <a:pt x="445868" y="101058"/>
                </a:lnTo>
                <a:lnTo>
                  <a:pt x="446238" y="101167"/>
                </a:lnTo>
                <a:lnTo>
                  <a:pt x="446607" y="101282"/>
                </a:lnTo>
                <a:lnTo>
                  <a:pt x="446975" y="101402"/>
                </a:lnTo>
                <a:lnTo>
                  <a:pt x="453096" y="65889"/>
                </a:lnTo>
                <a:lnTo>
                  <a:pt x="452668" y="65729"/>
                </a:lnTo>
                <a:lnTo>
                  <a:pt x="452239" y="65576"/>
                </a:lnTo>
                <a:lnTo>
                  <a:pt x="451811" y="65430"/>
                </a:lnTo>
                <a:lnTo>
                  <a:pt x="451382" y="65290"/>
                </a:lnTo>
                <a:lnTo>
                  <a:pt x="450954" y="65157"/>
                </a:lnTo>
                <a:lnTo>
                  <a:pt x="450525" y="65031"/>
                </a:lnTo>
                <a:lnTo>
                  <a:pt x="450097" y="64912"/>
                </a:lnTo>
                <a:lnTo>
                  <a:pt x="449668" y="64799"/>
                </a:lnTo>
                <a:lnTo>
                  <a:pt x="449239" y="64694"/>
                </a:lnTo>
                <a:lnTo>
                  <a:pt x="448811" y="64595"/>
                </a:lnTo>
                <a:lnTo>
                  <a:pt x="448382" y="64503"/>
                </a:lnTo>
                <a:lnTo>
                  <a:pt x="447954" y="64418"/>
                </a:lnTo>
                <a:lnTo>
                  <a:pt x="447525" y="64340"/>
                </a:lnTo>
                <a:lnTo>
                  <a:pt x="447097" y="64268"/>
                </a:lnTo>
                <a:lnTo>
                  <a:pt x="446668" y="64203"/>
                </a:lnTo>
                <a:lnTo>
                  <a:pt x="446240" y="64145"/>
                </a:lnTo>
                <a:lnTo>
                  <a:pt x="445811" y="64094"/>
                </a:lnTo>
                <a:lnTo>
                  <a:pt x="445382" y="64050"/>
                </a:lnTo>
                <a:lnTo>
                  <a:pt x="444954" y="64013"/>
                </a:lnTo>
                <a:lnTo>
                  <a:pt x="444525" y="63982"/>
                </a:lnTo>
                <a:lnTo>
                  <a:pt x="444097" y="63958"/>
                </a:lnTo>
                <a:lnTo>
                  <a:pt x="443668" y="63941"/>
                </a:lnTo>
                <a:lnTo>
                  <a:pt x="443240" y="63931"/>
                </a:lnTo>
                <a:lnTo>
                  <a:pt x="442811" y="63927"/>
                </a:lnTo>
                <a:lnTo>
                  <a:pt x="441256" y="63971"/>
                </a:lnTo>
                <a:lnTo>
                  <a:pt x="439734" y="64101"/>
                </a:lnTo>
                <a:lnTo>
                  <a:pt x="438246" y="64318"/>
                </a:lnTo>
                <a:lnTo>
                  <a:pt x="436790" y="64621"/>
                </a:lnTo>
                <a:lnTo>
                  <a:pt x="435368" y="65012"/>
                </a:lnTo>
                <a:close/>
                <a:moveTo>
                  <a:pt x="362619" y="117162"/>
                </a:moveTo>
                <a:lnTo>
                  <a:pt x="362360" y="114744"/>
                </a:lnTo>
                <a:lnTo>
                  <a:pt x="362053" y="112381"/>
                </a:lnTo>
                <a:lnTo>
                  <a:pt x="361699" y="110071"/>
                </a:lnTo>
                <a:lnTo>
                  <a:pt x="361297" y="107816"/>
                </a:lnTo>
                <a:lnTo>
                  <a:pt x="360849" y="105614"/>
                </a:lnTo>
                <a:lnTo>
                  <a:pt x="360353" y="103466"/>
                </a:lnTo>
                <a:lnTo>
                  <a:pt x="359810" y="101373"/>
                </a:lnTo>
                <a:lnTo>
                  <a:pt x="359220" y="99333"/>
                </a:lnTo>
                <a:lnTo>
                  <a:pt x="358583" y="97348"/>
                </a:lnTo>
                <a:lnTo>
                  <a:pt x="357898" y="95416"/>
                </a:lnTo>
                <a:lnTo>
                  <a:pt x="357167" y="93538"/>
                </a:lnTo>
                <a:lnTo>
                  <a:pt x="356388" y="91715"/>
                </a:lnTo>
                <a:lnTo>
                  <a:pt x="355561" y="89945"/>
                </a:lnTo>
                <a:lnTo>
                  <a:pt x="354688" y="88230"/>
                </a:lnTo>
                <a:lnTo>
                  <a:pt x="353767" y="86568"/>
                </a:lnTo>
                <a:lnTo>
                  <a:pt x="352800" y="84960"/>
                </a:lnTo>
                <a:lnTo>
                  <a:pt x="351785" y="83407"/>
                </a:lnTo>
                <a:lnTo>
                  <a:pt x="350722" y="81907"/>
                </a:lnTo>
                <a:lnTo>
                  <a:pt x="349613" y="80461"/>
                </a:lnTo>
                <a:lnTo>
                  <a:pt x="348462" y="79072"/>
                </a:lnTo>
                <a:lnTo>
                  <a:pt x="347275" y="77742"/>
                </a:lnTo>
                <a:lnTo>
                  <a:pt x="346052" y="76471"/>
                </a:lnTo>
                <a:lnTo>
                  <a:pt x="344793" y="75260"/>
                </a:lnTo>
                <a:lnTo>
                  <a:pt x="343498" y="74107"/>
                </a:lnTo>
                <a:lnTo>
                  <a:pt x="342166" y="73014"/>
                </a:lnTo>
                <a:lnTo>
                  <a:pt x="340798" y="71979"/>
                </a:lnTo>
                <a:lnTo>
                  <a:pt x="339395" y="71004"/>
                </a:lnTo>
                <a:lnTo>
                  <a:pt x="337955" y="70088"/>
                </a:lnTo>
                <a:lnTo>
                  <a:pt x="336479" y="69231"/>
                </a:lnTo>
                <a:lnTo>
                  <a:pt x="334966" y="68433"/>
                </a:lnTo>
                <a:lnTo>
                  <a:pt x="333418" y="67694"/>
                </a:lnTo>
                <a:lnTo>
                  <a:pt x="331834" y="67014"/>
                </a:lnTo>
                <a:lnTo>
                  <a:pt x="330213" y="66393"/>
                </a:lnTo>
                <a:lnTo>
                  <a:pt x="328556" y="65832"/>
                </a:lnTo>
                <a:lnTo>
                  <a:pt x="326863" y="65329"/>
                </a:lnTo>
                <a:lnTo>
                  <a:pt x="325134" y="64886"/>
                </a:lnTo>
                <a:lnTo>
                  <a:pt x="323369" y="64502"/>
                </a:lnTo>
                <a:lnTo>
                  <a:pt x="321568" y="64177"/>
                </a:lnTo>
                <a:lnTo>
                  <a:pt x="319730" y="63911"/>
                </a:lnTo>
                <a:lnTo>
                  <a:pt x="317857" y="63704"/>
                </a:lnTo>
                <a:lnTo>
                  <a:pt x="315947" y="63556"/>
                </a:lnTo>
                <a:lnTo>
                  <a:pt x="314001" y="63467"/>
                </a:lnTo>
                <a:lnTo>
                  <a:pt x="312019" y="63438"/>
                </a:lnTo>
                <a:lnTo>
                  <a:pt x="309937" y="63471"/>
                </a:lnTo>
                <a:lnTo>
                  <a:pt x="307895" y="63569"/>
                </a:lnTo>
                <a:lnTo>
                  <a:pt x="305893" y="63732"/>
                </a:lnTo>
                <a:lnTo>
                  <a:pt x="303932" y="63962"/>
                </a:lnTo>
                <a:lnTo>
                  <a:pt x="302011" y="64256"/>
                </a:lnTo>
                <a:lnTo>
                  <a:pt x="300131" y="64617"/>
                </a:lnTo>
                <a:lnTo>
                  <a:pt x="298291" y="65042"/>
                </a:lnTo>
                <a:lnTo>
                  <a:pt x="296492" y="65534"/>
                </a:lnTo>
                <a:lnTo>
                  <a:pt x="294732" y="66090"/>
                </a:lnTo>
                <a:lnTo>
                  <a:pt x="293014" y="66712"/>
                </a:lnTo>
                <a:lnTo>
                  <a:pt x="291335" y="67400"/>
                </a:lnTo>
                <a:lnTo>
                  <a:pt x="289698" y="68153"/>
                </a:lnTo>
                <a:lnTo>
                  <a:pt x="288100" y="68972"/>
                </a:lnTo>
                <a:lnTo>
                  <a:pt x="286543" y="69856"/>
                </a:lnTo>
                <a:lnTo>
                  <a:pt x="285027" y="70806"/>
                </a:lnTo>
                <a:lnTo>
                  <a:pt x="283550" y="71821"/>
                </a:lnTo>
                <a:lnTo>
                  <a:pt x="282115" y="72902"/>
                </a:lnTo>
                <a:lnTo>
                  <a:pt x="280719" y="74048"/>
                </a:lnTo>
                <a:lnTo>
                  <a:pt x="279364" y="75260"/>
                </a:lnTo>
                <a:lnTo>
                  <a:pt x="278050" y="76537"/>
                </a:lnTo>
                <a:lnTo>
                  <a:pt x="276775" y="77879"/>
                </a:lnTo>
                <a:lnTo>
                  <a:pt x="275542" y="79287"/>
                </a:lnTo>
                <a:lnTo>
                  <a:pt x="274348" y="80761"/>
                </a:lnTo>
                <a:lnTo>
                  <a:pt x="273195" y="82300"/>
                </a:lnTo>
                <a:lnTo>
                  <a:pt x="272086" y="83895"/>
                </a:lnTo>
                <a:lnTo>
                  <a:pt x="271024" y="85537"/>
                </a:lnTo>
                <a:lnTo>
                  <a:pt x="270010" y="87225"/>
                </a:lnTo>
                <a:lnTo>
                  <a:pt x="269042" y="88961"/>
                </a:lnTo>
                <a:lnTo>
                  <a:pt x="268122" y="90743"/>
                </a:lnTo>
                <a:lnTo>
                  <a:pt x="267249" y="92572"/>
                </a:lnTo>
                <a:lnTo>
                  <a:pt x="266423" y="94447"/>
                </a:lnTo>
                <a:lnTo>
                  <a:pt x="265644" y="96370"/>
                </a:lnTo>
                <a:lnTo>
                  <a:pt x="264912" y="98339"/>
                </a:lnTo>
                <a:lnTo>
                  <a:pt x="264228" y="100355"/>
                </a:lnTo>
                <a:lnTo>
                  <a:pt x="263591" y="102418"/>
                </a:lnTo>
                <a:lnTo>
                  <a:pt x="263001" y="104527"/>
                </a:lnTo>
                <a:lnTo>
                  <a:pt x="262458" y="106683"/>
                </a:lnTo>
                <a:lnTo>
                  <a:pt x="261962" y="108887"/>
                </a:lnTo>
                <a:lnTo>
                  <a:pt x="261514" y="111136"/>
                </a:lnTo>
                <a:lnTo>
                  <a:pt x="261113" y="113433"/>
                </a:lnTo>
                <a:lnTo>
                  <a:pt x="260759" y="115777"/>
                </a:lnTo>
                <a:lnTo>
                  <a:pt x="260452" y="118167"/>
                </a:lnTo>
                <a:lnTo>
                  <a:pt x="260193" y="120604"/>
                </a:lnTo>
                <a:lnTo>
                  <a:pt x="259980" y="123088"/>
                </a:lnTo>
                <a:lnTo>
                  <a:pt x="259815" y="125618"/>
                </a:lnTo>
                <a:lnTo>
                  <a:pt x="259697" y="128196"/>
                </a:lnTo>
                <a:lnTo>
                  <a:pt x="259626" y="130820"/>
                </a:lnTo>
                <a:lnTo>
                  <a:pt x="259603" y="133491"/>
                </a:lnTo>
                <a:lnTo>
                  <a:pt x="259627" y="136160"/>
                </a:lnTo>
                <a:lnTo>
                  <a:pt x="259701" y="138779"/>
                </a:lnTo>
                <a:lnTo>
                  <a:pt x="259825" y="141349"/>
                </a:lnTo>
                <a:lnTo>
                  <a:pt x="259997" y="143869"/>
                </a:lnTo>
                <a:lnTo>
                  <a:pt x="260219" y="146339"/>
                </a:lnTo>
                <a:lnTo>
                  <a:pt x="260490" y="148759"/>
                </a:lnTo>
                <a:lnTo>
                  <a:pt x="260811" y="151130"/>
                </a:lnTo>
                <a:lnTo>
                  <a:pt x="261181" y="153451"/>
                </a:lnTo>
                <a:lnTo>
                  <a:pt x="261600" y="155722"/>
                </a:lnTo>
                <a:lnTo>
                  <a:pt x="262069" y="157944"/>
                </a:lnTo>
                <a:lnTo>
                  <a:pt x="262587" y="160115"/>
                </a:lnTo>
                <a:lnTo>
                  <a:pt x="263154" y="162237"/>
                </a:lnTo>
                <a:lnTo>
                  <a:pt x="263771" y="164310"/>
                </a:lnTo>
                <a:lnTo>
                  <a:pt x="264437" y="166332"/>
                </a:lnTo>
                <a:lnTo>
                  <a:pt x="265152" y="168305"/>
                </a:lnTo>
                <a:lnTo>
                  <a:pt x="265916" y="170228"/>
                </a:lnTo>
                <a:lnTo>
                  <a:pt x="266730" y="172101"/>
                </a:lnTo>
                <a:lnTo>
                  <a:pt x="267593" y="173925"/>
                </a:lnTo>
                <a:lnTo>
                  <a:pt x="268506" y="175699"/>
                </a:lnTo>
                <a:lnTo>
                  <a:pt x="269468" y="177423"/>
                </a:lnTo>
                <a:lnTo>
                  <a:pt x="270479" y="179097"/>
                </a:lnTo>
                <a:lnTo>
                  <a:pt x="271539" y="180722"/>
                </a:lnTo>
                <a:lnTo>
                  <a:pt x="272649" y="182296"/>
                </a:lnTo>
                <a:lnTo>
                  <a:pt x="273808" y="183822"/>
                </a:lnTo>
                <a:lnTo>
                  <a:pt x="275015" y="185291"/>
                </a:lnTo>
                <a:lnTo>
                  <a:pt x="276268" y="186697"/>
                </a:lnTo>
                <a:lnTo>
                  <a:pt x="277566" y="188041"/>
                </a:lnTo>
                <a:lnTo>
                  <a:pt x="278911" y="189322"/>
                </a:lnTo>
                <a:lnTo>
                  <a:pt x="280301" y="190541"/>
                </a:lnTo>
                <a:lnTo>
                  <a:pt x="281738" y="191698"/>
                </a:lnTo>
                <a:lnTo>
                  <a:pt x="283220" y="192792"/>
                </a:lnTo>
                <a:lnTo>
                  <a:pt x="284748" y="193823"/>
                </a:lnTo>
                <a:lnTo>
                  <a:pt x="286323" y="194792"/>
                </a:lnTo>
                <a:lnTo>
                  <a:pt x="287943" y="195698"/>
                </a:lnTo>
                <a:lnTo>
                  <a:pt x="289609" y="196542"/>
                </a:lnTo>
                <a:lnTo>
                  <a:pt x="291321" y="197324"/>
                </a:lnTo>
                <a:lnTo>
                  <a:pt x="293078" y="198043"/>
                </a:lnTo>
                <a:lnTo>
                  <a:pt x="294882" y="198699"/>
                </a:lnTo>
                <a:lnTo>
                  <a:pt x="296732" y="199293"/>
                </a:lnTo>
                <a:lnTo>
                  <a:pt x="298628" y="199824"/>
                </a:lnTo>
                <a:lnTo>
                  <a:pt x="300569" y="200293"/>
                </a:lnTo>
                <a:lnTo>
                  <a:pt x="302557" y="200699"/>
                </a:lnTo>
                <a:lnTo>
                  <a:pt x="304590" y="201043"/>
                </a:lnTo>
                <a:lnTo>
                  <a:pt x="306669" y="201324"/>
                </a:lnTo>
                <a:lnTo>
                  <a:pt x="308795" y="201543"/>
                </a:lnTo>
                <a:lnTo>
                  <a:pt x="310966" y="201699"/>
                </a:lnTo>
                <a:lnTo>
                  <a:pt x="313183" y="201793"/>
                </a:lnTo>
                <a:lnTo>
                  <a:pt x="315446" y="201824"/>
                </a:lnTo>
                <a:lnTo>
                  <a:pt x="317576" y="201794"/>
                </a:lnTo>
                <a:lnTo>
                  <a:pt x="319680" y="201702"/>
                </a:lnTo>
                <a:lnTo>
                  <a:pt x="321757" y="201549"/>
                </a:lnTo>
                <a:lnTo>
                  <a:pt x="323807" y="201335"/>
                </a:lnTo>
                <a:lnTo>
                  <a:pt x="325832" y="201059"/>
                </a:lnTo>
                <a:lnTo>
                  <a:pt x="327830" y="200722"/>
                </a:lnTo>
                <a:lnTo>
                  <a:pt x="329802" y="200324"/>
                </a:lnTo>
                <a:lnTo>
                  <a:pt x="331747" y="199865"/>
                </a:lnTo>
                <a:lnTo>
                  <a:pt x="333666" y="199345"/>
                </a:lnTo>
                <a:lnTo>
                  <a:pt x="335559" y="198763"/>
                </a:lnTo>
                <a:lnTo>
                  <a:pt x="337425" y="198120"/>
                </a:lnTo>
                <a:lnTo>
                  <a:pt x="339265" y="197416"/>
                </a:lnTo>
                <a:lnTo>
                  <a:pt x="341079" y="196651"/>
                </a:lnTo>
                <a:lnTo>
                  <a:pt x="342866" y="195824"/>
                </a:lnTo>
                <a:lnTo>
                  <a:pt x="344627" y="194937"/>
                </a:lnTo>
                <a:lnTo>
                  <a:pt x="346361" y="193988"/>
                </a:lnTo>
                <a:lnTo>
                  <a:pt x="348070" y="192977"/>
                </a:lnTo>
                <a:lnTo>
                  <a:pt x="349751" y="191906"/>
                </a:lnTo>
                <a:lnTo>
                  <a:pt x="351407" y="190773"/>
                </a:lnTo>
                <a:lnTo>
                  <a:pt x="353036" y="189579"/>
                </a:lnTo>
                <a:lnTo>
                  <a:pt x="354639" y="188324"/>
                </a:lnTo>
                <a:lnTo>
                  <a:pt x="356215" y="187008"/>
                </a:lnTo>
                <a:lnTo>
                  <a:pt x="357765" y="185630"/>
                </a:lnTo>
                <a:lnTo>
                  <a:pt x="359289" y="184192"/>
                </a:lnTo>
                <a:lnTo>
                  <a:pt x="344104" y="164107"/>
                </a:lnTo>
                <a:lnTo>
                  <a:pt x="343514" y="164551"/>
                </a:lnTo>
                <a:lnTo>
                  <a:pt x="342927" y="164985"/>
                </a:lnTo>
                <a:lnTo>
                  <a:pt x="342343" y="165409"/>
                </a:lnTo>
                <a:lnTo>
                  <a:pt x="341763" y="165824"/>
                </a:lnTo>
                <a:lnTo>
                  <a:pt x="341186" y="166229"/>
                </a:lnTo>
                <a:lnTo>
                  <a:pt x="340613" y="166624"/>
                </a:lnTo>
                <a:lnTo>
                  <a:pt x="340043" y="167009"/>
                </a:lnTo>
                <a:lnTo>
                  <a:pt x="339477" y="167385"/>
                </a:lnTo>
                <a:lnTo>
                  <a:pt x="338914" y="167751"/>
                </a:lnTo>
                <a:lnTo>
                  <a:pt x="338354" y="168107"/>
                </a:lnTo>
                <a:lnTo>
                  <a:pt x="337798" y="168453"/>
                </a:lnTo>
                <a:lnTo>
                  <a:pt x="337245" y="168790"/>
                </a:lnTo>
                <a:lnTo>
                  <a:pt x="336696" y="169117"/>
                </a:lnTo>
                <a:lnTo>
                  <a:pt x="336150" y="169434"/>
                </a:lnTo>
                <a:lnTo>
                  <a:pt x="335607" y="169741"/>
                </a:lnTo>
                <a:lnTo>
                  <a:pt x="335068" y="170039"/>
                </a:lnTo>
                <a:lnTo>
                  <a:pt x="334532" y="170326"/>
                </a:lnTo>
                <a:lnTo>
                  <a:pt x="334000" y="170604"/>
                </a:lnTo>
                <a:lnTo>
                  <a:pt x="333471" y="170873"/>
                </a:lnTo>
                <a:lnTo>
                  <a:pt x="332946" y="171131"/>
                </a:lnTo>
                <a:lnTo>
                  <a:pt x="332423" y="171380"/>
                </a:lnTo>
                <a:lnTo>
                  <a:pt x="331905" y="171619"/>
                </a:lnTo>
                <a:lnTo>
                  <a:pt x="331389" y="171848"/>
                </a:lnTo>
                <a:lnTo>
                  <a:pt x="330878" y="172068"/>
                </a:lnTo>
                <a:lnTo>
                  <a:pt x="330367" y="172277"/>
                </a:lnTo>
                <a:lnTo>
                  <a:pt x="329854" y="172478"/>
                </a:lnTo>
                <a:lnTo>
                  <a:pt x="329339" y="172670"/>
                </a:lnTo>
                <a:lnTo>
                  <a:pt x="328823" y="172853"/>
                </a:lnTo>
                <a:lnTo>
                  <a:pt x="328305" y="173027"/>
                </a:lnTo>
                <a:lnTo>
                  <a:pt x="327786" y="173193"/>
                </a:lnTo>
                <a:lnTo>
                  <a:pt x="327265" y="173349"/>
                </a:lnTo>
                <a:lnTo>
                  <a:pt x="326742" y="173496"/>
                </a:lnTo>
                <a:lnTo>
                  <a:pt x="326217" y="173634"/>
                </a:lnTo>
                <a:lnTo>
                  <a:pt x="325690" y="173764"/>
                </a:lnTo>
                <a:lnTo>
                  <a:pt x="325162" y="173884"/>
                </a:lnTo>
                <a:lnTo>
                  <a:pt x="324633" y="173996"/>
                </a:lnTo>
                <a:lnTo>
                  <a:pt x="324101" y="174099"/>
                </a:lnTo>
                <a:lnTo>
                  <a:pt x="323568" y="174192"/>
                </a:lnTo>
                <a:lnTo>
                  <a:pt x="323033" y="174277"/>
                </a:lnTo>
                <a:lnTo>
                  <a:pt x="322496" y="174353"/>
                </a:lnTo>
                <a:lnTo>
                  <a:pt x="321958" y="174420"/>
                </a:lnTo>
                <a:lnTo>
                  <a:pt x="321417" y="174478"/>
                </a:lnTo>
                <a:lnTo>
                  <a:pt x="320876" y="174527"/>
                </a:lnTo>
                <a:lnTo>
                  <a:pt x="320332" y="174567"/>
                </a:lnTo>
                <a:lnTo>
                  <a:pt x="319787" y="174599"/>
                </a:lnTo>
                <a:lnTo>
                  <a:pt x="319240" y="174621"/>
                </a:lnTo>
                <a:lnTo>
                  <a:pt x="318691" y="174634"/>
                </a:lnTo>
                <a:lnTo>
                  <a:pt x="318141" y="174639"/>
                </a:lnTo>
                <a:lnTo>
                  <a:pt x="317312" y="174627"/>
                </a:lnTo>
                <a:lnTo>
                  <a:pt x="316500" y="174592"/>
                </a:lnTo>
                <a:lnTo>
                  <a:pt x="315705" y="174534"/>
                </a:lnTo>
                <a:lnTo>
                  <a:pt x="314926" y="174452"/>
                </a:lnTo>
                <a:lnTo>
                  <a:pt x="314164" y="174347"/>
                </a:lnTo>
                <a:lnTo>
                  <a:pt x="313418" y="174218"/>
                </a:lnTo>
                <a:lnTo>
                  <a:pt x="312689" y="174066"/>
                </a:lnTo>
                <a:lnTo>
                  <a:pt x="311977" y="173891"/>
                </a:lnTo>
                <a:lnTo>
                  <a:pt x="311281" y="173692"/>
                </a:lnTo>
                <a:lnTo>
                  <a:pt x="310601" y="173470"/>
                </a:lnTo>
                <a:lnTo>
                  <a:pt x="309939" y="173224"/>
                </a:lnTo>
                <a:lnTo>
                  <a:pt x="309293" y="172955"/>
                </a:lnTo>
                <a:lnTo>
                  <a:pt x="308663" y="172663"/>
                </a:lnTo>
                <a:lnTo>
                  <a:pt x="308050" y="172347"/>
                </a:lnTo>
                <a:lnTo>
                  <a:pt x="307454" y="172008"/>
                </a:lnTo>
                <a:lnTo>
                  <a:pt x="306874" y="171646"/>
                </a:lnTo>
                <a:lnTo>
                  <a:pt x="306311" y="171260"/>
                </a:lnTo>
                <a:lnTo>
                  <a:pt x="305764" y="170851"/>
                </a:lnTo>
                <a:lnTo>
                  <a:pt x="305234" y="170418"/>
                </a:lnTo>
                <a:lnTo>
                  <a:pt x="304721" y="169962"/>
                </a:lnTo>
                <a:lnTo>
                  <a:pt x="304224" y="169483"/>
                </a:lnTo>
                <a:lnTo>
                  <a:pt x="303743" y="168980"/>
                </a:lnTo>
                <a:lnTo>
                  <a:pt x="303280" y="168454"/>
                </a:lnTo>
                <a:lnTo>
                  <a:pt x="302833" y="167904"/>
                </a:lnTo>
                <a:lnTo>
                  <a:pt x="302401" y="167324"/>
                </a:lnTo>
                <a:lnTo>
                  <a:pt x="301983" y="166705"/>
                </a:lnTo>
                <a:lnTo>
                  <a:pt x="301579" y="166049"/>
                </a:lnTo>
                <a:lnTo>
                  <a:pt x="301189" y="165355"/>
                </a:lnTo>
                <a:lnTo>
                  <a:pt x="300814" y="164624"/>
                </a:lnTo>
                <a:lnTo>
                  <a:pt x="300452" y="163854"/>
                </a:lnTo>
                <a:lnTo>
                  <a:pt x="300104" y="163047"/>
                </a:lnTo>
                <a:lnTo>
                  <a:pt x="299771" y="162201"/>
                </a:lnTo>
                <a:lnTo>
                  <a:pt x="299451" y="161318"/>
                </a:lnTo>
                <a:lnTo>
                  <a:pt x="299146" y="160397"/>
                </a:lnTo>
                <a:lnTo>
                  <a:pt x="298854" y="159439"/>
                </a:lnTo>
                <a:lnTo>
                  <a:pt x="298577" y="158442"/>
                </a:lnTo>
                <a:lnTo>
                  <a:pt x="298313" y="157408"/>
                </a:lnTo>
                <a:lnTo>
                  <a:pt x="298064" y="156336"/>
                </a:lnTo>
                <a:lnTo>
                  <a:pt x="297828" y="155225"/>
                </a:lnTo>
                <a:lnTo>
                  <a:pt x="297607" y="154078"/>
                </a:lnTo>
                <a:lnTo>
                  <a:pt x="297400" y="152892"/>
                </a:lnTo>
                <a:lnTo>
                  <a:pt x="297206" y="151668"/>
                </a:lnTo>
                <a:lnTo>
                  <a:pt x="297027" y="150407"/>
                </a:lnTo>
                <a:lnTo>
                  <a:pt x="296862" y="149108"/>
                </a:lnTo>
                <a:lnTo>
                  <a:pt x="296710" y="147771"/>
                </a:lnTo>
                <a:lnTo>
                  <a:pt x="296573" y="146396"/>
                </a:lnTo>
                <a:lnTo>
                  <a:pt x="296450" y="144983"/>
                </a:lnTo>
                <a:lnTo>
                  <a:pt x="296341" y="143533"/>
                </a:lnTo>
                <a:lnTo>
                  <a:pt x="362473" y="143533"/>
                </a:lnTo>
                <a:lnTo>
                  <a:pt x="362533" y="143059"/>
                </a:lnTo>
                <a:lnTo>
                  <a:pt x="362591" y="142578"/>
                </a:lnTo>
                <a:lnTo>
                  <a:pt x="362646" y="142090"/>
                </a:lnTo>
                <a:lnTo>
                  <a:pt x="362698" y="141593"/>
                </a:lnTo>
                <a:lnTo>
                  <a:pt x="362748" y="141089"/>
                </a:lnTo>
                <a:lnTo>
                  <a:pt x="362795" y="140577"/>
                </a:lnTo>
                <a:lnTo>
                  <a:pt x="362840" y="140058"/>
                </a:lnTo>
                <a:lnTo>
                  <a:pt x="362882" y="139531"/>
                </a:lnTo>
                <a:lnTo>
                  <a:pt x="362922" y="138996"/>
                </a:lnTo>
                <a:lnTo>
                  <a:pt x="362959" y="138454"/>
                </a:lnTo>
                <a:lnTo>
                  <a:pt x="362993" y="137904"/>
                </a:lnTo>
                <a:lnTo>
                  <a:pt x="363025" y="137347"/>
                </a:lnTo>
                <a:lnTo>
                  <a:pt x="363055" y="136781"/>
                </a:lnTo>
                <a:lnTo>
                  <a:pt x="363082" y="136209"/>
                </a:lnTo>
                <a:lnTo>
                  <a:pt x="363106" y="135628"/>
                </a:lnTo>
                <a:lnTo>
                  <a:pt x="363128" y="135040"/>
                </a:lnTo>
                <a:lnTo>
                  <a:pt x="363147" y="134444"/>
                </a:lnTo>
                <a:lnTo>
                  <a:pt x="363163" y="133841"/>
                </a:lnTo>
                <a:lnTo>
                  <a:pt x="363177" y="133230"/>
                </a:lnTo>
                <a:lnTo>
                  <a:pt x="363189" y="132611"/>
                </a:lnTo>
                <a:lnTo>
                  <a:pt x="363198" y="131985"/>
                </a:lnTo>
                <a:lnTo>
                  <a:pt x="363204" y="131351"/>
                </a:lnTo>
                <a:lnTo>
                  <a:pt x="363208" y="130709"/>
                </a:lnTo>
                <a:lnTo>
                  <a:pt x="363209" y="130060"/>
                </a:lnTo>
                <a:lnTo>
                  <a:pt x="363186" y="127372"/>
                </a:lnTo>
                <a:lnTo>
                  <a:pt x="363115" y="124739"/>
                </a:lnTo>
                <a:lnTo>
                  <a:pt x="362997" y="122159"/>
                </a:lnTo>
                <a:lnTo>
                  <a:pt x="362832" y="119633"/>
                </a:lnTo>
                <a:lnTo>
                  <a:pt x="362619" y="117162"/>
                </a:lnTo>
                <a:close/>
                <a:moveTo>
                  <a:pt x="296630" y="116710"/>
                </a:moveTo>
                <a:lnTo>
                  <a:pt x="296745" y="115279"/>
                </a:lnTo>
                <a:lnTo>
                  <a:pt x="296871" y="113889"/>
                </a:lnTo>
                <a:lnTo>
                  <a:pt x="297006" y="112540"/>
                </a:lnTo>
                <a:lnTo>
                  <a:pt x="297152" y="111230"/>
                </a:lnTo>
                <a:lnTo>
                  <a:pt x="297307" y="109962"/>
                </a:lnTo>
                <a:lnTo>
                  <a:pt x="297471" y="108733"/>
                </a:lnTo>
                <a:lnTo>
                  <a:pt x="297646" y="107545"/>
                </a:lnTo>
                <a:lnTo>
                  <a:pt x="297830" y="106398"/>
                </a:lnTo>
                <a:lnTo>
                  <a:pt x="298024" y="105290"/>
                </a:lnTo>
                <a:lnTo>
                  <a:pt x="298228" y="104224"/>
                </a:lnTo>
                <a:lnTo>
                  <a:pt x="298442" y="103197"/>
                </a:lnTo>
                <a:lnTo>
                  <a:pt x="298666" y="102211"/>
                </a:lnTo>
                <a:lnTo>
                  <a:pt x="298899" y="101266"/>
                </a:lnTo>
                <a:lnTo>
                  <a:pt x="299142" y="100361"/>
                </a:lnTo>
                <a:lnTo>
                  <a:pt x="299395" y="99496"/>
                </a:lnTo>
                <a:lnTo>
                  <a:pt x="299657" y="98672"/>
                </a:lnTo>
                <a:lnTo>
                  <a:pt x="299930" y="97888"/>
                </a:lnTo>
                <a:lnTo>
                  <a:pt x="300212" y="97145"/>
                </a:lnTo>
                <a:lnTo>
                  <a:pt x="300504" y="96442"/>
                </a:lnTo>
                <a:lnTo>
                  <a:pt x="300806" y="95779"/>
                </a:lnTo>
                <a:lnTo>
                  <a:pt x="301117" y="95157"/>
                </a:lnTo>
                <a:lnTo>
                  <a:pt x="301440" y="94567"/>
                </a:lnTo>
                <a:lnTo>
                  <a:pt x="301775" y="94003"/>
                </a:lnTo>
                <a:lnTo>
                  <a:pt x="302122" y="93463"/>
                </a:lnTo>
                <a:lnTo>
                  <a:pt x="302481" y="92949"/>
                </a:lnTo>
                <a:lnTo>
                  <a:pt x="302853" y="92460"/>
                </a:lnTo>
                <a:lnTo>
                  <a:pt x="303238" y="91996"/>
                </a:lnTo>
                <a:lnTo>
                  <a:pt x="303634" y="91557"/>
                </a:lnTo>
                <a:lnTo>
                  <a:pt x="304043" y="91143"/>
                </a:lnTo>
                <a:lnTo>
                  <a:pt x="304464" y="90754"/>
                </a:lnTo>
                <a:lnTo>
                  <a:pt x="304898" y="90391"/>
                </a:lnTo>
                <a:lnTo>
                  <a:pt x="305344" y="90052"/>
                </a:lnTo>
                <a:lnTo>
                  <a:pt x="305802" y="89738"/>
                </a:lnTo>
                <a:lnTo>
                  <a:pt x="306272" y="89450"/>
                </a:lnTo>
                <a:lnTo>
                  <a:pt x="306755" y="89187"/>
                </a:lnTo>
                <a:lnTo>
                  <a:pt x="307250" y="88948"/>
                </a:lnTo>
                <a:lnTo>
                  <a:pt x="307758" y="88735"/>
                </a:lnTo>
                <a:lnTo>
                  <a:pt x="308278" y="88547"/>
                </a:lnTo>
                <a:lnTo>
                  <a:pt x="308810" y="88384"/>
                </a:lnTo>
                <a:lnTo>
                  <a:pt x="309354" y="88246"/>
                </a:lnTo>
                <a:lnTo>
                  <a:pt x="309911" y="88133"/>
                </a:lnTo>
                <a:lnTo>
                  <a:pt x="310480" y="88045"/>
                </a:lnTo>
                <a:lnTo>
                  <a:pt x="311062" y="87983"/>
                </a:lnTo>
                <a:lnTo>
                  <a:pt x="311656" y="87945"/>
                </a:lnTo>
                <a:lnTo>
                  <a:pt x="312262" y="87932"/>
                </a:lnTo>
                <a:lnTo>
                  <a:pt x="312947" y="87945"/>
                </a:lnTo>
                <a:lnTo>
                  <a:pt x="313615" y="87984"/>
                </a:lnTo>
                <a:lnTo>
                  <a:pt x="314265" y="88049"/>
                </a:lnTo>
                <a:lnTo>
                  <a:pt x="314898" y="88140"/>
                </a:lnTo>
                <a:lnTo>
                  <a:pt x="315514" y="88257"/>
                </a:lnTo>
                <a:lnTo>
                  <a:pt x="316112" y="88399"/>
                </a:lnTo>
                <a:lnTo>
                  <a:pt x="316692" y="88568"/>
                </a:lnTo>
                <a:lnTo>
                  <a:pt x="317255" y="88762"/>
                </a:lnTo>
                <a:lnTo>
                  <a:pt x="317801" y="88983"/>
                </a:lnTo>
                <a:lnTo>
                  <a:pt x="318329" y="89229"/>
                </a:lnTo>
                <a:lnTo>
                  <a:pt x="318840" y="89502"/>
                </a:lnTo>
                <a:lnTo>
                  <a:pt x="319334" y="89800"/>
                </a:lnTo>
                <a:lnTo>
                  <a:pt x="319810" y="90124"/>
                </a:lnTo>
                <a:lnTo>
                  <a:pt x="320269" y="90475"/>
                </a:lnTo>
                <a:lnTo>
                  <a:pt x="320710" y="90851"/>
                </a:lnTo>
                <a:lnTo>
                  <a:pt x="321134" y="91253"/>
                </a:lnTo>
                <a:lnTo>
                  <a:pt x="321540" y="91681"/>
                </a:lnTo>
                <a:lnTo>
                  <a:pt x="321929" y="92135"/>
                </a:lnTo>
                <a:lnTo>
                  <a:pt x="322300" y="92615"/>
                </a:lnTo>
                <a:lnTo>
                  <a:pt x="322654" y="93121"/>
                </a:lnTo>
                <a:lnTo>
                  <a:pt x="322991" y="93652"/>
                </a:lnTo>
                <a:lnTo>
                  <a:pt x="323310" y="94210"/>
                </a:lnTo>
                <a:lnTo>
                  <a:pt x="323612" y="94794"/>
                </a:lnTo>
                <a:lnTo>
                  <a:pt x="323896" y="95403"/>
                </a:lnTo>
                <a:lnTo>
                  <a:pt x="324166" y="96042"/>
                </a:lnTo>
                <a:lnTo>
                  <a:pt x="324425" y="96712"/>
                </a:lnTo>
                <a:lnTo>
                  <a:pt x="324671" y="97415"/>
                </a:lnTo>
                <a:lnTo>
                  <a:pt x="324907" y="98149"/>
                </a:lnTo>
                <a:lnTo>
                  <a:pt x="325131" y="98915"/>
                </a:lnTo>
                <a:lnTo>
                  <a:pt x="325343" y="99713"/>
                </a:lnTo>
                <a:lnTo>
                  <a:pt x="325544" y="100543"/>
                </a:lnTo>
                <a:lnTo>
                  <a:pt x="325734" y="101404"/>
                </a:lnTo>
                <a:lnTo>
                  <a:pt x="325912" y="102298"/>
                </a:lnTo>
                <a:lnTo>
                  <a:pt x="326078" y="103223"/>
                </a:lnTo>
                <a:lnTo>
                  <a:pt x="326233" y="104181"/>
                </a:lnTo>
                <a:lnTo>
                  <a:pt x="326377" y="105170"/>
                </a:lnTo>
                <a:lnTo>
                  <a:pt x="326509" y="106191"/>
                </a:lnTo>
                <a:lnTo>
                  <a:pt x="326630" y="107244"/>
                </a:lnTo>
                <a:lnTo>
                  <a:pt x="326739" y="108329"/>
                </a:lnTo>
                <a:lnTo>
                  <a:pt x="326836" y="109446"/>
                </a:lnTo>
                <a:lnTo>
                  <a:pt x="326922" y="110594"/>
                </a:lnTo>
                <a:lnTo>
                  <a:pt x="326997" y="111775"/>
                </a:lnTo>
                <a:lnTo>
                  <a:pt x="327060" y="112987"/>
                </a:lnTo>
                <a:lnTo>
                  <a:pt x="327112" y="114232"/>
                </a:lnTo>
                <a:lnTo>
                  <a:pt x="327152" y="115508"/>
                </a:lnTo>
                <a:lnTo>
                  <a:pt x="327181" y="116816"/>
                </a:lnTo>
                <a:lnTo>
                  <a:pt x="327198" y="118156"/>
                </a:lnTo>
                <a:lnTo>
                  <a:pt x="327204" y="119528"/>
                </a:lnTo>
                <a:lnTo>
                  <a:pt x="327204" y="121243"/>
                </a:lnTo>
                <a:lnTo>
                  <a:pt x="296341" y="121243"/>
                </a:lnTo>
                <a:lnTo>
                  <a:pt x="296427" y="119692"/>
                </a:lnTo>
                <a:lnTo>
                  <a:pt x="296524" y="118180"/>
                </a:lnTo>
                <a:lnTo>
                  <a:pt x="296630" y="116710"/>
                </a:lnTo>
                <a:close/>
                <a:moveTo>
                  <a:pt x="619650" y="117162"/>
                </a:moveTo>
                <a:lnTo>
                  <a:pt x="619390" y="114744"/>
                </a:lnTo>
                <a:lnTo>
                  <a:pt x="619083" y="112381"/>
                </a:lnTo>
                <a:lnTo>
                  <a:pt x="618729" y="110071"/>
                </a:lnTo>
                <a:lnTo>
                  <a:pt x="618328" y="107816"/>
                </a:lnTo>
                <a:lnTo>
                  <a:pt x="617879" y="105614"/>
                </a:lnTo>
                <a:lnTo>
                  <a:pt x="617384" y="103466"/>
                </a:lnTo>
                <a:lnTo>
                  <a:pt x="616841" y="101373"/>
                </a:lnTo>
                <a:lnTo>
                  <a:pt x="616251" y="99333"/>
                </a:lnTo>
                <a:lnTo>
                  <a:pt x="615613" y="97348"/>
                </a:lnTo>
                <a:lnTo>
                  <a:pt x="614929" y="95416"/>
                </a:lnTo>
                <a:lnTo>
                  <a:pt x="614197" y="93538"/>
                </a:lnTo>
                <a:lnTo>
                  <a:pt x="613418" y="91715"/>
                </a:lnTo>
                <a:lnTo>
                  <a:pt x="612592" y="89945"/>
                </a:lnTo>
                <a:lnTo>
                  <a:pt x="611718" y="88230"/>
                </a:lnTo>
                <a:lnTo>
                  <a:pt x="610798" y="86568"/>
                </a:lnTo>
                <a:lnTo>
                  <a:pt x="609830" y="84960"/>
                </a:lnTo>
                <a:lnTo>
                  <a:pt x="608815" y="83407"/>
                </a:lnTo>
                <a:lnTo>
                  <a:pt x="607753" y="81907"/>
                </a:lnTo>
                <a:lnTo>
                  <a:pt x="606643" y="80461"/>
                </a:lnTo>
                <a:lnTo>
                  <a:pt x="605493" y="79072"/>
                </a:lnTo>
                <a:lnTo>
                  <a:pt x="604306" y="77742"/>
                </a:lnTo>
                <a:lnTo>
                  <a:pt x="603083" y="76471"/>
                </a:lnTo>
                <a:lnTo>
                  <a:pt x="601823" y="75260"/>
                </a:lnTo>
                <a:lnTo>
                  <a:pt x="600528" y="74107"/>
                </a:lnTo>
                <a:lnTo>
                  <a:pt x="599197" y="73014"/>
                </a:lnTo>
                <a:lnTo>
                  <a:pt x="597829" y="71979"/>
                </a:lnTo>
                <a:lnTo>
                  <a:pt x="596425" y="71004"/>
                </a:lnTo>
                <a:lnTo>
                  <a:pt x="594985" y="70088"/>
                </a:lnTo>
                <a:lnTo>
                  <a:pt x="593509" y="69231"/>
                </a:lnTo>
                <a:lnTo>
                  <a:pt x="591997" y="68433"/>
                </a:lnTo>
                <a:lnTo>
                  <a:pt x="590449" y="67694"/>
                </a:lnTo>
                <a:lnTo>
                  <a:pt x="588864" y="67014"/>
                </a:lnTo>
                <a:lnTo>
                  <a:pt x="587243" y="66393"/>
                </a:lnTo>
                <a:lnTo>
                  <a:pt x="585587" y="65832"/>
                </a:lnTo>
                <a:lnTo>
                  <a:pt x="583894" y="65329"/>
                </a:lnTo>
                <a:lnTo>
                  <a:pt x="582165" y="64886"/>
                </a:lnTo>
                <a:lnTo>
                  <a:pt x="580400" y="64502"/>
                </a:lnTo>
                <a:lnTo>
                  <a:pt x="578598" y="64177"/>
                </a:lnTo>
                <a:lnTo>
                  <a:pt x="576761" y="63911"/>
                </a:lnTo>
                <a:lnTo>
                  <a:pt x="574887" y="63704"/>
                </a:lnTo>
                <a:lnTo>
                  <a:pt x="572977" y="63556"/>
                </a:lnTo>
                <a:lnTo>
                  <a:pt x="571031" y="63467"/>
                </a:lnTo>
                <a:lnTo>
                  <a:pt x="569049" y="63438"/>
                </a:lnTo>
                <a:lnTo>
                  <a:pt x="566967" y="63471"/>
                </a:lnTo>
                <a:lnTo>
                  <a:pt x="564925" y="63569"/>
                </a:lnTo>
                <a:lnTo>
                  <a:pt x="562924" y="63732"/>
                </a:lnTo>
                <a:lnTo>
                  <a:pt x="560962" y="63962"/>
                </a:lnTo>
                <a:lnTo>
                  <a:pt x="559042" y="64256"/>
                </a:lnTo>
                <a:lnTo>
                  <a:pt x="557161" y="64617"/>
                </a:lnTo>
                <a:lnTo>
                  <a:pt x="555321" y="65042"/>
                </a:lnTo>
                <a:lnTo>
                  <a:pt x="553522" y="65534"/>
                </a:lnTo>
                <a:lnTo>
                  <a:pt x="551763" y="66090"/>
                </a:lnTo>
                <a:lnTo>
                  <a:pt x="550044" y="66712"/>
                </a:lnTo>
                <a:lnTo>
                  <a:pt x="548366" y="67400"/>
                </a:lnTo>
                <a:lnTo>
                  <a:pt x="546728" y="68153"/>
                </a:lnTo>
                <a:lnTo>
                  <a:pt x="545131" y="68972"/>
                </a:lnTo>
                <a:lnTo>
                  <a:pt x="543574" y="69856"/>
                </a:lnTo>
                <a:lnTo>
                  <a:pt x="542057" y="70806"/>
                </a:lnTo>
                <a:lnTo>
                  <a:pt x="540581" y="71821"/>
                </a:lnTo>
                <a:lnTo>
                  <a:pt x="539145" y="72902"/>
                </a:lnTo>
                <a:lnTo>
                  <a:pt x="537750" y="74048"/>
                </a:lnTo>
                <a:lnTo>
                  <a:pt x="536395" y="75260"/>
                </a:lnTo>
                <a:lnTo>
                  <a:pt x="535080" y="76537"/>
                </a:lnTo>
                <a:lnTo>
                  <a:pt x="533806" y="77879"/>
                </a:lnTo>
                <a:lnTo>
                  <a:pt x="532572" y="79287"/>
                </a:lnTo>
                <a:lnTo>
                  <a:pt x="531379" y="80761"/>
                </a:lnTo>
                <a:lnTo>
                  <a:pt x="530226" y="82300"/>
                </a:lnTo>
                <a:lnTo>
                  <a:pt x="529117" y="83895"/>
                </a:lnTo>
                <a:lnTo>
                  <a:pt x="528055" y="85537"/>
                </a:lnTo>
                <a:lnTo>
                  <a:pt x="527040" y="87225"/>
                </a:lnTo>
                <a:lnTo>
                  <a:pt x="526072" y="88961"/>
                </a:lnTo>
                <a:lnTo>
                  <a:pt x="525152" y="90743"/>
                </a:lnTo>
                <a:lnTo>
                  <a:pt x="524279" y="92572"/>
                </a:lnTo>
                <a:lnTo>
                  <a:pt x="523453" y="94447"/>
                </a:lnTo>
                <a:lnTo>
                  <a:pt x="522674" y="96370"/>
                </a:lnTo>
                <a:lnTo>
                  <a:pt x="521943" y="98339"/>
                </a:lnTo>
                <a:lnTo>
                  <a:pt x="521258" y="100355"/>
                </a:lnTo>
                <a:lnTo>
                  <a:pt x="520621" y="102418"/>
                </a:lnTo>
                <a:lnTo>
                  <a:pt x="520031" y="104527"/>
                </a:lnTo>
                <a:lnTo>
                  <a:pt x="519489" y="106683"/>
                </a:lnTo>
                <a:lnTo>
                  <a:pt x="518993" y="108887"/>
                </a:lnTo>
                <a:lnTo>
                  <a:pt x="518545" y="111136"/>
                </a:lnTo>
                <a:lnTo>
                  <a:pt x="518143" y="113433"/>
                </a:lnTo>
                <a:lnTo>
                  <a:pt x="517789" y="115777"/>
                </a:lnTo>
                <a:lnTo>
                  <a:pt x="517483" y="118167"/>
                </a:lnTo>
                <a:lnTo>
                  <a:pt x="517223" y="120604"/>
                </a:lnTo>
                <a:lnTo>
                  <a:pt x="517011" y="123088"/>
                </a:lnTo>
                <a:lnTo>
                  <a:pt x="516845" y="125618"/>
                </a:lnTo>
                <a:lnTo>
                  <a:pt x="516727" y="128196"/>
                </a:lnTo>
                <a:lnTo>
                  <a:pt x="516657" y="130820"/>
                </a:lnTo>
                <a:lnTo>
                  <a:pt x="516633" y="133491"/>
                </a:lnTo>
                <a:lnTo>
                  <a:pt x="516658" y="136160"/>
                </a:lnTo>
                <a:lnTo>
                  <a:pt x="516732" y="138779"/>
                </a:lnTo>
                <a:lnTo>
                  <a:pt x="516855" y="141349"/>
                </a:lnTo>
                <a:lnTo>
                  <a:pt x="517028" y="143869"/>
                </a:lnTo>
                <a:lnTo>
                  <a:pt x="517250" y="146339"/>
                </a:lnTo>
                <a:lnTo>
                  <a:pt x="517521" y="148759"/>
                </a:lnTo>
                <a:lnTo>
                  <a:pt x="517842" y="151130"/>
                </a:lnTo>
                <a:lnTo>
                  <a:pt x="518212" y="153451"/>
                </a:lnTo>
                <a:lnTo>
                  <a:pt x="518631" y="155722"/>
                </a:lnTo>
                <a:lnTo>
                  <a:pt x="519099" y="157944"/>
                </a:lnTo>
                <a:lnTo>
                  <a:pt x="519617" y="160115"/>
                </a:lnTo>
                <a:lnTo>
                  <a:pt x="520185" y="162237"/>
                </a:lnTo>
                <a:lnTo>
                  <a:pt x="520801" y="164310"/>
                </a:lnTo>
                <a:lnTo>
                  <a:pt x="521467" y="166332"/>
                </a:lnTo>
                <a:lnTo>
                  <a:pt x="522182" y="168305"/>
                </a:lnTo>
                <a:lnTo>
                  <a:pt x="522947" y="170228"/>
                </a:lnTo>
                <a:lnTo>
                  <a:pt x="523761" y="172101"/>
                </a:lnTo>
                <a:lnTo>
                  <a:pt x="524624" y="173925"/>
                </a:lnTo>
                <a:lnTo>
                  <a:pt x="525536" y="175699"/>
                </a:lnTo>
                <a:lnTo>
                  <a:pt x="526498" y="177423"/>
                </a:lnTo>
                <a:lnTo>
                  <a:pt x="527509" y="179097"/>
                </a:lnTo>
                <a:lnTo>
                  <a:pt x="528570" y="180722"/>
                </a:lnTo>
                <a:lnTo>
                  <a:pt x="529680" y="182296"/>
                </a:lnTo>
                <a:lnTo>
                  <a:pt x="530839" y="183822"/>
                </a:lnTo>
                <a:lnTo>
                  <a:pt x="532046" y="185291"/>
                </a:lnTo>
                <a:lnTo>
                  <a:pt x="533298" y="186697"/>
                </a:lnTo>
                <a:lnTo>
                  <a:pt x="534597" y="188041"/>
                </a:lnTo>
                <a:lnTo>
                  <a:pt x="535941" y="189322"/>
                </a:lnTo>
                <a:lnTo>
                  <a:pt x="537332" y="190541"/>
                </a:lnTo>
                <a:lnTo>
                  <a:pt x="538768" y="191698"/>
                </a:lnTo>
                <a:lnTo>
                  <a:pt x="540251" y="192792"/>
                </a:lnTo>
                <a:lnTo>
                  <a:pt x="541779" y="193823"/>
                </a:lnTo>
                <a:lnTo>
                  <a:pt x="543353" y="194792"/>
                </a:lnTo>
                <a:lnTo>
                  <a:pt x="544973" y="195698"/>
                </a:lnTo>
                <a:lnTo>
                  <a:pt x="546639" y="196542"/>
                </a:lnTo>
                <a:lnTo>
                  <a:pt x="548351" y="197324"/>
                </a:lnTo>
                <a:lnTo>
                  <a:pt x="550109" y="198043"/>
                </a:lnTo>
                <a:lnTo>
                  <a:pt x="551913" y="198699"/>
                </a:lnTo>
                <a:lnTo>
                  <a:pt x="553762" y="199293"/>
                </a:lnTo>
                <a:lnTo>
                  <a:pt x="555658" y="199824"/>
                </a:lnTo>
                <a:lnTo>
                  <a:pt x="557600" y="200293"/>
                </a:lnTo>
                <a:lnTo>
                  <a:pt x="559587" y="200699"/>
                </a:lnTo>
                <a:lnTo>
                  <a:pt x="561621" y="201043"/>
                </a:lnTo>
                <a:lnTo>
                  <a:pt x="563700" y="201324"/>
                </a:lnTo>
                <a:lnTo>
                  <a:pt x="565825" y="201543"/>
                </a:lnTo>
                <a:lnTo>
                  <a:pt x="567996" y="201699"/>
                </a:lnTo>
                <a:lnTo>
                  <a:pt x="570214" y="201793"/>
                </a:lnTo>
                <a:lnTo>
                  <a:pt x="572477" y="201824"/>
                </a:lnTo>
                <a:lnTo>
                  <a:pt x="574606" y="201794"/>
                </a:lnTo>
                <a:lnTo>
                  <a:pt x="576710" y="201702"/>
                </a:lnTo>
                <a:lnTo>
                  <a:pt x="578787" y="201549"/>
                </a:lnTo>
                <a:lnTo>
                  <a:pt x="580838" y="201335"/>
                </a:lnTo>
                <a:lnTo>
                  <a:pt x="582862" y="201059"/>
                </a:lnTo>
                <a:lnTo>
                  <a:pt x="584861" y="200722"/>
                </a:lnTo>
                <a:lnTo>
                  <a:pt x="586832" y="200324"/>
                </a:lnTo>
                <a:lnTo>
                  <a:pt x="588778" y="199865"/>
                </a:lnTo>
                <a:lnTo>
                  <a:pt x="590697" y="199345"/>
                </a:lnTo>
                <a:lnTo>
                  <a:pt x="592589" y="198763"/>
                </a:lnTo>
                <a:lnTo>
                  <a:pt x="594456" y="198120"/>
                </a:lnTo>
                <a:lnTo>
                  <a:pt x="596296" y="197416"/>
                </a:lnTo>
                <a:lnTo>
                  <a:pt x="598109" y="196651"/>
                </a:lnTo>
                <a:lnTo>
                  <a:pt x="599896" y="195824"/>
                </a:lnTo>
                <a:lnTo>
                  <a:pt x="601657" y="194937"/>
                </a:lnTo>
                <a:lnTo>
                  <a:pt x="603392" y="193988"/>
                </a:lnTo>
                <a:lnTo>
                  <a:pt x="605100" y="192977"/>
                </a:lnTo>
                <a:lnTo>
                  <a:pt x="606782" y="191906"/>
                </a:lnTo>
                <a:lnTo>
                  <a:pt x="608437" y="190773"/>
                </a:lnTo>
                <a:lnTo>
                  <a:pt x="610067" y="189579"/>
                </a:lnTo>
                <a:lnTo>
                  <a:pt x="611669" y="188324"/>
                </a:lnTo>
                <a:lnTo>
                  <a:pt x="613246" y="187008"/>
                </a:lnTo>
                <a:lnTo>
                  <a:pt x="614796" y="185630"/>
                </a:lnTo>
                <a:lnTo>
                  <a:pt x="616319" y="184192"/>
                </a:lnTo>
                <a:lnTo>
                  <a:pt x="601135" y="164107"/>
                </a:lnTo>
                <a:lnTo>
                  <a:pt x="600544" y="164551"/>
                </a:lnTo>
                <a:lnTo>
                  <a:pt x="599957" y="164985"/>
                </a:lnTo>
                <a:lnTo>
                  <a:pt x="599374" y="165409"/>
                </a:lnTo>
                <a:lnTo>
                  <a:pt x="598794" y="165824"/>
                </a:lnTo>
                <a:lnTo>
                  <a:pt x="598217" y="166229"/>
                </a:lnTo>
                <a:lnTo>
                  <a:pt x="597644" y="166624"/>
                </a:lnTo>
                <a:lnTo>
                  <a:pt x="597074" y="167009"/>
                </a:lnTo>
                <a:lnTo>
                  <a:pt x="596507" y="167385"/>
                </a:lnTo>
                <a:lnTo>
                  <a:pt x="595944" y="167751"/>
                </a:lnTo>
                <a:lnTo>
                  <a:pt x="595385" y="168107"/>
                </a:lnTo>
                <a:lnTo>
                  <a:pt x="594828" y="168453"/>
                </a:lnTo>
                <a:lnTo>
                  <a:pt x="594276" y="168790"/>
                </a:lnTo>
                <a:lnTo>
                  <a:pt x="593726" y="169117"/>
                </a:lnTo>
                <a:lnTo>
                  <a:pt x="593180" y="169434"/>
                </a:lnTo>
                <a:lnTo>
                  <a:pt x="592638" y="169741"/>
                </a:lnTo>
                <a:lnTo>
                  <a:pt x="592098" y="170039"/>
                </a:lnTo>
                <a:lnTo>
                  <a:pt x="591563" y="170326"/>
                </a:lnTo>
                <a:lnTo>
                  <a:pt x="591030" y="170604"/>
                </a:lnTo>
                <a:lnTo>
                  <a:pt x="590501" y="170873"/>
                </a:lnTo>
                <a:lnTo>
                  <a:pt x="589976" y="171131"/>
                </a:lnTo>
                <a:lnTo>
                  <a:pt x="589454" y="171380"/>
                </a:lnTo>
                <a:lnTo>
                  <a:pt x="588935" y="171619"/>
                </a:lnTo>
                <a:lnTo>
                  <a:pt x="588420" y="171848"/>
                </a:lnTo>
                <a:lnTo>
                  <a:pt x="587908" y="172068"/>
                </a:lnTo>
                <a:lnTo>
                  <a:pt x="587397" y="172277"/>
                </a:lnTo>
                <a:lnTo>
                  <a:pt x="586884" y="172478"/>
                </a:lnTo>
                <a:lnTo>
                  <a:pt x="586370" y="172670"/>
                </a:lnTo>
                <a:lnTo>
                  <a:pt x="585854" y="172853"/>
                </a:lnTo>
                <a:lnTo>
                  <a:pt x="585336" y="173027"/>
                </a:lnTo>
                <a:lnTo>
                  <a:pt x="584816" y="173193"/>
                </a:lnTo>
                <a:lnTo>
                  <a:pt x="584295" y="173349"/>
                </a:lnTo>
                <a:lnTo>
                  <a:pt x="583772" y="173496"/>
                </a:lnTo>
                <a:lnTo>
                  <a:pt x="583247" y="173634"/>
                </a:lnTo>
                <a:lnTo>
                  <a:pt x="582721" y="173764"/>
                </a:lnTo>
                <a:lnTo>
                  <a:pt x="582193" y="173884"/>
                </a:lnTo>
                <a:lnTo>
                  <a:pt x="581663" y="173996"/>
                </a:lnTo>
                <a:lnTo>
                  <a:pt x="581131" y="174099"/>
                </a:lnTo>
                <a:lnTo>
                  <a:pt x="580598" y="174192"/>
                </a:lnTo>
                <a:lnTo>
                  <a:pt x="580063" y="174277"/>
                </a:lnTo>
                <a:lnTo>
                  <a:pt x="579526" y="174353"/>
                </a:lnTo>
                <a:lnTo>
                  <a:pt x="578988" y="174420"/>
                </a:lnTo>
                <a:lnTo>
                  <a:pt x="578448" y="174478"/>
                </a:lnTo>
                <a:lnTo>
                  <a:pt x="577906" y="174527"/>
                </a:lnTo>
                <a:lnTo>
                  <a:pt x="577363" y="174567"/>
                </a:lnTo>
                <a:lnTo>
                  <a:pt x="576817" y="174599"/>
                </a:lnTo>
                <a:lnTo>
                  <a:pt x="576270" y="174621"/>
                </a:lnTo>
                <a:lnTo>
                  <a:pt x="575722" y="174634"/>
                </a:lnTo>
                <a:lnTo>
                  <a:pt x="575171" y="174639"/>
                </a:lnTo>
                <a:lnTo>
                  <a:pt x="574343" y="174627"/>
                </a:lnTo>
                <a:lnTo>
                  <a:pt x="573531" y="174592"/>
                </a:lnTo>
                <a:lnTo>
                  <a:pt x="572735" y="174534"/>
                </a:lnTo>
                <a:lnTo>
                  <a:pt x="571956" y="174452"/>
                </a:lnTo>
                <a:lnTo>
                  <a:pt x="571194" y="174347"/>
                </a:lnTo>
                <a:lnTo>
                  <a:pt x="570449" y="174218"/>
                </a:lnTo>
                <a:lnTo>
                  <a:pt x="569720" y="174066"/>
                </a:lnTo>
                <a:lnTo>
                  <a:pt x="569007" y="173891"/>
                </a:lnTo>
                <a:lnTo>
                  <a:pt x="568311" y="173692"/>
                </a:lnTo>
                <a:lnTo>
                  <a:pt x="567632" y="173470"/>
                </a:lnTo>
                <a:lnTo>
                  <a:pt x="566969" y="173224"/>
                </a:lnTo>
                <a:lnTo>
                  <a:pt x="566323" y="172955"/>
                </a:lnTo>
                <a:lnTo>
                  <a:pt x="565693" y="172663"/>
                </a:lnTo>
                <a:lnTo>
                  <a:pt x="565081" y="172347"/>
                </a:lnTo>
                <a:lnTo>
                  <a:pt x="564484" y="172008"/>
                </a:lnTo>
                <a:lnTo>
                  <a:pt x="563904" y="171646"/>
                </a:lnTo>
                <a:lnTo>
                  <a:pt x="563341" y="171260"/>
                </a:lnTo>
                <a:lnTo>
                  <a:pt x="562795" y="170851"/>
                </a:lnTo>
                <a:lnTo>
                  <a:pt x="562264" y="170418"/>
                </a:lnTo>
                <a:lnTo>
                  <a:pt x="561751" y="169962"/>
                </a:lnTo>
                <a:lnTo>
                  <a:pt x="561254" y="169483"/>
                </a:lnTo>
                <a:lnTo>
                  <a:pt x="560774" y="168980"/>
                </a:lnTo>
                <a:lnTo>
                  <a:pt x="560310" y="168454"/>
                </a:lnTo>
                <a:lnTo>
                  <a:pt x="559863" y="167904"/>
                </a:lnTo>
                <a:lnTo>
                  <a:pt x="559431" y="167324"/>
                </a:lnTo>
                <a:lnTo>
                  <a:pt x="559013" y="166705"/>
                </a:lnTo>
                <a:lnTo>
                  <a:pt x="558610" y="166049"/>
                </a:lnTo>
                <a:lnTo>
                  <a:pt x="558220" y="165355"/>
                </a:lnTo>
                <a:lnTo>
                  <a:pt x="557844" y="164624"/>
                </a:lnTo>
                <a:lnTo>
                  <a:pt x="557483" y="163854"/>
                </a:lnTo>
                <a:lnTo>
                  <a:pt x="557135" y="163047"/>
                </a:lnTo>
                <a:lnTo>
                  <a:pt x="556801" y="162201"/>
                </a:lnTo>
                <a:lnTo>
                  <a:pt x="556482" y="161318"/>
                </a:lnTo>
                <a:lnTo>
                  <a:pt x="556176" y="160397"/>
                </a:lnTo>
                <a:lnTo>
                  <a:pt x="555885" y="159439"/>
                </a:lnTo>
                <a:lnTo>
                  <a:pt x="555607" y="158442"/>
                </a:lnTo>
                <a:lnTo>
                  <a:pt x="555344" y="157408"/>
                </a:lnTo>
                <a:lnTo>
                  <a:pt x="555094" y="156336"/>
                </a:lnTo>
                <a:lnTo>
                  <a:pt x="554859" y="155225"/>
                </a:lnTo>
                <a:lnTo>
                  <a:pt x="554637" y="154078"/>
                </a:lnTo>
                <a:lnTo>
                  <a:pt x="554430" y="152892"/>
                </a:lnTo>
                <a:lnTo>
                  <a:pt x="554237" y="151668"/>
                </a:lnTo>
                <a:lnTo>
                  <a:pt x="554057" y="150407"/>
                </a:lnTo>
                <a:lnTo>
                  <a:pt x="553892" y="149108"/>
                </a:lnTo>
                <a:lnTo>
                  <a:pt x="553741" y="147771"/>
                </a:lnTo>
                <a:lnTo>
                  <a:pt x="553604" y="146396"/>
                </a:lnTo>
                <a:lnTo>
                  <a:pt x="553480" y="144983"/>
                </a:lnTo>
                <a:lnTo>
                  <a:pt x="553371" y="143533"/>
                </a:lnTo>
                <a:lnTo>
                  <a:pt x="619504" y="143533"/>
                </a:lnTo>
                <a:lnTo>
                  <a:pt x="619564" y="143059"/>
                </a:lnTo>
                <a:lnTo>
                  <a:pt x="619621" y="142578"/>
                </a:lnTo>
                <a:lnTo>
                  <a:pt x="619676" y="142090"/>
                </a:lnTo>
                <a:lnTo>
                  <a:pt x="619729" y="141593"/>
                </a:lnTo>
                <a:lnTo>
                  <a:pt x="619778" y="141089"/>
                </a:lnTo>
                <a:lnTo>
                  <a:pt x="619826" y="140577"/>
                </a:lnTo>
                <a:lnTo>
                  <a:pt x="619870" y="140058"/>
                </a:lnTo>
                <a:lnTo>
                  <a:pt x="619913" y="139531"/>
                </a:lnTo>
                <a:lnTo>
                  <a:pt x="619952" y="138996"/>
                </a:lnTo>
                <a:lnTo>
                  <a:pt x="619989" y="138454"/>
                </a:lnTo>
                <a:lnTo>
                  <a:pt x="620024" y="137904"/>
                </a:lnTo>
                <a:lnTo>
                  <a:pt x="620056" y="137347"/>
                </a:lnTo>
                <a:lnTo>
                  <a:pt x="620085" y="136781"/>
                </a:lnTo>
                <a:lnTo>
                  <a:pt x="620112" y="136209"/>
                </a:lnTo>
                <a:lnTo>
                  <a:pt x="620136" y="135628"/>
                </a:lnTo>
                <a:lnTo>
                  <a:pt x="620158" y="135040"/>
                </a:lnTo>
                <a:lnTo>
                  <a:pt x="620177" y="134444"/>
                </a:lnTo>
                <a:lnTo>
                  <a:pt x="620194" y="133841"/>
                </a:lnTo>
                <a:lnTo>
                  <a:pt x="620208" y="133230"/>
                </a:lnTo>
                <a:lnTo>
                  <a:pt x="620219" y="132611"/>
                </a:lnTo>
                <a:lnTo>
                  <a:pt x="620228" y="131985"/>
                </a:lnTo>
                <a:lnTo>
                  <a:pt x="620235" y="131351"/>
                </a:lnTo>
                <a:lnTo>
                  <a:pt x="620239" y="130709"/>
                </a:lnTo>
                <a:lnTo>
                  <a:pt x="620240" y="130060"/>
                </a:lnTo>
                <a:lnTo>
                  <a:pt x="620216" y="127372"/>
                </a:lnTo>
                <a:lnTo>
                  <a:pt x="620145" y="124739"/>
                </a:lnTo>
                <a:lnTo>
                  <a:pt x="620027" y="122159"/>
                </a:lnTo>
                <a:lnTo>
                  <a:pt x="619862" y="119633"/>
                </a:lnTo>
                <a:lnTo>
                  <a:pt x="619650" y="117162"/>
                </a:lnTo>
                <a:close/>
                <a:moveTo>
                  <a:pt x="553660" y="116710"/>
                </a:moveTo>
                <a:lnTo>
                  <a:pt x="553776" y="115279"/>
                </a:lnTo>
                <a:lnTo>
                  <a:pt x="553902" y="113889"/>
                </a:lnTo>
                <a:lnTo>
                  <a:pt x="554037" y="112540"/>
                </a:lnTo>
                <a:lnTo>
                  <a:pt x="554182" y="111230"/>
                </a:lnTo>
                <a:lnTo>
                  <a:pt x="554337" y="109962"/>
                </a:lnTo>
                <a:lnTo>
                  <a:pt x="554502" y="108733"/>
                </a:lnTo>
                <a:lnTo>
                  <a:pt x="554676" y="107545"/>
                </a:lnTo>
                <a:lnTo>
                  <a:pt x="554861" y="106398"/>
                </a:lnTo>
                <a:lnTo>
                  <a:pt x="555055" y="105290"/>
                </a:lnTo>
                <a:lnTo>
                  <a:pt x="555259" y="104224"/>
                </a:lnTo>
                <a:lnTo>
                  <a:pt x="555473" y="103197"/>
                </a:lnTo>
                <a:lnTo>
                  <a:pt x="555696" y="102211"/>
                </a:lnTo>
                <a:lnTo>
                  <a:pt x="555929" y="101266"/>
                </a:lnTo>
                <a:lnTo>
                  <a:pt x="556172" y="100361"/>
                </a:lnTo>
                <a:lnTo>
                  <a:pt x="556425" y="99496"/>
                </a:lnTo>
                <a:lnTo>
                  <a:pt x="556688" y="98672"/>
                </a:lnTo>
                <a:lnTo>
                  <a:pt x="556960" y="97888"/>
                </a:lnTo>
                <a:lnTo>
                  <a:pt x="557242" y="97145"/>
                </a:lnTo>
                <a:lnTo>
                  <a:pt x="557534" y="96442"/>
                </a:lnTo>
                <a:lnTo>
                  <a:pt x="557836" y="95779"/>
                </a:lnTo>
                <a:lnTo>
                  <a:pt x="558148" y="95157"/>
                </a:lnTo>
                <a:lnTo>
                  <a:pt x="558470" y="94567"/>
                </a:lnTo>
                <a:lnTo>
                  <a:pt x="558805" y="94003"/>
                </a:lnTo>
                <a:lnTo>
                  <a:pt x="559152" y="93463"/>
                </a:lnTo>
                <a:lnTo>
                  <a:pt x="559512" y="92949"/>
                </a:lnTo>
                <a:lnTo>
                  <a:pt x="559884" y="92460"/>
                </a:lnTo>
                <a:lnTo>
                  <a:pt x="560268" y="91996"/>
                </a:lnTo>
                <a:lnTo>
                  <a:pt x="560665" y="91557"/>
                </a:lnTo>
                <a:lnTo>
                  <a:pt x="561074" y="91143"/>
                </a:lnTo>
                <a:lnTo>
                  <a:pt x="561495" y="90754"/>
                </a:lnTo>
                <a:lnTo>
                  <a:pt x="561928" y="90391"/>
                </a:lnTo>
                <a:lnTo>
                  <a:pt x="562374" y="90052"/>
                </a:lnTo>
                <a:lnTo>
                  <a:pt x="562832" y="89738"/>
                </a:lnTo>
                <a:lnTo>
                  <a:pt x="563303" y="89450"/>
                </a:lnTo>
                <a:lnTo>
                  <a:pt x="563786" y="89187"/>
                </a:lnTo>
                <a:lnTo>
                  <a:pt x="564281" y="88948"/>
                </a:lnTo>
                <a:lnTo>
                  <a:pt x="564788" y="88735"/>
                </a:lnTo>
                <a:lnTo>
                  <a:pt x="565308" y="88547"/>
                </a:lnTo>
                <a:lnTo>
                  <a:pt x="565840" y="88384"/>
                </a:lnTo>
                <a:lnTo>
                  <a:pt x="566385" y="88246"/>
                </a:lnTo>
                <a:lnTo>
                  <a:pt x="566942" y="88133"/>
                </a:lnTo>
                <a:lnTo>
                  <a:pt x="567511" y="88045"/>
                </a:lnTo>
                <a:lnTo>
                  <a:pt x="568092" y="87983"/>
                </a:lnTo>
                <a:lnTo>
                  <a:pt x="568686" y="87945"/>
                </a:lnTo>
                <a:lnTo>
                  <a:pt x="569292" y="87932"/>
                </a:lnTo>
                <a:lnTo>
                  <a:pt x="569978" y="87945"/>
                </a:lnTo>
                <a:lnTo>
                  <a:pt x="570645" y="87984"/>
                </a:lnTo>
                <a:lnTo>
                  <a:pt x="571296" y="88049"/>
                </a:lnTo>
                <a:lnTo>
                  <a:pt x="571929" y="88140"/>
                </a:lnTo>
                <a:lnTo>
                  <a:pt x="572544" y="88257"/>
                </a:lnTo>
                <a:lnTo>
                  <a:pt x="573142" y="88399"/>
                </a:lnTo>
                <a:lnTo>
                  <a:pt x="573723" y="88568"/>
                </a:lnTo>
                <a:lnTo>
                  <a:pt x="574286" y="88762"/>
                </a:lnTo>
                <a:lnTo>
                  <a:pt x="574832" y="88983"/>
                </a:lnTo>
                <a:lnTo>
                  <a:pt x="575360" y="89229"/>
                </a:lnTo>
                <a:lnTo>
                  <a:pt x="575871" y="89502"/>
                </a:lnTo>
                <a:lnTo>
                  <a:pt x="576364" y="89800"/>
                </a:lnTo>
                <a:lnTo>
                  <a:pt x="576840" y="90124"/>
                </a:lnTo>
                <a:lnTo>
                  <a:pt x="577299" y="90475"/>
                </a:lnTo>
                <a:lnTo>
                  <a:pt x="577740" y="90851"/>
                </a:lnTo>
                <a:lnTo>
                  <a:pt x="578164" y="91253"/>
                </a:lnTo>
                <a:lnTo>
                  <a:pt x="578570" y="91681"/>
                </a:lnTo>
                <a:lnTo>
                  <a:pt x="578959" y="92135"/>
                </a:lnTo>
                <a:lnTo>
                  <a:pt x="579331" y="92615"/>
                </a:lnTo>
                <a:lnTo>
                  <a:pt x="579685" y="93121"/>
                </a:lnTo>
                <a:lnTo>
                  <a:pt x="580021" y="93652"/>
                </a:lnTo>
                <a:lnTo>
                  <a:pt x="580341" y="94210"/>
                </a:lnTo>
                <a:lnTo>
                  <a:pt x="580642" y="94794"/>
                </a:lnTo>
                <a:lnTo>
                  <a:pt x="580927" y="95403"/>
                </a:lnTo>
                <a:lnTo>
                  <a:pt x="581197" y="96042"/>
                </a:lnTo>
                <a:lnTo>
                  <a:pt x="581455" y="96712"/>
                </a:lnTo>
                <a:lnTo>
                  <a:pt x="581702" y="97415"/>
                </a:lnTo>
                <a:lnTo>
                  <a:pt x="581937" y="98149"/>
                </a:lnTo>
                <a:lnTo>
                  <a:pt x="582161" y="98915"/>
                </a:lnTo>
                <a:lnTo>
                  <a:pt x="582374" y="99713"/>
                </a:lnTo>
                <a:lnTo>
                  <a:pt x="582575" y="100543"/>
                </a:lnTo>
                <a:lnTo>
                  <a:pt x="582764" y="101404"/>
                </a:lnTo>
                <a:lnTo>
                  <a:pt x="582942" y="102298"/>
                </a:lnTo>
                <a:lnTo>
                  <a:pt x="583109" y="103223"/>
                </a:lnTo>
                <a:lnTo>
                  <a:pt x="583264" y="104181"/>
                </a:lnTo>
                <a:lnTo>
                  <a:pt x="583407" y="105170"/>
                </a:lnTo>
                <a:lnTo>
                  <a:pt x="583539" y="106191"/>
                </a:lnTo>
                <a:lnTo>
                  <a:pt x="583660" y="107244"/>
                </a:lnTo>
                <a:lnTo>
                  <a:pt x="583769" y="108329"/>
                </a:lnTo>
                <a:lnTo>
                  <a:pt x="583867" y="109446"/>
                </a:lnTo>
                <a:lnTo>
                  <a:pt x="583953" y="110594"/>
                </a:lnTo>
                <a:lnTo>
                  <a:pt x="584028" y="111775"/>
                </a:lnTo>
                <a:lnTo>
                  <a:pt x="584091" y="112987"/>
                </a:lnTo>
                <a:lnTo>
                  <a:pt x="584142" y="114232"/>
                </a:lnTo>
                <a:lnTo>
                  <a:pt x="584183" y="115508"/>
                </a:lnTo>
                <a:lnTo>
                  <a:pt x="584211" y="116816"/>
                </a:lnTo>
                <a:lnTo>
                  <a:pt x="584229" y="118156"/>
                </a:lnTo>
                <a:lnTo>
                  <a:pt x="584234" y="119528"/>
                </a:lnTo>
                <a:lnTo>
                  <a:pt x="584234" y="121243"/>
                </a:lnTo>
                <a:lnTo>
                  <a:pt x="553371" y="121243"/>
                </a:lnTo>
                <a:lnTo>
                  <a:pt x="553458" y="119692"/>
                </a:lnTo>
                <a:lnTo>
                  <a:pt x="553554" y="118180"/>
                </a:lnTo>
                <a:lnTo>
                  <a:pt x="553660" y="116710"/>
                </a:lnTo>
                <a:close/>
                <a:moveTo>
                  <a:pt x="668087" y="63927"/>
                </a:moveTo>
                <a:lnTo>
                  <a:pt x="666484" y="64142"/>
                </a:lnTo>
                <a:lnTo>
                  <a:pt x="664913" y="64396"/>
                </a:lnTo>
                <a:lnTo>
                  <a:pt x="663373" y="64690"/>
                </a:lnTo>
                <a:lnTo>
                  <a:pt x="661865" y="65022"/>
                </a:lnTo>
                <a:lnTo>
                  <a:pt x="660388" y="65394"/>
                </a:lnTo>
                <a:lnTo>
                  <a:pt x="658942" y="65805"/>
                </a:lnTo>
                <a:lnTo>
                  <a:pt x="657528" y="66255"/>
                </a:lnTo>
                <a:lnTo>
                  <a:pt x="656146" y="66744"/>
                </a:lnTo>
                <a:lnTo>
                  <a:pt x="654795" y="67272"/>
                </a:lnTo>
                <a:lnTo>
                  <a:pt x="653475" y="67839"/>
                </a:lnTo>
                <a:lnTo>
                  <a:pt x="652187" y="68446"/>
                </a:lnTo>
                <a:lnTo>
                  <a:pt x="650930" y="69091"/>
                </a:lnTo>
                <a:lnTo>
                  <a:pt x="649705" y="69776"/>
                </a:lnTo>
                <a:lnTo>
                  <a:pt x="648512" y="70500"/>
                </a:lnTo>
                <a:lnTo>
                  <a:pt x="647349" y="71263"/>
                </a:lnTo>
                <a:lnTo>
                  <a:pt x="646219" y="72065"/>
                </a:lnTo>
                <a:lnTo>
                  <a:pt x="645119" y="72906"/>
                </a:lnTo>
                <a:lnTo>
                  <a:pt x="644052" y="73786"/>
                </a:lnTo>
                <a:lnTo>
                  <a:pt x="643015" y="74706"/>
                </a:lnTo>
                <a:lnTo>
                  <a:pt x="642016" y="75656"/>
                </a:lnTo>
                <a:lnTo>
                  <a:pt x="641060" y="76628"/>
                </a:lnTo>
                <a:lnTo>
                  <a:pt x="640146" y="77622"/>
                </a:lnTo>
                <a:lnTo>
                  <a:pt x="639274" y="78639"/>
                </a:lnTo>
                <a:lnTo>
                  <a:pt x="638445" y="79677"/>
                </a:lnTo>
                <a:lnTo>
                  <a:pt x="637659" y="80738"/>
                </a:lnTo>
                <a:lnTo>
                  <a:pt x="636915" y="81820"/>
                </a:lnTo>
                <a:lnTo>
                  <a:pt x="636213" y="82925"/>
                </a:lnTo>
                <a:lnTo>
                  <a:pt x="635554" y="84052"/>
                </a:lnTo>
                <a:lnTo>
                  <a:pt x="634938" y="85201"/>
                </a:lnTo>
                <a:lnTo>
                  <a:pt x="634364" y="86372"/>
                </a:lnTo>
                <a:lnTo>
                  <a:pt x="633833" y="87565"/>
                </a:lnTo>
                <a:lnTo>
                  <a:pt x="633344" y="88780"/>
                </a:lnTo>
                <a:lnTo>
                  <a:pt x="632897" y="90018"/>
                </a:lnTo>
                <a:lnTo>
                  <a:pt x="632493" y="91277"/>
                </a:lnTo>
                <a:lnTo>
                  <a:pt x="632132" y="92559"/>
                </a:lnTo>
                <a:lnTo>
                  <a:pt x="631813" y="93862"/>
                </a:lnTo>
                <a:lnTo>
                  <a:pt x="631537" y="95188"/>
                </a:lnTo>
                <a:lnTo>
                  <a:pt x="631303" y="96536"/>
                </a:lnTo>
                <a:lnTo>
                  <a:pt x="631112" y="97906"/>
                </a:lnTo>
                <a:lnTo>
                  <a:pt x="630963" y="99298"/>
                </a:lnTo>
                <a:lnTo>
                  <a:pt x="630857" y="100712"/>
                </a:lnTo>
                <a:lnTo>
                  <a:pt x="630793" y="102148"/>
                </a:lnTo>
                <a:lnTo>
                  <a:pt x="630772" y="103607"/>
                </a:lnTo>
                <a:lnTo>
                  <a:pt x="630784" y="104762"/>
                </a:lnTo>
                <a:lnTo>
                  <a:pt x="630823" y="105899"/>
                </a:lnTo>
                <a:lnTo>
                  <a:pt x="630886" y="107019"/>
                </a:lnTo>
                <a:lnTo>
                  <a:pt x="630976" y="108122"/>
                </a:lnTo>
                <a:lnTo>
                  <a:pt x="631091" y="109207"/>
                </a:lnTo>
                <a:lnTo>
                  <a:pt x="631231" y="110274"/>
                </a:lnTo>
                <a:lnTo>
                  <a:pt x="631397" y="111324"/>
                </a:lnTo>
                <a:lnTo>
                  <a:pt x="631588" y="112357"/>
                </a:lnTo>
                <a:lnTo>
                  <a:pt x="631805" y="113372"/>
                </a:lnTo>
                <a:lnTo>
                  <a:pt x="632047" y="114370"/>
                </a:lnTo>
                <a:lnTo>
                  <a:pt x="632315" y="115351"/>
                </a:lnTo>
                <a:lnTo>
                  <a:pt x="632609" y="116314"/>
                </a:lnTo>
                <a:lnTo>
                  <a:pt x="632927" y="117259"/>
                </a:lnTo>
                <a:lnTo>
                  <a:pt x="633272" y="118187"/>
                </a:lnTo>
                <a:lnTo>
                  <a:pt x="633642" y="119098"/>
                </a:lnTo>
                <a:lnTo>
                  <a:pt x="634037" y="119991"/>
                </a:lnTo>
                <a:lnTo>
                  <a:pt x="634458" y="120867"/>
                </a:lnTo>
                <a:lnTo>
                  <a:pt x="634905" y="121725"/>
                </a:lnTo>
                <a:lnTo>
                  <a:pt x="635377" y="122566"/>
                </a:lnTo>
                <a:lnTo>
                  <a:pt x="635874" y="123390"/>
                </a:lnTo>
                <a:lnTo>
                  <a:pt x="636397" y="124196"/>
                </a:lnTo>
                <a:lnTo>
                  <a:pt x="636946" y="124984"/>
                </a:lnTo>
                <a:lnTo>
                  <a:pt x="637520" y="125756"/>
                </a:lnTo>
                <a:lnTo>
                  <a:pt x="638119" y="126509"/>
                </a:lnTo>
                <a:lnTo>
                  <a:pt x="638748" y="127251"/>
                </a:lnTo>
                <a:lnTo>
                  <a:pt x="639409" y="127985"/>
                </a:lnTo>
                <a:lnTo>
                  <a:pt x="640102" y="128712"/>
                </a:lnTo>
                <a:lnTo>
                  <a:pt x="640827" y="129431"/>
                </a:lnTo>
                <a:lnTo>
                  <a:pt x="641585" y="130144"/>
                </a:lnTo>
                <a:lnTo>
                  <a:pt x="642375" y="130849"/>
                </a:lnTo>
                <a:lnTo>
                  <a:pt x="643197" y="131547"/>
                </a:lnTo>
                <a:lnTo>
                  <a:pt x="644052" y="132238"/>
                </a:lnTo>
                <a:lnTo>
                  <a:pt x="644939" y="132921"/>
                </a:lnTo>
                <a:lnTo>
                  <a:pt x="645858" y="133598"/>
                </a:lnTo>
                <a:lnTo>
                  <a:pt x="646810" y="134267"/>
                </a:lnTo>
                <a:lnTo>
                  <a:pt x="647793" y="134929"/>
                </a:lnTo>
                <a:lnTo>
                  <a:pt x="648810" y="135583"/>
                </a:lnTo>
                <a:lnTo>
                  <a:pt x="649858" y="136231"/>
                </a:lnTo>
                <a:lnTo>
                  <a:pt x="650939" y="136871"/>
                </a:lnTo>
                <a:lnTo>
                  <a:pt x="652052" y="137504"/>
                </a:lnTo>
                <a:lnTo>
                  <a:pt x="653198" y="138129"/>
                </a:lnTo>
                <a:lnTo>
                  <a:pt x="654375" y="138748"/>
                </a:lnTo>
                <a:lnTo>
                  <a:pt x="655585" y="139359"/>
                </a:lnTo>
                <a:lnTo>
                  <a:pt x="656828" y="139963"/>
                </a:lnTo>
                <a:lnTo>
                  <a:pt x="658103" y="140560"/>
                </a:lnTo>
                <a:lnTo>
                  <a:pt x="659410" y="141150"/>
                </a:lnTo>
                <a:lnTo>
                  <a:pt x="660749" y="141732"/>
                </a:lnTo>
                <a:lnTo>
                  <a:pt x="662121" y="142307"/>
                </a:lnTo>
                <a:lnTo>
                  <a:pt x="663207" y="142754"/>
                </a:lnTo>
                <a:lnTo>
                  <a:pt x="664263" y="143196"/>
                </a:lnTo>
                <a:lnTo>
                  <a:pt x="665287" y="143633"/>
                </a:lnTo>
                <a:lnTo>
                  <a:pt x="666281" y="144066"/>
                </a:lnTo>
                <a:lnTo>
                  <a:pt x="667244" y="144494"/>
                </a:lnTo>
                <a:lnTo>
                  <a:pt x="668175" y="144917"/>
                </a:lnTo>
                <a:lnTo>
                  <a:pt x="669075" y="145336"/>
                </a:lnTo>
                <a:lnTo>
                  <a:pt x="669945" y="145750"/>
                </a:lnTo>
                <a:lnTo>
                  <a:pt x="670783" y="146159"/>
                </a:lnTo>
                <a:lnTo>
                  <a:pt x="671591" y="146564"/>
                </a:lnTo>
                <a:lnTo>
                  <a:pt x="672367" y="146964"/>
                </a:lnTo>
                <a:lnTo>
                  <a:pt x="673112" y="147359"/>
                </a:lnTo>
                <a:lnTo>
                  <a:pt x="673826" y="147750"/>
                </a:lnTo>
                <a:lnTo>
                  <a:pt x="674509" y="148135"/>
                </a:lnTo>
                <a:lnTo>
                  <a:pt x="675162" y="148517"/>
                </a:lnTo>
                <a:lnTo>
                  <a:pt x="675783" y="148893"/>
                </a:lnTo>
                <a:lnTo>
                  <a:pt x="676373" y="149265"/>
                </a:lnTo>
                <a:lnTo>
                  <a:pt x="676932" y="149632"/>
                </a:lnTo>
                <a:lnTo>
                  <a:pt x="677460" y="149994"/>
                </a:lnTo>
                <a:lnTo>
                  <a:pt x="677957" y="150352"/>
                </a:lnTo>
                <a:lnTo>
                  <a:pt x="678422" y="150705"/>
                </a:lnTo>
                <a:lnTo>
                  <a:pt x="678857" y="151054"/>
                </a:lnTo>
                <a:lnTo>
                  <a:pt x="679261" y="151397"/>
                </a:lnTo>
                <a:lnTo>
                  <a:pt x="679634" y="151736"/>
                </a:lnTo>
                <a:lnTo>
                  <a:pt x="679984" y="152078"/>
                </a:lnTo>
                <a:lnTo>
                  <a:pt x="680318" y="152429"/>
                </a:lnTo>
                <a:lnTo>
                  <a:pt x="680638" y="152790"/>
                </a:lnTo>
                <a:lnTo>
                  <a:pt x="680944" y="153161"/>
                </a:lnTo>
                <a:lnTo>
                  <a:pt x="681234" y="153542"/>
                </a:lnTo>
                <a:lnTo>
                  <a:pt x="681509" y="153933"/>
                </a:lnTo>
                <a:lnTo>
                  <a:pt x="681770" y="154333"/>
                </a:lnTo>
                <a:lnTo>
                  <a:pt x="682015" y="154743"/>
                </a:lnTo>
                <a:lnTo>
                  <a:pt x="682246" y="155163"/>
                </a:lnTo>
                <a:lnTo>
                  <a:pt x="682462" y="155592"/>
                </a:lnTo>
                <a:lnTo>
                  <a:pt x="682663" y="156032"/>
                </a:lnTo>
                <a:lnTo>
                  <a:pt x="682849" y="156481"/>
                </a:lnTo>
                <a:lnTo>
                  <a:pt x="683020" y="156940"/>
                </a:lnTo>
                <a:lnTo>
                  <a:pt x="683176" y="157409"/>
                </a:lnTo>
                <a:lnTo>
                  <a:pt x="683318" y="157887"/>
                </a:lnTo>
                <a:lnTo>
                  <a:pt x="683444" y="158376"/>
                </a:lnTo>
                <a:lnTo>
                  <a:pt x="683556" y="158874"/>
                </a:lnTo>
                <a:lnTo>
                  <a:pt x="683653" y="159382"/>
                </a:lnTo>
                <a:lnTo>
                  <a:pt x="683734" y="159899"/>
                </a:lnTo>
                <a:lnTo>
                  <a:pt x="683801" y="160427"/>
                </a:lnTo>
                <a:lnTo>
                  <a:pt x="683854" y="160964"/>
                </a:lnTo>
                <a:lnTo>
                  <a:pt x="683891" y="161511"/>
                </a:lnTo>
                <a:lnTo>
                  <a:pt x="683913" y="162068"/>
                </a:lnTo>
                <a:lnTo>
                  <a:pt x="683920" y="162635"/>
                </a:lnTo>
                <a:lnTo>
                  <a:pt x="683914" y="163140"/>
                </a:lnTo>
                <a:lnTo>
                  <a:pt x="683894" y="163637"/>
                </a:lnTo>
                <a:lnTo>
                  <a:pt x="683861" y="164124"/>
                </a:lnTo>
                <a:lnTo>
                  <a:pt x="683815" y="164601"/>
                </a:lnTo>
                <a:lnTo>
                  <a:pt x="683756" y="165070"/>
                </a:lnTo>
                <a:lnTo>
                  <a:pt x="683683" y="165529"/>
                </a:lnTo>
                <a:lnTo>
                  <a:pt x="683597" y="165978"/>
                </a:lnTo>
                <a:lnTo>
                  <a:pt x="683499" y="166419"/>
                </a:lnTo>
                <a:lnTo>
                  <a:pt x="683387" y="166850"/>
                </a:lnTo>
                <a:lnTo>
                  <a:pt x="683261" y="167271"/>
                </a:lnTo>
                <a:lnTo>
                  <a:pt x="683123" y="167683"/>
                </a:lnTo>
                <a:lnTo>
                  <a:pt x="682971" y="168086"/>
                </a:lnTo>
                <a:lnTo>
                  <a:pt x="682806" y="168480"/>
                </a:lnTo>
                <a:lnTo>
                  <a:pt x="682628" y="168864"/>
                </a:lnTo>
                <a:lnTo>
                  <a:pt x="682437" y="169239"/>
                </a:lnTo>
                <a:lnTo>
                  <a:pt x="682233" y="169604"/>
                </a:lnTo>
                <a:lnTo>
                  <a:pt x="682015" y="169960"/>
                </a:lnTo>
                <a:lnTo>
                  <a:pt x="681785" y="170307"/>
                </a:lnTo>
                <a:lnTo>
                  <a:pt x="681541" y="170644"/>
                </a:lnTo>
                <a:lnTo>
                  <a:pt x="681284" y="170972"/>
                </a:lnTo>
                <a:lnTo>
                  <a:pt x="681013" y="171291"/>
                </a:lnTo>
                <a:lnTo>
                  <a:pt x="680730" y="171600"/>
                </a:lnTo>
                <a:lnTo>
                  <a:pt x="680433" y="171900"/>
                </a:lnTo>
                <a:lnTo>
                  <a:pt x="680123" y="172191"/>
                </a:lnTo>
                <a:lnTo>
                  <a:pt x="679802" y="172471"/>
                </a:lnTo>
                <a:lnTo>
                  <a:pt x="679471" y="172738"/>
                </a:lnTo>
                <a:lnTo>
                  <a:pt x="679130" y="172994"/>
                </a:lnTo>
                <a:lnTo>
                  <a:pt x="678779" y="173238"/>
                </a:lnTo>
                <a:lnTo>
                  <a:pt x="678419" y="173470"/>
                </a:lnTo>
                <a:lnTo>
                  <a:pt x="678049" y="173690"/>
                </a:lnTo>
                <a:lnTo>
                  <a:pt x="677669" y="173899"/>
                </a:lnTo>
                <a:lnTo>
                  <a:pt x="677279" y="174095"/>
                </a:lnTo>
                <a:lnTo>
                  <a:pt x="676880" y="174279"/>
                </a:lnTo>
                <a:lnTo>
                  <a:pt x="676470" y="174452"/>
                </a:lnTo>
                <a:lnTo>
                  <a:pt x="676051" y="174613"/>
                </a:lnTo>
                <a:lnTo>
                  <a:pt x="675623" y="174761"/>
                </a:lnTo>
                <a:lnTo>
                  <a:pt x="675184" y="174898"/>
                </a:lnTo>
                <a:lnTo>
                  <a:pt x="674736" y="175023"/>
                </a:lnTo>
                <a:lnTo>
                  <a:pt x="674278" y="175136"/>
                </a:lnTo>
                <a:lnTo>
                  <a:pt x="673810" y="175237"/>
                </a:lnTo>
                <a:lnTo>
                  <a:pt x="673332" y="175327"/>
                </a:lnTo>
                <a:lnTo>
                  <a:pt x="672845" y="175404"/>
                </a:lnTo>
                <a:lnTo>
                  <a:pt x="672347" y="175469"/>
                </a:lnTo>
                <a:lnTo>
                  <a:pt x="671840" y="175523"/>
                </a:lnTo>
                <a:lnTo>
                  <a:pt x="671324" y="175565"/>
                </a:lnTo>
                <a:lnTo>
                  <a:pt x="670797" y="175594"/>
                </a:lnTo>
                <a:lnTo>
                  <a:pt x="670261" y="175612"/>
                </a:lnTo>
                <a:lnTo>
                  <a:pt x="669715" y="175618"/>
                </a:lnTo>
                <a:lnTo>
                  <a:pt x="668690" y="175597"/>
                </a:lnTo>
                <a:lnTo>
                  <a:pt x="667657" y="175535"/>
                </a:lnTo>
                <a:lnTo>
                  <a:pt x="666615" y="175430"/>
                </a:lnTo>
                <a:lnTo>
                  <a:pt x="665564" y="175285"/>
                </a:lnTo>
                <a:lnTo>
                  <a:pt x="664506" y="175097"/>
                </a:lnTo>
                <a:lnTo>
                  <a:pt x="663438" y="174868"/>
                </a:lnTo>
                <a:lnTo>
                  <a:pt x="662362" y="174597"/>
                </a:lnTo>
                <a:lnTo>
                  <a:pt x="661278" y="174284"/>
                </a:lnTo>
                <a:lnTo>
                  <a:pt x="660185" y="173930"/>
                </a:lnTo>
                <a:lnTo>
                  <a:pt x="659084" y="173534"/>
                </a:lnTo>
                <a:lnTo>
                  <a:pt x="657974" y="173096"/>
                </a:lnTo>
                <a:lnTo>
                  <a:pt x="656856" y="172617"/>
                </a:lnTo>
                <a:lnTo>
                  <a:pt x="655729" y="172096"/>
                </a:lnTo>
                <a:lnTo>
                  <a:pt x="654593" y="171533"/>
                </a:lnTo>
                <a:lnTo>
                  <a:pt x="653449" y="170929"/>
                </a:lnTo>
                <a:lnTo>
                  <a:pt x="652297" y="170283"/>
                </a:lnTo>
                <a:lnTo>
                  <a:pt x="651136" y="169595"/>
                </a:lnTo>
                <a:lnTo>
                  <a:pt x="649967" y="168866"/>
                </a:lnTo>
                <a:lnTo>
                  <a:pt x="648789" y="168094"/>
                </a:lnTo>
                <a:lnTo>
                  <a:pt x="647603" y="167282"/>
                </a:lnTo>
                <a:lnTo>
                  <a:pt x="646408" y="166427"/>
                </a:lnTo>
                <a:lnTo>
                  <a:pt x="645204" y="165531"/>
                </a:lnTo>
                <a:lnTo>
                  <a:pt x="643993" y="164593"/>
                </a:lnTo>
                <a:lnTo>
                  <a:pt x="642772" y="163614"/>
                </a:lnTo>
                <a:lnTo>
                  <a:pt x="625382" y="182719"/>
                </a:lnTo>
                <a:lnTo>
                  <a:pt x="626103" y="183467"/>
                </a:lnTo>
                <a:lnTo>
                  <a:pt x="626835" y="184201"/>
                </a:lnTo>
                <a:lnTo>
                  <a:pt x="627579" y="184922"/>
                </a:lnTo>
                <a:lnTo>
                  <a:pt x="628335" y="185628"/>
                </a:lnTo>
                <a:lnTo>
                  <a:pt x="629103" y="186320"/>
                </a:lnTo>
                <a:lnTo>
                  <a:pt x="629883" y="186998"/>
                </a:lnTo>
                <a:lnTo>
                  <a:pt x="630675" y="187662"/>
                </a:lnTo>
                <a:lnTo>
                  <a:pt x="631479" y="188312"/>
                </a:lnTo>
                <a:lnTo>
                  <a:pt x="632294" y="188948"/>
                </a:lnTo>
                <a:lnTo>
                  <a:pt x="633122" y="189570"/>
                </a:lnTo>
                <a:lnTo>
                  <a:pt x="633961" y="190178"/>
                </a:lnTo>
                <a:lnTo>
                  <a:pt x="634813" y="190772"/>
                </a:lnTo>
                <a:lnTo>
                  <a:pt x="635676" y="191352"/>
                </a:lnTo>
                <a:lnTo>
                  <a:pt x="636551" y="191918"/>
                </a:lnTo>
                <a:lnTo>
                  <a:pt x="637438" y="192470"/>
                </a:lnTo>
                <a:lnTo>
                  <a:pt x="638337" y="193008"/>
                </a:lnTo>
                <a:lnTo>
                  <a:pt x="639248" y="193531"/>
                </a:lnTo>
                <a:lnTo>
                  <a:pt x="640170" y="194041"/>
                </a:lnTo>
                <a:lnTo>
                  <a:pt x="641105" y="194537"/>
                </a:lnTo>
                <a:lnTo>
                  <a:pt x="642051" y="195019"/>
                </a:lnTo>
                <a:lnTo>
                  <a:pt x="643010" y="195486"/>
                </a:lnTo>
                <a:lnTo>
                  <a:pt x="643980" y="195940"/>
                </a:lnTo>
                <a:lnTo>
                  <a:pt x="644962" y="196379"/>
                </a:lnTo>
                <a:lnTo>
                  <a:pt x="645957" y="196805"/>
                </a:lnTo>
                <a:lnTo>
                  <a:pt x="646960" y="197215"/>
                </a:lnTo>
                <a:lnTo>
                  <a:pt x="647969" y="197607"/>
                </a:lnTo>
                <a:lnTo>
                  <a:pt x="648983" y="197981"/>
                </a:lnTo>
                <a:lnTo>
                  <a:pt x="650004" y="198339"/>
                </a:lnTo>
                <a:lnTo>
                  <a:pt x="651031" y="198679"/>
                </a:lnTo>
                <a:lnTo>
                  <a:pt x="652064" y="199001"/>
                </a:lnTo>
                <a:lnTo>
                  <a:pt x="653103" y="199306"/>
                </a:lnTo>
                <a:lnTo>
                  <a:pt x="654148" y="199594"/>
                </a:lnTo>
                <a:lnTo>
                  <a:pt x="655198" y="199864"/>
                </a:lnTo>
                <a:lnTo>
                  <a:pt x="656255" y="200116"/>
                </a:lnTo>
                <a:lnTo>
                  <a:pt x="657317" y="200352"/>
                </a:lnTo>
                <a:lnTo>
                  <a:pt x="658386" y="200570"/>
                </a:lnTo>
                <a:lnTo>
                  <a:pt x="659461" y="200770"/>
                </a:lnTo>
                <a:lnTo>
                  <a:pt x="660541" y="200953"/>
                </a:lnTo>
                <a:lnTo>
                  <a:pt x="661627" y="201119"/>
                </a:lnTo>
                <a:lnTo>
                  <a:pt x="662720" y="201267"/>
                </a:lnTo>
                <a:lnTo>
                  <a:pt x="663818" y="201397"/>
                </a:lnTo>
                <a:lnTo>
                  <a:pt x="664922" y="201511"/>
                </a:lnTo>
                <a:lnTo>
                  <a:pt x="666033" y="201606"/>
                </a:lnTo>
                <a:lnTo>
                  <a:pt x="667149" y="201685"/>
                </a:lnTo>
                <a:lnTo>
                  <a:pt x="668271" y="201746"/>
                </a:lnTo>
                <a:lnTo>
                  <a:pt x="669399" y="201789"/>
                </a:lnTo>
                <a:lnTo>
                  <a:pt x="670533" y="201816"/>
                </a:lnTo>
                <a:lnTo>
                  <a:pt x="671673" y="201824"/>
                </a:lnTo>
                <a:lnTo>
                  <a:pt x="673496" y="201805"/>
                </a:lnTo>
                <a:lnTo>
                  <a:pt x="675290" y="201745"/>
                </a:lnTo>
                <a:lnTo>
                  <a:pt x="677056" y="201646"/>
                </a:lnTo>
                <a:lnTo>
                  <a:pt x="678793" y="201508"/>
                </a:lnTo>
                <a:lnTo>
                  <a:pt x="680502" y="201330"/>
                </a:lnTo>
                <a:lnTo>
                  <a:pt x="682182" y="201113"/>
                </a:lnTo>
                <a:lnTo>
                  <a:pt x="683834" y="200856"/>
                </a:lnTo>
                <a:lnTo>
                  <a:pt x="685457" y="200559"/>
                </a:lnTo>
                <a:lnTo>
                  <a:pt x="687052" y="200223"/>
                </a:lnTo>
                <a:lnTo>
                  <a:pt x="688618" y="199847"/>
                </a:lnTo>
                <a:lnTo>
                  <a:pt x="690156" y="199432"/>
                </a:lnTo>
                <a:lnTo>
                  <a:pt x="691665" y="198977"/>
                </a:lnTo>
                <a:lnTo>
                  <a:pt x="693146" y="198483"/>
                </a:lnTo>
                <a:lnTo>
                  <a:pt x="694598" y="197949"/>
                </a:lnTo>
                <a:lnTo>
                  <a:pt x="696022" y="197376"/>
                </a:lnTo>
                <a:lnTo>
                  <a:pt x="697418" y="196763"/>
                </a:lnTo>
                <a:lnTo>
                  <a:pt x="698785" y="196111"/>
                </a:lnTo>
                <a:lnTo>
                  <a:pt x="700123" y="195419"/>
                </a:lnTo>
                <a:lnTo>
                  <a:pt x="701433" y="194687"/>
                </a:lnTo>
                <a:lnTo>
                  <a:pt x="702714" y="193916"/>
                </a:lnTo>
                <a:lnTo>
                  <a:pt x="703967" y="193106"/>
                </a:lnTo>
                <a:lnTo>
                  <a:pt x="705192" y="192256"/>
                </a:lnTo>
                <a:lnTo>
                  <a:pt x="706388" y="191366"/>
                </a:lnTo>
                <a:lnTo>
                  <a:pt x="707555" y="190437"/>
                </a:lnTo>
                <a:lnTo>
                  <a:pt x="708685" y="189473"/>
                </a:lnTo>
                <a:lnTo>
                  <a:pt x="709766" y="188481"/>
                </a:lnTo>
                <a:lnTo>
                  <a:pt x="710799" y="187461"/>
                </a:lnTo>
                <a:lnTo>
                  <a:pt x="711784" y="186412"/>
                </a:lnTo>
                <a:lnTo>
                  <a:pt x="712721" y="185334"/>
                </a:lnTo>
                <a:lnTo>
                  <a:pt x="713610" y="184228"/>
                </a:lnTo>
                <a:lnTo>
                  <a:pt x="714451" y="183094"/>
                </a:lnTo>
                <a:lnTo>
                  <a:pt x="715244" y="181931"/>
                </a:lnTo>
                <a:lnTo>
                  <a:pt x="715989" y="180739"/>
                </a:lnTo>
                <a:lnTo>
                  <a:pt x="716686" y="179520"/>
                </a:lnTo>
                <a:lnTo>
                  <a:pt x="717334" y="178271"/>
                </a:lnTo>
                <a:lnTo>
                  <a:pt x="717935" y="176994"/>
                </a:lnTo>
                <a:lnTo>
                  <a:pt x="718488" y="175689"/>
                </a:lnTo>
                <a:lnTo>
                  <a:pt x="718992" y="174355"/>
                </a:lnTo>
                <a:lnTo>
                  <a:pt x="719449" y="172993"/>
                </a:lnTo>
                <a:lnTo>
                  <a:pt x="719857" y="171602"/>
                </a:lnTo>
                <a:lnTo>
                  <a:pt x="720218" y="170183"/>
                </a:lnTo>
                <a:lnTo>
                  <a:pt x="720530" y="168735"/>
                </a:lnTo>
                <a:lnTo>
                  <a:pt x="720794" y="167259"/>
                </a:lnTo>
                <a:lnTo>
                  <a:pt x="721010" y="165754"/>
                </a:lnTo>
                <a:lnTo>
                  <a:pt x="721179" y="164221"/>
                </a:lnTo>
                <a:lnTo>
                  <a:pt x="721299" y="162659"/>
                </a:lnTo>
                <a:lnTo>
                  <a:pt x="721371" y="161069"/>
                </a:lnTo>
                <a:lnTo>
                  <a:pt x="721395" y="159450"/>
                </a:lnTo>
                <a:lnTo>
                  <a:pt x="721381" y="158196"/>
                </a:lnTo>
                <a:lnTo>
                  <a:pt x="721340" y="156962"/>
                </a:lnTo>
                <a:lnTo>
                  <a:pt x="721272" y="155750"/>
                </a:lnTo>
                <a:lnTo>
                  <a:pt x="721177" y="154559"/>
                </a:lnTo>
                <a:lnTo>
                  <a:pt x="721055" y="153389"/>
                </a:lnTo>
                <a:lnTo>
                  <a:pt x="720905" y="152240"/>
                </a:lnTo>
                <a:lnTo>
                  <a:pt x="720728" y="151113"/>
                </a:lnTo>
                <a:lnTo>
                  <a:pt x="720524" y="150007"/>
                </a:lnTo>
                <a:lnTo>
                  <a:pt x="720293" y="148923"/>
                </a:lnTo>
                <a:lnTo>
                  <a:pt x="720034" y="147859"/>
                </a:lnTo>
                <a:lnTo>
                  <a:pt x="719749" y="146817"/>
                </a:lnTo>
                <a:lnTo>
                  <a:pt x="719436" y="145796"/>
                </a:lnTo>
                <a:lnTo>
                  <a:pt x="719095" y="144796"/>
                </a:lnTo>
                <a:lnTo>
                  <a:pt x="718728" y="143818"/>
                </a:lnTo>
                <a:lnTo>
                  <a:pt x="718333" y="142861"/>
                </a:lnTo>
                <a:lnTo>
                  <a:pt x="717912" y="141925"/>
                </a:lnTo>
                <a:lnTo>
                  <a:pt x="717463" y="141010"/>
                </a:lnTo>
                <a:lnTo>
                  <a:pt x="716986" y="140117"/>
                </a:lnTo>
                <a:lnTo>
                  <a:pt x="716483" y="139244"/>
                </a:lnTo>
                <a:lnTo>
                  <a:pt x="715952" y="138393"/>
                </a:lnTo>
                <a:lnTo>
                  <a:pt x="715395" y="137564"/>
                </a:lnTo>
                <a:lnTo>
                  <a:pt x="714809" y="136755"/>
                </a:lnTo>
                <a:lnTo>
                  <a:pt x="714197" y="135968"/>
                </a:lnTo>
                <a:lnTo>
                  <a:pt x="713558" y="135202"/>
                </a:lnTo>
                <a:lnTo>
                  <a:pt x="712890" y="134451"/>
                </a:lnTo>
                <a:lnTo>
                  <a:pt x="712192" y="133707"/>
                </a:lnTo>
                <a:lnTo>
                  <a:pt x="711464" y="132971"/>
                </a:lnTo>
                <a:lnTo>
                  <a:pt x="710707" y="132243"/>
                </a:lnTo>
                <a:lnTo>
                  <a:pt x="709920" y="131522"/>
                </a:lnTo>
                <a:lnTo>
                  <a:pt x="709103" y="130809"/>
                </a:lnTo>
                <a:lnTo>
                  <a:pt x="708257" y="130103"/>
                </a:lnTo>
                <a:lnTo>
                  <a:pt x="707380" y="129405"/>
                </a:lnTo>
                <a:lnTo>
                  <a:pt x="706474" y="128715"/>
                </a:lnTo>
                <a:lnTo>
                  <a:pt x="705538" y="128033"/>
                </a:lnTo>
                <a:lnTo>
                  <a:pt x="704573" y="127358"/>
                </a:lnTo>
                <a:lnTo>
                  <a:pt x="703577" y="126691"/>
                </a:lnTo>
                <a:lnTo>
                  <a:pt x="702552" y="126031"/>
                </a:lnTo>
                <a:lnTo>
                  <a:pt x="701497" y="125379"/>
                </a:lnTo>
                <a:lnTo>
                  <a:pt x="700412" y="124735"/>
                </a:lnTo>
                <a:lnTo>
                  <a:pt x="699298" y="124098"/>
                </a:lnTo>
                <a:lnTo>
                  <a:pt x="698153" y="123469"/>
                </a:lnTo>
                <a:lnTo>
                  <a:pt x="696979" y="122848"/>
                </a:lnTo>
                <a:lnTo>
                  <a:pt x="695775" y="122234"/>
                </a:lnTo>
                <a:lnTo>
                  <a:pt x="694542" y="121629"/>
                </a:lnTo>
                <a:lnTo>
                  <a:pt x="693278" y="121030"/>
                </a:lnTo>
                <a:lnTo>
                  <a:pt x="691985" y="120440"/>
                </a:lnTo>
                <a:lnTo>
                  <a:pt x="690662" y="119857"/>
                </a:lnTo>
                <a:lnTo>
                  <a:pt x="689310" y="119281"/>
                </a:lnTo>
                <a:lnTo>
                  <a:pt x="688183" y="118816"/>
                </a:lnTo>
                <a:lnTo>
                  <a:pt x="687090" y="118357"/>
                </a:lnTo>
                <a:lnTo>
                  <a:pt x="686030" y="117906"/>
                </a:lnTo>
                <a:lnTo>
                  <a:pt x="685003" y="117462"/>
                </a:lnTo>
                <a:lnTo>
                  <a:pt x="684009" y="117025"/>
                </a:lnTo>
                <a:lnTo>
                  <a:pt x="683049" y="116595"/>
                </a:lnTo>
                <a:lnTo>
                  <a:pt x="682121" y="116173"/>
                </a:lnTo>
                <a:lnTo>
                  <a:pt x="681227" y="115758"/>
                </a:lnTo>
                <a:lnTo>
                  <a:pt x="680366" y="115350"/>
                </a:lnTo>
                <a:lnTo>
                  <a:pt x="679538" y="114949"/>
                </a:lnTo>
                <a:lnTo>
                  <a:pt x="678743" y="114556"/>
                </a:lnTo>
                <a:lnTo>
                  <a:pt x="677982" y="114169"/>
                </a:lnTo>
                <a:lnTo>
                  <a:pt x="677253" y="113790"/>
                </a:lnTo>
                <a:lnTo>
                  <a:pt x="676558" y="113419"/>
                </a:lnTo>
                <a:lnTo>
                  <a:pt x="675896" y="113054"/>
                </a:lnTo>
                <a:lnTo>
                  <a:pt x="675267" y="112697"/>
                </a:lnTo>
                <a:lnTo>
                  <a:pt x="674672" y="112347"/>
                </a:lnTo>
                <a:lnTo>
                  <a:pt x="674109" y="112004"/>
                </a:lnTo>
                <a:lnTo>
                  <a:pt x="673580" y="111668"/>
                </a:lnTo>
                <a:lnTo>
                  <a:pt x="673083" y="111340"/>
                </a:lnTo>
                <a:lnTo>
                  <a:pt x="672620" y="111019"/>
                </a:lnTo>
                <a:lnTo>
                  <a:pt x="672191" y="110705"/>
                </a:lnTo>
                <a:lnTo>
                  <a:pt x="671794" y="110398"/>
                </a:lnTo>
                <a:lnTo>
                  <a:pt x="671430" y="110099"/>
                </a:lnTo>
                <a:lnTo>
                  <a:pt x="671091" y="109799"/>
                </a:lnTo>
                <a:lnTo>
                  <a:pt x="670765" y="109492"/>
                </a:lnTo>
                <a:lnTo>
                  <a:pt x="670454" y="109178"/>
                </a:lnTo>
                <a:lnTo>
                  <a:pt x="670158" y="108857"/>
                </a:lnTo>
                <a:lnTo>
                  <a:pt x="669876" y="108529"/>
                </a:lnTo>
                <a:lnTo>
                  <a:pt x="669609" y="108193"/>
                </a:lnTo>
                <a:lnTo>
                  <a:pt x="669356" y="107850"/>
                </a:lnTo>
                <a:lnTo>
                  <a:pt x="669117" y="107500"/>
                </a:lnTo>
                <a:lnTo>
                  <a:pt x="668893" y="107142"/>
                </a:lnTo>
                <a:lnTo>
                  <a:pt x="668684" y="106778"/>
                </a:lnTo>
                <a:lnTo>
                  <a:pt x="668488" y="106406"/>
                </a:lnTo>
                <a:lnTo>
                  <a:pt x="668308" y="106027"/>
                </a:lnTo>
                <a:lnTo>
                  <a:pt x="668141" y="105640"/>
                </a:lnTo>
                <a:lnTo>
                  <a:pt x="667990" y="105247"/>
                </a:lnTo>
                <a:lnTo>
                  <a:pt x="667852" y="104846"/>
                </a:lnTo>
                <a:lnTo>
                  <a:pt x="667729" y="104438"/>
                </a:lnTo>
                <a:lnTo>
                  <a:pt x="667621" y="104022"/>
                </a:lnTo>
                <a:lnTo>
                  <a:pt x="667527" y="103600"/>
                </a:lnTo>
                <a:lnTo>
                  <a:pt x="667448" y="103170"/>
                </a:lnTo>
                <a:lnTo>
                  <a:pt x="667383" y="102733"/>
                </a:lnTo>
                <a:lnTo>
                  <a:pt x="667332" y="102289"/>
                </a:lnTo>
                <a:lnTo>
                  <a:pt x="667296" y="101837"/>
                </a:lnTo>
                <a:lnTo>
                  <a:pt x="667274" y="101378"/>
                </a:lnTo>
                <a:lnTo>
                  <a:pt x="667267" y="100912"/>
                </a:lnTo>
                <a:lnTo>
                  <a:pt x="667273" y="100487"/>
                </a:lnTo>
                <a:lnTo>
                  <a:pt x="667290" y="100070"/>
                </a:lnTo>
                <a:lnTo>
                  <a:pt x="667318" y="99661"/>
                </a:lnTo>
                <a:lnTo>
                  <a:pt x="667359" y="99259"/>
                </a:lnTo>
                <a:lnTo>
                  <a:pt x="667410" y="98865"/>
                </a:lnTo>
                <a:lnTo>
                  <a:pt x="667473" y="98479"/>
                </a:lnTo>
                <a:lnTo>
                  <a:pt x="667548" y="98100"/>
                </a:lnTo>
                <a:lnTo>
                  <a:pt x="667634" y="97729"/>
                </a:lnTo>
                <a:lnTo>
                  <a:pt x="667731" y="97365"/>
                </a:lnTo>
                <a:lnTo>
                  <a:pt x="667840" y="97009"/>
                </a:lnTo>
                <a:lnTo>
                  <a:pt x="667961" y="96661"/>
                </a:lnTo>
                <a:lnTo>
                  <a:pt x="668093" y="96321"/>
                </a:lnTo>
                <a:lnTo>
                  <a:pt x="668236" y="95988"/>
                </a:lnTo>
                <a:lnTo>
                  <a:pt x="668391" y="95663"/>
                </a:lnTo>
                <a:lnTo>
                  <a:pt x="668557" y="95345"/>
                </a:lnTo>
                <a:lnTo>
                  <a:pt x="668735" y="95035"/>
                </a:lnTo>
                <a:lnTo>
                  <a:pt x="668925" y="94733"/>
                </a:lnTo>
                <a:lnTo>
                  <a:pt x="669125" y="94439"/>
                </a:lnTo>
                <a:lnTo>
                  <a:pt x="669337" y="94152"/>
                </a:lnTo>
                <a:lnTo>
                  <a:pt x="669561" y="93872"/>
                </a:lnTo>
                <a:lnTo>
                  <a:pt x="669796" y="93601"/>
                </a:lnTo>
                <a:lnTo>
                  <a:pt x="670043" y="93337"/>
                </a:lnTo>
                <a:lnTo>
                  <a:pt x="670301" y="93081"/>
                </a:lnTo>
                <a:lnTo>
                  <a:pt x="670571" y="92832"/>
                </a:lnTo>
                <a:lnTo>
                  <a:pt x="670851" y="92592"/>
                </a:lnTo>
                <a:lnTo>
                  <a:pt x="671140" y="92362"/>
                </a:lnTo>
                <a:lnTo>
                  <a:pt x="671438" y="92143"/>
                </a:lnTo>
                <a:lnTo>
                  <a:pt x="671745" y="91933"/>
                </a:lnTo>
                <a:lnTo>
                  <a:pt x="672060" y="91734"/>
                </a:lnTo>
                <a:lnTo>
                  <a:pt x="672385" y="91545"/>
                </a:lnTo>
                <a:lnTo>
                  <a:pt x="672719" y="91366"/>
                </a:lnTo>
                <a:lnTo>
                  <a:pt x="673061" y="91198"/>
                </a:lnTo>
                <a:lnTo>
                  <a:pt x="673413" y="91040"/>
                </a:lnTo>
                <a:lnTo>
                  <a:pt x="673773" y="90892"/>
                </a:lnTo>
                <a:lnTo>
                  <a:pt x="674143" y="90754"/>
                </a:lnTo>
                <a:lnTo>
                  <a:pt x="674521" y="90626"/>
                </a:lnTo>
                <a:lnTo>
                  <a:pt x="674908" y="90509"/>
                </a:lnTo>
                <a:lnTo>
                  <a:pt x="675304" y="90401"/>
                </a:lnTo>
                <a:lnTo>
                  <a:pt x="675710" y="90304"/>
                </a:lnTo>
                <a:lnTo>
                  <a:pt x="676124" y="90218"/>
                </a:lnTo>
                <a:lnTo>
                  <a:pt x="676546" y="90141"/>
                </a:lnTo>
                <a:lnTo>
                  <a:pt x="676978" y="90075"/>
                </a:lnTo>
                <a:lnTo>
                  <a:pt x="677419" y="90018"/>
                </a:lnTo>
                <a:lnTo>
                  <a:pt x="677869" y="89972"/>
                </a:lnTo>
                <a:lnTo>
                  <a:pt x="678328" y="89937"/>
                </a:lnTo>
                <a:lnTo>
                  <a:pt x="678795" y="89911"/>
                </a:lnTo>
                <a:lnTo>
                  <a:pt x="679272" y="89896"/>
                </a:lnTo>
                <a:lnTo>
                  <a:pt x="679757" y="89891"/>
                </a:lnTo>
                <a:lnTo>
                  <a:pt x="680660" y="89907"/>
                </a:lnTo>
                <a:lnTo>
                  <a:pt x="681572" y="89955"/>
                </a:lnTo>
                <a:lnTo>
                  <a:pt x="682494" y="90036"/>
                </a:lnTo>
                <a:lnTo>
                  <a:pt x="683425" y="90149"/>
                </a:lnTo>
                <a:lnTo>
                  <a:pt x="684365" y="90295"/>
                </a:lnTo>
                <a:lnTo>
                  <a:pt x="685315" y="90473"/>
                </a:lnTo>
                <a:lnTo>
                  <a:pt x="686273" y="90683"/>
                </a:lnTo>
                <a:lnTo>
                  <a:pt x="687242" y="90925"/>
                </a:lnTo>
                <a:lnTo>
                  <a:pt x="688219" y="91200"/>
                </a:lnTo>
                <a:lnTo>
                  <a:pt x="689206" y="91507"/>
                </a:lnTo>
                <a:lnTo>
                  <a:pt x="690203" y="91846"/>
                </a:lnTo>
                <a:lnTo>
                  <a:pt x="691208" y="92218"/>
                </a:lnTo>
                <a:lnTo>
                  <a:pt x="692223" y="92622"/>
                </a:lnTo>
                <a:lnTo>
                  <a:pt x="693248" y="93059"/>
                </a:lnTo>
                <a:lnTo>
                  <a:pt x="694281" y="93527"/>
                </a:lnTo>
                <a:lnTo>
                  <a:pt x="695324" y="94028"/>
                </a:lnTo>
                <a:lnTo>
                  <a:pt x="696377" y="94562"/>
                </a:lnTo>
                <a:lnTo>
                  <a:pt x="697438" y="95127"/>
                </a:lnTo>
                <a:lnTo>
                  <a:pt x="698510" y="95725"/>
                </a:lnTo>
                <a:lnTo>
                  <a:pt x="699590" y="96356"/>
                </a:lnTo>
                <a:lnTo>
                  <a:pt x="700680" y="97018"/>
                </a:lnTo>
                <a:lnTo>
                  <a:pt x="701779" y="97713"/>
                </a:lnTo>
                <a:lnTo>
                  <a:pt x="702887" y="98441"/>
                </a:lnTo>
                <a:lnTo>
                  <a:pt x="704005" y="99200"/>
                </a:lnTo>
                <a:lnTo>
                  <a:pt x="717474" y="79359"/>
                </a:lnTo>
                <a:lnTo>
                  <a:pt x="716817" y="78732"/>
                </a:lnTo>
                <a:lnTo>
                  <a:pt x="716150" y="78117"/>
                </a:lnTo>
                <a:lnTo>
                  <a:pt x="715473" y="77514"/>
                </a:lnTo>
                <a:lnTo>
                  <a:pt x="714787" y="76923"/>
                </a:lnTo>
                <a:lnTo>
                  <a:pt x="714092" y="76344"/>
                </a:lnTo>
                <a:lnTo>
                  <a:pt x="713387" y="75776"/>
                </a:lnTo>
                <a:lnTo>
                  <a:pt x="712673" y="75221"/>
                </a:lnTo>
                <a:lnTo>
                  <a:pt x="711950" y="74677"/>
                </a:lnTo>
                <a:lnTo>
                  <a:pt x="711218" y="74146"/>
                </a:lnTo>
                <a:lnTo>
                  <a:pt x="710476" y="73626"/>
                </a:lnTo>
                <a:lnTo>
                  <a:pt x="709724" y="73118"/>
                </a:lnTo>
                <a:lnTo>
                  <a:pt x="708964" y="72622"/>
                </a:lnTo>
                <a:lnTo>
                  <a:pt x="708193" y="72138"/>
                </a:lnTo>
                <a:lnTo>
                  <a:pt x="707414" y="71666"/>
                </a:lnTo>
                <a:lnTo>
                  <a:pt x="706625" y="71206"/>
                </a:lnTo>
                <a:lnTo>
                  <a:pt x="705827" y="70758"/>
                </a:lnTo>
                <a:lnTo>
                  <a:pt x="705020" y="70322"/>
                </a:lnTo>
                <a:lnTo>
                  <a:pt x="704203" y="69897"/>
                </a:lnTo>
                <a:lnTo>
                  <a:pt x="703377" y="69485"/>
                </a:lnTo>
                <a:lnTo>
                  <a:pt x="702541" y="69084"/>
                </a:lnTo>
                <a:lnTo>
                  <a:pt x="701696" y="68696"/>
                </a:lnTo>
                <a:lnTo>
                  <a:pt x="700842" y="68319"/>
                </a:lnTo>
                <a:lnTo>
                  <a:pt x="699978" y="67954"/>
                </a:lnTo>
                <a:lnTo>
                  <a:pt x="699105" y="67601"/>
                </a:lnTo>
                <a:lnTo>
                  <a:pt x="698225" y="67261"/>
                </a:lnTo>
                <a:lnTo>
                  <a:pt x="697340" y="66936"/>
                </a:lnTo>
                <a:lnTo>
                  <a:pt x="696449" y="66625"/>
                </a:lnTo>
                <a:lnTo>
                  <a:pt x="695554" y="66329"/>
                </a:lnTo>
                <a:lnTo>
                  <a:pt x="694653" y="66047"/>
                </a:lnTo>
                <a:lnTo>
                  <a:pt x="693748" y="65780"/>
                </a:lnTo>
                <a:lnTo>
                  <a:pt x="692837" y="65527"/>
                </a:lnTo>
                <a:lnTo>
                  <a:pt x="691921" y="65288"/>
                </a:lnTo>
                <a:lnTo>
                  <a:pt x="691000" y="65064"/>
                </a:lnTo>
                <a:lnTo>
                  <a:pt x="690074" y="64854"/>
                </a:lnTo>
                <a:lnTo>
                  <a:pt x="689143" y="64659"/>
                </a:lnTo>
                <a:lnTo>
                  <a:pt x="688206" y="64479"/>
                </a:lnTo>
                <a:lnTo>
                  <a:pt x="687265" y="64312"/>
                </a:lnTo>
                <a:lnTo>
                  <a:pt x="686318" y="64161"/>
                </a:lnTo>
                <a:lnTo>
                  <a:pt x="685367" y="64023"/>
                </a:lnTo>
                <a:lnTo>
                  <a:pt x="684410" y="63900"/>
                </a:lnTo>
                <a:lnTo>
                  <a:pt x="683448" y="63792"/>
                </a:lnTo>
                <a:lnTo>
                  <a:pt x="682481" y="63698"/>
                </a:lnTo>
                <a:lnTo>
                  <a:pt x="681509" y="63618"/>
                </a:lnTo>
                <a:lnTo>
                  <a:pt x="680532" y="63553"/>
                </a:lnTo>
                <a:lnTo>
                  <a:pt x="679550" y="63503"/>
                </a:lnTo>
                <a:lnTo>
                  <a:pt x="678563" y="63467"/>
                </a:lnTo>
                <a:lnTo>
                  <a:pt x="677570" y="63445"/>
                </a:lnTo>
                <a:lnTo>
                  <a:pt x="676573" y="63438"/>
                </a:lnTo>
                <a:lnTo>
                  <a:pt x="674813" y="63457"/>
                </a:lnTo>
                <a:lnTo>
                  <a:pt x="673084" y="63516"/>
                </a:lnTo>
                <a:lnTo>
                  <a:pt x="671387" y="63614"/>
                </a:lnTo>
                <a:lnTo>
                  <a:pt x="669721" y="63751"/>
                </a:lnTo>
                <a:lnTo>
                  <a:pt x="668087" y="63927"/>
                </a:lnTo>
                <a:close/>
                <a:moveTo>
                  <a:pt x="990865" y="103179"/>
                </a:moveTo>
                <a:lnTo>
                  <a:pt x="990728" y="101405"/>
                </a:lnTo>
                <a:lnTo>
                  <a:pt x="990552" y="99672"/>
                </a:lnTo>
                <a:lnTo>
                  <a:pt x="990336" y="97981"/>
                </a:lnTo>
                <a:lnTo>
                  <a:pt x="990082" y="96330"/>
                </a:lnTo>
                <a:lnTo>
                  <a:pt x="989789" y="94721"/>
                </a:lnTo>
                <a:lnTo>
                  <a:pt x="989456" y="93153"/>
                </a:lnTo>
                <a:lnTo>
                  <a:pt x="989084" y="91626"/>
                </a:lnTo>
                <a:lnTo>
                  <a:pt x="988674" y="90141"/>
                </a:lnTo>
                <a:lnTo>
                  <a:pt x="988224" y="88697"/>
                </a:lnTo>
                <a:lnTo>
                  <a:pt x="987735" y="87294"/>
                </a:lnTo>
                <a:lnTo>
                  <a:pt x="987206" y="85932"/>
                </a:lnTo>
                <a:lnTo>
                  <a:pt x="986639" y="84611"/>
                </a:lnTo>
                <a:lnTo>
                  <a:pt x="986033" y="83332"/>
                </a:lnTo>
                <a:lnTo>
                  <a:pt x="985387" y="82094"/>
                </a:lnTo>
                <a:lnTo>
                  <a:pt x="984702" y="80897"/>
                </a:lnTo>
                <a:lnTo>
                  <a:pt x="983979" y="79742"/>
                </a:lnTo>
                <a:lnTo>
                  <a:pt x="983216" y="78627"/>
                </a:lnTo>
                <a:lnTo>
                  <a:pt x="982414" y="77554"/>
                </a:lnTo>
                <a:lnTo>
                  <a:pt x="981572" y="76522"/>
                </a:lnTo>
                <a:lnTo>
                  <a:pt x="980692" y="75532"/>
                </a:lnTo>
                <a:lnTo>
                  <a:pt x="979773" y="74583"/>
                </a:lnTo>
                <a:lnTo>
                  <a:pt x="978813" y="73673"/>
                </a:lnTo>
                <a:lnTo>
                  <a:pt x="977813" y="72802"/>
                </a:lnTo>
                <a:lnTo>
                  <a:pt x="976772" y="71970"/>
                </a:lnTo>
                <a:lnTo>
                  <a:pt x="975690" y="71177"/>
                </a:lnTo>
                <a:lnTo>
                  <a:pt x="974567" y="70423"/>
                </a:lnTo>
                <a:lnTo>
                  <a:pt x="973404" y="69707"/>
                </a:lnTo>
                <a:lnTo>
                  <a:pt x="972200" y="69030"/>
                </a:lnTo>
                <a:lnTo>
                  <a:pt x="970955" y="68391"/>
                </a:lnTo>
                <a:lnTo>
                  <a:pt x="969669" y="67791"/>
                </a:lnTo>
                <a:lnTo>
                  <a:pt x="968342" y="67230"/>
                </a:lnTo>
                <a:lnTo>
                  <a:pt x="966974" y="66708"/>
                </a:lnTo>
                <a:lnTo>
                  <a:pt x="965566" y="66224"/>
                </a:lnTo>
                <a:lnTo>
                  <a:pt x="964117" y="65779"/>
                </a:lnTo>
                <a:lnTo>
                  <a:pt x="962627" y="65373"/>
                </a:lnTo>
                <a:lnTo>
                  <a:pt x="961096" y="65005"/>
                </a:lnTo>
                <a:lnTo>
                  <a:pt x="959524" y="64676"/>
                </a:lnTo>
                <a:lnTo>
                  <a:pt x="957912" y="64386"/>
                </a:lnTo>
                <a:lnTo>
                  <a:pt x="956259" y="64134"/>
                </a:lnTo>
                <a:lnTo>
                  <a:pt x="954565" y="63921"/>
                </a:lnTo>
                <a:lnTo>
                  <a:pt x="952830" y="63747"/>
                </a:lnTo>
                <a:lnTo>
                  <a:pt x="951054" y="63612"/>
                </a:lnTo>
                <a:lnTo>
                  <a:pt x="949238" y="63515"/>
                </a:lnTo>
                <a:lnTo>
                  <a:pt x="947380" y="63457"/>
                </a:lnTo>
                <a:lnTo>
                  <a:pt x="945482" y="63438"/>
                </a:lnTo>
                <a:lnTo>
                  <a:pt x="944623" y="63442"/>
                </a:lnTo>
                <a:lnTo>
                  <a:pt x="943761" y="63455"/>
                </a:lnTo>
                <a:lnTo>
                  <a:pt x="942894" y="63476"/>
                </a:lnTo>
                <a:lnTo>
                  <a:pt x="942023" y="63506"/>
                </a:lnTo>
                <a:lnTo>
                  <a:pt x="941149" y="63544"/>
                </a:lnTo>
                <a:lnTo>
                  <a:pt x="940271" y="63591"/>
                </a:lnTo>
                <a:lnTo>
                  <a:pt x="939389" y="63646"/>
                </a:lnTo>
                <a:lnTo>
                  <a:pt x="938503" y="63710"/>
                </a:lnTo>
                <a:lnTo>
                  <a:pt x="937613" y="63783"/>
                </a:lnTo>
                <a:lnTo>
                  <a:pt x="936719" y="63863"/>
                </a:lnTo>
                <a:lnTo>
                  <a:pt x="935822" y="63953"/>
                </a:lnTo>
                <a:lnTo>
                  <a:pt x="934921" y="64051"/>
                </a:lnTo>
                <a:lnTo>
                  <a:pt x="934016" y="64157"/>
                </a:lnTo>
                <a:lnTo>
                  <a:pt x="933107" y="64272"/>
                </a:lnTo>
                <a:lnTo>
                  <a:pt x="932194" y="64395"/>
                </a:lnTo>
                <a:lnTo>
                  <a:pt x="931277" y="64527"/>
                </a:lnTo>
                <a:lnTo>
                  <a:pt x="930357" y="64668"/>
                </a:lnTo>
                <a:lnTo>
                  <a:pt x="929432" y="64817"/>
                </a:lnTo>
                <a:lnTo>
                  <a:pt x="928504" y="64974"/>
                </a:lnTo>
                <a:lnTo>
                  <a:pt x="927572" y="65140"/>
                </a:lnTo>
                <a:lnTo>
                  <a:pt x="926636" y="65315"/>
                </a:lnTo>
                <a:lnTo>
                  <a:pt x="925697" y="65498"/>
                </a:lnTo>
                <a:lnTo>
                  <a:pt x="924753" y="65689"/>
                </a:lnTo>
                <a:lnTo>
                  <a:pt x="923806" y="65889"/>
                </a:lnTo>
                <a:lnTo>
                  <a:pt x="922859" y="66097"/>
                </a:lnTo>
                <a:lnTo>
                  <a:pt x="921917" y="66313"/>
                </a:lnTo>
                <a:lnTo>
                  <a:pt x="920980" y="66536"/>
                </a:lnTo>
                <a:lnTo>
                  <a:pt x="920047" y="66767"/>
                </a:lnTo>
                <a:lnTo>
                  <a:pt x="919119" y="67005"/>
                </a:lnTo>
                <a:lnTo>
                  <a:pt x="918196" y="67251"/>
                </a:lnTo>
                <a:lnTo>
                  <a:pt x="917277" y="67505"/>
                </a:lnTo>
                <a:lnTo>
                  <a:pt x="916363" y="67766"/>
                </a:lnTo>
                <a:lnTo>
                  <a:pt x="915454" y="68036"/>
                </a:lnTo>
                <a:lnTo>
                  <a:pt x="914550" y="68312"/>
                </a:lnTo>
                <a:lnTo>
                  <a:pt x="913650" y="68597"/>
                </a:lnTo>
                <a:lnTo>
                  <a:pt x="912754" y="68889"/>
                </a:lnTo>
                <a:lnTo>
                  <a:pt x="911864" y="69188"/>
                </a:lnTo>
                <a:lnTo>
                  <a:pt x="910978" y="69496"/>
                </a:lnTo>
                <a:lnTo>
                  <a:pt x="910097" y="69811"/>
                </a:lnTo>
                <a:lnTo>
                  <a:pt x="909220" y="70133"/>
                </a:lnTo>
                <a:lnTo>
                  <a:pt x="908348" y="70464"/>
                </a:lnTo>
                <a:lnTo>
                  <a:pt x="907481" y="70802"/>
                </a:lnTo>
                <a:lnTo>
                  <a:pt x="906618" y="71147"/>
                </a:lnTo>
                <a:lnTo>
                  <a:pt x="905761" y="71501"/>
                </a:lnTo>
                <a:lnTo>
                  <a:pt x="904907" y="71862"/>
                </a:lnTo>
                <a:lnTo>
                  <a:pt x="904059" y="72230"/>
                </a:lnTo>
                <a:lnTo>
                  <a:pt x="903215" y="72607"/>
                </a:lnTo>
                <a:lnTo>
                  <a:pt x="902376" y="72990"/>
                </a:lnTo>
                <a:lnTo>
                  <a:pt x="910703" y="96506"/>
                </a:lnTo>
                <a:lnTo>
                  <a:pt x="912081" y="95966"/>
                </a:lnTo>
                <a:lnTo>
                  <a:pt x="913441" y="95449"/>
                </a:lnTo>
                <a:lnTo>
                  <a:pt x="914782" y="94955"/>
                </a:lnTo>
                <a:lnTo>
                  <a:pt x="916104" y="94485"/>
                </a:lnTo>
                <a:lnTo>
                  <a:pt x="917408" y="94037"/>
                </a:lnTo>
                <a:lnTo>
                  <a:pt x="918693" y="93612"/>
                </a:lnTo>
                <a:lnTo>
                  <a:pt x="919959" y="93210"/>
                </a:lnTo>
                <a:lnTo>
                  <a:pt x="921207" y="92831"/>
                </a:lnTo>
                <a:lnTo>
                  <a:pt x="922436" y="92475"/>
                </a:lnTo>
                <a:lnTo>
                  <a:pt x="923646" y="92142"/>
                </a:lnTo>
                <a:lnTo>
                  <a:pt x="924837" y="91832"/>
                </a:lnTo>
                <a:lnTo>
                  <a:pt x="926010" y="91545"/>
                </a:lnTo>
                <a:lnTo>
                  <a:pt x="927164" y="91280"/>
                </a:lnTo>
                <a:lnTo>
                  <a:pt x="928299" y="91039"/>
                </a:lnTo>
                <a:lnTo>
                  <a:pt x="929416" y="90821"/>
                </a:lnTo>
                <a:lnTo>
                  <a:pt x="930514" y="90626"/>
                </a:lnTo>
                <a:lnTo>
                  <a:pt x="931593" y="90453"/>
                </a:lnTo>
                <a:lnTo>
                  <a:pt x="932654" y="90304"/>
                </a:lnTo>
                <a:lnTo>
                  <a:pt x="933696" y="90178"/>
                </a:lnTo>
                <a:lnTo>
                  <a:pt x="934719" y="90074"/>
                </a:lnTo>
                <a:lnTo>
                  <a:pt x="935723" y="89994"/>
                </a:lnTo>
                <a:lnTo>
                  <a:pt x="936709" y="89937"/>
                </a:lnTo>
                <a:lnTo>
                  <a:pt x="937676" y="89902"/>
                </a:lnTo>
                <a:lnTo>
                  <a:pt x="938624" y="89891"/>
                </a:lnTo>
                <a:lnTo>
                  <a:pt x="939370" y="89899"/>
                </a:lnTo>
                <a:lnTo>
                  <a:pt x="940097" y="89922"/>
                </a:lnTo>
                <a:lnTo>
                  <a:pt x="940804" y="89962"/>
                </a:lnTo>
                <a:lnTo>
                  <a:pt x="941492" y="90017"/>
                </a:lnTo>
                <a:lnTo>
                  <a:pt x="942161" y="90087"/>
                </a:lnTo>
                <a:lnTo>
                  <a:pt x="942811" y="90174"/>
                </a:lnTo>
                <a:lnTo>
                  <a:pt x="943442" y="90276"/>
                </a:lnTo>
                <a:lnTo>
                  <a:pt x="944054" y="90394"/>
                </a:lnTo>
                <a:lnTo>
                  <a:pt x="944646" y="90528"/>
                </a:lnTo>
                <a:lnTo>
                  <a:pt x="945220" y="90678"/>
                </a:lnTo>
                <a:lnTo>
                  <a:pt x="945774" y="90843"/>
                </a:lnTo>
                <a:lnTo>
                  <a:pt x="946309" y="91024"/>
                </a:lnTo>
                <a:lnTo>
                  <a:pt x="946825" y="91221"/>
                </a:lnTo>
                <a:lnTo>
                  <a:pt x="947322" y="91433"/>
                </a:lnTo>
                <a:lnTo>
                  <a:pt x="947800" y="91662"/>
                </a:lnTo>
                <a:lnTo>
                  <a:pt x="948258" y="91906"/>
                </a:lnTo>
                <a:lnTo>
                  <a:pt x="948698" y="92165"/>
                </a:lnTo>
                <a:lnTo>
                  <a:pt x="949118" y="92441"/>
                </a:lnTo>
                <a:lnTo>
                  <a:pt x="949519" y="92732"/>
                </a:lnTo>
                <a:lnTo>
                  <a:pt x="949901" y="93039"/>
                </a:lnTo>
                <a:lnTo>
                  <a:pt x="950264" y="93362"/>
                </a:lnTo>
                <a:lnTo>
                  <a:pt x="950608" y="93700"/>
                </a:lnTo>
                <a:lnTo>
                  <a:pt x="950932" y="94054"/>
                </a:lnTo>
                <a:lnTo>
                  <a:pt x="951238" y="94424"/>
                </a:lnTo>
                <a:lnTo>
                  <a:pt x="951528" y="94814"/>
                </a:lnTo>
                <a:lnTo>
                  <a:pt x="951805" y="95229"/>
                </a:lnTo>
                <a:lnTo>
                  <a:pt x="952070" y="95669"/>
                </a:lnTo>
                <a:lnTo>
                  <a:pt x="952323" y="96135"/>
                </a:lnTo>
                <a:lnTo>
                  <a:pt x="952563" y="96625"/>
                </a:lnTo>
                <a:lnTo>
                  <a:pt x="952791" y="97141"/>
                </a:lnTo>
                <a:lnTo>
                  <a:pt x="953007" y="97681"/>
                </a:lnTo>
                <a:lnTo>
                  <a:pt x="953210" y="98247"/>
                </a:lnTo>
                <a:lnTo>
                  <a:pt x="953401" y="98838"/>
                </a:lnTo>
                <a:lnTo>
                  <a:pt x="953580" y="99454"/>
                </a:lnTo>
                <a:lnTo>
                  <a:pt x="953747" y="100095"/>
                </a:lnTo>
                <a:lnTo>
                  <a:pt x="953901" y="100761"/>
                </a:lnTo>
                <a:lnTo>
                  <a:pt x="954043" y="101452"/>
                </a:lnTo>
                <a:lnTo>
                  <a:pt x="954172" y="102168"/>
                </a:lnTo>
                <a:lnTo>
                  <a:pt x="954289" y="102910"/>
                </a:lnTo>
                <a:lnTo>
                  <a:pt x="954394" y="103676"/>
                </a:lnTo>
                <a:lnTo>
                  <a:pt x="954486" y="104468"/>
                </a:lnTo>
                <a:lnTo>
                  <a:pt x="954566" y="105284"/>
                </a:lnTo>
                <a:lnTo>
                  <a:pt x="954634" y="106126"/>
                </a:lnTo>
                <a:lnTo>
                  <a:pt x="954690" y="106993"/>
                </a:lnTo>
                <a:lnTo>
                  <a:pt x="954733" y="107885"/>
                </a:lnTo>
                <a:lnTo>
                  <a:pt x="954764" y="108802"/>
                </a:lnTo>
                <a:lnTo>
                  <a:pt x="954782" y="109744"/>
                </a:lnTo>
                <a:lnTo>
                  <a:pt x="954788" y="110712"/>
                </a:lnTo>
                <a:lnTo>
                  <a:pt x="954788" y="117570"/>
                </a:lnTo>
                <a:lnTo>
                  <a:pt x="946951" y="117570"/>
                </a:lnTo>
                <a:lnTo>
                  <a:pt x="944850" y="117589"/>
                </a:lnTo>
                <a:lnTo>
                  <a:pt x="942791" y="117647"/>
                </a:lnTo>
                <a:lnTo>
                  <a:pt x="940775" y="117744"/>
                </a:lnTo>
                <a:lnTo>
                  <a:pt x="938801" y="117879"/>
                </a:lnTo>
                <a:lnTo>
                  <a:pt x="936870" y="118053"/>
                </a:lnTo>
                <a:lnTo>
                  <a:pt x="934981" y="118266"/>
                </a:lnTo>
                <a:lnTo>
                  <a:pt x="933135" y="118518"/>
                </a:lnTo>
                <a:lnTo>
                  <a:pt x="931332" y="118808"/>
                </a:lnTo>
                <a:lnTo>
                  <a:pt x="929570" y="119137"/>
                </a:lnTo>
                <a:lnTo>
                  <a:pt x="927852" y="119504"/>
                </a:lnTo>
                <a:lnTo>
                  <a:pt x="926176" y="119911"/>
                </a:lnTo>
                <a:lnTo>
                  <a:pt x="924542" y="120356"/>
                </a:lnTo>
                <a:lnTo>
                  <a:pt x="922951" y="120839"/>
                </a:lnTo>
                <a:lnTo>
                  <a:pt x="921402" y="121362"/>
                </a:lnTo>
                <a:lnTo>
                  <a:pt x="919896" y="121923"/>
                </a:lnTo>
                <a:lnTo>
                  <a:pt x="918433" y="122523"/>
                </a:lnTo>
                <a:lnTo>
                  <a:pt x="917012" y="123161"/>
                </a:lnTo>
                <a:lnTo>
                  <a:pt x="915633" y="123838"/>
                </a:lnTo>
                <a:lnTo>
                  <a:pt x="914297" y="124554"/>
                </a:lnTo>
                <a:lnTo>
                  <a:pt x="913004" y="125309"/>
                </a:lnTo>
                <a:lnTo>
                  <a:pt x="911753" y="126102"/>
                </a:lnTo>
                <a:lnTo>
                  <a:pt x="910544" y="126934"/>
                </a:lnTo>
                <a:lnTo>
                  <a:pt x="909378" y="127805"/>
                </a:lnTo>
                <a:lnTo>
                  <a:pt x="908255" y="128714"/>
                </a:lnTo>
                <a:lnTo>
                  <a:pt x="907175" y="129661"/>
                </a:lnTo>
                <a:lnTo>
                  <a:pt x="906142" y="130642"/>
                </a:lnTo>
                <a:lnTo>
                  <a:pt x="905155" y="131659"/>
                </a:lnTo>
                <a:lnTo>
                  <a:pt x="904213" y="132712"/>
                </a:lnTo>
                <a:lnTo>
                  <a:pt x="903318" y="133799"/>
                </a:lnTo>
                <a:lnTo>
                  <a:pt x="902468" y="134922"/>
                </a:lnTo>
                <a:lnTo>
                  <a:pt x="901664" y="136080"/>
                </a:lnTo>
                <a:lnTo>
                  <a:pt x="900907" y="137273"/>
                </a:lnTo>
                <a:lnTo>
                  <a:pt x="900195" y="138502"/>
                </a:lnTo>
                <a:lnTo>
                  <a:pt x="899529" y="139766"/>
                </a:lnTo>
                <a:lnTo>
                  <a:pt x="898909" y="141065"/>
                </a:lnTo>
                <a:lnTo>
                  <a:pt x="898335" y="142400"/>
                </a:lnTo>
                <a:lnTo>
                  <a:pt x="897807" y="143769"/>
                </a:lnTo>
                <a:lnTo>
                  <a:pt x="897324" y="145174"/>
                </a:lnTo>
                <a:lnTo>
                  <a:pt x="896888" y="146615"/>
                </a:lnTo>
                <a:lnTo>
                  <a:pt x="896498" y="148090"/>
                </a:lnTo>
                <a:lnTo>
                  <a:pt x="896153" y="149601"/>
                </a:lnTo>
                <a:lnTo>
                  <a:pt x="895855" y="151148"/>
                </a:lnTo>
                <a:lnTo>
                  <a:pt x="895602" y="152729"/>
                </a:lnTo>
                <a:lnTo>
                  <a:pt x="895396" y="154346"/>
                </a:lnTo>
                <a:lnTo>
                  <a:pt x="895235" y="155998"/>
                </a:lnTo>
                <a:lnTo>
                  <a:pt x="895120" y="157685"/>
                </a:lnTo>
                <a:lnTo>
                  <a:pt x="895051" y="159408"/>
                </a:lnTo>
                <a:lnTo>
                  <a:pt x="895028" y="161166"/>
                </a:lnTo>
                <a:lnTo>
                  <a:pt x="895045" y="162684"/>
                </a:lnTo>
                <a:lnTo>
                  <a:pt x="895094" y="164177"/>
                </a:lnTo>
                <a:lnTo>
                  <a:pt x="895177" y="165645"/>
                </a:lnTo>
                <a:lnTo>
                  <a:pt x="895293" y="167088"/>
                </a:lnTo>
                <a:lnTo>
                  <a:pt x="895443" y="168506"/>
                </a:lnTo>
                <a:lnTo>
                  <a:pt x="895625" y="169899"/>
                </a:lnTo>
                <a:lnTo>
                  <a:pt x="895841" y="171266"/>
                </a:lnTo>
                <a:lnTo>
                  <a:pt x="896089" y="172609"/>
                </a:lnTo>
                <a:lnTo>
                  <a:pt x="896371" y="173927"/>
                </a:lnTo>
                <a:lnTo>
                  <a:pt x="896686" y="175219"/>
                </a:lnTo>
                <a:lnTo>
                  <a:pt x="897034" y="176486"/>
                </a:lnTo>
                <a:lnTo>
                  <a:pt x="897415" y="177729"/>
                </a:lnTo>
                <a:lnTo>
                  <a:pt x="897830" y="178946"/>
                </a:lnTo>
                <a:lnTo>
                  <a:pt x="898277" y="180138"/>
                </a:lnTo>
                <a:lnTo>
                  <a:pt x="898758" y="181305"/>
                </a:lnTo>
                <a:lnTo>
                  <a:pt x="899272" y="182447"/>
                </a:lnTo>
                <a:lnTo>
                  <a:pt x="899819" y="183564"/>
                </a:lnTo>
                <a:lnTo>
                  <a:pt x="900399" y="184656"/>
                </a:lnTo>
                <a:lnTo>
                  <a:pt x="901013" y="185722"/>
                </a:lnTo>
                <a:lnTo>
                  <a:pt x="901659" y="186764"/>
                </a:lnTo>
                <a:lnTo>
                  <a:pt x="902339" y="187780"/>
                </a:lnTo>
                <a:lnTo>
                  <a:pt x="903052" y="188772"/>
                </a:lnTo>
                <a:lnTo>
                  <a:pt x="903798" y="189738"/>
                </a:lnTo>
                <a:lnTo>
                  <a:pt x="904577" y="190680"/>
                </a:lnTo>
                <a:lnTo>
                  <a:pt x="905385" y="191589"/>
                </a:lnTo>
                <a:lnTo>
                  <a:pt x="906215" y="192460"/>
                </a:lnTo>
                <a:lnTo>
                  <a:pt x="907069" y="193292"/>
                </a:lnTo>
                <a:lnTo>
                  <a:pt x="907945" y="194085"/>
                </a:lnTo>
                <a:lnTo>
                  <a:pt x="908844" y="194840"/>
                </a:lnTo>
                <a:lnTo>
                  <a:pt x="909767" y="195555"/>
                </a:lnTo>
                <a:lnTo>
                  <a:pt x="910712" y="196233"/>
                </a:lnTo>
                <a:lnTo>
                  <a:pt x="911681" y="196871"/>
                </a:lnTo>
                <a:lnTo>
                  <a:pt x="912672" y="197471"/>
                </a:lnTo>
                <a:lnTo>
                  <a:pt x="913686" y="198032"/>
                </a:lnTo>
                <a:lnTo>
                  <a:pt x="914723" y="198554"/>
                </a:lnTo>
                <a:lnTo>
                  <a:pt x="915784" y="199038"/>
                </a:lnTo>
                <a:lnTo>
                  <a:pt x="916867" y="199483"/>
                </a:lnTo>
                <a:lnTo>
                  <a:pt x="917973" y="199889"/>
                </a:lnTo>
                <a:lnTo>
                  <a:pt x="919102" y="200257"/>
                </a:lnTo>
                <a:lnTo>
                  <a:pt x="920254" y="200586"/>
                </a:lnTo>
                <a:lnTo>
                  <a:pt x="921429" y="200876"/>
                </a:lnTo>
                <a:lnTo>
                  <a:pt x="922627" y="201128"/>
                </a:lnTo>
                <a:lnTo>
                  <a:pt x="923848" y="201341"/>
                </a:lnTo>
                <a:lnTo>
                  <a:pt x="925092" y="201515"/>
                </a:lnTo>
                <a:lnTo>
                  <a:pt x="926359" y="201650"/>
                </a:lnTo>
                <a:lnTo>
                  <a:pt x="927649" y="201747"/>
                </a:lnTo>
                <a:lnTo>
                  <a:pt x="928962" y="201805"/>
                </a:lnTo>
                <a:lnTo>
                  <a:pt x="930298" y="201824"/>
                </a:lnTo>
                <a:lnTo>
                  <a:pt x="932016" y="201792"/>
                </a:lnTo>
                <a:lnTo>
                  <a:pt x="933701" y="201697"/>
                </a:lnTo>
                <a:lnTo>
                  <a:pt x="935353" y="201537"/>
                </a:lnTo>
                <a:lnTo>
                  <a:pt x="936971" y="201314"/>
                </a:lnTo>
                <a:lnTo>
                  <a:pt x="938557" y="201027"/>
                </a:lnTo>
                <a:lnTo>
                  <a:pt x="940109" y="200676"/>
                </a:lnTo>
                <a:lnTo>
                  <a:pt x="941628" y="200262"/>
                </a:lnTo>
                <a:lnTo>
                  <a:pt x="943115" y="199783"/>
                </a:lnTo>
                <a:lnTo>
                  <a:pt x="944568" y="199241"/>
                </a:lnTo>
                <a:lnTo>
                  <a:pt x="945987" y="198635"/>
                </a:lnTo>
                <a:lnTo>
                  <a:pt x="947374" y="197966"/>
                </a:lnTo>
                <a:lnTo>
                  <a:pt x="948727" y="197232"/>
                </a:lnTo>
                <a:lnTo>
                  <a:pt x="950048" y="196435"/>
                </a:lnTo>
                <a:lnTo>
                  <a:pt x="951335" y="195574"/>
                </a:lnTo>
                <a:lnTo>
                  <a:pt x="952589" y="194649"/>
                </a:lnTo>
                <a:lnTo>
                  <a:pt x="953810" y="193660"/>
                </a:lnTo>
                <a:lnTo>
                  <a:pt x="954997" y="192608"/>
                </a:lnTo>
                <a:lnTo>
                  <a:pt x="956152" y="191492"/>
                </a:lnTo>
                <a:lnTo>
                  <a:pt x="957273" y="190312"/>
                </a:lnTo>
                <a:lnTo>
                  <a:pt x="958361" y="189068"/>
                </a:lnTo>
                <a:lnTo>
                  <a:pt x="959416" y="187761"/>
                </a:lnTo>
                <a:lnTo>
                  <a:pt x="960438" y="186389"/>
                </a:lnTo>
                <a:lnTo>
                  <a:pt x="961427" y="184954"/>
                </a:lnTo>
                <a:lnTo>
                  <a:pt x="962383" y="183455"/>
                </a:lnTo>
                <a:lnTo>
                  <a:pt x="962694" y="184162"/>
                </a:lnTo>
                <a:lnTo>
                  <a:pt x="963016" y="184853"/>
                </a:lnTo>
                <a:lnTo>
                  <a:pt x="963349" y="185528"/>
                </a:lnTo>
                <a:lnTo>
                  <a:pt x="963692" y="186187"/>
                </a:lnTo>
                <a:lnTo>
                  <a:pt x="964046" y="186831"/>
                </a:lnTo>
                <a:lnTo>
                  <a:pt x="964411" y="187459"/>
                </a:lnTo>
                <a:lnTo>
                  <a:pt x="964786" y="188071"/>
                </a:lnTo>
                <a:lnTo>
                  <a:pt x="965172" y="188667"/>
                </a:lnTo>
                <a:lnTo>
                  <a:pt x="965568" y="189248"/>
                </a:lnTo>
                <a:lnTo>
                  <a:pt x="965976" y="189813"/>
                </a:lnTo>
                <a:lnTo>
                  <a:pt x="966393" y="190362"/>
                </a:lnTo>
                <a:lnTo>
                  <a:pt x="966822" y="190895"/>
                </a:lnTo>
                <a:lnTo>
                  <a:pt x="967261" y="191413"/>
                </a:lnTo>
                <a:lnTo>
                  <a:pt x="967710" y="191915"/>
                </a:lnTo>
                <a:lnTo>
                  <a:pt x="968171" y="192401"/>
                </a:lnTo>
                <a:lnTo>
                  <a:pt x="968642" y="192872"/>
                </a:lnTo>
                <a:lnTo>
                  <a:pt x="969123" y="193326"/>
                </a:lnTo>
                <a:lnTo>
                  <a:pt x="969615" y="193765"/>
                </a:lnTo>
                <a:lnTo>
                  <a:pt x="970118" y="194189"/>
                </a:lnTo>
                <a:lnTo>
                  <a:pt x="970631" y="194596"/>
                </a:lnTo>
                <a:lnTo>
                  <a:pt x="971155" y="194988"/>
                </a:lnTo>
                <a:lnTo>
                  <a:pt x="971690" y="195364"/>
                </a:lnTo>
                <a:lnTo>
                  <a:pt x="972235" y="195724"/>
                </a:lnTo>
                <a:lnTo>
                  <a:pt x="972791" y="196069"/>
                </a:lnTo>
                <a:lnTo>
                  <a:pt x="973359" y="196400"/>
                </a:lnTo>
                <a:lnTo>
                  <a:pt x="973941" y="196721"/>
                </a:lnTo>
                <a:lnTo>
                  <a:pt x="974535" y="197031"/>
                </a:lnTo>
                <a:lnTo>
                  <a:pt x="975143" y="197331"/>
                </a:lnTo>
                <a:lnTo>
                  <a:pt x="975764" y="197620"/>
                </a:lnTo>
                <a:lnTo>
                  <a:pt x="976398" y="197898"/>
                </a:lnTo>
                <a:lnTo>
                  <a:pt x="977045" y="198165"/>
                </a:lnTo>
                <a:lnTo>
                  <a:pt x="977705" y="198423"/>
                </a:lnTo>
                <a:lnTo>
                  <a:pt x="978378" y="198669"/>
                </a:lnTo>
                <a:lnTo>
                  <a:pt x="979065" y="198905"/>
                </a:lnTo>
                <a:lnTo>
                  <a:pt x="979765" y="199130"/>
                </a:lnTo>
                <a:lnTo>
                  <a:pt x="980478" y="199345"/>
                </a:lnTo>
                <a:lnTo>
                  <a:pt x="981204" y="199549"/>
                </a:lnTo>
                <a:lnTo>
                  <a:pt x="981944" y="199742"/>
                </a:lnTo>
                <a:lnTo>
                  <a:pt x="982696" y="199925"/>
                </a:lnTo>
                <a:lnTo>
                  <a:pt x="983462" y="200097"/>
                </a:lnTo>
                <a:lnTo>
                  <a:pt x="984241" y="200258"/>
                </a:lnTo>
                <a:lnTo>
                  <a:pt x="985033" y="200409"/>
                </a:lnTo>
                <a:lnTo>
                  <a:pt x="985838" y="200550"/>
                </a:lnTo>
                <a:lnTo>
                  <a:pt x="986656" y="200679"/>
                </a:lnTo>
                <a:lnTo>
                  <a:pt x="987488" y="200798"/>
                </a:lnTo>
                <a:lnTo>
                  <a:pt x="988333" y="200907"/>
                </a:lnTo>
                <a:lnTo>
                  <a:pt x="989190" y="201005"/>
                </a:lnTo>
                <a:lnTo>
                  <a:pt x="990061" y="201092"/>
                </a:lnTo>
                <a:lnTo>
                  <a:pt x="997652" y="176840"/>
                </a:lnTo>
                <a:lnTo>
                  <a:pt x="997350" y="176695"/>
                </a:lnTo>
                <a:lnTo>
                  <a:pt x="997055" y="176546"/>
                </a:lnTo>
                <a:lnTo>
                  <a:pt x="996768" y="176393"/>
                </a:lnTo>
                <a:lnTo>
                  <a:pt x="996489" y="176236"/>
                </a:lnTo>
                <a:lnTo>
                  <a:pt x="996217" y="176074"/>
                </a:lnTo>
                <a:lnTo>
                  <a:pt x="995953" y="175908"/>
                </a:lnTo>
                <a:lnTo>
                  <a:pt x="995697" y="175737"/>
                </a:lnTo>
                <a:lnTo>
                  <a:pt x="995448" y="175563"/>
                </a:lnTo>
                <a:lnTo>
                  <a:pt x="995207" y="175384"/>
                </a:lnTo>
                <a:lnTo>
                  <a:pt x="994973" y="175201"/>
                </a:lnTo>
                <a:lnTo>
                  <a:pt x="994748" y="175014"/>
                </a:lnTo>
                <a:lnTo>
                  <a:pt x="994530" y="174822"/>
                </a:lnTo>
                <a:lnTo>
                  <a:pt x="994319" y="174626"/>
                </a:lnTo>
                <a:lnTo>
                  <a:pt x="994116" y="174426"/>
                </a:lnTo>
                <a:lnTo>
                  <a:pt x="993921" y="174222"/>
                </a:lnTo>
                <a:lnTo>
                  <a:pt x="993734" y="174013"/>
                </a:lnTo>
                <a:lnTo>
                  <a:pt x="993554" y="173800"/>
                </a:lnTo>
                <a:lnTo>
                  <a:pt x="993382" y="173583"/>
                </a:lnTo>
                <a:lnTo>
                  <a:pt x="993217" y="173362"/>
                </a:lnTo>
                <a:lnTo>
                  <a:pt x="993060" y="173136"/>
                </a:lnTo>
                <a:lnTo>
                  <a:pt x="992911" y="172906"/>
                </a:lnTo>
                <a:lnTo>
                  <a:pt x="992770" y="172672"/>
                </a:lnTo>
                <a:lnTo>
                  <a:pt x="992636" y="172434"/>
                </a:lnTo>
                <a:lnTo>
                  <a:pt x="992509" y="172191"/>
                </a:lnTo>
                <a:lnTo>
                  <a:pt x="992390" y="171940"/>
                </a:lnTo>
                <a:lnTo>
                  <a:pt x="992275" y="171679"/>
                </a:lnTo>
                <a:lnTo>
                  <a:pt x="992165" y="171406"/>
                </a:lnTo>
                <a:lnTo>
                  <a:pt x="992061" y="171122"/>
                </a:lnTo>
                <a:lnTo>
                  <a:pt x="991961" y="170827"/>
                </a:lnTo>
                <a:lnTo>
                  <a:pt x="991867" y="170521"/>
                </a:lnTo>
                <a:lnTo>
                  <a:pt x="991778" y="170204"/>
                </a:lnTo>
                <a:lnTo>
                  <a:pt x="991693" y="169876"/>
                </a:lnTo>
                <a:lnTo>
                  <a:pt x="991614" y="169537"/>
                </a:lnTo>
                <a:lnTo>
                  <a:pt x="991540" y="169187"/>
                </a:lnTo>
                <a:lnTo>
                  <a:pt x="991472" y="168826"/>
                </a:lnTo>
                <a:lnTo>
                  <a:pt x="991408" y="168454"/>
                </a:lnTo>
                <a:lnTo>
                  <a:pt x="991349" y="168070"/>
                </a:lnTo>
                <a:lnTo>
                  <a:pt x="991296" y="167676"/>
                </a:lnTo>
                <a:lnTo>
                  <a:pt x="991247" y="167270"/>
                </a:lnTo>
                <a:lnTo>
                  <a:pt x="991204" y="166854"/>
                </a:lnTo>
                <a:lnTo>
                  <a:pt x="991166" y="166426"/>
                </a:lnTo>
                <a:lnTo>
                  <a:pt x="991132" y="165988"/>
                </a:lnTo>
                <a:lnTo>
                  <a:pt x="991104" y="165538"/>
                </a:lnTo>
                <a:lnTo>
                  <a:pt x="991081" y="165077"/>
                </a:lnTo>
                <a:lnTo>
                  <a:pt x="991064" y="164606"/>
                </a:lnTo>
                <a:lnTo>
                  <a:pt x="991051" y="164123"/>
                </a:lnTo>
                <a:lnTo>
                  <a:pt x="991043" y="163629"/>
                </a:lnTo>
                <a:lnTo>
                  <a:pt x="991041" y="163124"/>
                </a:lnTo>
                <a:lnTo>
                  <a:pt x="991041" y="108749"/>
                </a:lnTo>
                <a:lnTo>
                  <a:pt x="991021" y="106852"/>
                </a:lnTo>
                <a:lnTo>
                  <a:pt x="990962" y="104995"/>
                </a:lnTo>
                <a:lnTo>
                  <a:pt x="990865" y="103179"/>
                </a:lnTo>
                <a:close/>
                <a:moveTo>
                  <a:pt x="939991" y="175492"/>
                </a:moveTo>
                <a:lnTo>
                  <a:pt x="939617" y="175421"/>
                </a:lnTo>
                <a:lnTo>
                  <a:pt x="939252" y="175335"/>
                </a:lnTo>
                <a:lnTo>
                  <a:pt x="938893" y="175233"/>
                </a:lnTo>
                <a:lnTo>
                  <a:pt x="938543" y="175115"/>
                </a:lnTo>
                <a:lnTo>
                  <a:pt x="938200" y="174981"/>
                </a:lnTo>
                <a:lnTo>
                  <a:pt x="937864" y="174832"/>
                </a:lnTo>
                <a:lnTo>
                  <a:pt x="937536" y="174667"/>
                </a:lnTo>
                <a:lnTo>
                  <a:pt x="937216" y="174486"/>
                </a:lnTo>
                <a:lnTo>
                  <a:pt x="936904" y="174289"/>
                </a:lnTo>
                <a:lnTo>
                  <a:pt x="936599" y="174077"/>
                </a:lnTo>
                <a:lnTo>
                  <a:pt x="936302" y="173849"/>
                </a:lnTo>
                <a:lnTo>
                  <a:pt x="936012" y="173605"/>
                </a:lnTo>
                <a:lnTo>
                  <a:pt x="935730" y="173345"/>
                </a:lnTo>
                <a:lnTo>
                  <a:pt x="935456" y="173070"/>
                </a:lnTo>
                <a:lnTo>
                  <a:pt x="935190" y="172779"/>
                </a:lnTo>
                <a:lnTo>
                  <a:pt x="934931" y="172472"/>
                </a:lnTo>
                <a:lnTo>
                  <a:pt x="934679" y="172150"/>
                </a:lnTo>
                <a:lnTo>
                  <a:pt x="934436" y="171812"/>
                </a:lnTo>
                <a:lnTo>
                  <a:pt x="934200" y="171458"/>
                </a:lnTo>
                <a:lnTo>
                  <a:pt x="933971" y="171088"/>
                </a:lnTo>
                <a:lnTo>
                  <a:pt x="933751" y="170704"/>
                </a:lnTo>
                <a:lnTo>
                  <a:pt x="933541" y="170305"/>
                </a:lnTo>
                <a:lnTo>
                  <a:pt x="933340" y="169892"/>
                </a:lnTo>
                <a:lnTo>
                  <a:pt x="933148" y="169465"/>
                </a:lnTo>
                <a:lnTo>
                  <a:pt x="932966" y="169024"/>
                </a:lnTo>
                <a:lnTo>
                  <a:pt x="932792" y="168569"/>
                </a:lnTo>
                <a:lnTo>
                  <a:pt x="932629" y="168100"/>
                </a:lnTo>
                <a:lnTo>
                  <a:pt x="932474" y="167617"/>
                </a:lnTo>
                <a:lnTo>
                  <a:pt x="932329" y="167120"/>
                </a:lnTo>
                <a:lnTo>
                  <a:pt x="932194" y="166609"/>
                </a:lnTo>
                <a:lnTo>
                  <a:pt x="932067" y="166084"/>
                </a:lnTo>
                <a:lnTo>
                  <a:pt x="931950" y="165545"/>
                </a:lnTo>
                <a:lnTo>
                  <a:pt x="931843" y="164992"/>
                </a:lnTo>
                <a:lnTo>
                  <a:pt x="931745" y="164425"/>
                </a:lnTo>
                <a:lnTo>
                  <a:pt x="931656" y="163843"/>
                </a:lnTo>
                <a:lnTo>
                  <a:pt x="931576" y="163248"/>
                </a:lnTo>
                <a:lnTo>
                  <a:pt x="931506" y="162639"/>
                </a:lnTo>
                <a:lnTo>
                  <a:pt x="931445" y="162016"/>
                </a:lnTo>
                <a:lnTo>
                  <a:pt x="931394" y="161378"/>
                </a:lnTo>
                <a:lnTo>
                  <a:pt x="931352" y="160727"/>
                </a:lnTo>
                <a:lnTo>
                  <a:pt x="931319" y="160062"/>
                </a:lnTo>
                <a:lnTo>
                  <a:pt x="931295" y="159382"/>
                </a:lnTo>
                <a:lnTo>
                  <a:pt x="931281" y="158689"/>
                </a:lnTo>
                <a:lnTo>
                  <a:pt x="931277" y="157981"/>
                </a:lnTo>
                <a:lnTo>
                  <a:pt x="931285" y="157134"/>
                </a:lnTo>
                <a:lnTo>
                  <a:pt x="931308" y="156306"/>
                </a:lnTo>
                <a:lnTo>
                  <a:pt x="931348" y="155496"/>
                </a:lnTo>
                <a:lnTo>
                  <a:pt x="931403" y="154706"/>
                </a:lnTo>
                <a:lnTo>
                  <a:pt x="931473" y="153935"/>
                </a:lnTo>
                <a:lnTo>
                  <a:pt x="931560" y="153183"/>
                </a:lnTo>
                <a:lnTo>
                  <a:pt x="931662" y="152450"/>
                </a:lnTo>
                <a:lnTo>
                  <a:pt x="931780" y="151737"/>
                </a:lnTo>
                <a:lnTo>
                  <a:pt x="931914" y="151042"/>
                </a:lnTo>
                <a:lnTo>
                  <a:pt x="932063" y="150367"/>
                </a:lnTo>
                <a:lnTo>
                  <a:pt x="932228" y="149711"/>
                </a:lnTo>
                <a:lnTo>
                  <a:pt x="932409" y="149074"/>
                </a:lnTo>
                <a:lnTo>
                  <a:pt x="932606" y="148456"/>
                </a:lnTo>
                <a:lnTo>
                  <a:pt x="932818" y="147857"/>
                </a:lnTo>
                <a:lnTo>
                  <a:pt x="933046" y="147277"/>
                </a:lnTo>
                <a:lnTo>
                  <a:pt x="933290" y="146716"/>
                </a:lnTo>
                <a:lnTo>
                  <a:pt x="933549" y="146175"/>
                </a:lnTo>
                <a:lnTo>
                  <a:pt x="933825" y="145652"/>
                </a:lnTo>
                <a:lnTo>
                  <a:pt x="934116" y="145149"/>
                </a:lnTo>
                <a:lnTo>
                  <a:pt x="934422" y="144665"/>
                </a:lnTo>
                <a:lnTo>
                  <a:pt x="934745" y="144200"/>
                </a:lnTo>
                <a:lnTo>
                  <a:pt x="935083" y="143754"/>
                </a:lnTo>
                <a:lnTo>
                  <a:pt x="935437" y="143328"/>
                </a:lnTo>
                <a:lnTo>
                  <a:pt x="935806" y="142920"/>
                </a:lnTo>
                <a:lnTo>
                  <a:pt x="936194" y="142530"/>
                </a:lnTo>
                <a:lnTo>
                  <a:pt x="936600" y="142157"/>
                </a:lnTo>
                <a:lnTo>
                  <a:pt x="937026" y="141801"/>
                </a:lnTo>
                <a:lnTo>
                  <a:pt x="937471" y="141461"/>
                </a:lnTo>
                <a:lnTo>
                  <a:pt x="937934" y="141137"/>
                </a:lnTo>
                <a:lnTo>
                  <a:pt x="938417" y="140830"/>
                </a:lnTo>
                <a:lnTo>
                  <a:pt x="938920" y="140540"/>
                </a:lnTo>
                <a:lnTo>
                  <a:pt x="939441" y="140266"/>
                </a:lnTo>
                <a:lnTo>
                  <a:pt x="939981" y="140009"/>
                </a:lnTo>
                <a:lnTo>
                  <a:pt x="940541" y="139769"/>
                </a:lnTo>
                <a:lnTo>
                  <a:pt x="941119" y="139545"/>
                </a:lnTo>
                <a:lnTo>
                  <a:pt x="941717" y="139338"/>
                </a:lnTo>
                <a:lnTo>
                  <a:pt x="942334" y="139147"/>
                </a:lnTo>
                <a:lnTo>
                  <a:pt x="942970" y="138973"/>
                </a:lnTo>
                <a:lnTo>
                  <a:pt x="943625" y="138815"/>
                </a:lnTo>
                <a:lnTo>
                  <a:pt x="944299" y="138674"/>
                </a:lnTo>
                <a:lnTo>
                  <a:pt x="944993" y="138550"/>
                </a:lnTo>
                <a:lnTo>
                  <a:pt x="945705" y="138442"/>
                </a:lnTo>
                <a:lnTo>
                  <a:pt x="946437" y="138351"/>
                </a:lnTo>
                <a:lnTo>
                  <a:pt x="947188" y="138276"/>
                </a:lnTo>
                <a:lnTo>
                  <a:pt x="947958" y="138218"/>
                </a:lnTo>
                <a:lnTo>
                  <a:pt x="948747" y="138177"/>
                </a:lnTo>
                <a:lnTo>
                  <a:pt x="949555" y="138152"/>
                </a:lnTo>
                <a:lnTo>
                  <a:pt x="950382" y="138144"/>
                </a:lnTo>
                <a:lnTo>
                  <a:pt x="954788" y="138144"/>
                </a:lnTo>
                <a:lnTo>
                  <a:pt x="954788" y="163371"/>
                </a:lnTo>
                <a:lnTo>
                  <a:pt x="954603" y="163856"/>
                </a:lnTo>
                <a:lnTo>
                  <a:pt x="954413" y="164332"/>
                </a:lnTo>
                <a:lnTo>
                  <a:pt x="954219" y="164798"/>
                </a:lnTo>
                <a:lnTo>
                  <a:pt x="954020" y="165256"/>
                </a:lnTo>
                <a:lnTo>
                  <a:pt x="953818" y="165703"/>
                </a:lnTo>
                <a:lnTo>
                  <a:pt x="953611" y="166142"/>
                </a:lnTo>
                <a:lnTo>
                  <a:pt x="953400" y="166571"/>
                </a:lnTo>
                <a:lnTo>
                  <a:pt x="953184" y="166991"/>
                </a:lnTo>
                <a:lnTo>
                  <a:pt x="952965" y="167401"/>
                </a:lnTo>
                <a:lnTo>
                  <a:pt x="952741" y="167802"/>
                </a:lnTo>
                <a:lnTo>
                  <a:pt x="952512" y="168194"/>
                </a:lnTo>
                <a:lnTo>
                  <a:pt x="952280" y="168576"/>
                </a:lnTo>
                <a:lnTo>
                  <a:pt x="952043" y="168949"/>
                </a:lnTo>
                <a:lnTo>
                  <a:pt x="951802" y="169312"/>
                </a:lnTo>
                <a:lnTo>
                  <a:pt x="951556" y="169667"/>
                </a:lnTo>
                <a:lnTo>
                  <a:pt x="951307" y="170012"/>
                </a:lnTo>
                <a:lnTo>
                  <a:pt x="951053" y="170347"/>
                </a:lnTo>
                <a:lnTo>
                  <a:pt x="950795" y="170673"/>
                </a:lnTo>
                <a:lnTo>
                  <a:pt x="950532" y="170990"/>
                </a:lnTo>
                <a:lnTo>
                  <a:pt x="950266" y="171298"/>
                </a:lnTo>
                <a:lnTo>
                  <a:pt x="949995" y="171596"/>
                </a:lnTo>
                <a:lnTo>
                  <a:pt x="949719" y="171884"/>
                </a:lnTo>
                <a:lnTo>
                  <a:pt x="949440" y="172164"/>
                </a:lnTo>
                <a:lnTo>
                  <a:pt x="949156" y="172434"/>
                </a:lnTo>
                <a:lnTo>
                  <a:pt x="948869" y="172694"/>
                </a:lnTo>
                <a:lnTo>
                  <a:pt x="948580" y="172942"/>
                </a:lnTo>
                <a:lnTo>
                  <a:pt x="948288" y="173180"/>
                </a:lnTo>
                <a:lnTo>
                  <a:pt x="947993" y="173407"/>
                </a:lnTo>
                <a:lnTo>
                  <a:pt x="947696" y="173622"/>
                </a:lnTo>
                <a:lnTo>
                  <a:pt x="947396" y="173827"/>
                </a:lnTo>
                <a:lnTo>
                  <a:pt x="947094" y="174020"/>
                </a:lnTo>
                <a:lnTo>
                  <a:pt x="946789" y="174203"/>
                </a:lnTo>
                <a:lnTo>
                  <a:pt x="946482" y="174374"/>
                </a:lnTo>
                <a:lnTo>
                  <a:pt x="946172" y="174535"/>
                </a:lnTo>
                <a:lnTo>
                  <a:pt x="945859" y="174684"/>
                </a:lnTo>
                <a:lnTo>
                  <a:pt x="945544" y="174822"/>
                </a:lnTo>
                <a:lnTo>
                  <a:pt x="945226" y="174949"/>
                </a:lnTo>
                <a:lnTo>
                  <a:pt x="944906" y="175065"/>
                </a:lnTo>
                <a:lnTo>
                  <a:pt x="944583" y="175170"/>
                </a:lnTo>
                <a:lnTo>
                  <a:pt x="944258" y="175264"/>
                </a:lnTo>
                <a:lnTo>
                  <a:pt x="943930" y="175347"/>
                </a:lnTo>
                <a:lnTo>
                  <a:pt x="943599" y="175419"/>
                </a:lnTo>
                <a:lnTo>
                  <a:pt x="943266" y="175480"/>
                </a:lnTo>
                <a:lnTo>
                  <a:pt x="942930" y="175530"/>
                </a:lnTo>
                <a:lnTo>
                  <a:pt x="942592" y="175568"/>
                </a:lnTo>
                <a:lnTo>
                  <a:pt x="942251" y="175596"/>
                </a:lnTo>
                <a:lnTo>
                  <a:pt x="941908" y="175613"/>
                </a:lnTo>
                <a:lnTo>
                  <a:pt x="941562" y="175618"/>
                </a:lnTo>
                <a:lnTo>
                  <a:pt x="941158" y="175610"/>
                </a:lnTo>
                <a:lnTo>
                  <a:pt x="940761" y="175587"/>
                </a:lnTo>
                <a:lnTo>
                  <a:pt x="940372" y="175547"/>
                </a:lnTo>
                <a:lnTo>
                  <a:pt x="939991" y="175492"/>
                </a:lnTo>
                <a:close/>
                <a:moveTo>
                  <a:pt x="1058060" y="63805"/>
                </a:moveTo>
                <a:lnTo>
                  <a:pt x="1056736" y="63966"/>
                </a:lnTo>
                <a:lnTo>
                  <a:pt x="1055427" y="64157"/>
                </a:lnTo>
                <a:lnTo>
                  <a:pt x="1054133" y="64377"/>
                </a:lnTo>
                <a:lnTo>
                  <a:pt x="1052855" y="64626"/>
                </a:lnTo>
                <a:lnTo>
                  <a:pt x="1051592" y="64905"/>
                </a:lnTo>
                <a:lnTo>
                  <a:pt x="1050344" y="65213"/>
                </a:lnTo>
                <a:lnTo>
                  <a:pt x="1049112" y="65550"/>
                </a:lnTo>
                <a:lnTo>
                  <a:pt x="1047895" y="65917"/>
                </a:lnTo>
                <a:lnTo>
                  <a:pt x="1046693" y="66313"/>
                </a:lnTo>
                <a:lnTo>
                  <a:pt x="1045506" y="66739"/>
                </a:lnTo>
                <a:lnTo>
                  <a:pt x="1044335" y="67193"/>
                </a:lnTo>
                <a:lnTo>
                  <a:pt x="1043179" y="67678"/>
                </a:lnTo>
                <a:lnTo>
                  <a:pt x="1042039" y="68191"/>
                </a:lnTo>
                <a:lnTo>
                  <a:pt x="1040913" y="68734"/>
                </a:lnTo>
                <a:lnTo>
                  <a:pt x="1039803" y="69306"/>
                </a:lnTo>
                <a:lnTo>
                  <a:pt x="1038709" y="69907"/>
                </a:lnTo>
                <a:lnTo>
                  <a:pt x="1037629" y="70538"/>
                </a:lnTo>
                <a:lnTo>
                  <a:pt x="1036565" y="71198"/>
                </a:lnTo>
                <a:lnTo>
                  <a:pt x="1035516" y="71888"/>
                </a:lnTo>
                <a:lnTo>
                  <a:pt x="1034485" y="72605"/>
                </a:lnTo>
                <a:lnTo>
                  <a:pt x="1033475" y="73347"/>
                </a:lnTo>
                <a:lnTo>
                  <a:pt x="1032484" y="74115"/>
                </a:lnTo>
                <a:lnTo>
                  <a:pt x="1031513" y="74909"/>
                </a:lnTo>
                <a:lnTo>
                  <a:pt x="1030562" y="75728"/>
                </a:lnTo>
                <a:lnTo>
                  <a:pt x="1029631" y="76572"/>
                </a:lnTo>
                <a:lnTo>
                  <a:pt x="1028720" y="77442"/>
                </a:lnTo>
                <a:lnTo>
                  <a:pt x="1027829" y="78338"/>
                </a:lnTo>
                <a:lnTo>
                  <a:pt x="1026958" y="79259"/>
                </a:lnTo>
                <a:lnTo>
                  <a:pt x="1026107" y="80205"/>
                </a:lnTo>
                <a:lnTo>
                  <a:pt x="1025276" y="81177"/>
                </a:lnTo>
                <a:lnTo>
                  <a:pt x="1024465" y="82175"/>
                </a:lnTo>
                <a:lnTo>
                  <a:pt x="1023674" y="83198"/>
                </a:lnTo>
                <a:lnTo>
                  <a:pt x="1022903" y="84247"/>
                </a:lnTo>
                <a:lnTo>
                  <a:pt x="1022152" y="85321"/>
                </a:lnTo>
                <a:lnTo>
                  <a:pt x="1021421" y="86420"/>
                </a:lnTo>
                <a:lnTo>
                  <a:pt x="1020710" y="87546"/>
                </a:lnTo>
                <a:lnTo>
                  <a:pt x="1020018" y="88696"/>
                </a:lnTo>
                <a:lnTo>
                  <a:pt x="1019347" y="89872"/>
                </a:lnTo>
                <a:lnTo>
                  <a:pt x="1018696" y="91074"/>
                </a:lnTo>
                <a:lnTo>
                  <a:pt x="1018065" y="92301"/>
                </a:lnTo>
                <a:lnTo>
                  <a:pt x="1017454" y="93554"/>
                </a:lnTo>
                <a:lnTo>
                  <a:pt x="1016863" y="94832"/>
                </a:lnTo>
                <a:lnTo>
                  <a:pt x="1016291" y="96136"/>
                </a:lnTo>
                <a:lnTo>
                  <a:pt x="1015742" y="97463"/>
                </a:lnTo>
                <a:lnTo>
                  <a:pt x="1015216" y="98810"/>
                </a:lnTo>
                <a:lnTo>
                  <a:pt x="1014713" y="100179"/>
                </a:lnTo>
                <a:lnTo>
                  <a:pt x="1014234" y="101568"/>
                </a:lnTo>
                <a:lnTo>
                  <a:pt x="1013778" y="102979"/>
                </a:lnTo>
                <a:lnTo>
                  <a:pt x="1013345" y="104410"/>
                </a:lnTo>
                <a:lnTo>
                  <a:pt x="1012936" y="105862"/>
                </a:lnTo>
                <a:lnTo>
                  <a:pt x="1012550" y="107335"/>
                </a:lnTo>
                <a:lnTo>
                  <a:pt x="1012187" y="108828"/>
                </a:lnTo>
                <a:lnTo>
                  <a:pt x="1011848" y="110343"/>
                </a:lnTo>
                <a:lnTo>
                  <a:pt x="1011533" y="111878"/>
                </a:lnTo>
                <a:lnTo>
                  <a:pt x="1011240" y="113434"/>
                </a:lnTo>
                <a:lnTo>
                  <a:pt x="1010971" y="115011"/>
                </a:lnTo>
                <a:lnTo>
                  <a:pt x="1010726" y="116609"/>
                </a:lnTo>
                <a:lnTo>
                  <a:pt x="1010504" y="118228"/>
                </a:lnTo>
                <a:lnTo>
                  <a:pt x="1010305" y="119867"/>
                </a:lnTo>
                <a:lnTo>
                  <a:pt x="1010130" y="121528"/>
                </a:lnTo>
                <a:lnTo>
                  <a:pt x="1009978" y="123209"/>
                </a:lnTo>
                <a:lnTo>
                  <a:pt x="1009849" y="124911"/>
                </a:lnTo>
                <a:lnTo>
                  <a:pt x="1009744" y="126634"/>
                </a:lnTo>
                <a:lnTo>
                  <a:pt x="1009662" y="128377"/>
                </a:lnTo>
                <a:lnTo>
                  <a:pt x="1009603" y="130142"/>
                </a:lnTo>
                <a:lnTo>
                  <a:pt x="1009568" y="131927"/>
                </a:lnTo>
                <a:lnTo>
                  <a:pt x="1009557" y="133734"/>
                </a:lnTo>
                <a:lnTo>
                  <a:pt x="1009582" y="136502"/>
                </a:lnTo>
                <a:lnTo>
                  <a:pt x="1009659" y="139213"/>
                </a:lnTo>
                <a:lnTo>
                  <a:pt x="1009786" y="141868"/>
                </a:lnTo>
                <a:lnTo>
                  <a:pt x="1009965" y="144467"/>
                </a:lnTo>
                <a:lnTo>
                  <a:pt x="1010194" y="147009"/>
                </a:lnTo>
                <a:lnTo>
                  <a:pt x="1010475" y="149494"/>
                </a:lnTo>
                <a:lnTo>
                  <a:pt x="1010807" y="151923"/>
                </a:lnTo>
                <a:lnTo>
                  <a:pt x="1011189" y="154295"/>
                </a:lnTo>
                <a:lnTo>
                  <a:pt x="1011623" y="156611"/>
                </a:lnTo>
                <a:lnTo>
                  <a:pt x="1012108" y="158870"/>
                </a:lnTo>
                <a:lnTo>
                  <a:pt x="1012644" y="161073"/>
                </a:lnTo>
                <a:lnTo>
                  <a:pt x="1013230" y="163218"/>
                </a:lnTo>
                <a:lnTo>
                  <a:pt x="1013868" y="165308"/>
                </a:lnTo>
                <a:lnTo>
                  <a:pt x="1014557" y="167341"/>
                </a:lnTo>
                <a:lnTo>
                  <a:pt x="1015297" y="169317"/>
                </a:lnTo>
                <a:lnTo>
                  <a:pt x="1016088" y="171237"/>
                </a:lnTo>
                <a:lnTo>
                  <a:pt x="1016930" y="173100"/>
                </a:lnTo>
                <a:lnTo>
                  <a:pt x="1017823" y="174906"/>
                </a:lnTo>
                <a:lnTo>
                  <a:pt x="1018767" y="176656"/>
                </a:lnTo>
                <a:lnTo>
                  <a:pt x="1019762" y="178350"/>
                </a:lnTo>
                <a:lnTo>
                  <a:pt x="1020808" y="179987"/>
                </a:lnTo>
                <a:lnTo>
                  <a:pt x="1021905" y="181567"/>
                </a:lnTo>
                <a:lnTo>
                  <a:pt x="1023053" y="183091"/>
                </a:lnTo>
                <a:lnTo>
                  <a:pt x="1024252" y="184558"/>
                </a:lnTo>
                <a:lnTo>
                  <a:pt x="1025497" y="185967"/>
                </a:lnTo>
                <a:lnTo>
                  <a:pt x="1026783" y="187316"/>
                </a:lnTo>
                <a:lnTo>
                  <a:pt x="1028109" y="188605"/>
                </a:lnTo>
                <a:lnTo>
                  <a:pt x="1029477" y="189834"/>
                </a:lnTo>
                <a:lnTo>
                  <a:pt x="1030885" y="191003"/>
                </a:lnTo>
                <a:lnTo>
                  <a:pt x="1032334" y="192112"/>
                </a:lnTo>
                <a:lnTo>
                  <a:pt x="1033824" y="193161"/>
                </a:lnTo>
                <a:lnTo>
                  <a:pt x="1035355" y="194150"/>
                </a:lnTo>
                <a:lnTo>
                  <a:pt x="1036927" y="195080"/>
                </a:lnTo>
                <a:lnTo>
                  <a:pt x="1038539" y="195949"/>
                </a:lnTo>
                <a:lnTo>
                  <a:pt x="1040193" y="196758"/>
                </a:lnTo>
                <a:lnTo>
                  <a:pt x="1041887" y="197508"/>
                </a:lnTo>
                <a:lnTo>
                  <a:pt x="1043622" y="198197"/>
                </a:lnTo>
                <a:lnTo>
                  <a:pt x="1045397" y="198827"/>
                </a:lnTo>
                <a:lnTo>
                  <a:pt x="1047214" y="199396"/>
                </a:lnTo>
                <a:lnTo>
                  <a:pt x="1049071" y="199906"/>
                </a:lnTo>
                <a:lnTo>
                  <a:pt x="1050969" y="200355"/>
                </a:lnTo>
                <a:lnTo>
                  <a:pt x="1052909" y="200745"/>
                </a:lnTo>
                <a:lnTo>
                  <a:pt x="1054888" y="201075"/>
                </a:lnTo>
                <a:lnTo>
                  <a:pt x="1056909" y="201345"/>
                </a:lnTo>
                <a:lnTo>
                  <a:pt x="1058971" y="201555"/>
                </a:lnTo>
                <a:lnTo>
                  <a:pt x="1061073" y="201704"/>
                </a:lnTo>
                <a:lnTo>
                  <a:pt x="1063216" y="201794"/>
                </a:lnTo>
                <a:lnTo>
                  <a:pt x="1065400" y="201824"/>
                </a:lnTo>
                <a:lnTo>
                  <a:pt x="1067127" y="201798"/>
                </a:lnTo>
                <a:lnTo>
                  <a:pt x="1068836" y="201719"/>
                </a:lnTo>
                <a:lnTo>
                  <a:pt x="1070529" y="201587"/>
                </a:lnTo>
                <a:lnTo>
                  <a:pt x="1072204" y="201403"/>
                </a:lnTo>
                <a:lnTo>
                  <a:pt x="1073863" y="201165"/>
                </a:lnTo>
                <a:lnTo>
                  <a:pt x="1075504" y="200875"/>
                </a:lnTo>
                <a:lnTo>
                  <a:pt x="1077129" y="200533"/>
                </a:lnTo>
                <a:lnTo>
                  <a:pt x="1078736" y="200137"/>
                </a:lnTo>
                <a:lnTo>
                  <a:pt x="1080327" y="199689"/>
                </a:lnTo>
                <a:lnTo>
                  <a:pt x="1081900" y="199188"/>
                </a:lnTo>
                <a:lnTo>
                  <a:pt x="1083457" y="198634"/>
                </a:lnTo>
                <a:lnTo>
                  <a:pt x="1084996" y="198028"/>
                </a:lnTo>
                <a:lnTo>
                  <a:pt x="1086518" y="197369"/>
                </a:lnTo>
                <a:lnTo>
                  <a:pt x="1088024" y="196657"/>
                </a:lnTo>
                <a:lnTo>
                  <a:pt x="1089512" y="195893"/>
                </a:lnTo>
                <a:lnTo>
                  <a:pt x="1090984" y="195076"/>
                </a:lnTo>
                <a:lnTo>
                  <a:pt x="1092438" y="194206"/>
                </a:lnTo>
                <a:lnTo>
                  <a:pt x="1093875" y="193283"/>
                </a:lnTo>
                <a:lnTo>
                  <a:pt x="1095296" y="192307"/>
                </a:lnTo>
                <a:lnTo>
                  <a:pt x="1096699" y="191279"/>
                </a:lnTo>
                <a:lnTo>
                  <a:pt x="1098085" y="190198"/>
                </a:lnTo>
                <a:lnTo>
                  <a:pt x="1099454" y="189065"/>
                </a:lnTo>
                <a:lnTo>
                  <a:pt x="1100807" y="187879"/>
                </a:lnTo>
                <a:lnTo>
                  <a:pt x="1102142" y="186639"/>
                </a:lnTo>
                <a:lnTo>
                  <a:pt x="1086221" y="165329"/>
                </a:lnTo>
                <a:lnTo>
                  <a:pt x="1085774" y="165672"/>
                </a:lnTo>
                <a:lnTo>
                  <a:pt x="1085331" y="166006"/>
                </a:lnTo>
                <a:lnTo>
                  <a:pt x="1084893" y="166332"/>
                </a:lnTo>
                <a:lnTo>
                  <a:pt x="1084459" y="166649"/>
                </a:lnTo>
                <a:lnTo>
                  <a:pt x="1084029" y="166958"/>
                </a:lnTo>
                <a:lnTo>
                  <a:pt x="1083603" y="167258"/>
                </a:lnTo>
                <a:lnTo>
                  <a:pt x="1083181" y="167550"/>
                </a:lnTo>
                <a:lnTo>
                  <a:pt x="1082764" y="167833"/>
                </a:lnTo>
                <a:lnTo>
                  <a:pt x="1082351" y="168107"/>
                </a:lnTo>
                <a:lnTo>
                  <a:pt x="1081943" y="168374"/>
                </a:lnTo>
                <a:lnTo>
                  <a:pt x="1081538" y="168631"/>
                </a:lnTo>
                <a:lnTo>
                  <a:pt x="1081138" y="168881"/>
                </a:lnTo>
                <a:lnTo>
                  <a:pt x="1080742" y="169121"/>
                </a:lnTo>
                <a:lnTo>
                  <a:pt x="1080351" y="169353"/>
                </a:lnTo>
                <a:lnTo>
                  <a:pt x="1079963" y="169577"/>
                </a:lnTo>
                <a:lnTo>
                  <a:pt x="1079580" y="169792"/>
                </a:lnTo>
                <a:lnTo>
                  <a:pt x="1079201" y="169999"/>
                </a:lnTo>
                <a:lnTo>
                  <a:pt x="1078827" y="170197"/>
                </a:lnTo>
                <a:lnTo>
                  <a:pt x="1078456" y="170387"/>
                </a:lnTo>
                <a:lnTo>
                  <a:pt x="1078090" y="170568"/>
                </a:lnTo>
                <a:lnTo>
                  <a:pt x="1077728" y="170741"/>
                </a:lnTo>
                <a:lnTo>
                  <a:pt x="1077371" y="170905"/>
                </a:lnTo>
                <a:lnTo>
                  <a:pt x="1077017" y="171061"/>
                </a:lnTo>
                <a:lnTo>
                  <a:pt x="1076668" y="171208"/>
                </a:lnTo>
                <a:lnTo>
                  <a:pt x="1076320" y="171348"/>
                </a:lnTo>
                <a:lnTo>
                  <a:pt x="1075969" y="171482"/>
                </a:lnTo>
                <a:lnTo>
                  <a:pt x="1075616" y="171610"/>
                </a:lnTo>
                <a:lnTo>
                  <a:pt x="1075260" y="171732"/>
                </a:lnTo>
                <a:lnTo>
                  <a:pt x="1074902" y="171848"/>
                </a:lnTo>
                <a:lnTo>
                  <a:pt x="1074541" y="171958"/>
                </a:lnTo>
                <a:lnTo>
                  <a:pt x="1074177" y="172063"/>
                </a:lnTo>
                <a:lnTo>
                  <a:pt x="1073811" y="172161"/>
                </a:lnTo>
                <a:lnTo>
                  <a:pt x="1073442" y="172253"/>
                </a:lnTo>
                <a:lnTo>
                  <a:pt x="1073071" y="172340"/>
                </a:lnTo>
                <a:lnTo>
                  <a:pt x="1072697" y="172420"/>
                </a:lnTo>
                <a:lnTo>
                  <a:pt x="1072321" y="172495"/>
                </a:lnTo>
                <a:lnTo>
                  <a:pt x="1071942" y="172563"/>
                </a:lnTo>
                <a:lnTo>
                  <a:pt x="1071560" y="172626"/>
                </a:lnTo>
                <a:lnTo>
                  <a:pt x="1071176" y="172682"/>
                </a:lnTo>
                <a:lnTo>
                  <a:pt x="1070790" y="172733"/>
                </a:lnTo>
                <a:lnTo>
                  <a:pt x="1070401" y="172777"/>
                </a:lnTo>
                <a:lnTo>
                  <a:pt x="1070009" y="172816"/>
                </a:lnTo>
                <a:lnTo>
                  <a:pt x="1069615" y="172849"/>
                </a:lnTo>
                <a:lnTo>
                  <a:pt x="1069218" y="172876"/>
                </a:lnTo>
                <a:lnTo>
                  <a:pt x="1068819" y="172897"/>
                </a:lnTo>
                <a:lnTo>
                  <a:pt x="1068417" y="172912"/>
                </a:lnTo>
                <a:lnTo>
                  <a:pt x="1068012" y="172920"/>
                </a:lnTo>
                <a:lnTo>
                  <a:pt x="1067605" y="172923"/>
                </a:lnTo>
                <a:lnTo>
                  <a:pt x="1066837" y="172909"/>
                </a:lnTo>
                <a:lnTo>
                  <a:pt x="1066083" y="172864"/>
                </a:lnTo>
                <a:lnTo>
                  <a:pt x="1065344" y="172789"/>
                </a:lnTo>
                <a:lnTo>
                  <a:pt x="1064619" y="172685"/>
                </a:lnTo>
                <a:lnTo>
                  <a:pt x="1063908" y="172551"/>
                </a:lnTo>
                <a:lnTo>
                  <a:pt x="1063212" y="172388"/>
                </a:lnTo>
                <a:lnTo>
                  <a:pt x="1062531" y="172194"/>
                </a:lnTo>
                <a:lnTo>
                  <a:pt x="1061863" y="171971"/>
                </a:lnTo>
                <a:lnTo>
                  <a:pt x="1061211" y="171718"/>
                </a:lnTo>
                <a:lnTo>
                  <a:pt x="1060572" y="171435"/>
                </a:lnTo>
                <a:lnTo>
                  <a:pt x="1059949" y="171122"/>
                </a:lnTo>
                <a:lnTo>
                  <a:pt x="1059339" y="170780"/>
                </a:lnTo>
                <a:lnTo>
                  <a:pt x="1058744" y="170408"/>
                </a:lnTo>
                <a:lnTo>
                  <a:pt x="1058164" y="170006"/>
                </a:lnTo>
                <a:lnTo>
                  <a:pt x="1057598" y="169574"/>
                </a:lnTo>
                <a:lnTo>
                  <a:pt x="1057046" y="169113"/>
                </a:lnTo>
                <a:lnTo>
                  <a:pt x="1056509" y="168622"/>
                </a:lnTo>
                <a:lnTo>
                  <a:pt x="1055986" y="168101"/>
                </a:lnTo>
                <a:lnTo>
                  <a:pt x="1055478" y="167550"/>
                </a:lnTo>
                <a:lnTo>
                  <a:pt x="1054984" y="166970"/>
                </a:lnTo>
                <a:lnTo>
                  <a:pt x="1054504" y="166359"/>
                </a:lnTo>
                <a:lnTo>
                  <a:pt x="1054039" y="165719"/>
                </a:lnTo>
                <a:lnTo>
                  <a:pt x="1053589" y="165050"/>
                </a:lnTo>
                <a:lnTo>
                  <a:pt x="1053153" y="164350"/>
                </a:lnTo>
                <a:lnTo>
                  <a:pt x="1052733" y="163612"/>
                </a:lnTo>
                <a:lnTo>
                  <a:pt x="1052331" y="162826"/>
                </a:lnTo>
                <a:lnTo>
                  <a:pt x="1051948" y="161992"/>
                </a:lnTo>
                <a:lnTo>
                  <a:pt x="1051582" y="161111"/>
                </a:lnTo>
                <a:lnTo>
                  <a:pt x="1051233" y="160183"/>
                </a:lnTo>
                <a:lnTo>
                  <a:pt x="1050903" y="159206"/>
                </a:lnTo>
                <a:lnTo>
                  <a:pt x="1050590" y="158182"/>
                </a:lnTo>
                <a:lnTo>
                  <a:pt x="1050296" y="157111"/>
                </a:lnTo>
                <a:lnTo>
                  <a:pt x="1050019" y="155992"/>
                </a:lnTo>
                <a:lnTo>
                  <a:pt x="1049760" y="154825"/>
                </a:lnTo>
                <a:lnTo>
                  <a:pt x="1049519" y="153610"/>
                </a:lnTo>
                <a:lnTo>
                  <a:pt x="1049296" y="152348"/>
                </a:lnTo>
                <a:lnTo>
                  <a:pt x="1049091" y="151039"/>
                </a:lnTo>
                <a:lnTo>
                  <a:pt x="1048903" y="149682"/>
                </a:lnTo>
                <a:lnTo>
                  <a:pt x="1048733" y="148277"/>
                </a:lnTo>
                <a:lnTo>
                  <a:pt x="1048582" y="146824"/>
                </a:lnTo>
                <a:lnTo>
                  <a:pt x="1048448" y="145324"/>
                </a:lnTo>
                <a:lnTo>
                  <a:pt x="1048332" y="143777"/>
                </a:lnTo>
                <a:lnTo>
                  <a:pt x="1048233" y="142181"/>
                </a:lnTo>
                <a:lnTo>
                  <a:pt x="1048153" y="140538"/>
                </a:lnTo>
                <a:lnTo>
                  <a:pt x="1048091" y="138848"/>
                </a:lnTo>
                <a:lnTo>
                  <a:pt x="1048046" y="137110"/>
                </a:lnTo>
                <a:lnTo>
                  <a:pt x="1048019" y="135324"/>
                </a:lnTo>
                <a:lnTo>
                  <a:pt x="1048010" y="133491"/>
                </a:lnTo>
                <a:lnTo>
                  <a:pt x="1048019" y="131556"/>
                </a:lnTo>
                <a:lnTo>
                  <a:pt x="1048044" y="129671"/>
                </a:lnTo>
                <a:lnTo>
                  <a:pt x="1048087" y="127836"/>
                </a:lnTo>
                <a:lnTo>
                  <a:pt x="1048146" y="126050"/>
                </a:lnTo>
                <a:lnTo>
                  <a:pt x="1048223" y="124315"/>
                </a:lnTo>
                <a:lnTo>
                  <a:pt x="1048316" y="122629"/>
                </a:lnTo>
                <a:lnTo>
                  <a:pt x="1048427" y="120993"/>
                </a:lnTo>
                <a:lnTo>
                  <a:pt x="1048555" y="119406"/>
                </a:lnTo>
                <a:lnTo>
                  <a:pt x="1048699" y="117870"/>
                </a:lnTo>
                <a:lnTo>
                  <a:pt x="1048861" y="116383"/>
                </a:lnTo>
                <a:lnTo>
                  <a:pt x="1049040" y="114946"/>
                </a:lnTo>
                <a:lnTo>
                  <a:pt x="1049235" y="113558"/>
                </a:lnTo>
                <a:lnTo>
                  <a:pt x="1049448" y="112221"/>
                </a:lnTo>
                <a:lnTo>
                  <a:pt x="1049678" y="110933"/>
                </a:lnTo>
                <a:lnTo>
                  <a:pt x="1049924" y="109695"/>
                </a:lnTo>
                <a:lnTo>
                  <a:pt x="1050188" y="108507"/>
                </a:lnTo>
                <a:lnTo>
                  <a:pt x="1050469" y="107368"/>
                </a:lnTo>
                <a:lnTo>
                  <a:pt x="1050766" y="106280"/>
                </a:lnTo>
                <a:lnTo>
                  <a:pt x="1051081" y="105241"/>
                </a:lnTo>
                <a:lnTo>
                  <a:pt x="1051413" y="104252"/>
                </a:lnTo>
                <a:lnTo>
                  <a:pt x="1051762" y="103312"/>
                </a:lnTo>
                <a:lnTo>
                  <a:pt x="1052127" y="102423"/>
                </a:lnTo>
                <a:lnTo>
                  <a:pt x="1052510" y="101583"/>
                </a:lnTo>
                <a:lnTo>
                  <a:pt x="1052910" y="100793"/>
                </a:lnTo>
                <a:lnTo>
                  <a:pt x="1053327" y="100043"/>
                </a:lnTo>
                <a:lnTo>
                  <a:pt x="1053762" y="99325"/>
                </a:lnTo>
                <a:lnTo>
                  <a:pt x="1054215" y="98640"/>
                </a:lnTo>
                <a:lnTo>
                  <a:pt x="1054686" y="97986"/>
                </a:lnTo>
                <a:lnTo>
                  <a:pt x="1055175" y="97364"/>
                </a:lnTo>
                <a:lnTo>
                  <a:pt x="1055681" y="96774"/>
                </a:lnTo>
                <a:lnTo>
                  <a:pt x="1056206" y="96215"/>
                </a:lnTo>
                <a:lnTo>
                  <a:pt x="1056748" y="95689"/>
                </a:lnTo>
                <a:lnTo>
                  <a:pt x="1057308" y="95195"/>
                </a:lnTo>
                <a:lnTo>
                  <a:pt x="1057886" y="94732"/>
                </a:lnTo>
                <a:lnTo>
                  <a:pt x="1058482" y="94301"/>
                </a:lnTo>
                <a:lnTo>
                  <a:pt x="1059095" y="93903"/>
                </a:lnTo>
                <a:lnTo>
                  <a:pt x="1059727" y="93536"/>
                </a:lnTo>
                <a:lnTo>
                  <a:pt x="1060376" y="93201"/>
                </a:lnTo>
                <a:lnTo>
                  <a:pt x="1061043" y="92898"/>
                </a:lnTo>
                <a:lnTo>
                  <a:pt x="1061728" y="92627"/>
                </a:lnTo>
                <a:lnTo>
                  <a:pt x="1062431" y="92388"/>
                </a:lnTo>
                <a:lnTo>
                  <a:pt x="1063152" y="92180"/>
                </a:lnTo>
                <a:lnTo>
                  <a:pt x="1063891" y="92005"/>
                </a:lnTo>
                <a:lnTo>
                  <a:pt x="1064647" y="91861"/>
                </a:lnTo>
                <a:lnTo>
                  <a:pt x="1065422" y="91750"/>
                </a:lnTo>
                <a:lnTo>
                  <a:pt x="1066214" y="91670"/>
                </a:lnTo>
                <a:lnTo>
                  <a:pt x="1067024" y="91622"/>
                </a:lnTo>
                <a:lnTo>
                  <a:pt x="1067852" y="91606"/>
                </a:lnTo>
                <a:lnTo>
                  <a:pt x="1068609" y="91620"/>
                </a:lnTo>
                <a:lnTo>
                  <a:pt x="1069369" y="91662"/>
                </a:lnTo>
                <a:lnTo>
                  <a:pt x="1070132" y="91732"/>
                </a:lnTo>
                <a:lnTo>
                  <a:pt x="1070899" y="91831"/>
                </a:lnTo>
                <a:lnTo>
                  <a:pt x="1071669" y="91957"/>
                </a:lnTo>
                <a:lnTo>
                  <a:pt x="1072443" y="92111"/>
                </a:lnTo>
                <a:lnTo>
                  <a:pt x="1073220" y="92294"/>
                </a:lnTo>
                <a:lnTo>
                  <a:pt x="1074001" y="92504"/>
                </a:lnTo>
                <a:lnTo>
                  <a:pt x="1074785" y="92743"/>
                </a:lnTo>
                <a:lnTo>
                  <a:pt x="1075572" y="93010"/>
                </a:lnTo>
                <a:lnTo>
                  <a:pt x="1076363" y="93304"/>
                </a:lnTo>
                <a:lnTo>
                  <a:pt x="1077157" y="93627"/>
                </a:lnTo>
                <a:lnTo>
                  <a:pt x="1077955" y="93978"/>
                </a:lnTo>
                <a:lnTo>
                  <a:pt x="1078756" y="94357"/>
                </a:lnTo>
                <a:lnTo>
                  <a:pt x="1079560" y="94764"/>
                </a:lnTo>
                <a:lnTo>
                  <a:pt x="1080368" y="95199"/>
                </a:lnTo>
                <a:lnTo>
                  <a:pt x="1081179" y="95662"/>
                </a:lnTo>
                <a:lnTo>
                  <a:pt x="1081994" y="96153"/>
                </a:lnTo>
                <a:lnTo>
                  <a:pt x="1082812" y="96673"/>
                </a:lnTo>
                <a:lnTo>
                  <a:pt x="1083633" y="97220"/>
                </a:lnTo>
                <a:lnTo>
                  <a:pt x="1084458" y="97795"/>
                </a:lnTo>
                <a:lnTo>
                  <a:pt x="1085287" y="98399"/>
                </a:lnTo>
                <a:lnTo>
                  <a:pt x="1086118" y="99030"/>
                </a:lnTo>
                <a:lnTo>
                  <a:pt x="1086953" y="99690"/>
                </a:lnTo>
                <a:lnTo>
                  <a:pt x="1102142" y="79359"/>
                </a:lnTo>
                <a:lnTo>
                  <a:pt x="1101486" y="78692"/>
                </a:lnTo>
                <a:lnTo>
                  <a:pt x="1100827" y="78041"/>
                </a:lnTo>
                <a:lnTo>
                  <a:pt x="1100163" y="77403"/>
                </a:lnTo>
                <a:lnTo>
                  <a:pt x="1099494" y="76780"/>
                </a:lnTo>
                <a:lnTo>
                  <a:pt x="1098822" y="76171"/>
                </a:lnTo>
                <a:lnTo>
                  <a:pt x="1098145" y="75577"/>
                </a:lnTo>
                <a:lnTo>
                  <a:pt x="1097464" y="74998"/>
                </a:lnTo>
                <a:lnTo>
                  <a:pt x="1096779" y="74433"/>
                </a:lnTo>
                <a:lnTo>
                  <a:pt x="1096089" y="73882"/>
                </a:lnTo>
                <a:lnTo>
                  <a:pt x="1095396" y="73346"/>
                </a:lnTo>
                <a:lnTo>
                  <a:pt x="1094698" y="72824"/>
                </a:lnTo>
                <a:lnTo>
                  <a:pt x="1093996" y="72317"/>
                </a:lnTo>
                <a:lnTo>
                  <a:pt x="1093289" y="71824"/>
                </a:lnTo>
                <a:lnTo>
                  <a:pt x="1092578" y="71346"/>
                </a:lnTo>
                <a:lnTo>
                  <a:pt x="1091863" y="70882"/>
                </a:lnTo>
                <a:lnTo>
                  <a:pt x="1091144" y="70432"/>
                </a:lnTo>
                <a:lnTo>
                  <a:pt x="1090421" y="69998"/>
                </a:lnTo>
                <a:lnTo>
                  <a:pt x="1089693" y="69577"/>
                </a:lnTo>
                <a:lnTo>
                  <a:pt x="1088961" y="69171"/>
                </a:lnTo>
                <a:lnTo>
                  <a:pt x="1088225" y="68780"/>
                </a:lnTo>
                <a:lnTo>
                  <a:pt x="1087485" y="68403"/>
                </a:lnTo>
                <a:lnTo>
                  <a:pt x="1086740" y="68040"/>
                </a:lnTo>
                <a:lnTo>
                  <a:pt x="1085991" y="67692"/>
                </a:lnTo>
                <a:lnTo>
                  <a:pt x="1085238" y="67358"/>
                </a:lnTo>
                <a:lnTo>
                  <a:pt x="1084479" y="67038"/>
                </a:lnTo>
                <a:lnTo>
                  <a:pt x="1083713" y="66732"/>
                </a:lnTo>
                <a:lnTo>
                  <a:pt x="1082939" y="66439"/>
                </a:lnTo>
                <a:lnTo>
                  <a:pt x="1082157" y="66160"/>
                </a:lnTo>
                <a:lnTo>
                  <a:pt x="1081367" y="65895"/>
                </a:lnTo>
                <a:lnTo>
                  <a:pt x="1080570" y="65643"/>
                </a:lnTo>
                <a:lnTo>
                  <a:pt x="1079765" y="65405"/>
                </a:lnTo>
                <a:lnTo>
                  <a:pt x="1078953" y="65180"/>
                </a:lnTo>
                <a:lnTo>
                  <a:pt x="1078133" y="64969"/>
                </a:lnTo>
                <a:lnTo>
                  <a:pt x="1077305" y="64772"/>
                </a:lnTo>
                <a:lnTo>
                  <a:pt x="1076470" y="64588"/>
                </a:lnTo>
                <a:lnTo>
                  <a:pt x="1075626" y="64418"/>
                </a:lnTo>
                <a:lnTo>
                  <a:pt x="1074776" y="64261"/>
                </a:lnTo>
                <a:lnTo>
                  <a:pt x="1073917" y="64118"/>
                </a:lnTo>
                <a:lnTo>
                  <a:pt x="1073051" y="63989"/>
                </a:lnTo>
                <a:lnTo>
                  <a:pt x="1072177" y="63873"/>
                </a:lnTo>
                <a:lnTo>
                  <a:pt x="1071296" y="63771"/>
                </a:lnTo>
                <a:lnTo>
                  <a:pt x="1070407" y="63683"/>
                </a:lnTo>
                <a:lnTo>
                  <a:pt x="1069510" y="63608"/>
                </a:lnTo>
                <a:lnTo>
                  <a:pt x="1068605" y="63547"/>
                </a:lnTo>
                <a:lnTo>
                  <a:pt x="1067693" y="63499"/>
                </a:lnTo>
                <a:lnTo>
                  <a:pt x="1066773" y="63465"/>
                </a:lnTo>
                <a:lnTo>
                  <a:pt x="1065846" y="63445"/>
                </a:lnTo>
                <a:lnTo>
                  <a:pt x="1064911" y="63438"/>
                </a:lnTo>
                <a:lnTo>
                  <a:pt x="1063510" y="63452"/>
                </a:lnTo>
                <a:lnTo>
                  <a:pt x="1062124" y="63496"/>
                </a:lnTo>
                <a:lnTo>
                  <a:pt x="1060754" y="63570"/>
                </a:lnTo>
                <a:lnTo>
                  <a:pt x="1059400" y="63672"/>
                </a:lnTo>
                <a:lnTo>
                  <a:pt x="1058060" y="63805"/>
                </a:lnTo>
                <a:close/>
                <a:moveTo>
                  <a:pt x="1317808" y="101405"/>
                </a:moveTo>
                <a:lnTo>
                  <a:pt x="1317632" y="99672"/>
                </a:lnTo>
                <a:lnTo>
                  <a:pt x="1317417" y="97981"/>
                </a:lnTo>
                <a:lnTo>
                  <a:pt x="1317163" y="96330"/>
                </a:lnTo>
                <a:lnTo>
                  <a:pt x="1316869" y="94721"/>
                </a:lnTo>
                <a:lnTo>
                  <a:pt x="1316537" y="93153"/>
                </a:lnTo>
                <a:lnTo>
                  <a:pt x="1316165" y="91626"/>
                </a:lnTo>
                <a:lnTo>
                  <a:pt x="1315754" y="90141"/>
                </a:lnTo>
                <a:lnTo>
                  <a:pt x="1315304" y="88697"/>
                </a:lnTo>
                <a:lnTo>
                  <a:pt x="1314815" y="87294"/>
                </a:lnTo>
                <a:lnTo>
                  <a:pt x="1314287" y="85932"/>
                </a:lnTo>
                <a:lnTo>
                  <a:pt x="1313720" y="84611"/>
                </a:lnTo>
                <a:lnTo>
                  <a:pt x="1313113" y="83332"/>
                </a:lnTo>
                <a:lnTo>
                  <a:pt x="1312467" y="82094"/>
                </a:lnTo>
                <a:lnTo>
                  <a:pt x="1311783" y="80897"/>
                </a:lnTo>
                <a:lnTo>
                  <a:pt x="1311059" y="79742"/>
                </a:lnTo>
                <a:lnTo>
                  <a:pt x="1310296" y="78627"/>
                </a:lnTo>
                <a:lnTo>
                  <a:pt x="1309494" y="77554"/>
                </a:lnTo>
                <a:lnTo>
                  <a:pt x="1308653" y="76522"/>
                </a:lnTo>
                <a:lnTo>
                  <a:pt x="1307772" y="75532"/>
                </a:lnTo>
                <a:lnTo>
                  <a:pt x="1306853" y="74583"/>
                </a:lnTo>
                <a:lnTo>
                  <a:pt x="1305894" y="73673"/>
                </a:lnTo>
                <a:lnTo>
                  <a:pt x="1304893" y="72802"/>
                </a:lnTo>
                <a:lnTo>
                  <a:pt x="1303852" y="71970"/>
                </a:lnTo>
                <a:lnTo>
                  <a:pt x="1302770" y="71177"/>
                </a:lnTo>
                <a:lnTo>
                  <a:pt x="1301648" y="70423"/>
                </a:lnTo>
                <a:lnTo>
                  <a:pt x="1300484" y="69707"/>
                </a:lnTo>
                <a:lnTo>
                  <a:pt x="1299280" y="69030"/>
                </a:lnTo>
                <a:lnTo>
                  <a:pt x="1298035" y="68391"/>
                </a:lnTo>
                <a:lnTo>
                  <a:pt x="1296749" y="67791"/>
                </a:lnTo>
                <a:lnTo>
                  <a:pt x="1295422" y="67230"/>
                </a:lnTo>
                <a:lnTo>
                  <a:pt x="1294055" y="66708"/>
                </a:lnTo>
                <a:lnTo>
                  <a:pt x="1292646" y="66224"/>
                </a:lnTo>
                <a:lnTo>
                  <a:pt x="1291197" y="65779"/>
                </a:lnTo>
                <a:lnTo>
                  <a:pt x="1289707" y="65373"/>
                </a:lnTo>
                <a:lnTo>
                  <a:pt x="1288176" y="65005"/>
                </a:lnTo>
                <a:lnTo>
                  <a:pt x="1286605" y="64676"/>
                </a:lnTo>
                <a:lnTo>
                  <a:pt x="1284992" y="64386"/>
                </a:lnTo>
                <a:lnTo>
                  <a:pt x="1283339" y="64134"/>
                </a:lnTo>
                <a:lnTo>
                  <a:pt x="1281645" y="63921"/>
                </a:lnTo>
                <a:lnTo>
                  <a:pt x="1279910" y="63747"/>
                </a:lnTo>
                <a:lnTo>
                  <a:pt x="1278135" y="63612"/>
                </a:lnTo>
                <a:lnTo>
                  <a:pt x="1276318" y="63515"/>
                </a:lnTo>
                <a:lnTo>
                  <a:pt x="1274461" y="63457"/>
                </a:lnTo>
                <a:lnTo>
                  <a:pt x="1272563" y="63438"/>
                </a:lnTo>
                <a:lnTo>
                  <a:pt x="1271704" y="63442"/>
                </a:lnTo>
                <a:lnTo>
                  <a:pt x="1270841" y="63455"/>
                </a:lnTo>
                <a:lnTo>
                  <a:pt x="1269974" y="63476"/>
                </a:lnTo>
                <a:lnTo>
                  <a:pt x="1269104" y="63506"/>
                </a:lnTo>
                <a:lnTo>
                  <a:pt x="1268229" y="63544"/>
                </a:lnTo>
                <a:lnTo>
                  <a:pt x="1267351" y="63591"/>
                </a:lnTo>
                <a:lnTo>
                  <a:pt x="1266469" y="63646"/>
                </a:lnTo>
                <a:lnTo>
                  <a:pt x="1265583" y="63710"/>
                </a:lnTo>
                <a:lnTo>
                  <a:pt x="1264693" y="63783"/>
                </a:lnTo>
                <a:lnTo>
                  <a:pt x="1263800" y="63863"/>
                </a:lnTo>
                <a:lnTo>
                  <a:pt x="1262902" y="63953"/>
                </a:lnTo>
                <a:lnTo>
                  <a:pt x="1262001" y="64051"/>
                </a:lnTo>
                <a:lnTo>
                  <a:pt x="1261096" y="64157"/>
                </a:lnTo>
                <a:lnTo>
                  <a:pt x="1260187" y="64272"/>
                </a:lnTo>
                <a:lnTo>
                  <a:pt x="1259274" y="64395"/>
                </a:lnTo>
                <a:lnTo>
                  <a:pt x="1258358" y="64527"/>
                </a:lnTo>
                <a:lnTo>
                  <a:pt x="1257437" y="64668"/>
                </a:lnTo>
                <a:lnTo>
                  <a:pt x="1256513" y="64817"/>
                </a:lnTo>
                <a:lnTo>
                  <a:pt x="1255585" y="64974"/>
                </a:lnTo>
                <a:lnTo>
                  <a:pt x="1254653" y="65140"/>
                </a:lnTo>
                <a:lnTo>
                  <a:pt x="1253717" y="65315"/>
                </a:lnTo>
                <a:lnTo>
                  <a:pt x="1252777" y="65498"/>
                </a:lnTo>
                <a:lnTo>
                  <a:pt x="1251834" y="65689"/>
                </a:lnTo>
                <a:lnTo>
                  <a:pt x="1250886" y="65889"/>
                </a:lnTo>
                <a:lnTo>
                  <a:pt x="1249940" y="66097"/>
                </a:lnTo>
                <a:lnTo>
                  <a:pt x="1248998" y="66313"/>
                </a:lnTo>
                <a:lnTo>
                  <a:pt x="1248060" y="66536"/>
                </a:lnTo>
                <a:lnTo>
                  <a:pt x="1247128" y="66767"/>
                </a:lnTo>
                <a:lnTo>
                  <a:pt x="1246200" y="67005"/>
                </a:lnTo>
                <a:lnTo>
                  <a:pt x="1245276" y="67251"/>
                </a:lnTo>
                <a:lnTo>
                  <a:pt x="1244358" y="67505"/>
                </a:lnTo>
                <a:lnTo>
                  <a:pt x="1243444" y="67766"/>
                </a:lnTo>
                <a:lnTo>
                  <a:pt x="1242535" y="68036"/>
                </a:lnTo>
                <a:lnTo>
                  <a:pt x="1241630" y="68312"/>
                </a:lnTo>
                <a:lnTo>
                  <a:pt x="1240730" y="68597"/>
                </a:lnTo>
                <a:lnTo>
                  <a:pt x="1239835" y="68889"/>
                </a:lnTo>
                <a:lnTo>
                  <a:pt x="1238944" y="69188"/>
                </a:lnTo>
                <a:lnTo>
                  <a:pt x="1238058" y="69496"/>
                </a:lnTo>
                <a:lnTo>
                  <a:pt x="1237177" y="69811"/>
                </a:lnTo>
                <a:lnTo>
                  <a:pt x="1236301" y="70133"/>
                </a:lnTo>
                <a:lnTo>
                  <a:pt x="1235429" y="70464"/>
                </a:lnTo>
                <a:lnTo>
                  <a:pt x="1234561" y="70802"/>
                </a:lnTo>
                <a:lnTo>
                  <a:pt x="1233699" y="71147"/>
                </a:lnTo>
                <a:lnTo>
                  <a:pt x="1232841" y="71501"/>
                </a:lnTo>
                <a:lnTo>
                  <a:pt x="1231988" y="71862"/>
                </a:lnTo>
                <a:lnTo>
                  <a:pt x="1231139" y="72230"/>
                </a:lnTo>
                <a:lnTo>
                  <a:pt x="1230295" y="72607"/>
                </a:lnTo>
                <a:lnTo>
                  <a:pt x="1229456" y="72990"/>
                </a:lnTo>
                <a:lnTo>
                  <a:pt x="1237783" y="96506"/>
                </a:lnTo>
                <a:lnTo>
                  <a:pt x="1239161" y="95966"/>
                </a:lnTo>
                <a:lnTo>
                  <a:pt x="1240521" y="95449"/>
                </a:lnTo>
                <a:lnTo>
                  <a:pt x="1241862" y="94955"/>
                </a:lnTo>
                <a:lnTo>
                  <a:pt x="1243185" y="94485"/>
                </a:lnTo>
                <a:lnTo>
                  <a:pt x="1244488" y="94037"/>
                </a:lnTo>
                <a:lnTo>
                  <a:pt x="1245773" y="93612"/>
                </a:lnTo>
                <a:lnTo>
                  <a:pt x="1247040" y="93210"/>
                </a:lnTo>
                <a:lnTo>
                  <a:pt x="1248287" y="92831"/>
                </a:lnTo>
                <a:lnTo>
                  <a:pt x="1249516" y="92475"/>
                </a:lnTo>
                <a:lnTo>
                  <a:pt x="1250726" y="92142"/>
                </a:lnTo>
                <a:lnTo>
                  <a:pt x="1251918" y="91832"/>
                </a:lnTo>
                <a:lnTo>
                  <a:pt x="1253090" y="91545"/>
                </a:lnTo>
                <a:lnTo>
                  <a:pt x="1254244" y="91280"/>
                </a:lnTo>
                <a:lnTo>
                  <a:pt x="1255380" y="91039"/>
                </a:lnTo>
                <a:lnTo>
                  <a:pt x="1256496" y="90821"/>
                </a:lnTo>
                <a:lnTo>
                  <a:pt x="1257594" y="90626"/>
                </a:lnTo>
                <a:lnTo>
                  <a:pt x="1258674" y="90453"/>
                </a:lnTo>
                <a:lnTo>
                  <a:pt x="1259734" y="90304"/>
                </a:lnTo>
                <a:lnTo>
                  <a:pt x="1260776" y="90178"/>
                </a:lnTo>
                <a:lnTo>
                  <a:pt x="1261799" y="90074"/>
                </a:lnTo>
                <a:lnTo>
                  <a:pt x="1262804" y="89994"/>
                </a:lnTo>
                <a:lnTo>
                  <a:pt x="1263789" y="89937"/>
                </a:lnTo>
                <a:lnTo>
                  <a:pt x="1264756" y="89902"/>
                </a:lnTo>
                <a:lnTo>
                  <a:pt x="1265705" y="89891"/>
                </a:lnTo>
                <a:lnTo>
                  <a:pt x="1266450" y="89899"/>
                </a:lnTo>
                <a:lnTo>
                  <a:pt x="1267177" y="89922"/>
                </a:lnTo>
                <a:lnTo>
                  <a:pt x="1267884" y="89962"/>
                </a:lnTo>
                <a:lnTo>
                  <a:pt x="1268573" y="90017"/>
                </a:lnTo>
                <a:lnTo>
                  <a:pt x="1269242" y="90087"/>
                </a:lnTo>
                <a:lnTo>
                  <a:pt x="1269892" y="90174"/>
                </a:lnTo>
                <a:lnTo>
                  <a:pt x="1270523" y="90276"/>
                </a:lnTo>
                <a:lnTo>
                  <a:pt x="1271134" y="90394"/>
                </a:lnTo>
                <a:lnTo>
                  <a:pt x="1271727" y="90528"/>
                </a:lnTo>
                <a:lnTo>
                  <a:pt x="1272300" y="90678"/>
                </a:lnTo>
                <a:lnTo>
                  <a:pt x="1272855" y="90843"/>
                </a:lnTo>
                <a:lnTo>
                  <a:pt x="1273390" y="91024"/>
                </a:lnTo>
                <a:lnTo>
                  <a:pt x="1273906" y="91221"/>
                </a:lnTo>
                <a:lnTo>
                  <a:pt x="1274403" y="91433"/>
                </a:lnTo>
                <a:lnTo>
                  <a:pt x="1274880" y="91662"/>
                </a:lnTo>
                <a:lnTo>
                  <a:pt x="1275339" y="91906"/>
                </a:lnTo>
                <a:lnTo>
                  <a:pt x="1275778" y="92165"/>
                </a:lnTo>
                <a:lnTo>
                  <a:pt x="1276199" y="92441"/>
                </a:lnTo>
                <a:lnTo>
                  <a:pt x="1276600" y="92732"/>
                </a:lnTo>
                <a:lnTo>
                  <a:pt x="1276982" y="93039"/>
                </a:lnTo>
                <a:lnTo>
                  <a:pt x="1277345" y="93362"/>
                </a:lnTo>
                <a:lnTo>
                  <a:pt x="1277688" y="93700"/>
                </a:lnTo>
                <a:lnTo>
                  <a:pt x="1278013" y="94054"/>
                </a:lnTo>
                <a:lnTo>
                  <a:pt x="1278318" y="94424"/>
                </a:lnTo>
                <a:lnTo>
                  <a:pt x="1278608" y="94814"/>
                </a:lnTo>
                <a:lnTo>
                  <a:pt x="1278885" y="95229"/>
                </a:lnTo>
                <a:lnTo>
                  <a:pt x="1279150" y="95669"/>
                </a:lnTo>
                <a:lnTo>
                  <a:pt x="1279403" y="96135"/>
                </a:lnTo>
                <a:lnTo>
                  <a:pt x="1279644" y="96625"/>
                </a:lnTo>
                <a:lnTo>
                  <a:pt x="1279872" y="97141"/>
                </a:lnTo>
                <a:lnTo>
                  <a:pt x="1280087" y="97681"/>
                </a:lnTo>
                <a:lnTo>
                  <a:pt x="1280291" y="98247"/>
                </a:lnTo>
                <a:lnTo>
                  <a:pt x="1280482" y="98838"/>
                </a:lnTo>
                <a:lnTo>
                  <a:pt x="1280661" y="99454"/>
                </a:lnTo>
                <a:lnTo>
                  <a:pt x="1280827" y="100095"/>
                </a:lnTo>
                <a:lnTo>
                  <a:pt x="1280981" y="100761"/>
                </a:lnTo>
                <a:lnTo>
                  <a:pt x="1281123" y="101452"/>
                </a:lnTo>
                <a:lnTo>
                  <a:pt x="1281252" y="102168"/>
                </a:lnTo>
                <a:lnTo>
                  <a:pt x="1281370" y="102910"/>
                </a:lnTo>
                <a:lnTo>
                  <a:pt x="1281474" y="103676"/>
                </a:lnTo>
                <a:lnTo>
                  <a:pt x="1281567" y="104468"/>
                </a:lnTo>
                <a:lnTo>
                  <a:pt x="1281647" y="105284"/>
                </a:lnTo>
                <a:lnTo>
                  <a:pt x="1281715" y="106126"/>
                </a:lnTo>
                <a:lnTo>
                  <a:pt x="1281770" y="106993"/>
                </a:lnTo>
                <a:lnTo>
                  <a:pt x="1281813" y="107885"/>
                </a:lnTo>
                <a:lnTo>
                  <a:pt x="1281844" y="108802"/>
                </a:lnTo>
                <a:lnTo>
                  <a:pt x="1281863" y="109744"/>
                </a:lnTo>
                <a:lnTo>
                  <a:pt x="1281869" y="110712"/>
                </a:lnTo>
                <a:lnTo>
                  <a:pt x="1281869" y="117570"/>
                </a:lnTo>
                <a:lnTo>
                  <a:pt x="1274032" y="117570"/>
                </a:lnTo>
                <a:lnTo>
                  <a:pt x="1271930" y="117589"/>
                </a:lnTo>
                <a:lnTo>
                  <a:pt x="1269872" y="117647"/>
                </a:lnTo>
                <a:lnTo>
                  <a:pt x="1267855" y="117744"/>
                </a:lnTo>
                <a:lnTo>
                  <a:pt x="1265882" y="117879"/>
                </a:lnTo>
                <a:lnTo>
                  <a:pt x="1263950" y="118053"/>
                </a:lnTo>
                <a:lnTo>
                  <a:pt x="1262062" y="118266"/>
                </a:lnTo>
                <a:lnTo>
                  <a:pt x="1260216" y="118518"/>
                </a:lnTo>
                <a:lnTo>
                  <a:pt x="1258412" y="118808"/>
                </a:lnTo>
                <a:lnTo>
                  <a:pt x="1256651" y="119137"/>
                </a:lnTo>
                <a:lnTo>
                  <a:pt x="1254932" y="119504"/>
                </a:lnTo>
                <a:lnTo>
                  <a:pt x="1253256" y="119911"/>
                </a:lnTo>
                <a:lnTo>
                  <a:pt x="1251622" y="120356"/>
                </a:lnTo>
                <a:lnTo>
                  <a:pt x="1250031" y="120839"/>
                </a:lnTo>
                <a:lnTo>
                  <a:pt x="1248483" y="121362"/>
                </a:lnTo>
                <a:lnTo>
                  <a:pt x="1246977" y="121923"/>
                </a:lnTo>
                <a:lnTo>
                  <a:pt x="1245513" y="122523"/>
                </a:lnTo>
                <a:lnTo>
                  <a:pt x="1244092" y="123161"/>
                </a:lnTo>
                <a:lnTo>
                  <a:pt x="1242714" y="123838"/>
                </a:lnTo>
                <a:lnTo>
                  <a:pt x="1241378" y="124554"/>
                </a:lnTo>
                <a:lnTo>
                  <a:pt x="1240084" y="125309"/>
                </a:lnTo>
                <a:lnTo>
                  <a:pt x="1238833" y="126102"/>
                </a:lnTo>
                <a:lnTo>
                  <a:pt x="1237625" y="126934"/>
                </a:lnTo>
                <a:lnTo>
                  <a:pt x="1236459" y="127805"/>
                </a:lnTo>
                <a:lnTo>
                  <a:pt x="1235335" y="128714"/>
                </a:lnTo>
                <a:lnTo>
                  <a:pt x="1234256" y="129661"/>
                </a:lnTo>
                <a:lnTo>
                  <a:pt x="1233223" y="130642"/>
                </a:lnTo>
                <a:lnTo>
                  <a:pt x="1232235" y="131659"/>
                </a:lnTo>
                <a:lnTo>
                  <a:pt x="1231294" y="132712"/>
                </a:lnTo>
                <a:lnTo>
                  <a:pt x="1230398" y="133799"/>
                </a:lnTo>
                <a:lnTo>
                  <a:pt x="1229548" y="134922"/>
                </a:lnTo>
                <a:lnTo>
                  <a:pt x="1228745" y="136080"/>
                </a:lnTo>
                <a:lnTo>
                  <a:pt x="1227987" y="137273"/>
                </a:lnTo>
                <a:lnTo>
                  <a:pt x="1227275" y="138502"/>
                </a:lnTo>
                <a:lnTo>
                  <a:pt x="1226609" y="139766"/>
                </a:lnTo>
                <a:lnTo>
                  <a:pt x="1225989" y="141065"/>
                </a:lnTo>
                <a:lnTo>
                  <a:pt x="1225415" y="142400"/>
                </a:lnTo>
                <a:lnTo>
                  <a:pt x="1224887" y="143769"/>
                </a:lnTo>
                <a:lnTo>
                  <a:pt x="1224405" y="145174"/>
                </a:lnTo>
                <a:lnTo>
                  <a:pt x="1223969" y="146615"/>
                </a:lnTo>
                <a:lnTo>
                  <a:pt x="1223578" y="148090"/>
                </a:lnTo>
                <a:lnTo>
                  <a:pt x="1223234" y="149601"/>
                </a:lnTo>
                <a:lnTo>
                  <a:pt x="1222935" y="151148"/>
                </a:lnTo>
                <a:lnTo>
                  <a:pt x="1222683" y="152729"/>
                </a:lnTo>
                <a:lnTo>
                  <a:pt x="1222476" y="154346"/>
                </a:lnTo>
                <a:lnTo>
                  <a:pt x="1222315" y="155998"/>
                </a:lnTo>
                <a:lnTo>
                  <a:pt x="1222200" y="157685"/>
                </a:lnTo>
                <a:lnTo>
                  <a:pt x="1222132" y="159408"/>
                </a:lnTo>
                <a:lnTo>
                  <a:pt x="1222109" y="161166"/>
                </a:lnTo>
                <a:lnTo>
                  <a:pt x="1222125" y="162684"/>
                </a:lnTo>
                <a:lnTo>
                  <a:pt x="1222175" y="164177"/>
                </a:lnTo>
                <a:lnTo>
                  <a:pt x="1222258" y="165645"/>
                </a:lnTo>
                <a:lnTo>
                  <a:pt x="1222374" y="167088"/>
                </a:lnTo>
                <a:lnTo>
                  <a:pt x="1222523" y="168506"/>
                </a:lnTo>
                <a:lnTo>
                  <a:pt x="1222705" y="169899"/>
                </a:lnTo>
                <a:lnTo>
                  <a:pt x="1222921" y="171266"/>
                </a:lnTo>
                <a:lnTo>
                  <a:pt x="1223170" y="172609"/>
                </a:lnTo>
                <a:lnTo>
                  <a:pt x="1223451" y="173927"/>
                </a:lnTo>
                <a:lnTo>
                  <a:pt x="1223766" y="175219"/>
                </a:lnTo>
                <a:lnTo>
                  <a:pt x="1224115" y="176486"/>
                </a:lnTo>
                <a:lnTo>
                  <a:pt x="1224496" y="177729"/>
                </a:lnTo>
                <a:lnTo>
                  <a:pt x="1224910" y="178946"/>
                </a:lnTo>
                <a:lnTo>
                  <a:pt x="1225358" y="180138"/>
                </a:lnTo>
                <a:lnTo>
                  <a:pt x="1225839" y="181305"/>
                </a:lnTo>
                <a:lnTo>
                  <a:pt x="1226353" y="182447"/>
                </a:lnTo>
                <a:lnTo>
                  <a:pt x="1226900" y="183564"/>
                </a:lnTo>
                <a:lnTo>
                  <a:pt x="1227480" y="184656"/>
                </a:lnTo>
                <a:lnTo>
                  <a:pt x="1228093" y="185722"/>
                </a:lnTo>
                <a:lnTo>
                  <a:pt x="1228740" y="186764"/>
                </a:lnTo>
                <a:lnTo>
                  <a:pt x="1229419" y="187780"/>
                </a:lnTo>
                <a:lnTo>
                  <a:pt x="1230132" y="188772"/>
                </a:lnTo>
                <a:lnTo>
                  <a:pt x="1230878" y="189738"/>
                </a:lnTo>
                <a:lnTo>
                  <a:pt x="1231658" y="190680"/>
                </a:lnTo>
                <a:lnTo>
                  <a:pt x="1232465" y="191589"/>
                </a:lnTo>
                <a:lnTo>
                  <a:pt x="1233296" y="192460"/>
                </a:lnTo>
                <a:lnTo>
                  <a:pt x="1234149" y="193292"/>
                </a:lnTo>
                <a:lnTo>
                  <a:pt x="1235026" y="194085"/>
                </a:lnTo>
                <a:lnTo>
                  <a:pt x="1235925" y="194840"/>
                </a:lnTo>
                <a:lnTo>
                  <a:pt x="1236847" y="195555"/>
                </a:lnTo>
                <a:lnTo>
                  <a:pt x="1237793" y="196233"/>
                </a:lnTo>
                <a:lnTo>
                  <a:pt x="1238761" y="196871"/>
                </a:lnTo>
                <a:lnTo>
                  <a:pt x="1239752" y="197471"/>
                </a:lnTo>
                <a:lnTo>
                  <a:pt x="1240767" y="198032"/>
                </a:lnTo>
                <a:lnTo>
                  <a:pt x="1241804" y="198554"/>
                </a:lnTo>
                <a:lnTo>
                  <a:pt x="1242864" y="199038"/>
                </a:lnTo>
                <a:lnTo>
                  <a:pt x="1243947" y="199483"/>
                </a:lnTo>
                <a:lnTo>
                  <a:pt x="1245053" y="199889"/>
                </a:lnTo>
                <a:lnTo>
                  <a:pt x="1246182" y="200257"/>
                </a:lnTo>
                <a:lnTo>
                  <a:pt x="1247334" y="200586"/>
                </a:lnTo>
                <a:lnTo>
                  <a:pt x="1248510" y="200876"/>
                </a:lnTo>
                <a:lnTo>
                  <a:pt x="1249708" y="201128"/>
                </a:lnTo>
                <a:lnTo>
                  <a:pt x="1250929" y="201341"/>
                </a:lnTo>
                <a:lnTo>
                  <a:pt x="1252172" y="201515"/>
                </a:lnTo>
                <a:lnTo>
                  <a:pt x="1253439" y="201650"/>
                </a:lnTo>
                <a:lnTo>
                  <a:pt x="1254729" y="201747"/>
                </a:lnTo>
                <a:lnTo>
                  <a:pt x="1256042" y="201805"/>
                </a:lnTo>
                <a:lnTo>
                  <a:pt x="1257378" y="201824"/>
                </a:lnTo>
                <a:lnTo>
                  <a:pt x="1259096" y="201792"/>
                </a:lnTo>
                <a:lnTo>
                  <a:pt x="1260781" y="201697"/>
                </a:lnTo>
                <a:lnTo>
                  <a:pt x="1262433" y="201537"/>
                </a:lnTo>
                <a:lnTo>
                  <a:pt x="1264052" y="201314"/>
                </a:lnTo>
                <a:lnTo>
                  <a:pt x="1265637" y="201027"/>
                </a:lnTo>
                <a:lnTo>
                  <a:pt x="1267190" y="200676"/>
                </a:lnTo>
                <a:lnTo>
                  <a:pt x="1268709" y="200262"/>
                </a:lnTo>
                <a:lnTo>
                  <a:pt x="1270195" y="199783"/>
                </a:lnTo>
                <a:lnTo>
                  <a:pt x="1271648" y="199241"/>
                </a:lnTo>
                <a:lnTo>
                  <a:pt x="1273068" y="198635"/>
                </a:lnTo>
                <a:lnTo>
                  <a:pt x="1274454" y="197966"/>
                </a:lnTo>
                <a:lnTo>
                  <a:pt x="1275808" y="197232"/>
                </a:lnTo>
                <a:lnTo>
                  <a:pt x="1277128" y="196435"/>
                </a:lnTo>
                <a:lnTo>
                  <a:pt x="1278415" y="195574"/>
                </a:lnTo>
                <a:lnTo>
                  <a:pt x="1279669" y="194649"/>
                </a:lnTo>
                <a:lnTo>
                  <a:pt x="1280890" y="193660"/>
                </a:lnTo>
                <a:lnTo>
                  <a:pt x="1282078" y="192608"/>
                </a:lnTo>
                <a:lnTo>
                  <a:pt x="1283232" y="191492"/>
                </a:lnTo>
                <a:lnTo>
                  <a:pt x="1284354" y="190312"/>
                </a:lnTo>
                <a:lnTo>
                  <a:pt x="1285442" y="189068"/>
                </a:lnTo>
                <a:lnTo>
                  <a:pt x="1286497" y="187761"/>
                </a:lnTo>
                <a:lnTo>
                  <a:pt x="1287519" y="186389"/>
                </a:lnTo>
                <a:lnTo>
                  <a:pt x="1288508" y="184954"/>
                </a:lnTo>
                <a:lnTo>
                  <a:pt x="1289463" y="183455"/>
                </a:lnTo>
                <a:lnTo>
                  <a:pt x="1289775" y="184162"/>
                </a:lnTo>
                <a:lnTo>
                  <a:pt x="1290097" y="184853"/>
                </a:lnTo>
                <a:lnTo>
                  <a:pt x="1290429" y="185528"/>
                </a:lnTo>
                <a:lnTo>
                  <a:pt x="1290773" y="186187"/>
                </a:lnTo>
                <a:lnTo>
                  <a:pt x="1291127" y="186831"/>
                </a:lnTo>
                <a:lnTo>
                  <a:pt x="1291491" y="187459"/>
                </a:lnTo>
                <a:lnTo>
                  <a:pt x="1291867" y="188071"/>
                </a:lnTo>
                <a:lnTo>
                  <a:pt x="1292252" y="188667"/>
                </a:lnTo>
                <a:lnTo>
                  <a:pt x="1292649" y="189248"/>
                </a:lnTo>
                <a:lnTo>
                  <a:pt x="1293056" y="189813"/>
                </a:lnTo>
                <a:lnTo>
                  <a:pt x="1293474" y="190362"/>
                </a:lnTo>
                <a:lnTo>
                  <a:pt x="1293902" y="190895"/>
                </a:lnTo>
                <a:lnTo>
                  <a:pt x="1294341" y="191413"/>
                </a:lnTo>
                <a:lnTo>
                  <a:pt x="1294791" y="191915"/>
                </a:lnTo>
                <a:lnTo>
                  <a:pt x="1295251" y="192401"/>
                </a:lnTo>
                <a:lnTo>
                  <a:pt x="1295722" y="192872"/>
                </a:lnTo>
                <a:lnTo>
                  <a:pt x="1296203" y="193326"/>
                </a:lnTo>
                <a:lnTo>
                  <a:pt x="1296696" y="193765"/>
                </a:lnTo>
                <a:lnTo>
                  <a:pt x="1297198" y="194189"/>
                </a:lnTo>
                <a:lnTo>
                  <a:pt x="1297712" y="194596"/>
                </a:lnTo>
                <a:lnTo>
                  <a:pt x="1298236" y="194988"/>
                </a:lnTo>
                <a:lnTo>
                  <a:pt x="1298770" y="195364"/>
                </a:lnTo>
                <a:lnTo>
                  <a:pt x="1299316" y="195724"/>
                </a:lnTo>
                <a:lnTo>
                  <a:pt x="1299872" y="196069"/>
                </a:lnTo>
                <a:lnTo>
                  <a:pt x="1300440" y="196400"/>
                </a:lnTo>
                <a:lnTo>
                  <a:pt x="1301021" y="196721"/>
                </a:lnTo>
                <a:lnTo>
                  <a:pt x="1301616" y="197031"/>
                </a:lnTo>
                <a:lnTo>
                  <a:pt x="1302223" y="197331"/>
                </a:lnTo>
                <a:lnTo>
                  <a:pt x="1302844" y="197620"/>
                </a:lnTo>
                <a:lnTo>
                  <a:pt x="1303478" y="197898"/>
                </a:lnTo>
                <a:lnTo>
                  <a:pt x="1304125" y="198165"/>
                </a:lnTo>
                <a:lnTo>
                  <a:pt x="1304785" y="198423"/>
                </a:lnTo>
                <a:lnTo>
                  <a:pt x="1305459" y="198669"/>
                </a:lnTo>
                <a:lnTo>
                  <a:pt x="1306146" y="198905"/>
                </a:lnTo>
                <a:lnTo>
                  <a:pt x="1306845" y="199130"/>
                </a:lnTo>
                <a:lnTo>
                  <a:pt x="1307558" y="199345"/>
                </a:lnTo>
                <a:lnTo>
                  <a:pt x="1308285" y="199549"/>
                </a:lnTo>
                <a:lnTo>
                  <a:pt x="1309024" y="199742"/>
                </a:lnTo>
                <a:lnTo>
                  <a:pt x="1309776" y="199925"/>
                </a:lnTo>
                <a:lnTo>
                  <a:pt x="1310542" y="200097"/>
                </a:lnTo>
                <a:lnTo>
                  <a:pt x="1311321" y="200258"/>
                </a:lnTo>
                <a:lnTo>
                  <a:pt x="1312113" y="200409"/>
                </a:lnTo>
                <a:lnTo>
                  <a:pt x="1312918" y="200550"/>
                </a:lnTo>
                <a:lnTo>
                  <a:pt x="1313737" y="200679"/>
                </a:lnTo>
                <a:lnTo>
                  <a:pt x="1314568" y="200798"/>
                </a:lnTo>
                <a:lnTo>
                  <a:pt x="1315413" y="200907"/>
                </a:lnTo>
                <a:lnTo>
                  <a:pt x="1316271" y="201005"/>
                </a:lnTo>
                <a:lnTo>
                  <a:pt x="1317142" y="201092"/>
                </a:lnTo>
                <a:lnTo>
                  <a:pt x="1324732" y="176840"/>
                </a:lnTo>
                <a:lnTo>
                  <a:pt x="1324430" y="176695"/>
                </a:lnTo>
                <a:lnTo>
                  <a:pt x="1324135" y="176546"/>
                </a:lnTo>
                <a:lnTo>
                  <a:pt x="1323848" y="176393"/>
                </a:lnTo>
                <a:lnTo>
                  <a:pt x="1323569" y="176236"/>
                </a:lnTo>
                <a:lnTo>
                  <a:pt x="1323297" y="176074"/>
                </a:lnTo>
                <a:lnTo>
                  <a:pt x="1323033" y="175908"/>
                </a:lnTo>
                <a:lnTo>
                  <a:pt x="1322777" y="175737"/>
                </a:lnTo>
                <a:lnTo>
                  <a:pt x="1322528" y="175563"/>
                </a:lnTo>
                <a:lnTo>
                  <a:pt x="1322287" y="175384"/>
                </a:lnTo>
                <a:lnTo>
                  <a:pt x="1322054" y="175201"/>
                </a:lnTo>
                <a:lnTo>
                  <a:pt x="1321828" y="175014"/>
                </a:lnTo>
                <a:lnTo>
                  <a:pt x="1321610" y="174822"/>
                </a:lnTo>
                <a:lnTo>
                  <a:pt x="1321399" y="174626"/>
                </a:lnTo>
                <a:lnTo>
                  <a:pt x="1321197" y="174426"/>
                </a:lnTo>
                <a:lnTo>
                  <a:pt x="1321002" y="174222"/>
                </a:lnTo>
                <a:lnTo>
                  <a:pt x="1320814" y="174013"/>
                </a:lnTo>
                <a:lnTo>
                  <a:pt x="1320634" y="173800"/>
                </a:lnTo>
                <a:lnTo>
                  <a:pt x="1320462" y="173583"/>
                </a:lnTo>
                <a:lnTo>
                  <a:pt x="1320298" y="173362"/>
                </a:lnTo>
                <a:lnTo>
                  <a:pt x="1320141" y="173136"/>
                </a:lnTo>
                <a:lnTo>
                  <a:pt x="1319992" y="172906"/>
                </a:lnTo>
                <a:lnTo>
                  <a:pt x="1319850" y="172672"/>
                </a:lnTo>
                <a:lnTo>
                  <a:pt x="1319716" y="172434"/>
                </a:lnTo>
                <a:lnTo>
                  <a:pt x="1319590" y="172191"/>
                </a:lnTo>
                <a:lnTo>
                  <a:pt x="1319470" y="171940"/>
                </a:lnTo>
                <a:lnTo>
                  <a:pt x="1319355" y="171679"/>
                </a:lnTo>
                <a:lnTo>
                  <a:pt x="1319246" y="171406"/>
                </a:lnTo>
                <a:lnTo>
                  <a:pt x="1319141" y="171122"/>
                </a:lnTo>
                <a:lnTo>
                  <a:pt x="1319042" y="170827"/>
                </a:lnTo>
                <a:lnTo>
                  <a:pt x="1318947" y="170521"/>
                </a:lnTo>
                <a:lnTo>
                  <a:pt x="1318858" y="170204"/>
                </a:lnTo>
                <a:lnTo>
                  <a:pt x="1318774" y="169876"/>
                </a:lnTo>
                <a:lnTo>
                  <a:pt x="1318695" y="169537"/>
                </a:lnTo>
                <a:lnTo>
                  <a:pt x="1318621" y="169187"/>
                </a:lnTo>
                <a:lnTo>
                  <a:pt x="1318552" y="168826"/>
                </a:lnTo>
                <a:lnTo>
                  <a:pt x="1318488" y="168454"/>
                </a:lnTo>
                <a:lnTo>
                  <a:pt x="1318430" y="168070"/>
                </a:lnTo>
                <a:lnTo>
                  <a:pt x="1318376" y="167676"/>
                </a:lnTo>
                <a:lnTo>
                  <a:pt x="1318328" y="167270"/>
                </a:lnTo>
                <a:lnTo>
                  <a:pt x="1318284" y="166854"/>
                </a:lnTo>
                <a:lnTo>
                  <a:pt x="1318246" y="166426"/>
                </a:lnTo>
                <a:lnTo>
                  <a:pt x="1318213" y="165988"/>
                </a:lnTo>
                <a:lnTo>
                  <a:pt x="1318185" y="165538"/>
                </a:lnTo>
                <a:lnTo>
                  <a:pt x="1318162" y="165077"/>
                </a:lnTo>
                <a:lnTo>
                  <a:pt x="1318144" y="164606"/>
                </a:lnTo>
                <a:lnTo>
                  <a:pt x="1318131" y="164123"/>
                </a:lnTo>
                <a:lnTo>
                  <a:pt x="1318124" y="163629"/>
                </a:lnTo>
                <a:lnTo>
                  <a:pt x="1318121" y="163124"/>
                </a:lnTo>
                <a:lnTo>
                  <a:pt x="1318121" y="108749"/>
                </a:lnTo>
                <a:lnTo>
                  <a:pt x="1318102" y="106852"/>
                </a:lnTo>
                <a:lnTo>
                  <a:pt x="1318043" y="104995"/>
                </a:lnTo>
                <a:lnTo>
                  <a:pt x="1317945" y="103179"/>
                </a:lnTo>
                <a:lnTo>
                  <a:pt x="1317808" y="101405"/>
                </a:lnTo>
                <a:close/>
                <a:moveTo>
                  <a:pt x="1266698" y="175421"/>
                </a:moveTo>
                <a:lnTo>
                  <a:pt x="1266332" y="175335"/>
                </a:lnTo>
                <a:lnTo>
                  <a:pt x="1265974" y="175233"/>
                </a:lnTo>
                <a:lnTo>
                  <a:pt x="1265623" y="175115"/>
                </a:lnTo>
                <a:lnTo>
                  <a:pt x="1265280" y="174981"/>
                </a:lnTo>
                <a:lnTo>
                  <a:pt x="1264945" y="174832"/>
                </a:lnTo>
                <a:lnTo>
                  <a:pt x="1264617" y="174667"/>
                </a:lnTo>
                <a:lnTo>
                  <a:pt x="1264297" y="174486"/>
                </a:lnTo>
                <a:lnTo>
                  <a:pt x="1263984" y="174289"/>
                </a:lnTo>
                <a:lnTo>
                  <a:pt x="1263679" y="174077"/>
                </a:lnTo>
                <a:lnTo>
                  <a:pt x="1263382" y="173849"/>
                </a:lnTo>
                <a:lnTo>
                  <a:pt x="1263093" y="173605"/>
                </a:lnTo>
                <a:lnTo>
                  <a:pt x="1262811" y="173345"/>
                </a:lnTo>
                <a:lnTo>
                  <a:pt x="1262537" y="173070"/>
                </a:lnTo>
                <a:lnTo>
                  <a:pt x="1262270" y="172779"/>
                </a:lnTo>
                <a:lnTo>
                  <a:pt x="1262011" y="172472"/>
                </a:lnTo>
                <a:lnTo>
                  <a:pt x="1261760" y="172150"/>
                </a:lnTo>
                <a:lnTo>
                  <a:pt x="1261516" y="171812"/>
                </a:lnTo>
                <a:lnTo>
                  <a:pt x="1261280" y="171458"/>
                </a:lnTo>
                <a:lnTo>
                  <a:pt x="1261052" y="171088"/>
                </a:lnTo>
                <a:lnTo>
                  <a:pt x="1260832" y="170704"/>
                </a:lnTo>
                <a:lnTo>
                  <a:pt x="1260621" y="170305"/>
                </a:lnTo>
                <a:lnTo>
                  <a:pt x="1260420" y="169892"/>
                </a:lnTo>
                <a:lnTo>
                  <a:pt x="1260228" y="169465"/>
                </a:lnTo>
                <a:lnTo>
                  <a:pt x="1260046" y="169024"/>
                </a:lnTo>
                <a:lnTo>
                  <a:pt x="1259873" y="168569"/>
                </a:lnTo>
                <a:lnTo>
                  <a:pt x="1259709" y="168100"/>
                </a:lnTo>
                <a:lnTo>
                  <a:pt x="1259555" y="167617"/>
                </a:lnTo>
                <a:lnTo>
                  <a:pt x="1259410" y="167120"/>
                </a:lnTo>
                <a:lnTo>
                  <a:pt x="1259274" y="166609"/>
                </a:lnTo>
                <a:lnTo>
                  <a:pt x="1259148" y="166084"/>
                </a:lnTo>
                <a:lnTo>
                  <a:pt x="1259031" y="165545"/>
                </a:lnTo>
                <a:lnTo>
                  <a:pt x="1258923" y="164992"/>
                </a:lnTo>
                <a:lnTo>
                  <a:pt x="1258825" y="164425"/>
                </a:lnTo>
                <a:lnTo>
                  <a:pt x="1258736" y="163843"/>
                </a:lnTo>
                <a:lnTo>
                  <a:pt x="1258657" y="163248"/>
                </a:lnTo>
                <a:lnTo>
                  <a:pt x="1258586" y="162639"/>
                </a:lnTo>
                <a:lnTo>
                  <a:pt x="1258526" y="162016"/>
                </a:lnTo>
                <a:lnTo>
                  <a:pt x="1258474" y="161378"/>
                </a:lnTo>
                <a:lnTo>
                  <a:pt x="1258432" y="160727"/>
                </a:lnTo>
                <a:lnTo>
                  <a:pt x="1258399" y="160062"/>
                </a:lnTo>
                <a:lnTo>
                  <a:pt x="1258376" y="159382"/>
                </a:lnTo>
                <a:lnTo>
                  <a:pt x="1258362" y="158689"/>
                </a:lnTo>
                <a:lnTo>
                  <a:pt x="1258357" y="157981"/>
                </a:lnTo>
                <a:lnTo>
                  <a:pt x="1258365" y="157134"/>
                </a:lnTo>
                <a:lnTo>
                  <a:pt x="1258389" y="156306"/>
                </a:lnTo>
                <a:lnTo>
                  <a:pt x="1258428" y="155496"/>
                </a:lnTo>
                <a:lnTo>
                  <a:pt x="1258483" y="154706"/>
                </a:lnTo>
                <a:lnTo>
                  <a:pt x="1258554" y="153935"/>
                </a:lnTo>
                <a:lnTo>
                  <a:pt x="1258640" y="153183"/>
                </a:lnTo>
                <a:lnTo>
                  <a:pt x="1258742" y="152450"/>
                </a:lnTo>
                <a:lnTo>
                  <a:pt x="1258860" y="151737"/>
                </a:lnTo>
                <a:lnTo>
                  <a:pt x="1258994" y="151042"/>
                </a:lnTo>
                <a:lnTo>
                  <a:pt x="1259144" y="150367"/>
                </a:lnTo>
                <a:lnTo>
                  <a:pt x="1259309" y="149711"/>
                </a:lnTo>
                <a:lnTo>
                  <a:pt x="1259490" y="149074"/>
                </a:lnTo>
                <a:lnTo>
                  <a:pt x="1259686" y="148456"/>
                </a:lnTo>
                <a:lnTo>
                  <a:pt x="1259898" y="147857"/>
                </a:lnTo>
                <a:lnTo>
                  <a:pt x="1260127" y="147277"/>
                </a:lnTo>
                <a:lnTo>
                  <a:pt x="1260370" y="146716"/>
                </a:lnTo>
                <a:lnTo>
                  <a:pt x="1260630" y="146175"/>
                </a:lnTo>
                <a:lnTo>
                  <a:pt x="1260905" y="145652"/>
                </a:lnTo>
                <a:lnTo>
                  <a:pt x="1261196" y="145149"/>
                </a:lnTo>
                <a:lnTo>
                  <a:pt x="1261503" y="144665"/>
                </a:lnTo>
                <a:lnTo>
                  <a:pt x="1261825" y="144200"/>
                </a:lnTo>
                <a:lnTo>
                  <a:pt x="1262163" y="143754"/>
                </a:lnTo>
                <a:lnTo>
                  <a:pt x="1262517" y="143328"/>
                </a:lnTo>
                <a:lnTo>
                  <a:pt x="1262887" y="142920"/>
                </a:lnTo>
                <a:lnTo>
                  <a:pt x="1263274" y="142530"/>
                </a:lnTo>
                <a:lnTo>
                  <a:pt x="1263681" y="142157"/>
                </a:lnTo>
                <a:lnTo>
                  <a:pt x="1264106" y="141801"/>
                </a:lnTo>
                <a:lnTo>
                  <a:pt x="1264551" y="141461"/>
                </a:lnTo>
                <a:lnTo>
                  <a:pt x="1265015" y="141137"/>
                </a:lnTo>
                <a:lnTo>
                  <a:pt x="1265498" y="140830"/>
                </a:lnTo>
                <a:lnTo>
                  <a:pt x="1266000" y="140540"/>
                </a:lnTo>
                <a:lnTo>
                  <a:pt x="1266521" y="140266"/>
                </a:lnTo>
                <a:lnTo>
                  <a:pt x="1267062" y="140009"/>
                </a:lnTo>
                <a:lnTo>
                  <a:pt x="1267621" y="139769"/>
                </a:lnTo>
                <a:lnTo>
                  <a:pt x="1268200" y="139545"/>
                </a:lnTo>
                <a:lnTo>
                  <a:pt x="1268797" y="139338"/>
                </a:lnTo>
                <a:lnTo>
                  <a:pt x="1269414" y="139147"/>
                </a:lnTo>
                <a:lnTo>
                  <a:pt x="1270050" y="138973"/>
                </a:lnTo>
                <a:lnTo>
                  <a:pt x="1270705" y="138815"/>
                </a:lnTo>
                <a:lnTo>
                  <a:pt x="1271380" y="138674"/>
                </a:lnTo>
                <a:lnTo>
                  <a:pt x="1272073" y="138550"/>
                </a:lnTo>
                <a:lnTo>
                  <a:pt x="1272786" y="138442"/>
                </a:lnTo>
                <a:lnTo>
                  <a:pt x="1273517" y="138351"/>
                </a:lnTo>
                <a:lnTo>
                  <a:pt x="1274268" y="138276"/>
                </a:lnTo>
                <a:lnTo>
                  <a:pt x="1275038" y="138218"/>
                </a:lnTo>
                <a:lnTo>
                  <a:pt x="1275827" y="138177"/>
                </a:lnTo>
                <a:lnTo>
                  <a:pt x="1276635" y="138152"/>
                </a:lnTo>
                <a:lnTo>
                  <a:pt x="1277462" y="138144"/>
                </a:lnTo>
                <a:lnTo>
                  <a:pt x="1281869" y="138144"/>
                </a:lnTo>
                <a:lnTo>
                  <a:pt x="1281869" y="163371"/>
                </a:lnTo>
                <a:lnTo>
                  <a:pt x="1281683" y="163856"/>
                </a:lnTo>
                <a:lnTo>
                  <a:pt x="1281493" y="164332"/>
                </a:lnTo>
                <a:lnTo>
                  <a:pt x="1281299" y="164798"/>
                </a:lnTo>
                <a:lnTo>
                  <a:pt x="1281101" y="165256"/>
                </a:lnTo>
                <a:lnTo>
                  <a:pt x="1280898" y="165703"/>
                </a:lnTo>
                <a:lnTo>
                  <a:pt x="1280691" y="166142"/>
                </a:lnTo>
                <a:lnTo>
                  <a:pt x="1280480" y="166571"/>
                </a:lnTo>
                <a:lnTo>
                  <a:pt x="1280265" y="166991"/>
                </a:lnTo>
                <a:lnTo>
                  <a:pt x="1280045" y="167401"/>
                </a:lnTo>
                <a:lnTo>
                  <a:pt x="1279821" y="167802"/>
                </a:lnTo>
                <a:lnTo>
                  <a:pt x="1279593" y="168194"/>
                </a:lnTo>
                <a:lnTo>
                  <a:pt x="1279360" y="168576"/>
                </a:lnTo>
                <a:lnTo>
                  <a:pt x="1279123" y="168949"/>
                </a:lnTo>
                <a:lnTo>
                  <a:pt x="1278882" y="169312"/>
                </a:lnTo>
                <a:lnTo>
                  <a:pt x="1278637" y="169667"/>
                </a:lnTo>
                <a:lnTo>
                  <a:pt x="1278387" y="170012"/>
                </a:lnTo>
                <a:lnTo>
                  <a:pt x="1278133" y="170347"/>
                </a:lnTo>
                <a:lnTo>
                  <a:pt x="1277875" y="170673"/>
                </a:lnTo>
                <a:lnTo>
                  <a:pt x="1277613" y="170990"/>
                </a:lnTo>
                <a:lnTo>
                  <a:pt x="1277346" y="171298"/>
                </a:lnTo>
                <a:lnTo>
                  <a:pt x="1277075" y="171596"/>
                </a:lnTo>
                <a:lnTo>
                  <a:pt x="1276800" y="171884"/>
                </a:lnTo>
                <a:lnTo>
                  <a:pt x="1276520" y="172164"/>
                </a:lnTo>
                <a:lnTo>
                  <a:pt x="1276237" y="172434"/>
                </a:lnTo>
                <a:lnTo>
                  <a:pt x="1275950" y="172694"/>
                </a:lnTo>
                <a:lnTo>
                  <a:pt x="1275660" y="172942"/>
                </a:lnTo>
                <a:lnTo>
                  <a:pt x="1275368" y="173180"/>
                </a:lnTo>
                <a:lnTo>
                  <a:pt x="1275074" y="173407"/>
                </a:lnTo>
                <a:lnTo>
                  <a:pt x="1274777" y="173622"/>
                </a:lnTo>
                <a:lnTo>
                  <a:pt x="1274477" y="173827"/>
                </a:lnTo>
                <a:lnTo>
                  <a:pt x="1274175" y="174020"/>
                </a:lnTo>
                <a:lnTo>
                  <a:pt x="1273870" y="174203"/>
                </a:lnTo>
                <a:lnTo>
                  <a:pt x="1273562" y="174374"/>
                </a:lnTo>
                <a:lnTo>
                  <a:pt x="1273252" y="174535"/>
                </a:lnTo>
                <a:lnTo>
                  <a:pt x="1272940" y="174684"/>
                </a:lnTo>
                <a:lnTo>
                  <a:pt x="1272624" y="174822"/>
                </a:lnTo>
                <a:lnTo>
                  <a:pt x="1272307" y="174949"/>
                </a:lnTo>
                <a:lnTo>
                  <a:pt x="1271986" y="175065"/>
                </a:lnTo>
                <a:lnTo>
                  <a:pt x="1271664" y="175170"/>
                </a:lnTo>
                <a:lnTo>
                  <a:pt x="1271338" y="175264"/>
                </a:lnTo>
                <a:lnTo>
                  <a:pt x="1271010" y="175347"/>
                </a:lnTo>
                <a:lnTo>
                  <a:pt x="1270680" y="175419"/>
                </a:lnTo>
                <a:lnTo>
                  <a:pt x="1270347" y="175480"/>
                </a:lnTo>
                <a:lnTo>
                  <a:pt x="1270011" y="175530"/>
                </a:lnTo>
                <a:lnTo>
                  <a:pt x="1269673" y="175568"/>
                </a:lnTo>
                <a:lnTo>
                  <a:pt x="1269332" y="175596"/>
                </a:lnTo>
                <a:lnTo>
                  <a:pt x="1268988" y="175613"/>
                </a:lnTo>
                <a:lnTo>
                  <a:pt x="1268642" y="175618"/>
                </a:lnTo>
                <a:lnTo>
                  <a:pt x="1268238" y="175610"/>
                </a:lnTo>
                <a:lnTo>
                  <a:pt x="1267842" y="175587"/>
                </a:lnTo>
                <a:lnTo>
                  <a:pt x="1267453" y="175547"/>
                </a:lnTo>
                <a:lnTo>
                  <a:pt x="1267072" y="175492"/>
                </a:lnTo>
                <a:lnTo>
                  <a:pt x="1266698" y="175421"/>
                </a:lnTo>
                <a:close/>
                <a:moveTo>
                  <a:pt x="462013" y="67601"/>
                </a:moveTo>
                <a:lnTo>
                  <a:pt x="462013" y="197661"/>
                </a:lnTo>
                <a:lnTo>
                  <a:pt x="498998" y="197661"/>
                </a:lnTo>
                <a:lnTo>
                  <a:pt x="498998" y="67601"/>
                </a:lnTo>
                <a:lnTo>
                  <a:pt x="462013" y="67601"/>
                </a:lnTo>
                <a:close/>
                <a:moveTo>
                  <a:pt x="1187083" y="124917"/>
                </a:moveTo>
                <a:lnTo>
                  <a:pt x="1217946" y="67601"/>
                </a:lnTo>
                <a:lnTo>
                  <a:pt x="1182672" y="67601"/>
                </a:lnTo>
                <a:lnTo>
                  <a:pt x="1150834" y="126633"/>
                </a:lnTo>
                <a:lnTo>
                  <a:pt x="1180961" y="197661"/>
                </a:lnTo>
                <a:lnTo>
                  <a:pt x="1219904" y="197661"/>
                </a:lnTo>
                <a:lnTo>
                  <a:pt x="1187083" y="124917"/>
                </a:lnTo>
                <a:close/>
                <a:moveTo>
                  <a:pt x="203705" y="162867"/>
                </a:moveTo>
                <a:lnTo>
                  <a:pt x="203180" y="163891"/>
                </a:lnTo>
                <a:lnTo>
                  <a:pt x="202649" y="164867"/>
                </a:lnTo>
                <a:lnTo>
                  <a:pt x="202112" y="165796"/>
                </a:lnTo>
                <a:lnTo>
                  <a:pt x="201569" y="166677"/>
                </a:lnTo>
                <a:lnTo>
                  <a:pt x="201021" y="167510"/>
                </a:lnTo>
                <a:lnTo>
                  <a:pt x="200466" y="168296"/>
                </a:lnTo>
                <a:lnTo>
                  <a:pt x="199905" y="169034"/>
                </a:lnTo>
                <a:lnTo>
                  <a:pt x="199338" y="169725"/>
                </a:lnTo>
                <a:lnTo>
                  <a:pt x="198766" y="170368"/>
                </a:lnTo>
                <a:lnTo>
                  <a:pt x="198187" y="170963"/>
                </a:lnTo>
                <a:lnTo>
                  <a:pt x="197602" y="171511"/>
                </a:lnTo>
                <a:lnTo>
                  <a:pt x="197012" y="172011"/>
                </a:lnTo>
                <a:lnTo>
                  <a:pt x="196415" y="172463"/>
                </a:lnTo>
                <a:lnTo>
                  <a:pt x="195813" y="172868"/>
                </a:lnTo>
                <a:lnTo>
                  <a:pt x="195204" y="173225"/>
                </a:lnTo>
                <a:lnTo>
                  <a:pt x="194590" y="173535"/>
                </a:lnTo>
                <a:lnTo>
                  <a:pt x="193970" y="173797"/>
                </a:lnTo>
                <a:lnTo>
                  <a:pt x="193343" y="174011"/>
                </a:lnTo>
                <a:lnTo>
                  <a:pt x="192711" y="174178"/>
                </a:lnTo>
                <a:lnTo>
                  <a:pt x="192073" y="174297"/>
                </a:lnTo>
                <a:lnTo>
                  <a:pt x="191429" y="174368"/>
                </a:lnTo>
                <a:lnTo>
                  <a:pt x="190779" y="174392"/>
                </a:lnTo>
                <a:lnTo>
                  <a:pt x="190475" y="174387"/>
                </a:lnTo>
                <a:lnTo>
                  <a:pt x="190178" y="174372"/>
                </a:lnTo>
                <a:lnTo>
                  <a:pt x="189886" y="174346"/>
                </a:lnTo>
                <a:lnTo>
                  <a:pt x="189600" y="174311"/>
                </a:lnTo>
                <a:lnTo>
                  <a:pt x="189321" y="174265"/>
                </a:lnTo>
                <a:lnTo>
                  <a:pt x="189047" y="174209"/>
                </a:lnTo>
                <a:lnTo>
                  <a:pt x="188780" y="174142"/>
                </a:lnTo>
                <a:lnTo>
                  <a:pt x="188518" y="174066"/>
                </a:lnTo>
                <a:lnTo>
                  <a:pt x="188262" y="173979"/>
                </a:lnTo>
                <a:lnTo>
                  <a:pt x="188012" y="173882"/>
                </a:lnTo>
                <a:lnTo>
                  <a:pt x="187769" y="173775"/>
                </a:lnTo>
                <a:lnTo>
                  <a:pt x="187531" y="173658"/>
                </a:lnTo>
                <a:lnTo>
                  <a:pt x="187299" y="173530"/>
                </a:lnTo>
                <a:lnTo>
                  <a:pt x="187073" y="173393"/>
                </a:lnTo>
                <a:lnTo>
                  <a:pt x="186853" y="173245"/>
                </a:lnTo>
                <a:lnTo>
                  <a:pt x="186639" y="173087"/>
                </a:lnTo>
                <a:lnTo>
                  <a:pt x="186431" y="172918"/>
                </a:lnTo>
                <a:lnTo>
                  <a:pt x="186229" y="172740"/>
                </a:lnTo>
                <a:lnTo>
                  <a:pt x="186033" y="172551"/>
                </a:lnTo>
                <a:lnTo>
                  <a:pt x="185843" y="172352"/>
                </a:lnTo>
                <a:lnTo>
                  <a:pt x="185659" y="172143"/>
                </a:lnTo>
                <a:lnTo>
                  <a:pt x="185481" y="171924"/>
                </a:lnTo>
                <a:lnTo>
                  <a:pt x="185309" y="171694"/>
                </a:lnTo>
                <a:lnTo>
                  <a:pt x="185143" y="171455"/>
                </a:lnTo>
                <a:lnTo>
                  <a:pt x="184983" y="171205"/>
                </a:lnTo>
                <a:lnTo>
                  <a:pt x="184830" y="170946"/>
                </a:lnTo>
                <a:lnTo>
                  <a:pt x="184684" y="170677"/>
                </a:lnTo>
                <a:lnTo>
                  <a:pt x="184544" y="170399"/>
                </a:lnTo>
                <a:lnTo>
                  <a:pt x="184412" y="170112"/>
                </a:lnTo>
                <a:lnTo>
                  <a:pt x="184286" y="169816"/>
                </a:lnTo>
                <a:lnTo>
                  <a:pt x="184167" y="169510"/>
                </a:lnTo>
                <a:lnTo>
                  <a:pt x="184055" y="169195"/>
                </a:lnTo>
                <a:lnTo>
                  <a:pt x="183949" y="168870"/>
                </a:lnTo>
                <a:lnTo>
                  <a:pt x="183851" y="168536"/>
                </a:lnTo>
                <a:lnTo>
                  <a:pt x="183759" y="168193"/>
                </a:lnTo>
                <a:lnTo>
                  <a:pt x="183674" y="167841"/>
                </a:lnTo>
                <a:lnTo>
                  <a:pt x="183596" y="167479"/>
                </a:lnTo>
                <a:lnTo>
                  <a:pt x="183524" y="167107"/>
                </a:lnTo>
                <a:lnTo>
                  <a:pt x="183460" y="166727"/>
                </a:lnTo>
                <a:lnTo>
                  <a:pt x="183402" y="166337"/>
                </a:lnTo>
                <a:lnTo>
                  <a:pt x="183351" y="165938"/>
                </a:lnTo>
                <a:lnTo>
                  <a:pt x="183307" y="165529"/>
                </a:lnTo>
                <a:lnTo>
                  <a:pt x="183269" y="165111"/>
                </a:lnTo>
                <a:lnTo>
                  <a:pt x="183239" y="164684"/>
                </a:lnTo>
                <a:lnTo>
                  <a:pt x="183215" y="164247"/>
                </a:lnTo>
                <a:lnTo>
                  <a:pt x="183198" y="163801"/>
                </a:lnTo>
                <a:lnTo>
                  <a:pt x="183188" y="163346"/>
                </a:lnTo>
                <a:lnTo>
                  <a:pt x="183184" y="162881"/>
                </a:lnTo>
                <a:lnTo>
                  <a:pt x="183184" y="67601"/>
                </a:lnTo>
                <a:lnTo>
                  <a:pt x="146199" y="67601"/>
                </a:lnTo>
                <a:lnTo>
                  <a:pt x="146199" y="164350"/>
                </a:lnTo>
                <a:lnTo>
                  <a:pt x="146214" y="165747"/>
                </a:lnTo>
                <a:lnTo>
                  <a:pt x="146256" y="167121"/>
                </a:lnTo>
                <a:lnTo>
                  <a:pt x="146328" y="168472"/>
                </a:lnTo>
                <a:lnTo>
                  <a:pt x="146427" y="169800"/>
                </a:lnTo>
                <a:lnTo>
                  <a:pt x="146555" y="171105"/>
                </a:lnTo>
                <a:lnTo>
                  <a:pt x="146712" y="172387"/>
                </a:lnTo>
                <a:lnTo>
                  <a:pt x="146897" y="173646"/>
                </a:lnTo>
                <a:lnTo>
                  <a:pt x="147111" y="174882"/>
                </a:lnTo>
                <a:lnTo>
                  <a:pt x="147353" y="176095"/>
                </a:lnTo>
                <a:lnTo>
                  <a:pt x="147624" y="177286"/>
                </a:lnTo>
                <a:lnTo>
                  <a:pt x="147923" y="178453"/>
                </a:lnTo>
                <a:lnTo>
                  <a:pt x="148250" y="179597"/>
                </a:lnTo>
                <a:lnTo>
                  <a:pt x="148606" y="180719"/>
                </a:lnTo>
                <a:lnTo>
                  <a:pt x="148991" y="181817"/>
                </a:lnTo>
                <a:lnTo>
                  <a:pt x="149404" y="182893"/>
                </a:lnTo>
                <a:lnTo>
                  <a:pt x="149845" y="183945"/>
                </a:lnTo>
                <a:lnTo>
                  <a:pt x="150315" y="184975"/>
                </a:lnTo>
                <a:lnTo>
                  <a:pt x="150814" y="185981"/>
                </a:lnTo>
                <a:lnTo>
                  <a:pt x="151341" y="186965"/>
                </a:lnTo>
                <a:lnTo>
                  <a:pt x="151896" y="187926"/>
                </a:lnTo>
                <a:lnTo>
                  <a:pt x="152480" y="188864"/>
                </a:lnTo>
                <a:lnTo>
                  <a:pt x="153093" y="189778"/>
                </a:lnTo>
                <a:lnTo>
                  <a:pt x="153734" y="190670"/>
                </a:lnTo>
                <a:lnTo>
                  <a:pt x="154403" y="191539"/>
                </a:lnTo>
                <a:lnTo>
                  <a:pt x="155097" y="192378"/>
                </a:lnTo>
                <a:lnTo>
                  <a:pt x="155812" y="193182"/>
                </a:lnTo>
                <a:lnTo>
                  <a:pt x="156548" y="193950"/>
                </a:lnTo>
                <a:lnTo>
                  <a:pt x="157305" y="194682"/>
                </a:lnTo>
                <a:lnTo>
                  <a:pt x="158083" y="195378"/>
                </a:lnTo>
                <a:lnTo>
                  <a:pt x="158881" y="196039"/>
                </a:lnTo>
                <a:lnTo>
                  <a:pt x="159701" y="196664"/>
                </a:lnTo>
                <a:lnTo>
                  <a:pt x="160541" y="197253"/>
                </a:lnTo>
                <a:lnTo>
                  <a:pt x="161402" y="197807"/>
                </a:lnTo>
                <a:lnTo>
                  <a:pt x="162284" y="198325"/>
                </a:lnTo>
                <a:lnTo>
                  <a:pt x="163186" y="198807"/>
                </a:lnTo>
                <a:lnTo>
                  <a:pt x="164110" y="199253"/>
                </a:lnTo>
                <a:lnTo>
                  <a:pt x="165054" y="199664"/>
                </a:lnTo>
                <a:lnTo>
                  <a:pt x="166019" y="200039"/>
                </a:lnTo>
                <a:lnTo>
                  <a:pt x="167005" y="200378"/>
                </a:lnTo>
                <a:lnTo>
                  <a:pt x="168012" y="200682"/>
                </a:lnTo>
                <a:lnTo>
                  <a:pt x="169039" y="200949"/>
                </a:lnTo>
                <a:lnTo>
                  <a:pt x="170088" y="201182"/>
                </a:lnTo>
                <a:lnTo>
                  <a:pt x="171157" y="201378"/>
                </a:lnTo>
                <a:lnTo>
                  <a:pt x="172247" y="201539"/>
                </a:lnTo>
                <a:lnTo>
                  <a:pt x="173358" y="201664"/>
                </a:lnTo>
                <a:lnTo>
                  <a:pt x="174490" y="201753"/>
                </a:lnTo>
                <a:lnTo>
                  <a:pt x="175642" y="201806"/>
                </a:lnTo>
                <a:lnTo>
                  <a:pt x="176816" y="201824"/>
                </a:lnTo>
                <a:lnTo>
                  <a:pt x="178415" y="201791"/>
                </a:lnTo>
                <a:lnTo>
                  <a:pt x="179988" y="201692"/>
                </a:lnTo>
                <a:lnTo>
                  <a:pt x="181534" y="201526"/>
                </a:lnTo>
                <a:lnTo>
                  <a:pt x="183054" y="201294"/>
                </a:lnTo>
                <a:lnTo>
                  <a:pt x="184548" y="200995"/>
                </a:lnTo>
                <a:lnTo>
                  <a:pt x="186016" y="200630"/>
                </a:lnTo>
                <a:lnTo>
                  <a:pt x="187457" y="200199"/>
                </a:lnTo>
                <a:lnTo>
                  <a:pt x="188871" y="199702"/>
                </a:lnTo>
                <a:lnTo>
                  <a:pt x="190260" y="199138"/>
                </a:lnTo>
                <a:lnTo>
                  <a:pt x="191622" y="198507"/>
                </a:lnTo>
                <a:lnTo>
                  <a:pt x="192957" y="197811"/>
                </a:lnTo>
                <a:lnTo>
                  <a:pt x="194266" y="197048"/>
                </a:lnTo>
                <a:lnTo>
                  <a:pt x="195549" y="196219"/>
                </a:lnTo>
                <a:lnTo>
                  <a:pt x="196806" y="195323"/>
                </a:lnTo>
                <a:lnTo>
                  <a:pt x="198036" y="194361"/>
                </a:lnTo>
                <a:lnTo>
                  <a:pt x="199240" y="193333"/>
                </a:lnTo>
                <a:lnTo>
                  <a:pt x="200417" y="192239"/>
                </a:lnTo>
                <a:lnTo>
                  <a:pt x="201569" y="191078"/>
                </a:lnTo>
                <a:lnTo>
                  <a:pt x="202693" y="189850"/>
                </a:lnTo>
                <a:lnTo>
                  <a:pt x="203792" y="188557"/>
                </a:lnTo>
                <a:lnTo>
                  <a:pt x="204864" y="187197"/>
                </a:lnTo>
                <a:lnTo>
                  <a:pt x="205909" y="185771"/>
                </a:lnTo>
                <a:lnTo>
                  <a:pt x="206929" y="184278"/>
                </a:lnTo>
                <a:lnTo>
                  <a:pt x="207922" y="182719"/>
                </a:lnTo>
                <a:lnTo>
                  <a:pt x="209391" y="197661"/>
                </a:lnTo>
                <a:lnTo>
                  <a:pt x="241722" y="197661"/>
                </a:lnTo>
                <a:lnTo>
                  <a:pt x="241722" y="67601"/>
                </a:lnTo>
                <a:lnTo>
                  <a:pt x="204738" y="67601"/>
                </a:lnTo>
                <a:lnTo>
                  <a:pt x="204738" y="160676"/>
                </a:lnTo>
                <a:lnTo>
                  <a:pt x="204224" y="161795"/>
                </a:lnTo>
                <a:lnTo>
                  <a:pt x="203705" y="162867"/>
                </a:lnTo>
                <a:close/>
                <a:moveTo>
                  <a:pt x="841589" y="63629"/>
                </a:moveTo>
                <a:lnTo>
                  <a:pt x="840814" y="63713"/>
                </a:lnTo>
                <a:lnTo>
                  <a:pt x="840047" y="63813"/>
                </a:lnTo>
                <a:lnTo>
                  <a:pt x="839288" y="63928"/>
                </a:lnTo>
                <a:lnTo>
                  <a:pt x="838537" y="64058"/>
                </a:lnTo>
                <a:lnTo>
                  <a:pt x="837793" y="64203"/>
                </a:lnTo>
                <a:lnTo>
                  <a:pt x="837056" y="64364"/>
                </a:lnTo>
                <a:lnTo>
                  <a:pt x="836328" y="64540"/>
                </a:lnTo>
                <a:lnTo>
                  <a:pt x="835607" y="64732"/>
                </a:lnTo>
                <a:lnTo>
                  <a:pt x="834894" y="64938"/>
                </a:lnTo>
                <a:lnTo>
                  <a:pt x="834188" y="65160"/>
                </a:lnTo>
                <a:lnTo>
                  <a:pt x="833490" y="65398"/>
                </a:lnTo>
                <a:lnTo>
                  <a:pt x="832800" y="65650"/>
                </a:lnTo>
                <a:lnTo>
                  <a:pt x="832117" y="65918"/>
                </a:lnTo>
                <a:lnTo>
                  <a:pt x="831442" y="66202"/>
                </a:lnTo>
                <a:lnTo>
                  <a:pt x="830775" y="66500"/>
                </a:lnTo>
                <a:lnTo>
                  <a:pt x="830115" y="66814"/>
                </a:lnTo>
                <a:lnTo>
                  <a:pt x="829463" y="67143"/>
                </a:lnTo>
                <a:lnTo>
                  <a:pt x="828819" y="67488"/>
                </a:lnTo>
                <a:lnTo>
                  <a:pt x="828182" y="67848"/>
                </a:lnTo>
                <a:lnTo>
                  <a:pt x="827552" y="68224"/>
                </a:lnTo>
                <a:lnTo>
                  <a:pt x="826926" y="68619"/>
                </a:lnTo>
                <a:lnTo>
                  <a:pt x="826304" y="69031"/>
                </a:lnTo>
                <a:lnTo>
                  <a:pt x="825686" y="69461"/>
                </a:lnTo>
                <a:lnTo>
                  <a:pt x="825073" y="69908"/>
                </a:lnTo>
                <a:lnTo>
                  <a:pt x="824463" y="70374"/>
                </a:lnTo>
                <a:lnTo>
                  <a:pt x="823859" y="70858"/>
                </a:lnTo>
                <a:lnTo>
                  <a:pt x="823258" y="71359"/>
                </a:lnTo>
                <a:lnTo>
                  <a:pt x="822661" y="71878"/>
                </a:lnTo>
                <a:lnTo>
                  <a:pt x="822069" y="72415"/>
                </a:lnTo>
                <a:lnTo>
                  <a:pt x="821481" y="72970"/>
                </a:lnTo>
                <a:lnTo>
                  <a:pt x="820897" y="73543"/>
                </a:lnTo>
                <a:lnTo>
                  <a:pt x="820318" y="74133"/>
                </a:lnTo>
                <a:lnTo>
                  <a:pt x="819743" y="74742"/>
                </a:lnTo>
                <a:lnTo>
                  <a:pt x="819172" y="75368"/>
                </a:lnTo>
                <a:lnTo>
                  <a:pt x="818605" y="76012"/>
                </a:lnTo>
                <a:lnTo>
                  <a:pt x="818042" y="76674"/>
                </a:lnTo>
                <a:lnTo>
                  <a:pt x="817484" y="77354"/>
                </a:lnTo>
                <a:lnTo>
                  <a:pt x="816930" y="78051"/>
                </a:lnTo>
                <a:lnTo>
                  <a:pt x="816380" y="78767"/>
                </a:lnTo>
                <a:lnTo>
                  <a:pt x="815835" y="79500"/>
                </a:lnTo>
                <a:lnTo>
                  <a:pt x="815293" y="80251"/>
                </a:lnTo>
                <a:lnTo>
                  <a:pt x="814756" y="81020"/>
                </a:lnTo>
                <a:lnTo>
                  <a:pt x="814223" y="81807"/>
                </a:lnTo>
                <a:lnTo>
                  <a:pt x="812755" y="67601"/>
                </a:lnTo>
                <a:lnTo>
                  <a:pt x="779933" y="67601"/>
                </a:lnTo>
                <a:lnTo>
                  <a:pt x="779933" y="251789"/>
                </a:lnTo>
                <a:lnTo>
                  <a:pt x="816918" y="247872"/>
                </a:lnTo>
                <a:lnTo>
                  <a:pt x="816918" y="188845"/>
                </a:lnTo>
                <a:lnTo>
                  <a:pt x="817764" y="189904"/>
                </a:lnTo>
                <a:lnTo>
                  <a:pt x="818627" y="190918"/>
                </a:lnTo>
                <a:lnTo>
                  <a:pt x="819509" y="191887"/>
                </a:lnTo>
                <a:lnTo>
                  <a:pt x="820408" y="192811"/>
                </a:lnTo>
                <a:lnTo>
                  <a:pt x="821325" y="193689"/>
                </a:lnTo>
                <a:lnTo>
                  <a:pt x="822261" y="194523"/>
                </a:lnTo>
                <a:lnTo>
                  <a:pt x="823213" y="195312"/>
                </a:lnTo>
                <a:lnTo>
                  <a:pt x="824184" y="196056"/>
                </a:lnTo>
                <a:lnTo>
                  <a:pt x="825173" y="196754"/>
                </a:lnTo>
                <a:lnTo>
                  <a:pt x="826179" y="197408"/>
                </a:lnTo>
                <a:lnTo>
                  <a:pt x="827204" y="198016"/>
                </a:lnTo>
                <a:lnTo>
                  <a:pt x="828246" y="198579"/>
                </a:lnTo>
                <a:lnTo>
                  <a:pt x="829306" y="199098"/>
                </a:lnTo>
                <a:lnTo>
                  <a:pt x="830384" y="199571"/>
                </a:lnTo>
                <a:lnTo>
                  <a:pt x="831480" y="199999"/>
                </a:lnTo>
                <a:lnTo>
                  <a:pt x="832593" y="200382"/>
                </a:lnTo>
                <a:lnTo>
                  <a:pt x="833725" y="200720"/>
                </a:lnTo>
                <a:lnTo>
                  <a:pt x="834874" y="201013"/>
                </a:lnTo>
                <a:lnTo>
                  <a:pt x="836041" y="201261"/>
                </a:lnTo>
                <a:lnTo>
                  <a:pt x="837226" y="201464"/>
                </a:lnTo>
                <a:lnTo>
                  <a:pt x="838429" y="201622"/>
                </a:lnTo>
                <a:lnTo>
                  <a:pt x="839650" y="201734"/>
                </a:lnTo>
                <a:lnTo>
                  <a:pt x="840889" y="201802"/>
                </a:lnTo>
                <a:lnTo>
                  <a:pt x="842145" y="201824"/>
                </a:lnTo>
                <a:lnTo>
                  <a:pt x="843221" y="201810"/>
                </a:lnTo>
                <a:lnTo>
                  <a:pt x="844285" y="201766"/>
                </a:lnTo>
                <a:lnTo>
                  <a:pt x="845337" y="201692"/>
                </a:lnTo>
                <a:lnTo>
                  <a:pt x="846378" y="201590"/>
                </a:lnTo>
                <a:lnTo>
                  <a:pt x="847406" y="201458"/>
                </a:lnTo>
                <a:lnTo>
                  <a:pt x="848422" y="201296"/>
                </a:lnTo>
                <a:lnTo>
                  <a:pt x="849427" y="201105"/>
                </a:lnTo>
                <a:lnTo>
                  <a:pt x="850419" y="200885"/>
                </a:lnTo>
                <a:lnTo>
                  <a:pt x="851400" y="200636"/>
                </a:lnTo>
                <a:lnTo>
                  <a:pt x="852368" y="200357"/>
                </a:lnTo>
                <a:lnTo>
                  <a:pt x="853325" y="200049"/>
                </a:lnTo>
                <a:lnTo>
                  <a:pt x="854270" y="199712"/>
                </a:lnTo>
                <a:lnTo>
                  <a:pt x="855203" y="199345"/>
                </a:lnTo>
                <a:lnTo>
                  <a:pt x="856124" y="198949"/>
                </a:lnTo>
                <a:lnTo>
                  <a:pt x="857033" y="198524"/>
                </a:lnTo>
                <a:lnTo>
                  <a:pt x="857930" y="198069"/>
                </a:lnTo>
                <a:lnTo>
                  <a:pt x="858815" y="197585"/>
                </a:lnTo>
                <a:lnTo>
                  <a:pt x="859688" y="197071"/>
                </a:lnTo>
                <a:lnTo>
                  <a:pt x="860550" y="196528"/>
                </a:lnTo>
                <a:lnTo>
                  <a:pt x="861399" y="195956"/>
                </a:lnTo>
                <a:lnTo>
                  <a:pt x="862237" y="195355"/>
                </a:lnTo>
                <a:lnTo>
                  <a:pt x="863062" y="194724"/>
                </a:lnTo>
                <a:lnTo>
                  <a:pt x="863876" y="194064"/>
                </a:lnTo>
                <a:lnTo>
                  <a:pt x="864678" y="193374"/>
                </a:lnTo>
                <a:lnTo>
                  <a:pt x="865466" y="192657"/>
                </a:lnTo>
                <a:lnTo>
                  <a:pt x="866240" y="191915"/>
                </a:lnTo>
                <a:lnTo>
                  <a:pt x="866999" y="191147"/>
                </a:lnTo>
                <a:lnTo>
                  <a:pt x="867743" y="190353"/>
                </a:lnTo>
                <a:lnTo>
                  <a:pt x="868472" y="189534"/>
                </a:lnTo>
                <a:lnTo>
                  <a:pt x="869186" y="188690"/>
                </a:lnTo>
                <a:lnTo>
                  <a:pt x="869885" y="187820"/>
                </a:lnTo>
                <a:lnTo>
                  <a:pt x="870570" y="186924"/>
                </a:lnTo>
                <a:lnTo>
                  <a:pt x="871239" y="186003"/>
                </a:lnTo>
                <a:lnTo>
                  <a:pt x="871894" y="185057"/>
                </a:lnTo>
                <a:lnTo>
                  <a:pt x="872534" y="184085"/>
                </a:lnTo>
                <a:lnTo>
                  <a:pt x="873159" y="183087"/>
                </a:lnTo>
                <a:lnTo>
                  <a:pt x="873769" y="182064"/>
                </a:lnTo>
                <a:lnTo>
                  <a:pt x="874364" y="181015"/>
                </a:lnTo>
                <a:lnTo>
                  <a:pt x="874944" y="179941"/>
                </a:lnTo>
                <a:lnTo>
                  <a:pt x="875509" y="178842"/>
                </a:lnTo>
                <a:lnTo>
                  <a:pt x="876060" y="177717"/>
                </a:lnTo>
                <a:lnTo>
                  <a:pt x="876595" y="176566"/>
                </a:lnTo>
                <a:lnTo>
                  <a:pt x="877116" y="175390"/>
                </a:lnTo>
                <a:lnTo>
                  <a:pt x="877622" y="174188"/>
                </a:lnTo>
                <a:lnTo>
                  <a:pt x="878113" y="172961"/>
                </a:lnTo>
                <a:lnTo>
                  <a:pt x="878589" y="171708"/>
                </a:lnTo>
                <a:lnTo>
                  <a:pt x="879050" y="170430"/>
                </a:lnTo>
                <a:lnTo>
                  <a:pt x="879496" y="169126"/>
                </a:lnTo>
                <a:lnTo>
                  <a:pt x="879926" y="167801"/>
                </a:lnTo>
                <a:lnTo>
                  <a:pt x="880338" y="166457"/>
                </a:lnTo>
                <a:lnTo>
                  <a:pt x="880731" y="165095"/>
                </a:lnTo>
                <a:lnTo>
                  <a:pt x="881106" y="163714"/>
                </a:lnTo>
                <a:lnTo>
                  <a:pt x="881463" y="162315"/>
                </a:lnTo>
                <a:lnTo>
                  <a:pt x="881802" y="160898"/>
                </a:lnTo>
                <a:lnTo>
                  <a:pt x="882122" y="159463"/>
                </a:lnTo>
                <a:lnTo>
                  <a:pt x="882424" y="158009"/>
                </a:lnTo>
                <a:lnTo>
                  <a:pt x="882707" y="156537"/>
                </a:lnTo>
                <a:lnTo>
                  <a:pt x="882973" y="155047"/>
                </a:lnTo>
                <a:lnTo>
                  <a:pt x="883220" y="153539"/>
                </a:lnTo>
                <a:lnTo>
                  <a:pt x="883448" y="152012"/>
                </a:lnTo>
                <a:lnTo>
                  <a:pt x="883659" y="150467"/>
                </a:lnTo>
                <a:lnTo>
                  <a:pt x="883851" y="148904"/>
                </a:lnTo>
                <a:lnTo>
                  <a:pt x="884025" y="147322"/>
                </a:lnTo>
                <a:lnTo>
                  <a:pt x="884180" y="145722"/>
                </a:lnTo>
                <a:lnTo>
                  <a:pt x="884318" y="144104"/>
                </a:lnTo>
                <a:lnTo>
                  <a:pt x="884436" y="142468"/>
                </a:lnTo>
                <a:lnTo>
                  <a:pt x="884537" y="140813"/>
                </a:lnTo>
                <a:lnTo>
                  <a:pt x="884619" y="139140"/>
                </a:lnTo>
                <a:lnTo>
                  <a:pt x="884684" y="137448"/>
                </a:lnTo>
                <a:lnTo>
                  <a:pt x="884729" y="135739"/>
                </a:lnTo>
                <a:lnTo>
                  <a:pt x="884757" y="134011"/>
                </a:lnTo>
                <a:lnTo>
                  <a:pt x="884766" y="132265"/>
                </a:lnTo>
                <a:lnTo>
                  <a:pt x="884748" y="129516"/>
                </a:lnTo>
                <a:lnTo>
                  <a:pt x="884696" y="126821"/>
                </a:lnTo>
                <a:lnTo>
                  <a:pt x="884609" y="124180"/>
                </a:lnTo>
                <a:lnTo>
                  <a:pt x="884487" y="121593"/>
                </a:lnTo>
                <a:lnTo>
                  <a:pt x="884330" y="119060"/>
                </a:lnTo>
                <a:lnTo>
                  <a:pt x="884138" y="116581"/>
                </a:lnTo>
                <a:lnTo>
                  <a:pt x="883912" y="114157"/>
                </a:lnTo>
                <a:lnTo>
                  <a:pt x="883650" y="111786"/>
                </a:lnTo>
                <a:lnTo>
                  <a:pt x="883354" y="109469"/>
                </a:lnTo>
                <a:lnTo>
                  <a:pt x="883022" y="107206"/>
                </a:lnTo>
                <a:lnTo>
                  <a:pt x="882656" y="104997"/>
                </a:lnTo>
                <a:lnTo>
                  <a:pt x="882255" y="102843"/>
                </a:lnTo>
                <a:lnTo>
                  <a:pt x="881819" y="100742"/>
                </a:lnTo>
                <a:lnTo>
                  <a:pt x="881349" y="98695"/>
                </a:lnTo>
                <a:lnTo>
                  <a:pt x="880843" y="96702"/>
                </a:lnTo>
                <a:lnTo>
                  <a:pt x="880303" y="94763"/>
                </a:lnTo>
                <a:lnTo>
                  <a:pt x="879727" y="92879"/>
                </a:lnTo>
                <a:lnTo>
                  <a:pt x="879117" y="91048"/>
                </a:lnTo>
                <a:lnTo>
                  <a:pt x="878472" y="89271"/>
                </a:lnTo>
                <a:lnTo>
                  <a:pt x="877792" y="87548"/>
                </a:lnTo>
                <a:lnTo>
                  <a:pt x="877077" y="85880"/>
                </a:lnTo>
                <a:lnTo>
                  <a:pt x="876328" y="84265"/>
                </a:lnTo>
                <a:lnTo>
                  <a:pt x="875543" y="82704"/>
                </a:lnTo>
                <a:lnTo>
                  <a:pt x="874724" y="81198"/>
                </a:lnTo>
                <a:lnTo>
                  <a:pt x="873871" y="79749"/>
                </a:lnTo>
                <a:lnTo>
                  <a:pt x="872987" y="78361"/>
                </a:lnTo>
                <a:lnTo>
                  <a:pt x="872071" y="77035"/>
                </a:lnTo>
                <a:lnTo>
                  <a:pt x="871124" y="75771"/>
                </a:lnTo>
                <a:lnTo>
                  <a:pt x="870146" y="74569"/>
                </a:lnTo>
                <a:lnTo>
                  <a:pt x="869136" y="73428"/>
                </a:lnTo>
                <a:lnTo>
                  <a:pt x="868095" y="72349"/>
                </a:lnTo>
                <a:lnTo>
                  <a:pt x="867022" y="71331"/>
                </a:lnTo>
                <a:lnTo>
                  <a:pt x="865917" y="70375"/>
                </a:lnTo>
                <a:lnTo>
                  <a:pt x="864782" y="69481"/>
                </a:lnTo>
                <a:lnTo>
                  <a:pt x="863614" y="68649"/>
                </a:lnTo>
                <a:lnTo>
                  <a:pt x="862416" y="67878"/>
                </a:lnTo>
                <a:lnTo>
                  <a:pt x="861185" y="67169"/>
                </a:lnTo>
                <a:lnTo>
                  <a:pt x="859924" y="66521"/>
                </a:lnTo>
                <a:lnTo>
                  <a:pt x="858631" y="65935"/>
                </a:lnTo>
                <a:lnTo>
                  <a:pt x="857306" y="65411"/>
                </a:lnTo>
                <a:lnTo>
                  <a:pt x="855950" y="64949"/>
                </a:lnTo>
                <a:lnTo>
                  <a:pt x="854562" y="64548"/>
                </a:lnTo>
                <a:lnTo>
                  <a:pt x="853143" y="64209"/>
                </a:lnTo>
                <a:lnTo>
                  <a:pt x="851693" y="63931"/>
                </a:lnTo>
                <a:lnTo>
                  <a:pt x="850211" y="63715"/>
                </a:lnTo>
                <a:lnTo>
                  <a:pt x="848697" y="63561"/>
                </a:lnTo>
                <a:lnTo>
                  <a:pt x="847152" y="63469"/>
                </a:lnTo>
                <a:lnTo>
                  <a:pt x="845576" y="63438"/>
                </a:lnTo>
                <a:lnTo>
                  <a:pt x="844763" y="63445"/>
                </a:lnTo>
                <a:lnTo>
                  <a:pt x="843958" y="63468"/>
                </a:lnTo>
                <a:lnTo>
                  <a:pt x="843161" y="63507"/>
                </a:lnTo>
                <a:lnTo>
                  <a:pt x="842371" y="63560"/>
                </a:lnTo>
                <a:lnTo>
                  <a:pt x="841589" y="63629"/>
                </a:lnTo>
                <a:close/>
                <a:moveTo>
                  <a:pt x="827995" y="173956"/>
                </a:moveTo>
                <a:lnTo>
                  <a:pt x="827343" y="173765"/>
                </a:lnTo>
                <a:lnTo>
                  <a:pt x="826699" y="173538"/>
                </a:lnTo>
                <a:lnTo>
                  <a:pt x="826062" y="173276"/>
                </a:lnTo>
                <a:lnTo>
                  <a:pt x="825433" y="172980"/>
                </a:lnTo>
                <a:lnTo>
                  <a:pt x="824812" y="172649"/>
                </a:lnTo>
                <a:lnTo>
                  <a:pt x="824198" y="172283"/>
                </a:lnTo>
                <a:lnTo>
                  <a:pt x="823592" y="171882"/>
                </a:lnTo>
                <a:lnTo>
                  <a:pt x="822994" y="171446"/>
                </a:lnTo>
                <a:lnTo>
                  <a:pt x="822403" y="170975"/>
                </a:lnTo>
                <a:lnTo>
                  <a:pt x="821820" y="170469"/>
                </a:lnTo>
                <a:lnTo>
                  <a:pt x="821245" y="169929"/>
                </a:lnTo>
                <a:lnTo>
                  <a:pt x="820677" y="169354"/>
                </a:lnTo>
                <a:lnTo>
                  <a:pt x="820117" y="168743"/>
                </a:lnTo>
                <a:lnTo>
                  <a:pt x="819565" y="168098"/>
                </a:lnTo>
                <a:lnTo>
                  <a:pt x="819020" y="167418"/>
                </a:lnTo>
                <a:lnTo>
                  <a:pt x="818483" y="166704"/>
                </a:lnTo>
                <a:lnTo>
                  <a:pt x="817954" y="165954"/>
                </a:lnTo>
                <a:lnTo>
                  <a:pt x="817432" y="165169"/>
                </a:lnTo>
                <a:lnTo>
                  <a:pt x="816918" y="164350"/>
                </a:lnTo>
                <a:lnTo>
                  <a:pt x="816918" y="104343"/>
                </a:lnTo>
                <a:lnTo>
                  <a:pt x="817513" y="103224"/>
                </a:lnTo>
                <a:lnTo>
                  <a:pt x="818114" y="102152"/>
                </a:lnTo>
                <a:lnTo>
                  <a:pt x="818721" y="101128"/>
                </a:lnTo>
                <a:lnTo>
                  <a:pt x="819334" y="100152"/>
                </a:lnTo>
                <a:lnTo>
                  <a:pt x="819953" y="99223"/>
                </a:lnTo>
                <a:lnTo>
                  <a:pt x="820577" y="98342"/>
                </a:lnTo>
                <a:lnTo>
                  <a:pt x="821208" y="97509"/>
                </a:lnTo>
                <a:lnTo>
                  <a:pt x="821845" y="96723"/>
                </a:lnTo>
                <a:lnTo>
                  <a:pt x="822487" y="95985"/>
                </a:lnTo>
                <a:lnTo>
                  <a:pt x="823136" y="95294"/>
                </a:lnTo>
                <a:lnTo>
                  <a:pt x="823790" y="94651"/>
                </a:lnTo>
                <a:lnTo>
                  <a:pt x="824451" y="94056"/>
                </a:lnTo>
                <a:lnTo>
                  <a:pt x="825117" y="93508"/>
                </a:lnTo>
                <a:lnTo>
                  <a:pt x="825789" y="93008"/>
                </a:lnTo>
                <a:lnTo>
                  <a:pt x="826468" y="92556"/>
                </a:lnTo>
                <a:lnTo>
                  <a:pt x="827152" y="92151"/>
                </a:lnTo>
                <a:lnTo>
                  <a:pt x="827842" y="91794"/>
                </a:lnTo>
                <a:lnTo>
                  <a:pt x="828538" y="91484"/>
                </a:lnTo>
                <a:lnTo>
                  <a:pt x="829240" y="91222"/>
                </a:lnTo>
                <a:lnTo>
                  <a:pt x="829948" y="91008"/>
                </a:lnTo>
                <a:lnTo>
                  <a:pt x="830662" y="90841"/>
                </a:lnTo>
                <a:lnTo>
                  <a:pt x="831382" y="90722"/>
                </a:lnTo>
                <a:lnTo>
                  <a:pt x="832107" y="90651"/>
                </a:lnTo>
                <a:lnTo>
                  <a:pt x="832839" y="90627"/>
                </a:lnTo>
                <a:lnTo>
                  <a:pt x="833424" y="90643"/>
                </a:lnTo>
                <a:lnTo>
                  <a:pt x="833997" y="90689"/>
                </a:lnTo>
                <a:lnTo>
                  <a:pt x="834557" y="90767"/>
                </a:lnTo>
                <a:lnTo>
                  <a:pt x="835104" y="90875"/>
                </a:lnTo>
                <a:lnTo>
                  <a:pt x="835638" y="91015"/>
                </a:lnTo>
                <a:lnTo>
                  <a:pt x="836160" y="91186"/>
                </a:lnTo>
                <a:lnTo>
                  <a:pt x="836669" y="91387"/>
                </a:lnTo>
                <a:lnTo>
                  <a:pt x="837165" y="91620"/>
                </a:lnTo>
                <a:lnTo>
                  <a:pt x="837648" y="91884"/>
                </a:lnTo>
                <a:lnTo>
                  <a:pt x="838119" y="92179"/>
                </a:lnTo>
                <a:lnTo>
                  <a:pt x="838577" y="92505"/>
                </a:lnTo>
                <a:lnTo>
                  <a:pt x="839022" y="92862"/>
                </a:lnTo>
                <a:lnTo>
                  <a:pt x="839454" y="93250"/>
                </a:lnTo>
                <a:lnTo>
                  <a:pt x="839873" y="93669"/>
                </a:lnTo>
                <a:lnTo>
                  <a:pt x="840280" y="94119"/>
                </a:lnTo>
                <a:lnTo>
                  <a:pt x="840674" y="94600"/>
                </a:lnTo>
                <a:lnTo>
                  <a:pt x="841056" y="95112"/>
                </a:lnTo>
                <a:lnTo>
                  <a:pt x="841424" y="95656"/>
                </a:lnTo>
                <a:lnTo>
                  <a:pt x="841780" y="96230"/>
                </a:lnTo>
                <a:lnTo>
                  <a:pt x="842123" y="96835"/>
                </a:lnTo>
                <a:lnTo>
                  <a:pt x="842453" y="97471"/>
                </a:lnTo>
                <a:lnTo>
                  <a:pt x="842771" y="98139"/>
                </a:lnTo>
                <a:lnTo>
                  <a:pt x="843075" y="98837"/>
                </a:lnTo>
                <a:lnTo>
                  <a:pt x="843367" y="99567"/>
                </a:lnTo>
                <a:lnTo>
                  <a:pt x="843647" y="100338"/>
                </a:lnTo>
                <a:lnTo>
                  <a:pt x="843915" y="101163"/>
                </a:lnTo>
                <a:lnTo>
                  <a:pt x="844171" y="102041"/>
                </a:lnTo>
                <a:lnTo>
                  <a:pt x="844416" y="102972"/>
                </a:lnTo>
                <a:lnTo>
                  <a:pt x="844648" y="103956"/>
                </a:lnTo>
                <a:lnTo>
                  <a:pt x="844868" y="104993"/>
                </a:lnTo>
                <a:lnTo>
                  <a:pt x="845077" y="106084"/>
                </a:lnTo>
                <a:lnTo>
                  <a:pt x="845273" y="107227"/>
                </a:lnTo>
                <a:lnTo>
                  <a:pt x="845458" y="108424"/>
                </a:lnTo>
                <a:lnTo>
                  <a:pt x="845631" y="109674"/>
                </a:lnTo>
                <a:lnTo>
                  <a:pt x="845791" y="110977"/>
                </a:lnTo>
                <a:lnTo>
                  <a:pt x="845940" y="112334"/>
                </a:lnTo>
                <a:lnTo>
                  <a:pt x="846077" y="113743"/>
                </a:lnTo>
                <a:lnTo>
                  <a:pt x="846202" y="115205"/>
                </a:lnTo>
                <a:lnTo>
                  <a:pt x="846316" y="116721"/>
                </a:lnTo>
                <a:lnTo>
                  <a:pt x="846417" y="118290"/>
                </a:lnTo>
                <a:lnTo>
                  <a:pt x="846506" y="119912"/>
                </a:lnTo>
                <a:lnTo>
                  <a:pt x="846584" y="121587"/>
                </a:lnTo>
                <a:lnTo>
                  <a:pt x="846649" y="123316"/>
                </a:lnTo>
                <a:lnTo>
                  <a:pt x="846703" y="125097"/>
                </a:lnTo>
                <a:lnTo>
                  <a:pt x="846745" y="126932"/>
                </a:lnTo>
                <a:lnTo>
                  <a:pt x="846774" y="128819"/>
                </a:lnTo>
                <a:lnTo>
                  <a:pt x="846792" y="130760"/>
                </a:lnTo>
                <a:lnTo>
                  <a:pt x="846798" y="132754"/>
                </a:lnTo>
                <a:lnTo>
                  <a:pt x="846791" y="134610"/>
                </a:lnTo>
                <a:lnTo>
                  <a:pt x="846770" y="136420"/>
                </a:lnTo>
                <a:lnTo>
                  <a:pt x="846735" y="138185"/>
                </a:lnTo>
                <a:lnTo>
                  <a:pt x="846686" y="139905"/>
                </a:lnTo>
                <a:lnTo>
                  <a:pt x="846623" y="141580"/>
                </a:lnTo>
                <a:lnTo>
                  <a:pt x="846546" y="143209"/>
                </a:lnTo>
                <a:lnTo>
                  <a:pt x="846454" y="144794"/>
                </a:lnTo>
                <a:lnTo>
                  <a:pt x="846349" y="146334"/>
                </a:lnTo>
                <a:lnTo>
                  <a:pt x="846230" y="147828"/>
                </a:lnTo>
                <a:lnTo>
                  <a:pt x="846097" y="149278"/>
                </a:lnTo>
                <a:lnTo>
                  <a:pt x="845949" y="150683"/>
                </a:lnTo>
                <a:lnTo>
                  <a:pt x="845788" y="152042"/>
                </a:lnTo>
                <a:lnTo>
                  <a:pt x="845613" y="153356"/>
                </a:lnTo>
                <a:lnTo>
                  <a:pt x="845423" y="154626"/>
                </a:lnTo>
                <a:lnTo>
                  <a:pt x="845220" y="155850"/>
                </a:lnTo>
                <a:lnTo>
                  <a:pt x="845003" y="157029"/>
                </a:lnTo>
                <a:lnTo>
                  <a:pt x="844771" y="158163"/>
                </a:lnTo>
                <a:lnTo>
                  <a:pt x="844526" y="159252"/>
                </a:lnTo>
                <a:lnTo>
                  <a:pt x="844266" y="160296"/>
                </a:lnTo>
                <a:lnTo>
                  <a:pt x="843993" y="161295"/>
                </a:lnTo>
                <a:lnTo>
                  <a:pt x="843705" y="162249"/>
                </a:lnTo>
                <a:lnTo>
                  <a:pt x="843403" y="163157"/>
                </a:lnTo>
                <a:lnTo>
                  <a:pt x="843088" y="164021"/>
                </a:lnTo>
                <a:lnTo>
                  <a:pt x="842758" y="164840"/>
                </a:lnTo>
                <a:lnTo>
                  <a:pt x="842416" y="165619"/>
                </a:lnTo>
                <a:lnTo>
                  <a:pt x="842062" y="166365"/>
                </a:lnTo>
                <a:lnTo>
                  <a:pt x="841696" y="167078"/>
                </a:lnTo>
                <a:lnTo>
                  <a:pt x="841319" y="167758"/>
                </a:lnTo>
                <a:lnTo>
                  <a:pt x="840931" y="168405"/>
                </a:lnTo>
                <a:lnTo>
                  <a:pt x="840531" y="169019"/>
                </a:lnTo>
                <a:lnTo>
                  <a:pt x="840120" y="169599"/>
                </a:lnTo>
                <a:lnTo>
                  <a:pt x="839697" y="170147"/>
                </a:lnTo>
                <a:lnTo>
                  <a:pt x="839263" y="170661"/>
                </a:lnTo>
                <a:lnTo>
                  <a:pt x="838817" y="171142"/>
                </a:lnTo>
                <a:lnTo>
                  <a:pt x="838360" y="171589"/>
                </a:lnTo>
                <a:lnTo>
                  <a:pt x="837891" y="172004"/>
                </a:lnTo>
                <a:lnTo>
                  <a:pt x="837411" y="172385"/>
                </a:lnTo>
                <a:lnTo>
                  <a:pt x="836919" y="172734"/>
                </a:lnTo>
                <a:lnTo>
                  <a:pt x="836416" y="173049"/>
                </a:lnTo>
                <a:lnTo>
                  <a:pt x="835901" y="173331"/>
                </a:lnTo>
                <a:lnTo>
                  <a:pt x="835375" y="173580"/>
                </a:lnTo>
                <a:lnTo>
                  <a:pt x="834837" y="173795"/>
                </a:lnTo>
                <a:lnTo>
                  <a:pt x="834288" y="173978"/>
                </a:lnTo>
                <a:lnTo>
                  <a:pt x="833728" y="174127"/>
                </a:lnTo>
                <a:lnTo>
                  <a:pt x="833156" y="174243"/>
                </a:lnTo>
                <a:lnTo>
                  <a:pt x="832572" y="174326"/>
                </a:lnTo>
                <a:lnTo>
                  <a:pt x="831977" y="174376"/>
                </a:lnTo>
                <a:lnTo>
                  <a:pt x="831370" y="174392"/>
                </a:lnTo>
                <a:lnTo>
                  <a:pt x="830680" y="174375"/>
                </a:lnTo>
                <a:lnTo>
                  <a:pt x="829997" y="174322"/>
                </a:lnTo>
                <a:lnTo>
                  <a:pt x="829322" y="174235"/>
                </a:lnTo>
                <a:lnTo>
                  <a:pt x="828655" y="174113"/>
                </a:lnTo>
                <a:lnTo>
                  <a:pt x="827995" y="173956"/>
                </a:lnTo>
                <a:close/>
                <a:moveTo>
                  <a:pt x="2168869" y="167"/>
                </a:moveTo>
                <a:lnTo>
                  <a:pt x="2168147" y="261"/>
                </a:lnTo>
                <a:lnTo>
                  <a:pt x="2167437" y="375"/>
                </a:lnTo>
                <a:lnTo>
                  <a:pt x="2166738" y="511"/>
                </a:lnTo>
                <a:lnTo>
                  <a:pt x="2166052" y="667"/>
                </a:lnTo>
                <a:lnTo>
                  <a:pt x="2165377" y="844"/>
                </a:lnTo>
                <a:lnTo>
                  <a:pt x="2164715" y="1042"/>
                </a:lnTo>
                <a:lnTo>
                  <a:pt x="2164064" y="1261"/>
                </a:lnTo>
                <a:lnTo>
                  <a:pt x="2163425" y="1501"/>
                </a:lnTo>
                <a:lnTo>
                  <a:pt x="2162798" y="1761"/>
                </a:lnTo>
                <a:lnTo>
                  <a:pt x="2162183" y="2042"/>
                </a:lnTo>
                <a:lnTo>
                  <a:pt x="2161580" y="2345"/>
                </a:lnTo>
                <a:lnTo>
                  <a:pt x="2160989" y="2668"/>
                </a:lnTo>
                <a:lnTo>
                  <a:pt x="2160410" y="3012"/>
                </a:lnTo>
                <a:lnTo>
                  <a:pt x="2159842" y="3376"/>
                </a:lnTo>
                <a:lnTo>
                  <a:pt x="2159287" y="3762"/>
                </a:lnTo>
                <a:lnTo>
                  <a:pt x="2158743" y="4168"/>
                </a:lnTo>
                <a:lnTo>
                  <a:pt x="2158212" y="4595"/>
                </a:lnTo>
                <a:lnTo>
                  <a:pt x="2157692" y="5044"/>
                </a:lnTo>
                <a:lnTo>
                  <a:pt x="2157184" y="5512"/>
                </a:lnTo>
                <a:lnTo>
                  <a:pt x="2156689" y="6002"/>
                </a:lnTo>
                <a:lnTo>
                  <a:pt x="2156209" y="6508"/>
                </a:lnTo>
                <a:lnTo>
                  <a:pt x="2155750" y="7026"/>
                </a:lnTo>
                <a:lnTo>
                  <a:pt x="2155312" y="7554"/>
                </a:lnTo>
                <a:lnTo>
                  <a:pt x="2154893" y="8095"/>
                </a:lnTo>
                <a:lnTo>
                  <a:pt x="2154496" y="8647"/>
                </a:lnTo>
                <a:lnTo>
                  <a:pt x="2154118" y="9210"/>
                </a:lnTo>
                <a:lnTo>
                  <a:pt x="2153761" y="9785"/>
                </a:lnTo>
                <a:lnTo>
                  <a:pt x="2153425" y="10371"/>
                </a:lnTo>
                <a:lnTo>
                  <a:pt x="2153108" y="10968"/>
                </a:lnTo>
                <a:lnTo>
                  <a:pt x="2152813" y="11578"/>
                </a:lnTo>
                <a:lnTo>
                  <a:pt x="2152537" y="12198"/>
                </a:lnTo>
                <a:lnTo>
                  <a:pt x="2152282" y="12830"/>
                </a:lnTo>
                <a:lnTo>
                  <a:pt x="2152048" y="13474"/>
                </a:lnTo>
                <a:lnTo>
                  <a:pt x="2151833" y="14129"/>
                </a:lnTo>
                <a:lnTo>
                  <a:pt x="2151640" y="14795"/>
                </a:lnTo>
                <a:lnTo>
                  <a:pt x="2151466" y="15473"/>
                </a:lnTo>
                <a:lnTo>
                  <a:pt x="2151313" y="16163"/>
                </a:lnTo>
                <a:lnTo>
                  <a:pt x="2151181" y="16864"/>
                </a:lnTo>
                <a:lnTo>
                  <a:pt x="2151068" y="17576"/>
                </a:lnTo>
                <a:lnTo>
                  <a:pt x="2150977" y="18300"/>
                </a:lnTo>
                <a:lnTo>
                  <a:pt x="2150905" y="19035"/>
                </a:lnTo>
                <a:lnTo>
                  <a:pt x="2150854" y="19782"/>
                </a:lnTo>
                <a:lnTo>
                  <a:pt x="2150824" y="20541"/>
                </a:lnTo>
                <a:lnTo>
                  <a:pt x="2150813" y="21310"/>
                </a:lnTo>
                <a:lnTo>
                  <a:pt x="2150824" y="22060"/>
                </a:lnTo>
                <a:lnTo>
                  <a:pt x="2150854" y="22800"/>
                </a:lnTo>
                <a:lnTo>
                  <a:pt x="2150905" y="23528"/>
                </a:lnTo>
                <a:lnTo>
                  <a:pt x="2150977" y="24246"/>
                </a:lnTo>
                <a:lnTo>
                  <a:pt x="2151068" y="24954"/>
                </a:lnTo>
                <a:lnTo>
                  <a:pt x="2151181" y="25651"/>
                </a:lnTo>
                <a:lnTo>
                  <a:pt x="2151313" y="26337"/>
                </a:lnTo>
                <a:lnTo>
                  <a:pt x="2151466" y="27012"/>
                </a:lnTo>
                <a:lnTo>
                  <a:pt x="2151640" y="27677"/>
                </a:lnTo>
                <a:lnTo>
                  <a:pt x="2151833" y="28332"/>
                </a:lnTo>
                <a:lnTo>
                  <a:pt x="2152048" y="28975"/>
                </a:lnTo>
                <a:lnTo>
                  <a:pt x="2152282" y="29608"/>
                </a:lnTo>
                <a:lnTo>
                  <a:pt x="2152537" y="30231"/>
                </a:lnTo>
                <a:lnTo>
                  <a:pt x="2152813" y="30842"/>
                </a:lnTo>
                <a:lnTo>
                  <a:pt x="2153108" y="31444"/>
                </a:lnTo>
                <a:lnTo>
                  <a:pt x="2153425" y="32034"/>
                </a:lnTo>
                <a:lnTo>
                  <a:pt x="2153761" y="32614"/>
                </a:lnTo>
                <a:lnTo>
                  <a:pt x="2154118" y="33183"/>
                </a:lnTo>
                <a:lnTo>
                  <a:pt x="2154496" y="33742"/>
                </a:lnTo>
                <a:lnTo>
                  <a:pt x="2154893" y="34290"/>
                </a:lnTo>
                <a:lnTo>
                  <a:pt x="2155312" y="34827"/>
                </a:lnTo>
                <a:lnTo>
                  <a:pt x="2155750" y="35354"/>
                </a:lnTo>
                <a:lnTo>
                  <a:pt x="2156209" y="35870"/>
                </a:lnTo>
                <a:lnTo>
                  <a:pt x="2156689" y="36376"/>
                </a:lnTo>
                <a:lnTo>
                  <a:pt x="2157184" y="36865"/>
                </a:lnTo>
                <a:lnTo>
                  <a:pt x="2157692" y="37334"/>
                </a:lnTo>
                <a:lnTo>
                  <a:pt x="2158212" y="37782"/>
                </a:lnTo>
                <a:lnTo>
                  <a:pt x="2158743" y="38208"/>
                </a:lnTo>
                <a:lnTo>
                  <a:pt x="2159287" y="38615"/>
                </a:lnTo>
                <a:lnTo>
                  <a:pt x="2159842" y="39000"/>
                </a:lnTo>
                <a:lnTo>
                  <a:pt x="2160410" y="39364"/>
                </a:lnTo>
                <a:lnTo>
                  <a:pt x="2160989" y="39708"/>
                </a:lnTo>
                <a:lnTo>
                  <a:pt x="2161580" y="40031"/>
                </a:lnTo>
                <a:lnTo>
                  <a:pt x="2162183" y="40333"/>
                </a:lnTo>
                <a:lnTo>
                  <a:pt x="2162798" y="40614"/>
                </a:lnTo>
                <a:lnTo>
                  <a:pt x="2163425" y="40874"/>
                </a:lnTo>
                <a:lnTo>
                  <a:pt x="2164064" y="41114"/>
                </a:lnTo>
                <a:lnTo>
                  <a:pt x="2164715" y="41333"/>
                </a:lnTo>
                <a:lnTo>
                  <a:pt x="2165377" y="41531"/>
                </a:lnTo>
                <a:lnTo>
                  <a:pt x="2166052" y="41708"/>
                </a:lnTo>
                <a:lnTo>
                  <a:pt x="2166738" y="41864"/>
                </a:lnTo>
                <a:lnTo>
                  <a:pt x="2167437" y="41999"/>
                </a:lnTo>
                <a:lnTo>
                  <a:pt x="2168147" y="42114"/>
                </a:lnTo>
                <a:lnTo>
                  <a:pt x="2168869" y="42207"/>
                </a:lnTo>
                <a:lnTo>
                  <a:pt x="2169603" y="42280"/>
                </a:lnTo>
                <a:lnTo>
                  <a:pt x="2170349" y="42332"/>
                </a:lnTo>
                <a:lnTo>
                  <a:pt x="2171107" y="42364"/>
                </a:lnTo>
                <a:lnTo>
                  <a:pt x="2171877" y="42374"/>
                </a:lnTo>
                <a:lnTo>
                  <a:pt x="2172647" y="42364"/>
                </a:lnTo>
                <a:lnTo>
                  <a:pt x="2173404" y="42332"/>
                </a:lnTo>
                <a:lnTo>
                  <a:pt x="2174150" y="42280"/>
                </a:lnTo>
                <a:lnTo>
                  <a:pt x="2174884" y="42207"/>
                </a:lnTo>
                <a:lnTo>
                  <a:pt x="2175606" y="42114"/>
                </a:lnTo>
                <a:lnTo>
                  <a:pt x="2176316" y="41999"/>
                </a:lnTo>
                <a:lnTo>
                  <a:pt x="2177014" y="41864"/>
                </a:lnTo>
                <a:lnTo>
                  <a:pt x="2177700" y="41708"/>
                </a:lnTo>
                <a:lnTo>
                  <a:pt x="2178375" y="41531"/>
                </a:lnTo>
                <a:lnTo>
                  <a:pt x="2179037" y="41333"/>
                </a:lnTo>
                <a:lnTo>
                  <a:pt x="2179688" y="41114"/>
                </a:lnTo>
                <a:lnTo>
                  <a:pt x="2180326" y="40874"/>
                </a:lnTo>
                <a:lnTo>
                  <a:pt x="2180953" y="40614"/>
                </a:lnTo>
                <a:lnTo>
                  <a:pt x="2181568" y="40333"/>
                </a:lnTo>
                <a:lnTo>
                  <a:pt x="2182171" y="40031"/>
                </a:lnTo>
                <a:lnTo>
                  <a:pt x="2182762" y="39708"/>
                </a:lnTo>
                <a:lnTo>
                  <a:pt x="2183341" y="39364"/>
                </a:lnTo>
                <a:lnTo>
                  <a:pt x="2183908" y="39000"/>
                </a:lnTo>
                <a:lnTo>
                  <a:pt x="2184464" y="38615"/>
                </a:lnTo>
                <a:lnTo>
                  <a:pt x="2185007" y="38208"/>
                </a:lnTo>
                <a:lnTo>
                  <a:pt x="2185539" y="37782"/>
                </a:lnTo>
                <a:lnTo>
                  <a:pt x="2186058" y="37334"/>
                </a:lnTo>
                <a:lnTo>
                  <a:pt x="2186566" y="36865"/>
                </a:lnTo>
                <a:lnTo>
                  <a:pt x="2187062" y="36376"/>
                </a:lnTo>
                <a:lnTo>
                  <a:pt x="2187542" y="35870"/>
                </a:lnTo>
                <a:lnTo>
                  <a:pt x="2188001" y="35354"/>
                </a:lnTo>
                <a:lnTo>
                  <a:pt x="2188440" y="34827"/>
                </a:lnTo>
                <a:lnTo>
                  <a:pt x="2188858" y="34290"/>
                </a:lnTo>
                <a:lnTo>
                  <a:pt x="2189256" y="33742"/>
                </a:lnTo>
                <a:lnTo>
                  <a:pt x="2189634" y="33183"/>
                </a:lnTo>
                <a:lnTo>
                  <a:pt x="2189991" y="32614"/>
                </a:lnTo>
                <a:lnTo>
                  <a:pt x="2190328" y="32034"/>
                </a:lnTo>
                <a:lnTo>
                  <a:pt x="2190644" y="31444"/>
                </a:lnTo>
                <a:lnTo>
                  <a:pt x="2190940" y="30842"/>
                </a:lnTo>
                <a:lnTo>
                  <a:pt x="2191216" y="30231"/>
                </a:lnTo>
                <a:lnTo>
                  <a:pt x="2191471" y="29608"/>
                </a:lnTo>
                <a:lnTo>
                  <a:pt x="2191706" y="28975"/>
                </a:lnTo>
                <a:lnTo>
                  <a:pt x="2191920" y="28332"/>
                </a:lnTo>
                <a:lnTo>
                  <a:pt x="2192114" y="27677"/>
                </a:lnTo>
                <a:lnTo>
                  <a:pt x="2192288" y="27012"/>
                </a:lnTo>
                <a:lnTo>
                  <a:pt x="2192441" y="26337"/>
                </a:lnTo>
                <a:lnTo>
                  <a:pt x="2192573" y="25651"/>
                </a:lnTo>
                <a:lnTo>
                  <a:pt x="2192686" y="24954"/>
                </a:lnTo>
                <a:lnTo>
                  <a:pt x="2192778" y="24246"/>
                </a:lnTo>
                <a:lnTo>
                  <a:pt x="2192849" y="23528"/>
                </a:lnTo>
                <a:lnTo>
                  <a:pt x="2192900" y="22800"/>
                </a:lnTo>
                <a:lnTo>
                  <a:pt x="2192931" y="22060"/>
                </a:lnTo>
                <a:lnTo>
                  <a:pt x="2192941" y="21310"/>
                </a:lnTo>
                <a:lnTo>
                  <a:pt x="2192931" y="20541"/>
                </a:lnTo>
                <a:lnTo>
                  <a:pt x="2192901" y="19782"/>
                </a:lnTo>
                <a:lnTo>
                  <a:pt x="2192851" y="19035"/>
                </a:lnTo>
                <a:lnTo>
                  <a:pt x="2192781" y="18300"/>
                </a:lnTo>
                <a:lnTo>
                  <a:pt x="2192691" y="17576"/>
                </a:lnTo>
                <a:lnTo>
                  <a:pt x="2192581" y="16864"/>
                </a:lnTo>
                <a:lnTo>
                  <a:pt x="2192451" y="16163"/>
                </a:lnTo>
                <a:lnTo>
                  <a:pt x="2192301" y="15473"/>
                </a:lnTo>
                <a:lnTo>
                  <a:pt x="2192131" y="14795"/>
                </a:lnTo>
                <a:lnTo>
                  <a:pt x="2191942" y="14129"/>
                </a:lnTo>
                <a:lnTo>
                  <a:pt x="2191732" y="13474"/>
                </a:lnTo>
                <a:lnTo>
                  <a:pt x="2191502" y="12830"/>
                </a:lnTo>
                <a:lnTo>
                  <a:pt x="2191252" y="12198"/>
                </a:lnTo>
                <a:lnTo>
                  <a:pt x="2190982" y="11578"/>
                </a:lnTo>
                <a:lnTo>
                  <a:pt x="2190693" y="10968"/>
                </a:lnTo>
                <a:lnTo>
                  <a:pt x="2190383" y="10371"/>
                </a:lnTo>
                <a:lnTo>
                  <a:pt x="2190053" y="9785"/>
                </a:lnTo>
                <a:lnTo>
                  <a:pt x="2189703" y="9210"/>
                </a:lnTo>
                <a:lnTo>
                  <a:pt x="2189334" y="8647"/>
                </a:lnTo>
                <a:lnTo>
                  <a:pt x="2188944" y="8095"/>
                </a:lnTo>
                <a:lnTo>
                  <a:pt x="2188534" y="7554"/>
                </a:lnTo>
                <a:lnTo>
                  <a:pt x="2188105" y="7026"/>
                </a:lnTo>
                <a:lnTo>
                  <a:pt x="2187655" y="6508"/>
                </a:lnTo>
                <a:lnTo>
                  <a:pt x="2187185" y="6002"/>
                </a:lnTo>
                <a:lnTo>
                  <a:pt x="2186699" y="5512"/>
                </a:lnTo>
                <a:lnTo>
                  <a:pt x="2186200" y="5044"/>
                </a:lnTo>
                <a:lnTo>
                  <a:pt x="2185687" y="4595"/>
                </a:lnTo>
                <a:lnTo>
                  <a:pt x="2185161" y="4168"/>
                </a:lnTo>
                <a:lnTo>
                  <a:pt x="2184622" y="3762"/>
                </a:lnTo>
                <a:lnTo>
                  <a:pt x="2184070" y="3376"/>
                </a:lnTo>
                <a:lnTo>
                  <a:pt x="2183505" y="3012"/>
                </a:lnTo>
                <a:lnTo>
                  <a:pt x="2182926" y="2668"/>
                </a:lnTo>
                <a:lnTo>
                  <a:pt x="2182335" y="2345"/>
                </a:lnTo>
                <a:lnTo>
                  <a:pt x="2181730" y="2042"/>
                </a:lnTo>
                <a:lnTo>
                  <a:pt x="2181112" y="1761"/>
                </a:lnTo>
                <a:lnTo>
                  <a:pt x="2180480" y="1501"/>
                </a:lnTo>
                <a:lnTo>
                  <a:pt x="2179836" y="1261"/>
                </a:lnTo>
                <a:lnTo>
                  <a:pt x="2179178" y="1042"/>
                </a:lnTo>
                <a:lnTo>
                  <a:pt x="2178508" y="844"/>
                </a:lnTo>
                <a:lnTo>
                  <a:pt x="2177824" y="667"/>
                </a:lnTo>
                <a:lnTo>
                  <a:pt x="2177126" y="511"/>
                </a:lnTo>
                <a:lnTo>
                  <a:pt x="2176416" y="375"/>
                </a:lnTo>
                <a:lnTo>
                  <a:pt x="2175693" y="261"/>
                </a:lnTo>
                <a:lnTo>
                  <a:pt x="2174956" y="167"/>
                </a:lnTo>
                <a:lnTo>
                  <a:pt x="2174206" y="94"/>
                </a:lnTo>
                <a:lnTo>
                  <a:pt x="2173443" y="42"/>
                </a:lnTo>
                <a:lnTo>
                  <a:pt x="2172667" y="10"/>
                </a:lnTo>
                <a:lnTo>
                  <a:pt x="2171877" y="0"/>
                </a:lnTo>
                <a:lnTo>
                  <a:pt x="2171107" y="10"/>
                </a:lnTo>
                <a:lnTo>
                  <a:pt x="2170349" y="42"/>
                </a:lnTo>
                <a:lnTo>
                  <a:pt x="2169603" y="94"/>
                </a:lnTo>
                <a:lnTo>
                  <a:pt x="2168869" y="167"/>
                </a:lnTo>
                <a:close/>
                <a:moveTo>
                  <a:pt x="2486623" y="65729"/>
                </a:moveTo>
                <a:lnTo>
                  <a:pt x="2486195" y="65576"/>
                </a:lnTo>
                <a:lnTo>
                  <a:pt x="2485766" y="65430"/>
                </a:lnTo>
                <a:lnTo>
                  <a:pt x="2485338" y="65290"/>
                </a:lnTo>
                <a:lnTo>
                  <a:pt x="2484909" y="65157"/>
                </a:lnTo>
                <a:lnTo>
                  <a:pt x="2484481" y="65031"/>
                </a:lnTo>
                <a:lnTo>
                  <a:pt x="2484052" y="64912"/>
                </a:lnTo>
                <a:lnTo>
                  <a:pt x="2483624" y="64799"/>
                </a:lnTo>
                <a:lnTo>
                  <a:pt x="2483195" y="64694"/>
                </a:lnTo>
                <a:lnTo>
                  <a:pt x="2482767" y="64595"/>
                </a:lnTo>
                <a:lnTo>
                  <a:pt x="2482338" y="64503"/>
                </a:lnTo>
                <a:lnTo>
                  <a:pt x="2481909" y="64418"/>
                </a:lnTo>
                <a:lnTo>
                  <a:pt x="2481481" y="64340"/>
                </a:lnTo>
                <a:lnTo>
                  <a:pt x="2481052" y="64268"/>
                </a:lnTo>
                <a:lnTo>
                  <a:pt x="2480624" y="64203"/>
                </a:lnTo>
                <a:lnTo>
                  <a:pt x="2480195" y="64145"/>
                </a:lnTo>
                <a:lnTo>
                  <a:pt x="2479767" y="64094"/>
                </a:lnTo>
                <a:lnTo>
                  <a:pt x="2479338" y="64050"/>
                </a:lnTo>
                <a:lnTo>
                  <a:pt x="2478910" y="64013"/>
                </a:lnTo>
                <a:lnTo>
                  <a:pt x="2478481" y="63982"/>
                </a:lnTo>
                <a:lnTo>
                  <a:pt x="2478052" y="63958"/>
                </a:lnTo>
                <a:lnTo>
                  <a:pt x="2477624" y="63941"/>
                </a:lnTo>
                <a:lnTo>
                  <a:pt x="2477195" y="63931"/>
                </a:lnTo>
                <a:lnTo>
                  <a:pt x="2476767" y="63927"/>
                </a:lnTo>
                <a:lnTo>
                  <a:pt x="2475212" y="63971"/>
                </a:lnTo>
                <a:lnTo>
                  <a:pt x="2473690" y="64101"/>
                </a:lnTo>
                <a:lnTo>
                  <a:pt x="2472201" y="64318"/>
                </a:lnTo>
                <a:lnTo>
                  <a:pt x="2470746" y="64621"/>
                </a:lnTo>
                <a:lnTo>
                  <a:pt x="2469324" y="65012"/>
                </a:lnTo>
                <a:lnTo>
                  <a:pt x="2467934" y="65489"/>
                </a:lnTo>
                <a:lnTo>
                  <a:pt x="2466578" y="66053"/>
                </a:lnTo>
                <a:lnTo>
                  <a:pt x="2465255" y="66703"/>
                </a:lnTo>
                <a:lnTo>
                  <a:pt x="2463966" y="67441"/>
                </a:lnTo>
                <a:lnTo>
                  <a:pt x="2462709" y="68265"/>
                </a:lnTo>
                <a:lnTo>
                  <a:pt x="2461486" y="69176"/>
                </a:lnTo>
                <a:lnTo>
                  <a:pt x="2460295" y="70173"/>
                </a:lnTo>
                <a:lnTo>
                  <a:pt x="2459138" y="71258"/>
                </a:lnTo>
                <a:lnTo>
                  <a:pt x="2458014" y="72429"/>
                </a:lnTo>
                <a:lnTo>
                  <a:pt x="2456924" y="73687"/>
                </a:lnTo>
                <a:lnTo>
                  <a:pt x="2455866" y="75031"/>
                </a:lnTo>
                <a:lnTo>
                  <a:pt x="2454841" y="76463"/>
                </a:lnTo>
                <a:lnTo>
                  <a:pt x="2453850" y="77981"/>
                </a:lnTo>
                <a:lnTo>
                  <a:pt x="2452892" y="79586"/>
                </a:lnTo>
                <a:lnTo>
                  <a:pt x="2451967" y="81277"/>
                </a:lnTo>
                <a:lnTo>
                  <a:pt x="2451075" y="83056"/>
                </a:lnTo>
                <a:lnTo>
                  <a:pt x="2450216" y="84921"/>
                </a:lnTo>
                <a:lnTo>
                  <a:pt x="2449391" y="86873"/>
                </a:lnTo>
                <a:lnTo>
                  <a:pt x="2448598" y="88912"/>
                </a:lnTo>
                <a:lnTo>
                  <a:pt x="2445904" y="67601"/>
                </a:lnTo>
                <a:lnTo>
                  <a:pt x="2413819" y="67601"/>
                </a:lnTo>
                <a:lnTo>
                  <a:pt x="2413819" y="197661"/>
                </a:lnTo>
                <a:lnTo>
                  <a:pt x="2450803" y="197661"/>
                </a:lnTo>
                <a:lnTo>
                  <a:pt x="2450803" y="127855"/>
                </a:lnTo>
                <a:lnTo>
                  <a:pt x="2451051" y="126704"/>
                </a:lnTo>
                <a:lnTo>
                  <a:pt x="2451304" y="125577"/>
                </a:lnTo>
                <a:lnTo>
                  <a:pt x="2451563" y="124474"/>
                </a:lnTo>
                <a:lnTo>
                  <a:pt x="2451827" y="123396"/>
                </a:lnTo>
                <a:lnTo>
                  <a:pt x="2452097" y="122341"/>
                </a:lnTo>
                <a:lnTo>
                  <a:pt x="2452372" y="121311"/>
                </a:lnTo>
                <a:lnTo>
                  <a:pt x="2452652" y="120306"/>
                </a:lnTo>
                <a:lnTo>
                  <a:pt x="2452939" y="119324"/>
                </a:lnTo>
                <a:lnTo>
                  <a:pt x="2453231" y="118367"/>
                </a:lnTo>
                <a:lnTo>
                  <a:pt x="2453528" y="117434"/>
                </a:lnTo>
                <a:lnTo>
                  <a:pt x="2453831" y="116525"/>
                </a:lnTo>
                <a:lnTo>
                  <a:pt x="2454139" y="115640"/>
                </a:lnTo>
                <a:lnTo>
                  <a:pt x="2454453" y="114780"/>
                </a:lnTo>
                <a:lnTo>
                  <a:pt x="2454772" y="113944"/>
                </a:lnTo>
                <a:lnTo>
                  <a:pt x="2455097" y="113132"/>
                </a:lnTo>
                <a:lnTo>
                  <a:pt x="2455428" y="112344"/>
                </a:lnTo>
                <a:lnTo>
                  <a:pt x="2455764" y="111580"/>
                </a:lnTo>
                <a:lnTo>
                  <a:pt x="2456105" y="110841"/>
                </a:lnTo>
                <a:lnTo>
                  <a:pt x="2456452" y="110126"/>
                </a:lnTo>
                <a:lnTo>
                  <a:pt x="2456805" y="109435"/>
                </a:lnTo>
                <a:lnTo>
                  <a:pt x="2457163" y="108769"/>
                </a:lnTo>
                <a:lnTo>
                  <a:pt x="2457527" y="108126"/>
                </a:lnTo>
                <a:lnTo>
                  <a:pt x="2457896" y="107508"/>
                </a:lnTo>
                <a:lnTo>
                  <a:pt x="2458271" y="106914"/>
                </a:lnTo>
                <a:lnTo>
                  <a:pt x="2458656" y="106345"/>
                </a:lnTo>
                <a:lnTo>
                  <a:pt x="2459058" y="105799"/>
                </a:lnTo>
                <a:lnTo>
                  <a:pt x="2459475" y="105278"/>
                </a:lnTo>
                <a:lnTo>
                  <a:pt x="2459908" y="104781"/>
                </a:lnTo>
                <a:lnTo>
                  <a:pt x="2460356" y="104308"/>
                </a:lnTo>
                <a:lnTo>
                  <a:pt x="2460821" y="103860"/>
                </a:lnTo>
                <a:lnTo>
                  <a:pt x="2461301" y="103436"/>
                </a:lnTo>
                <a:lnTo>
                  <a:pt x="2461796" y="103036"/>
                </a:lnTo>
                <a:lnTo>
                  <a:pt x="2462308" y="102660"/>
                </a:lnTo>
                <a:lnTo>
                  <a:pt x="2462835" y="102309"/>
                </a:lnTo>
                <a:lnTo>
                  <a:pt x="2463378" y="101981"/>
                </a:lnTo>
                <a:lnTo>
                  <a:pt x="2463937" y="101678"/>
                </a:lnTo>
                <a:lnTo>
                  <a:pt x="2464511" y="101400"/>
                </a:lnTo>
                <a:lnTo>
                  <a:pt x="2465101" y="101145"/>
                </a:lnTo>
                <a:lnTo>
                  <a:pt x="2465707" y="100915"/>
                </a:lnTo>
                <a:lnTo>
                  <a:pt x="2466328" y="100709"/>
                </a:lnTo>
                <a:lnTo>
                  <a:pt x="2466966" y="100527"/>
                </a:lnTo>
                <a:lnTo>
                  <a:pt x="2467619" y="100369"/>
                </a:lnTo>
                <a:lnTo>
                  <a:pt x="2468287" y="100236"/>
                </a:lnTo>
                <a:lnTo>
                  <a:pt x="2468972" y="100127"/>
                </a:lnTo>
                <a:lnTo>
                  <a:pt x="2469672" y="100042"/>
                </a:lnTo>
                <a:lnTo>
                  <a:pt x="2470388" y="99981"/>
                </a:lnTo>
                <a:lnTo>
                  <a:pt x="2471120" y="99945"/>
                </a:lnTo>
                <a:lnTo>
                  <a:pt x="2471867" y="99933"/>
                </a:lnTo>
                <a:lnTo>
                  <a:pt x="2472255" y="99936"/>
                </a:lnTo>
                <a:lnTo>
                  <a:pt x="2472641" y="99943"/>
                </a:lnTo>
                <a:lnTo>
                  <a:pt x="2473027" y="99956"/>
                </a:lnTo>
                <a:lnTo>
                  <a:pt x="2473411" y="99974"/>
                </a:lnTo>
                <a:lnTo>
                  <a:pt x="2473795" y="99997"/>
                </a:lnTo>
                <a:lnTo>
                  <a:pt x="2474178" y="100025"/>
                </a:lnTo>
                <a:lnTo>
                  <a:pt x="2474561" y="100058"/>
                </a:lnTo>
                <a:lnTo>
                  <a:pt x="2474942" y="100096"/>
                </a:lnTo>
                <a:lnTo>
                  <a:pt x="2475323" y="100140"/>
                </a:lnTo>
                <a:lnTo>
                  <a:pt x="2475703" y="100188"/>
                </a:lnTo>
                <a:lnTo>
                  <a:pt x="2476081" y="100242"/>
                </a:lnTo>
                <a:lnTo>
                  <a:pt x="2476459" y="100300"/>
                </a:lnTo>
                <a:lnTo>
                  <a:pt x="2476837" y="100364"/>
                </a:lnTo>
                <a:lnTo>
                  <a:pt x="2477213" y="100433"/>
                </a:lnTo>
                <a:lnTo>
                  <a:pt x="2477589" y="100507"/>
                </a:lnTo>
                <a:lnTo>
                  <a:pt x="2477963" y="100586"/>
                </a:lnTo>
                <a:lnTo>
                  <a:pt x="2478337" y="100670"/>
                </a:lnTo>
                <a:lnTo>
                  <a:pt x="2478710" y="100759"/>
                </a:lnTo>
                <a:lnTo>
                  <a:pt x="2479082" y="100854"/>
                </a:lnTo>
                <a:lnTo>
                  <a:pt x="2479453" y="100953"/>
                </a:lnTo>
                <a:lnTo>
                  <a:pt x="2479824" y="101058"/>
                </a:lnTo>
                <a:lnTo>
                  <a:pt x="2480194" y="101167"/>
                </a:lnTo>
                <a:lnTo>
                  <a:pt x="2480562" y="101282"/>
                </a:lnTo>
                <a:lnTo>
                  <a:pt x="2480930" y="101402"/>
                </a:lnTo>
                <a:lnTo>
                  <a:pt x="2485485" y="74978"/>
                </a:lnTo>
                <a:lnTo>
                  <a:pt x="2514827" y="197661"/>
                </a:lnTo>
                <a:lnTo>
                  <a:pt x="2528543" y="197661"/>
                </a:lnTo>
                <a:lnTo>
                  <a:pt x="2528170" y="198771"/>
                </a:lnTo>
                <a:lnTo>
                  <a:pt x="2527784" y="199856"/>
                </a:lnTo>
                <a:lnTo>
                  <a:pt x="2527386" y="200915"/>
                </a:lnTo>
                <a:lnTo>
                  <a:pt x="2526976" y="201950"/>
                </a:lnTo>
                <a:lnTo>
                  <a:pt x="2526553" y="202960"/>
                </a:lnTo>
                <a:lnTo>
                  <a:pt x="2526118" y="203944"/>
                </a:lnTo>
                <a:lnTo>
                  <a:pt x="2525670" y="204904"/>
                </a:lnTo>
                <a:lnTo>
                  <a:pt x="2525211" y="205838"/>
                </a:lnTo>
                <a:lnTo>
                  <a:pt x="2524739" y="206747"/>
                </a:lnTo>
                <a:lnTo>
                  <a:pt x="2524254" y="207631"/>
                </a:lnTo>
                <a:lnTo>
                  <a:pt x="2523757" y="208490"/>
                </a:lnTo>
                <a:lnTo>
                  <a:pt x="2523248" y="209324"/>
                </a:lnTo>
                <a:lnTo>
                  <a:pt x="2522727" y="210133"/>
                </a:lnTo>
                <a:lnTo>
                  <a:pt x="2522193" y="210917"/>
                </a:lnTo>
                <a:lnTo>
                  <a:pt x="2521647" y="211676"/>
                </a:lnTo>
                <a:lnTo>
                  <a:pt x="2521088" y="212409"/>
                </a:lnTo>
                <a:lnTo>
                  <a:pt x="2520518" y="213118"/>
                </a:lnTo>
                <a:lnTo>
                  <a:pt x="2519934" y="213801"/>
                </a:lnTo>
                <a:lnTo>
                  <a:pt x="2519339" y="214460"/>
                </a:lnTo>
                <a:lnTo>
                  <a:pt x="2518731" y="215093"/>
                </a:lnTo>
                <a:lnTo>
                  <a:pt x="2518111" y="215701"/>
                </a:lnTo>
                <a:lnTo>
                  <a:pt x="2517478" y="216284"/>
                </a:lnTo>
                <a:lnTo>
                  <a:pt x="2516833" y="216842"/>
                </a:lnTo>
                <a:lnTo>
                  <a:pt x="2516176" y="217375"/>
                </a:lnTo>
                <a:lnTo>
                  <a:pt x="2515500" y="217890"/>
                </a:lnTo>
                <a:lnTo>
                  <a:pt x="2514798" y="218392"/>
                </a:lnTo>
                <a:lnTo>
                  <a:pt x="2514069" y="218882"/>
                </a:lnTo>
                <a:lnTo>
                  <a:pt x="2513315" y="219360"/>
                </a:lnTo>
                <a:lnTo>
                  <a:pt x="2512535" y="219825"/>
                </a:lnTo>
                <a:lnTo>
                  <a:pt x="2511729" y="220278"/>
                </a:lnTo>
                <a:lnTo>
                  <a:pt x="2510897" y="220718"/>
                </a:lnTo>
                <a:lnTo>
                  <a:pt x="2510039" y="221146"/>
                </a:lnTo>
                <a:lnTo>
                  <a:pt x="2509155" y="221562"/>
                </a:lnTo>
                <a:lnTo>
                  <a:pt x="2508245" y="221966"/>
                </a:lnTo>
                <a:lnTo>
                  <a:pt x="2507310" y="222357"/>
                </a:lnTo>
                <a:lnTo>
                  <a:pt x="2506348" y="222736"/>
                </a:lnTo>
                <a:lnTo>
                  <a:pt x="2505360" y="223102"/>
                </a:lnTo>
                <a:lnTo>
                  <a:pt x="2504347" y="223456"/>
                </a:lnTo>
                <a:lnTo>
                  <a:pt x="2503307" y="223798"/>
                </a:lnTo>
                <a:lnTo>
                  <a:pt x="2502242" y="224128"/>
                </a:lnTo>
                <a:lnTo>
                  <a:pt x="2501150" y="224445"/>
                </a:lnTo>
                <a:lnTo>
                  <a:pt x="2500033" y="224749"/>
                </a:lnTo>
                <a:lnTo>
                  <a:pt x="2498890" y="225042"/>
                </a:lnTo>
                <a:lnTo>
                  <a:pt x="2497720" y="225322"/>
                </a:lnTo>
                <a:lnTo>
                  <a:pt x="2496525" y="225590"/>
                </a:lnTo>
                <a:lnTo>
                  <a:pt x="2495304" y="225845"/>
                </a:lnTo>
                <a:lnTo>
                  <a:pt x="2494057" y="226088"/>
                </a:lnTo>
                <a:lnTo>
                  <a:pt x="2492784" y="226319"/>
                </a:lnTo>
                <a:lnTo>
                  <a:pt x="2496705" y="251789"/>
                </a:lnTo>
                <a:lnTo>
                  <a:pt x="2500924" y="251402"/>
                </a:lnTo>
                <a:lnTo>
                  <a:pt x="2505008" y="250854"/>
                </a:lnTo>
                <a:lnTo>
                  <a:pt x="2508958" y="250143"/>
                </a:lnTo>
                <a:lnTo>
                  <a:pt x="2512774" y="249272"/>
                </a:lnTo>
                <a:lnTo>
                  <a:pt x="2516456" y="248239"/>
                </a:lnTo>
                <a:lnTo>
                  <a:pt x="2520003" y="247044"/>
                </a:lnTo>
                <a:lnTo>
                  <a:pt x="2523416" y="245687"/>
                </a:lnTo>
                <a:lnTo>
                  <a:pt x="2526694" y="244169"/>
                </a:lnTo>
                <a:lnTo>
                  <a:pt x="2529838" y="242490"/>
                </a:lnTo>
                <a:lnTo>
                  <a:pt x="2532848" y="240649"/>
                </a:lnTo>
                <a:lnTo>
                  <a:pt x="2535723" y="238646"/>
                </a:lnTo>
                <a:lnTo>
                  <a:pt x="2538464" y="236482"/>
                </a:lnTo>
                <a:lnTo>
                  <a:pt x="2541070" y="234156"/>
                </a:lnTo>
                <a:lnTo>
                  <a:pt x="2543543" y="231668"/>
                </a:lnTo>
                <a:lnTo>
                  <a:pt x="2545881" y="229019"/>
                </a:lnTo>
                <a:lnTo>
                  <a:pt x="2548084" y="226209"/>
                </a:lnTo>
                <a:lnTo>
                  <a:pt x="2550153" y="223237"/>
                </a:lnTo>
                <a:lnTo>
                  <a:pt x="2552088" y="220103"/>
                </a:lnTo>
                <a:lnTo>
                  <a:pt x="2553888" y="216808"/>
                </a:lnTo>
                <a:lnTo>
                  <a:pt x="2555554" y="213351"/>
                </a:lnTo>
                <a:lnTo>
                  <a:pt x="2557086" y="209732"/>
                </a:lnTo>
                <a:lnTo>
                  <a:pt x="2558483" y="205952"/>
                </a:lnTo>
                <a:lnTo>
                  <a:pt x="2559746" y="202011"/>
                </a:lnTo>
                <a:lnTo>
                  <a:pt x="2560875" y="197908"/>
                </a:lnTo>
                <a:lnTo>
                  <a:pt x="2594675" y="67601"/>
                </a:lnTo>
                <a:lnTo>
                  <a:pt x="2558180" y="67601"/>
                </a:lnTo>
                <a:lnTo>
                  <a:pt x="2538096" y="173903"/>
                </a:lnTo>
                <a:lnTo>
                  <a:pt x="2520953" y="67601"/>
                </a:lnTo>
                <a:lnTo>
                  <a:pt x="2486757" y="67601"/>
                </a:lnTo>
                <a:lnTo>
                  <a:pt x="2487052" y="65889"/>
                </a:lnTo>
                <a:lnTo>
                  <a:pt x="2486623" y="65729"/>
                </a:lnTo>
                <a:close/>
                <a:moveTo>
                  <a:pt x="2270195" y="170051"/>
                </a:moveTo>
                <a:lnTo>
                  <a:pt x="2269737" y="170284"/>
                </a:lnTo>
                <a:lnTo>
                  <a:pt x="2269282" y="170504"/>
                </a:lnTo>
                <a:lnTo>
                  <a:pt x="2268829" y="170712"/>
                </a:lnTo>
                <a:lnTo>
                  <a:pt x="2268379" y="170909"/>
                </a:lnTo>
                <a:lnTo>
                  <a:pt x="2267931" y="171094"/>
                </a:lnTo>
                <a:lnTo>
                  <a:pt x="2267486" y="171266"/>
                </a:lnTo>
                <a:lnTo>
                  <a:pt x="2267043" y="171427"/>
                </a:lnTo>
                <a:lnTo>
                  <a:pt x="2266603" y="171576"/>
                </a:lnTo>
                <a:lnTo>
                  <a:pt x="2266165" y="171713"/>
                </a:lnTo>
                <a:lnTo>
                  <a:pt x="2265730" y="171838"/>
                </a:lnTo>
                <a:lnTo>
                  <a:pt x="2265298" y="171951"/>
                </a:lnTo>
                <a:lnTo>
                  <a:pt x="2264868" y="172053"/>
                </a:lnTo>
                <a:lnTo>
                  <a:pt x="2264441" y="172142"/>
                </a:lnTo>
                <a:lnTo>
                  <a:pt x="2264016" y="172219"/>
                </a:lnTo>
                <a:lnTo>
                  <a:pt x="2263594" y="172285"/>
                </a:lnTo>
                <a:lnTo>
                  <a:pt x="2263174" y="172339"/>
                </a:lnTo>
                <a:lnTo>
                  <a:pt x="2262757" y="172380"/>
                </a:lnTo>
                <a:lnTo>
                  <a:pt x="2262342" y="172410"/>
                </a:lnTo>
                <a:lnTo>
                  <a:pt x="2261930" y="172428"/>
                </a:lnTo>
                <a:lnTo>
                  <a:pt x="2261520" y="172434"/>
                </a:lnTo>
                <a:lnTo>
                  <a:pt x="2260801" y="172416"/>
                </a:lnTo>
                <a:lnTo>
                  <a:pt x="2260112" y="172361"/>
                </a:lnTo>
                <a:lnTo>
                  <a:pt x="2259454" y="172269"/>
                </a:lnTo>
                <a:lnTo>
                  <a:pt x="2258826" y="172141"/>
                </a:lnTo>
                <a:lnTo>
                  <a:pt x="2258229" y="171977"/>
                </a:lnTo>
                <a:lnTo>
                  <a:pt x="2257663" y="171776"/>
                </a:lnTo>
                <a:lnTo>
                  <a:pt x="2257127" y="171538"/>
                </a:lnTo>
                <a:lnTo>
                  <a:pt x="2256622" y="171264"/>
                </a:lnTo>
                <a:lnTo>
                  <a:pt x="2256148" y="170953"/>
                </a:lnTo>
                <a:lnTo>
                  <a:pt x="2255704" y="170605"/>
                </a:lnTo>
                <a:lnTo>
                  <a:pt x="2255291" y="170221"/>
                </a:lnTo>
                <a:lnTo>
                  <a:pt x="2254908" y="169801"/>
                </a:lnTo>
                <a:lnTo>
                  <a:pt x="2254556" y="169344"/>
                </a:lnTo>
                <a:lnTo>
                  <a:pt x="2254234" y="168850"/>
                </a:lnTo>
                <a:lnTo>
                  <a:pt x="2253944" y="168320"/>
                </a:lnTo>
                <a:lnTo>
                  <a:pt x="2253683" y="167753"/>
                </a:lnTo>
                <a:lnTo>
                  <a:pt x="2253454" y="167150"/>
                </a:lnTo>
                <a:lnTo>
                  <a:pt x="2253255" y="166510"/>
                </a:lnTo>
                <a:lnTo>
                  <a:pt x="2253086" y="165833"/>
                </a:lnTo>
                <a:lnTo>
                  <a:pt x="2252949" y="165120"/>
                </a:lnTo>
                <a:lnTo>
                  <a:pt x="2252842" y="164370"/>
                </a:lnTo>
                <a:lnTo>
                  <a:pt x="2252765" y="163584"/>
                </a:lnTo>
                <a:lnTo>
                  <a:pt x="2252719" y="162761"/>
                </a:lnTo>
                <a:lnTo>
                  <a:pt x="2252704" y="161902"/>
                </a:lnTo>
                <a:lnTo>
                  <a:pt x="2252704" y="93565"/>
                </a:lnTo>
                <a:lnTo>
                  <a:pt x="2273031" y="93565"/>
                </a:lnTo>
                <a:lnTo>
                  <a:pt x="2276952" y="67601"/>
                </a:lnTo>
                <a:lnTo>
                  <a:pt x="2252704" y="67601"/>
                </a:lnTo>
                <a:lnTo>
                  <a:pt x="2252704" y="35026"/>
                </a:lnTo>
                <a:lnTo>
                  <a:pt x="2215719" y="39190"/>
                </a:lnTo>
                <a:lnTo>
                  <a:pt x="2215719" y="67601"/>
                </a:lnTo>
                <a:lnTo>
                  <a:pt x="2202250" y="67601"/>
                </a:lnTo>
                <a:lnTo>
                  <a:pt x="2202250" y="93565"/>
                </a:lnTo>
                <a:lnTo>
                  <a:pt x="2215719" y="93565"/>
                </a:lnTo>
                <a:lnTo>
                  <a:pt x="2215719" y="162145"/>
                </a:lnTo>
                <a:lnTo>
                  <a:pt x="2215736" y="163643"/>
                </a:lnTo>
                <a:lnTo>
                  <a:pt x="2215785" y="165115"/>
                </a:lnTo>
                <a:lnTo>
                  <a:pt x="2215868" y="166562"/>
                </a:lnTo>
                <a:lnTo>
                  <a:pt x="2215984" y="167983"/>
                </a:lnTo>
                <a:lnTo>
                  <a:pt x="2216134" y="169379"/>
                </a:lnTo>
                <a:lnTo>
                  <a:pt x="2216316" y="170749"/>
                </a:lnTo>
                <a:lnTo>
                  <a:pt x="2216532" y="172093"/>
                </a:lnTo>
                <a:lnTo>
                  <a:pt x="2216780" y="173413"/>
                </a:lnTo>
                <a:lnTo>
                  <a:pt x="2217062" y="174706"/>
                </a:lnTo>
                <a:lnTo>
                  <a:pt x="2217377" y="175974"/>
                </a:lnTo>
                <a:lnTo>
                  <a:pt x="2217726" y="177217"/>
                </a:lnTo>
                <a:lnTo>
                  <a:pt x="2218107" y="178434"/>
                </a:lnTo>
                <a:lnTo>
                  <a:pt x="2218522" y="179626"/>
                </a:lnTo>
                <a:lnTo>
                  <a:pt x="2218970" y="180792"/>
                </a:lnTo>
                <a:lnTo>
                  <a:pt x="2219451" y="181932"/>
                </a:lnTo>
                <a:lnTo>
                  <a:pt x="2219965" y="183047"/>
                </a:lnTo>
                <a:lnTo>
                  <a:pt x="2220512" y="184137"/>
                </a:lnTo>
                <a:lnTo>
                  <a:pt x="2221092" y="185201"/>
                </a:lnTo>
                <a:lnTo>
                  <a:pt x="2221706" y="186240"/>
                </a:lnTo>
                <a:lnTo>
                  <a:pt x="2222353" y="187253"/>
                </a:lnTo>
                <a:lnTo>
                  <a:pt x="2223033" y="188240"/>
                </a:lnTo>
                <a:lnTo>
                  <a:pt x="2223746" y="189202"/>
                </a:lnTo>
                <a:lnTo>
                  <a:pt x="2224492" y="190139"/>
                </a:lnTo>
                <a:lnTo>
                  <a:pt x="2225272" y="191050"/>
                </a:lnTo>
                <a:lnTo>
                  <a:pt x="2226084" y="191929"/>
                </a:lnTo>
                <a:lnTo>
                  <a:pt x="2226928" y="192771"/>
                </a:lnTo>
                <a:lnTo>
                  <a:pt x="2227805" y="193575"/>
                </a:lnTo>
                <a:lnTo>
                  <a:pt x="2228714" y="194342"/>
                </a:lnTo>
                <a:lnTo>
                  <a:pt x="2229656" y="195071"/>
                </a:lnTo>
                <a:lnTo>
                  <a:pt x="2230630" y="195764"/>
                </a:lnTo>
                <a:lnTo>
                  <a:pt x="2231636" y="196418"/>
                </a:lnTo>
                <a:lnTo>
                  <a:pt x="2232674" y="197036"/>
                </a:lnTo>
                <a:lnTo>
                  <a:pt x="2233745" y="197615"/>
                </a:lnTo>
                <a:lnTo>
                  <a:pt x="2234848" y="198158"/>
                </a:lnTo>
                <a:lnTo>
                  <a:pt x="2235983" y="198663"/>
                </a:lnTo>
                <a:lnTo>
                  <a:pt x="2237151" y="199131"/>
                </a:lnTo>
                <a:lnTo>
                  <a:pt x="2238351" y="199561"/>
                </a:lnTo>
                <a:lnTo>
                  <a:pt x="2239583" y="199954"/>
                </a:lnTo>
                <a:lnTo>
                  <a:pt x="2240848" y="200309"/>
                </a:lnTo>
                <a:lnTo>
                  <a:pt x="2242145" y="200627"/>
                </a:lnTo>
                <a:lnTo>
                  <a:pt x="2243474" y="200908"/>
                </a:lnTo>
                <a:lnTo>
                  <a:pt x="2244835" y="201151"/>
                </a:lnTo>
                <a:lnTo>
                  <a:pt x="2246229" y="201357"/>
                </a:lnTo>
                <a:lnTo>
                  <a:pt x="2247655" y="201525"/>
                </a:lnTo>
                <a:lnTo>
                  <a:pt x="2249114" y="201656"/>
                </a:lnTo>
                <a:lnTo>
                  <a:pt x="2250605" y="201750"/>
                </a:lnTo>
                <a:lnTo>
                  <a:pt x="2252128" y="201806"/>
                </a:lnTo>
                <a:lnTo>
                  <a:pt x="2253683" y="201824"/>
                </a:lnTo>
                <a:lnTo>
                  <a:pt x="2254376" y="201820"/>
                </a:lnTo>
                <a:lnTo>
                  <a:pt x="2255069" y="201806"/>
                </a:lnTo>
                <a:lnTo>
                  <a:pt x="2255761" y="201784"/>
                </a:lnTo>
                <a:lnTo>
                  <a:pt x="2256452" y="201753"/>
                </a:lnTo>
                <a:lnTo>
                  <a:pt x="2257142" y="201713"/>
                </a:lnTo>
                <a:lnTo>
                  <a:pt x="2257831" y="201664"/>
                </a:lnTo>
                <a:lnTo>
                  <a:pt x="2258520" y="201606"/>
                </a:lnTo>
                <a:lnTo>
                  <a:pt x="2259207" y="201539"/>
                </a:lnTo>
                <a:lnTo>
                  <a:pt x="2259894" y="201463"/>
                </a:lnTo>
                <a:lnTo>
                  <a:pt x="2260580" y="201378"/>
                </a:lnTo>
                <a:lnTo>
                  <a:pt x="2261265" y="201284"/>
                </a:lnTo>
                <a:lnTo>
                  <a:pt x="2261949" y="201182"/>
                </a:lnTo>
                <a:lnTo>
                  <a:pt x="2262632" y="201070"/>
                </a:lnTo>
                <a:lnTo>
                  <a:pt x="2263315" y="200949"/>
                </a:lnTo>
                <a:lnTo>
                  <a:pt x="2263997" y="200820"/>
                </a:lnTo>
                <a:lnTo>
                  <a:pt x="2264677" y="200682"/>
                </a:lnTo>
                <a:lnTo>
                  <a:pt x="2265357" y="200534"/>
                </a:lnTo>
                <a:lnTo>
                  <a:pt x="2266037" y="200378"/>
                </a:lnTo>
                <a:lnTo>
                  <a:pt x="2266715" y="200213"/>
                </a:lnTo>
                <a:lnTo>
                  <a:pt x="2267392" y="200039"/>
                </a:lnTo>
                <a:lnTo>
                  <a:pt x="2268069" y="199856"/>
                </a:lnTo>
                <a:lnTo>
                  <a:pt x="2268745" y="199664"/>
                </a:lnTo>
                <a:lnTo>
                  <a:pt x="2269420" y="199463"/>
                </a:lnTo>
                <a:lnTo>
                  <a:pt x="2270094" y="199253"/>
                </a:lnTo>
                <a:lnTo>
                  <a:pt x="2270764" y="199034"/>
                </a:lnTo>
                <a:lnTo>
                  <a:pt x="2271427" y="198807"/>
                </a:lnTo>
                <a:lnTo>
                  <a:pt x="2272084" y="198570"/>
                </a:lnTo>
                <a:lnTo>
                  <a:pt x="2272734" y="198325"/>
                </a:lnTo>
                <a:lnTo>
                  <a:pt x="2273377" y="198070"/>
                </a:lnTo>
                <a:lnTo>
                  <a:pt x="2274013" y="197807"/>
                </a:lnTo>
                <a:lnTo>
                  <a:pt x="2274642" y="197534"/>
                </a:lnTo>
                <a:lnTo>
                  <a:pt x="2275265" y="197253"/>
                </a:lnTo>
                <a:lnTo>
                  <a:pt x="2275881" y="196963"/>
                </a:lnTo>
                <a:lnTo>
                  <a:pt x="2276490" y="196664"/>
                </a:lnTo>
                <a:lnTo>
                  <a:pt x="2277092" y="196356"/>
                </a:lnTo>
                <a:lnTo>
                  <a:pt x="2277687" y="196039"/>
                </a:lnTo>
                <a:lnTo>
                  <a:pt x="2278276" y="195713"/>
                </a:lnTo>
                <a:lnTo>
                  <a:pt x="2278857" y="195378"/>
                </a:lnTo>
                <a:lnTo>
                  <a:pt x="2279432" y="195035"/>
                </a:lnTo>
                <a:lnTo>
                  <a:pt x="2280000" y="194682"/>
                </a:lnTo>
                <a:lnTo>
                  <a:pt x="2280561" y="194320"/>
                </a:lnTo>
                <a:lnTo>
                  <a:pt x="2281116" y="193950"/>
                </a:lnTo>
                <a:lnTo>
                  <a:pt x="2281663" y="193570"/>
                </a:lnTo>
                <a:lnTo>
                  <a:pt x="2282204" y="193182"/>
                </a:lnTo>
                <a:lnTo>
                  <a:pt x="2282738" y="192785"/>
                </a:lnTo>
                <a:lnTo>
                  <a:pt x="2283265" y="192378"/>
                </a:lnTo>
                <a:lnTo>
                  <a:pt x="2283786" y="191963"/>
                </a:lnTo>
                <a:lnTo>
                  <a:pt x="2284299" y="191539"/>
                </a:lnTo>
                <a:lnTo>
                  <a:pt x="2272052" y="169003"/>
                </a:lnTo>
                <a:lnTo>
                  <a:pt x="2271584" y="169283"/>
                </a:lnTo>
                <a:lnTo>
                  <a:pt x="2271118" y="169551"/>
                </a:lnTo>
                <a:lnTo>
                  <a:pt x="2270655" y="169807"/>
                </a:lnTo>
                <a:lnTo>
                  <a:pt x="2270195" y="170051"/>
                </a:lnTo>
                <a:close/>
                <a:moveTo>
                  <a:pt x="1669134" y="65012"/>
                </a:moveTo>
                <a:lnTo>
                  <a:pt x="1667745" y="65489"/>
                </a:lnTo>
                <a:lnTo>
                  <a:pt x="1666389" y="66053"/>
                </a:lnTo>
                <a:lnTo>
                  <a:pt x="1665066" y="66703"/>
                </a:lnTo>
                <a:lnTo>
                  <a:pt x="1663776" y="67441"/>
                </a:lnTo>
                <a:lnTo>
                  <a:pt x="1662519" y="68265"/>
                </a:lnTo>
                <a:lnTo>
                  <a:pt x="1661296" y="69176"/>
                </a:lnTo>
                <a:lnTo>
                  <a:pt x="1660106" y="70173"/>
                </a:lnTo>
                <a:lnTo>
                  <a:pt x="1658949" y="71258"/>
                </a:lnTo>
                <a:lnTo>
                  <a:pt x="1657825" y="72429"/>
                </a:lnTo>
                <a:lnTo>
                  <a:pt x="1656734" y="73687"/>
                </a:lnTo>
                <a:lnTo>
                  <a:pt x="1655676" y="75031"/>
                </a:lnTo>
                <a:lnTo>
                  <a:pt x="1654652" y="76463"/>
                </a:lnTo>
                <a:lnTo>
                  <a:pt x="1653660" y="77981"/>
                </a:lnTo>
                <a:lnTo>
                  <a:pt x="1652702" y="79586"/>
                </a:lnTo>
                <a:lnTo>
                  <a:pt x="1651777" y="81277"/>
                </a:lnTo>
                <a:lnTo>
                  <a:pt x="1650885" y="83056"/>
                </a:lnTo>
                <a:lnTo>
                  <a:pt x="1650027" y="84921"/>
                </a:lnTo>
                <a:lnTo>
                  <a:pt x="1649201" y="86873"/>
                </a:lnTo>
                <a:lnTo>
                  <a:pt x="1648409" y="88912"/>
                </a:lnTo>
                <a:lnTo>
                  <a:pt x="1645714" y="67601"/>
                </a:lnTo>
                <a:lnTo>
                  <a:pt x="1613629" y="67601"/>
                </a:lnTo>
                <a:lnTo>
                  <a:pt x="1613629" y="197661"/>
                </a:lnTo>
                <a:lnTo>
                  <a:pt x="1650614" y="197661"/>
                </a:lnTo>
                <a:lnTo>
                  <a:pt x="1650614" y="127855"/>
                </a:lnTo>
                <a:lnTo>
                  <a:pt x="1650861" y="126704"/>
                </a:lnTo>
                <a:lnTo>
                  <a:pt x="1651114" y="125577"/>
                </a:lnTo>
                <a:lnTo>
                  <a:pt x="1651373" y="124474"/>
                </a:lnTo>
                <a:lnTo>
                  <a:pt x="1651637" y="123396"/>
                </a:lnTo>
                <a:lnTo>
                  <a:pt x="1651907" y="122341"/>
                </a:lnTo>
                <a:lnTo>
                  <a:pt x="1652182" y="121311"/>
                </a:lnTo>
                <a:lnTo>
                  <a:pt x="1652463" y="120306"/>
                </a:lnTo>
                <a:lnTo>
                  <a:pt x="1652749" y="119324"/>
                </a:lnTo>
                <a:lnTo>
                  <a:pt x="1653041" y="118367"/>
                </a:lnTo>
                <a:lnTo>
                  <a:pt x="1653338" y="117434"/>
                </a:lnTo>
                <a:lnTo>
                  <a:pt x="1653641" y="116525"/>
                </a:lnTo>
                <a:lnTo>
                  <a:pt x="1653949" y="115640"/>
                </a:lnTo>
                <a:lnTo>
                  <a:pt x="1654263" y="114780"/>
                </a:lnTo>
                <a:lnTo>
                  <a:pt x="1654583" y="113944"/>
                </a:lnTo>
                <a:lnTo>
                  <a:pt x="1654908" y="113132"/>
                </a:lnTo>
                <a:lnTo>
                  <a:pt x="1655238" y="112344"/>
                </a:lnTo>
                <a:lnTo>
                  <a:pt x="1655574" y="111580"/>
                </a:lnTo>
                <a:lnTo>
                  <a:pt x="1655916" y="110841"/>
                </a:lnTo>
                <a:lnTo>
                  <a:pt x="1656263" y="110126"/>
                </a:lnTo>
                <a:lnTo>
                  <a:pt x="1656615" y="109435"/>
                </a:lnTo>
                <a:lnTo>
                  <a:pt x="1656973" y="108769"/>
                </a:lnTo>
                <a:lnTo>
                  <a:pt x="1657337" y="108126"/>
                </a:lnTo>
                <a:lnTo>
                  <a:pt x="1657706" y="107508"/>
                </a:lnTo>
                <a:lnTo>
                  <a:pt x="1658081" y="106914"/>
                </a:lnTo>
                <a:lnTo>
                  <a:pt x="1658467" y="106345"/>
                </a:lnTo>
                <a:lnTo>
                  <a:pt x="1658868" y="105799"/>
                </a:lnTo>
                <a:lnTo>
                  <a:pt x="1659285" y="105278"/>
                </a:lnTo>
                <a:lnTo>
                  <a:pt x="1659718" y="104781"/>
                </a:lnTo>
                <a:lnTo>
                  <a:pt x="1660166" y="104308"/>
                </a:lnTo>
                <a:lnTo>
                  <a:pt x="1660631" y="103860"/>
                </a:lnTo>
                <a:lnTo>
                  <a:pt x="1661111" y="103436"/>
                </a:lnTo>
                <a:lnTo>
                  <a:pt x="1661607" y="103036"/>
                </a:lnTo>
                <a:lnTo>
                  <a:pt x="1662118" y="102660"/>
                </a:lnTo>
                <a:lnTo>
                  <a:pt x="1662645" y="102309"/>
                </a:lnTo>
                <a:lnTo>
                  <a:pt x="1663188" y="101981"/>
                </a:lnTo>
                <a:lnTo>
                  <a:pt x="1663747" y="101678"/>
                </a:lnTo>
                <a:lnTo>
                  <a:pt x="1664321" y="101400"/>
                </a:lnTo>
                <a:lnTo>
                  <a:pt x="1664911" y="101145"/>
                </a:lnTo>
                <a:lnTo>
                  <a:pt x="1665517" y="100915"/>
                </a:lnTo>
                <a:lnTo>
                  <a:pt x="1666139" y="100709"/>
                </a:lnTo>
                <a:lnTo>
                  <a:pt x="1666776" y="100527"/>
                </a:lnTo>
                <a:lnTo>
                  <a:pt x="1667429" y="100369"/>
                </a:lnTo>
                <a:lnTo>
                  <a:pt x="1668098" y="100236"/>
                </a:lnTo>
                <a:lnTo>
                  <a:pt x="1668782" y="100127"/>
                </a:lnTo>
                <a:lnTo>
                  <a:pt x="1669482" y="100042"/>
                </a:lnTo>
                <a:lnTo>
                  <a:pt x="1670198" y="99981"/>
                </a:lnTo>
                <a:lnTo>
                  <a:pt x="1670930" y="99945"/>
                </a:lnTo>
                <a:lnTo>
                  <a:pt x="1671677" y="99933"/>
                </a:lnTo>
                <a:lnTo>
                  <a:pt x="1672065" y="99936"/>
                </a:lnTo>
                <a:lnTo>
                  <a:pt x="1672451" y="99943"/>
                </a:lnTo>
                <a:lnTo>
                  <a:pt x="1672837" y="99956"/>
                </a:lnTo>
                <a:lnTo>
                  <a:pt x="1673222" y="99974"/>
                </a:lnTo>
                <a:lnTo>
                  <a:pt x="1673606" y="99997"/>
                </a:lnTo>
                <a:lnTo>
                  <a:pt x="1673989" y="100025"/>
                </a:lnTo>
                <a:lnTo>
                  <a:pt x="1674371" y="100058"/>
                </a:lnTo>
                <a:lnTo>
                  <a:pt x="1674752" y="100096"/>
                </a:lnTo>
                <a:lnTo>
                  <a:pt x="1675133" y="100140"/>
                </a:lnTo>
                <a:lnTo>
                  <a:pt x="1675513" y="100188"/>
                </a:lnTo>
                <a:lnTo>
                  <a:pt x="1675892" y="100242"/>
                </a:lnTo>
                <a:lnTo>
                  <a:pt x="1676270" y="100300"/>
                </a:lnTo>
                <a:lnTo>
                  <a:pt x="1676647" y="100364"/>
                </a:lnTo>
                <a:lnTo>
                  <a:pt x="1677023" y="100433"/>
                </a:lnTo>
                <a:lnTo>
                  <a:pt x="1677399" y="100507"/>
                </a:lnTo>
                <a:lnTo>
                  <a:pt x="1677773" y="100586"/>
                </a:lnTo>
                <a:lnTo>
                  <a:pt x="1678147" y="100670"/>
                </a:lnTo>
                <a:lnTo>
                  <a:pt x="1678520" y="100759"/>
                </a:lnTo>
                <a:lnTo>
                  <a:pt x="1678892" y="100854"/>
                </a:lnTo>
                <a:lnTo>
                  <a:pt x="1679264" y="100953"/>
                </a:lnTo>
                <a:lnTo>
                  <a:pt x="1679634" y="101058"/>
                </a:lnTo>
                <a:lnTo>
                  <a:pt x="1680004" y="101167"/>
                </a:lnTo>
                <a:lnTo>
                  <a:pt x="1680373" y="101282"/>
                </a:lnTo>
                <a:lnTo>
                  <a:pt x="1680741" y="101402"/>
                </a:lnTo>
                <a:lnTo>
                  <a:pt x="1686862" y="65889"/>
                </a:lnTo>
                <a:lnTo>
                  <a:pt x="1686434" y="65729"/>
                </a:lnTo>
                <a:lnTo>
                  <a:pt x="1686005" y="65576"/>
                </a:lnTo>
                <a:lnTo>
                  <a:pt x="1685577" y="65430"/>
                </a:lnTo>
                <a:lnTo>
                  <a:pt x="1685148" y="65290"/>
                </a:lnTo>
                <a:lnTo>
                  <a:pt x="1684720" y="65157"/>
                </a:lnTo>
                <a:lnTo>
                  <a:pt x="1684291" y="65031"/>
                </a:lnTo>
                <a:lnTo>
                  <a:pt x="1683862" y="64912"/>
                </a:lnTo>
                <a:lnTo>
                  <a:pt x="1683434" y="64799"/>
                </a:lnTo>
                <a:lnTo>
                  <a:pt x="1683005" y="64694"/>
                </a:lnTo>
                <a:lnTo>
                  <a:pt x="1682577" y="64595"/>
                </a:lnTo>
                <a:lnTo>
                  <a:pt x="1682148" y="64503"/>
                </a:lnTo>
                <a:lnTo>
                  <a:pt x="1681720" y="64418"/>
                </a:lnTo>
                <a:lnTo>
                  <a:pt x="1681291" y="64340"/>
                </a:lnTo>
                <a:lnTo>
                  <a:pt x="1680863" y="64268"/>
                </a:lnTo>
                <a:lnTo>
                  <a:pt x="1680434" y="64203"/>
                </a:lnTo>
                <a:lnTo>
                  <a:pt x="1680006" y="64145"/>
                </a:lnTo>
                <a:lnTo>
                  <a:pt x="1679577" y="64094"/>
                </a:lnTo>
                <a:lnTo>
                  <a:pt x="1679148" y="64050"/>
                </a:lnTo>
                <a:lnTo>
                  <a:pt x="1678720" y="64013"/>
                </a:lnTo>
                <a:lnTo>
                  <a:pt x="1678291" y="63982"/>
                </a:lnTo>
                <a:lnTo>
                  <a:pt x="1677863" y="63958"/>
                </a:lnTo>
                <a:lnTo>
                  <a:pt x="1677434" y="63941"/>
                </a:lnTo>
                <a:lnTo>
                  <a:pt x="1677006" y="63931"/>
                </a:lnTo>
                <a:lnTo>
                  <a:pt x="1676577" y="63927"/>
                </a:lnTo>
                <a:lnTo>
                  <a:pt x="1675022" y="63971"/>
                </a:lnTo>
                <a:lnTo>
                  <a:pt x="1673500" y="64101"/>
                </a:lnTo>
                <a:lnTo>
                  <a:pt x="1672012" y="64318"/>
                </a:lnTo>
                <a:lnTo>
                  <a:pt x="1670556" y="64621"/>
                </a:lnTo>
                <a:lnTo>
                  <a:pt x="1669134" y="65012"/>
                </a:lnTo>
                <a:close/>
                <a:moveTo>
                  <a:pt x="1550730" y="117162"/>
                </a:moveTo>
                <a:lnTo>
                  <a:pt x="1550471" y="114744"/>
                </a:lnTo>
                <a:lnTo>
                  <a:pt x="1550164" y="112381"/>
                </a:lnTo>
                <a:lnTo>
                  <a:pt x="1549810" y="110071"/>
                </a:lnTo>
                <a:lnTo>
                  <a:pt x="1549409" y="107816"/>
                </a:lnTo>
                <a:lnTo>
                  <a:pt x="1548960" y="105614"/>
                </a:lnTo>
                <a:lnTo>
                  <a:pt x="1548464" y="103466"/>
                </a:lnTo>
                <a:lnTo>
                  <a:pt x="1547921" y="101373"/>
                </a:lnTo>
                <a:lnTo>
                  <a:pt x="1547331" y="99333"/>
                </a:lnTo>
                <a:lnTo>
                  <a:pt x="1546694" y="97348"/>
                </a:lnTo>
                <a:lnTo>
                  <a:pt x="1546009" y="95416"/>
                </a:lnTo>
                <a:lnTo>
                  <a:pt x="1545278" y="93538"/>
                </a:lnTo>
                <a:lnTo>
                  <a:pt x="1544499" y="91715"/>
                </a:lnTo>
                <a:lnTo>
                  <a:pt x="1543673" y="89945"/>
                </a:lnTo>
                <a:lnTo>
                  <a:pt x="1542799" y="88230"/>
                </a:lnTo>
                <a:lnTo>
                  <a:pt x="1541879" y="86568"/>
                </a:lnTo>
                <a:lnTo>
                  <a:pt x="1540911" y="84960"/>
                </a:lnTo>
                <a:lnTo>
                  <a:pt x="1539896" y="83407"/>
                </a:lnTo>
                <a:lnTo>
                  <a:pt x="1538833" y="81907"/>
                </a:lnTo>
                <a:lnTo>
                  <a:pt x="1537724" y="80461"/>
                </a:lnTo>
                <a:lnTo>
                  <a:pt x="1536573" y="79072"/>
                </a:lnTo>
                <a:lnTo>
                  <a:pt x="1535386" y="77742"/>
                </a:lnTo>
                <a:lnTo>
                  <a:pt x="1534163" y="76471"/>
                </a:lnTo>
                <a:lnTo>
                  <a:pt x="1532904" y="75260"/>
                </a:lnTo>
                <a:lnTo>
                  <a:pt x="1531609" y="74107"/>
                </a:lnTo>
                <a:lnTo>
                  <a:pt x="1530277" y="73014"/>
                </a:lnTo>
                <a:lnTo>
                  <a:pt x="1528910" y="71979"/>
                </a:lnTo>
                <a:lnTo>
                  <a:pt x="1527506" y="71004"/>
                </a:lnTo>
                <a:lnTo>
                  <a:pt x="1526066" y="70088"/>
                </a:lnTo>
                <a:lnTo>
                  <a:pt x="1524590" y="69231"/>
                </a:lnTo>
                <a:lnTo>
                  <a:pt x="1523078" y="68433"/>
                </a:lnTo>
                <a:lnTo>
                  <a:pt x="1521529" y="67694"/>
                </a:lnTo>
                <a:lnTo>
                  <a:pt x="1519945" y="67014"/>
                </a:lnTo>
                <a:lnTo>
                  <a:pt x="1518324" y="66393"/>
                </a:lnTo>
                <a:lnTo>
                  <a:pt x="1516667" y="65832"/>
                </a:lnTo>
                <a:lnTo>
                  <a:pt x="1514974" y="65329"/>
                </a:lnTo>
                <a:lnTo>
                  <a:pt x="1513245" y="64886"/>
                </a:lnTo>
                <a:lnTo>
                  <a:pt x="1511480" y="64502"/>
                </a:lnTo>
                <a:lnTo>
                  <a:pt x="1509679" y="64177"/>
                </a:lnTo>
                <a:lnTo>
                  <a:pt x="1507841" y="63911"/>
                </a:lnTo>
                <a:lnTo>
                  <a:pt x="1505968" y="63704"/>
                </a:lnTo>
                <a:lnTo>
                  <a:pt x="1504058" y="63556"/>
                </a:lnTo>
                <a:lnTo>
                  <a:pt x="1502112" y="63467"/>
                </a:lnTo>
                <a:lnTo>
                  <a:pt x="1500130" y="63438"/>
                </a:lnTo>
                <a:lnTo>
                  <a:pt x="1498048" y="63471"/>
                </a:lnTo>
                <a:lnTo>
                  <a:pt x="1496006" y="63569"/>
                </a:lnTo>
                <a:lnTo>
                  <a:pt x="1494004" y="63732"/>
                </a:lnTo>
                <a:lnTo>
                  <a:pt x="1492043" y="63962"/>
                </a:lnTo>
                <a:lnTo>
                  <a:pt x="1490122" y="64256"/>
                </a:lnTo>
                <a:lnTo>
                  <a:pt x="1488242" y="64617"/>
                </a:lnTo>
                <a:lnTo>
                  <a:pt x="1486402" y="65042"/>
                </a:lnTo>
                <a:lnTo>
                  <a:pt x="1484603" y="65534"/>
                </a:lnTo>
                <a:lnTo>
                  <a:pt x="1482844" y="66090"/>
                </a:lnTo>
                <a:lnTo>
                  <a:pt x="1481125" y="66712"/>
                </a:lnTo>
                <a:lnTo>
                  <a:pt x="1479447" y="67400"/>
                </a:lnTo>
                <a:lnTo>
                  <a:pt x="1477809" y="68153"/>
                </a:lnTo>
                <a:lnTo>
                  <a:pt x="1476211" y="68972"/>
                </a:lnTo>
                <a:lnTo>
                  <a:pt x="1474654" y="69856"/>
                </a:lnTo>
                <a:lnTo>
                  <a:pt x="1473138" y="70806"/>
                </a:lnTo>
                <a:lnTo>
                  <a:pt x="1471661" y="71821"/>
                </a:lnTo>
                <a:lnTo>
                  <a:pt x="1470226" y="72902"/>
                </a:lnTo>
                <a:lnTo>
                  <a:pt x="1468830" y="74048"/>
                </a:lnTo>
                <a:lnTo>
                  <a:pt x="1467475" y="75260"/>
                </a:lnTo>
                <a:lnTo>
                  <a:pt x="1466161" y="76537"/>
                </a:lnTo>
                <a:lnTo>
                  <a:pt x="1464886" y="77879"/>
                </a:lnTo>
                <a:lnTo>
                  <a:pt x="1463653" y="79287"/>
                </a:lnTo>
                <a:lnTo>
                  <a:pt x="1462459" y="80761"/>
                </a:lnTo>
                <a:lnTo>
                  <a:pt x="1461306" y="82300"/>
                </a:lnTo>
                <a:lnTo>
                  <a:pt x="1460197" y="83895"/>
                </a:lnTo>
                <a:lnTo>
                  <a:pt x="1459135" y="85537"/>
                </a:lnTo>
                <a:lnTo>
                  <a:pt x="1458121" y="87225"/>
                </a:lnTo>
                <a:lnTo>
                  <a:pt x="1457153" y="88961"/>
                </a:lnTo>
                <a:lnTo>
                  <a:pt x="1456233" y="90743"/>
                </a:lnTo>
                <a:lnTo>
                  <a:pt x="1455360" y="92572"/>
                </a:lnTo>
                <a:lnTo>
                  <a:pt x="1454534" y="94447"/>
                </a:lnTo>
                <a:lnTo>
                  <a:pt x="1453755" y="96370"/>
                </a:lnTo>
                <a:lnTo>
                  <a:pt x="1453023" y="98339"/>
                </a:lnTo>
                <a:lnTo>
                  <a:pt x="1452339" y="100355"/>
                </a:lnTo>
                <a:lnTo>
                  <a:pt x="1451702" y="102418"/>
                </a:lnTo>
                <a:lnTo>
                  <a:pt x="1451112" y="104527"/>
                </a:lnTo>
                <a:lnTo>
                  <a:pt x="1450569" y="106683"/>
                </a:lnTo>
                <a:lnTo>
                  <a:pt x="1450074" y="108887"/>
                </a:lnTo>
                <a:lnTo>
                  <a:pt x="1449625" y="111136"/>
                </a:lnTo>
                <a:lnTo>
                  <a:pt x="1449224" y="113433"/>
                </a:lnTo>
                <a:lnTo>
                  <a:pt x="1448870" y="115777"/>
                </a:lnTo>
                <a:lnTo>
                  <a:pt x="1448563" y="118167"/>
                </a:lnTo>
                <a:lnTo>
                  <a:pt x="1448304" y="120604"/>
                </a:lnTo>
                <a:lnTo>
                  <a:pt x="1448091" y="123088"/>
                </a:lnTo>
                <a:lnTo>
                  <a:pt x="1447926" y="125618"/>
                </a:lnTo>
                <a:lnTo>
                  <a:pt x="1447808" y="128196"/>
                </a:lnTo>
                <a:lnTo>
                  <a:pt x="1447737" y="130820"/>
                </a:lnTo>
                <a:lnTo>
                  <a:pt x="1447714" y="133491"/>
                </a:lnTo>
                <a:lnTo>
                  <a:pt x="1447738" y="136160"/>
                </a:lnTo>
                <a:lnTo>
                  <a:pt x="1447812" y="138779"/>
                </a:lnTo>
                <a:lnTo>
                  <a:pt x="1447936" y="141349"/>
                </a:lnTo>
                <a:lnTo>
                  <a:pt x="1448108" y="143869"/>
                </a:lnTo>
                <a:lnTo>
                  <a:pt x="1448330" y="146339"/>
                </a:lnTo>
                <a:lnTo>
                  <a:pt x="1448602" y="148759"/>
                </a:lnTo>
                <a:lnTo>
                  <a:pt x="1448922" y="151130"/>
                </a:lnTo>
                <a:lnTo>
                  <a:pt x="1449292" y="153451"/>
                </a:lnTo>
                <a:lnTo>
                  <a:pt x="1449711" y="155722"/>
                </a:lnTo>
                <a:lnTo>
                  <a:pt x="1450180" y="157944"/>
                </a:lnTo>
                <a:lnTo>
                  <a:pt x="1450698" y="160115"/>
                </a:lnTo>
                <a:lnTo>
                  <a:pt x="1451265" y="162237"/>
                </a:lnTo>
                <a:lnTo>
                  <a:pt x="1451882" y="164310"/>
                </a:lnTo>
                <a:lnTo>
                  <a:pt x="1452548" y="166332"/>
                </a:lnTo>
                <a:lnTo>
                  <a:pt x="1453263" y="168305"/>
                </a:lnTo>
                <a:lnTo>
                  <a:pt x="1454027" y="170228"/>
                </a:lnTo>
                <a:lnTo>
                  <a:pt x="1454841" y="172101"/>
                </a:lnTo>
                <a:lnTo>
                  <a:pt x="1455704" y="173925"/>
                </a:lnTo>
                <a:lnTo>
                  <a:pt x="1456617" y="175699"/>
                </a:lnTo>
                <a:lnTo>
                  <a:pt x="1457579" y="177423"/>
                </a:lnTo>
                <a:lnTo>
                  <a:pt x="1458590" y="179097"/>
                </a:lnTo>
                <a:lnTo>
                  <a:pt x="1459650" y="180722"/>
                </a:lnTo>
                <a:lnTo>
                  <a:pt x="1460760" y="182296"/>
                </a:lnTo>
                <a:lnTo>
                  <a:pt x="1461919" y="183822"/>
                </a:lnTo>
                <a:lnTo>
                  <a:pt x="1463126" y="185291"/>
                </a:lnTo>
                <a:lnTo>
                  <a:pt x="1464379" y="186697"/>
                </a:lnTo>
                <a:lnTo>
                  <a:pt x="1465677" y="188041"/>
                </a:lnTo>
                <a:lnTo>
                  <a:pt x="1467022" y="189322"/>
                </a:lnTo>
                <a:lnTo>
                  <a:pt x="1468412" y="190541"/>
                </a:lnTo>
                <a:lnTo>
                  <a:pt x="1469849" y="191698"/>
                </a:lnTo>
                <a:lnTo>
                  <a:pt x="1471331" y="192792"/>
                </a:lnTo>
                <a:lnTo>
                  <a:pt x="1472859" y="193823"/>
                </a:lnTo>
                <a:lnTo>
                  <a:pt x="1474434" y="194792"/>
                </a:lnTo>
                <a:lnTo>
                  <a:pt x="1476054" y="195698"/>
                </a:lnTo>
                <a:lnTo>
                  <a:pt x="1477720" y="196542"/>
                </a:lnTo>
                <a:lnTo>
                  <a:pt x="1479432" y="197324"/>
                </a:lnTo>
                <a:lnTo>
                  <a:pt x="1481190" y="198043"/>
                </a:lnTo>
                <a:lnTo>
                  <a:pt x="1482993" y="198699"/>
                </a:lnTo>
                <a:lnTo>
                  <a:pt x="1484843" y="199293"/>
                </a:lnTo>
                <a:lnTo>
                  <a:pt x="1486739" y="199824"/>
                </a:lnTo>
                <a:lnTo>
                  <a:pt x="1488680" y="200293"/>
                </a:lnTo>
                <a:lnTo>
                  <a:pt x="1490668" y="200699"/>
                </a:lnTo>
                <a:lnTo>
                  <a:pt x="1492701" y="201043"/>
                </a:lnTo>
                <a:lnTo>
                  <a:pt x="1494781" y="201324"/>
                </a:lnTo>
                <a:lnTo>
                  <a:pt x="1496906" y="201543"/>
                </a:lnTo>
                <a:lnTo>
                  <a:pt x="1499077" y="201699"/>
                </a:lnTo>
                <a:lnTo>
                  <a:pt x="1501294" y="201793"/>
                </a:lnTo>
                <a:lnTo>
                  <a:pt x="1503557" y="201824"/>
                </a:lnTo>
                <a:lnTo>
                  <a:pt x="1505687" y="201794"/>
                </a:lnTo>
                <a:lnTo>
                  <a:pt x="1507791" y="201702"/>
                </a:lnTo>
                <a:lnTo>
                  <a:pt x="1509868" y="201549"/>
                </a:lnTo>
                <a:lnTo>
                  <a:pt x="1511919" y="201335"/>
                </a:lnTo>
                <a:lnTo>
                  <a:pt x="1513943" y="201059"/>
                </a:lnTo>
                <a:lnTo>
                  <a:pt x="1515941" y="200722"/>
                </a:lnTo>
                <a:lnTo>
                  <a:pt x="1517913" y="200324"/>
                </a:lnTo>
                <a:lnTo>
                  <a:pt x="1519858" y="199865"/>
                </a:lnTo>
                <a:lnTo>
                  <a:pt x="1521777" y="199345"/>
                </a:lnTo>
                <a:lnTo>
                  <a:pt x="1523670" y="198763"/>
                </a:lnTo>
                <a:lnTo>
                  <a:pt x="1525536" y="198120"/>
                </a:lnTo>
                <a:lnTo>
                  <a:pt x="1527376" y="197416"/>
                </a:lnTo>
                <a:lnTo>
                  <a:pt x="1529190" y="196651"/>
                </a:lnTo>
                <a:lnTo>
                  <a:pt x="1530977" y="195824"/>
                </a:lnTo>
                <a:lnTo>
                  <a:pt x="1532738" y="194937"/>
                </a:lnTo>
                <a:lnTo>
                  <a:pt x="1534473" y="193988"/>
                </a:lnTo>
                <a:lnTo>
                  <a:pt x="1536181" y="192977"/>
                </a:lnTo>
                <a:lnTo>
                  <a:pt x="1537863" y="191906"/>
                </a:lnTo>
                <a:lnTo>
                  <a:pt x="1539518" y="190773"/>
                </a:lnTo>
                <a:lnTo>
                  <a:pt x="1541147" y="189579"/>
                </a:lnTo>
                <a:lnTo>
                  <a:pt x="1542750" y="188324"/>
                </a:lnTo>
                <a:lnTo>
                  <a:pt x="1544326" y="187008"/>
                </a:lnTo>
                <a:lnTo>
                  <a:pt x="1545876" y="185630"/>
                </a:lnTo>
                <a:lnTo>
                  <a:pt x="1547400" y="184192"/>
                </a:lnTo>
                <a:lnTo>
                  <a:pt x="1532215" y="164107"/>
                </a:lnTo>
                <a:lnTo>
                  <a:pt x="1531625" y="164551"/>
                </a:lnTo>
                <a:lnTo>
                  <a:pt x="1531038" y="164985"/>
                </a:lnTo>
                <a:lnTo>
                  <a:pt x="1530454" y="165409"/>
                </a:lnTo>
                <a:lnTo>
                  <a:pt x="1529874" y="165824"/>
                </a:lnTo>
                <a:lnTo>
                  <a:pt x="1529298" y="166229"/>
                </a:lnTo>
                <a:lnTo>
                  <a:pt x="1528724" y="166624"/>
                </a:lnTo>
                <a:lnTo>
                  <a:pt x="1528154" y="167009"/>
                </a:lnTo>
                <a:lnTo>
                  <a:pt x="1527588" y="167385"/>
                </a:lnTo>
                <a:lnTo>
                  <a:pt x="1527025" y="167751"/>
                </a:lnTo>
                <a:lnTo>
                  <a:pt x="1526465" y="168107"/>
                </a:lnTo>
                <a:lnTo>
                  <a:pt x="1525909" y="168453"/>
                </a:lnTo>
                <a:lnTo>
                  <a:pt x="1525356" y="168790"/>
                </a:lnTo>
                <a:lnTo>
                  <a:pt x="1524807" y="169117"/>
                </a:lnTo>
                <a:lnTo>
                  <a:pt x="1524261" y="169434"/>
                </a:lnTo>
                <a:lnTo>
                  <a:pt x="1523718" y="169741"/>
                </a:lnTo>
                <a:lnTo>
                  <a:pt x="1523179" y="170039"/>
                </a:lnTo>
                <a:lnTo>
                  <a:pt x="1522643" y="170326"/>
                </a:lnTo>
                <a:lnTo>
                  <a:pt x="1522111" y="170604"/>
                </a:lnTo>
                <a:lnTo>
                  <a:pt x="1521582" y="170873"/>
                </a:lnTo>
                <a:lnTo>
                  <a:pt x="1521057" y="171131"/>
                </a:lnTo>
                <a:lnTo>
                  <a:pt x="1520535" y="171380"/>
                </a:lnTo>
                <a:lnTo>
                  <a:pt x="1520016" y="171619"/>
                </a:lnTo>
                <a:lnTo>
                  <a:pt x="1519501" y="171848"/>
                </a:lnTo>
                <a:lnTo>
                  <a:pt x="1518989" y="172068"/>
                </a:lnTo>
                <a:lnTo>
                  <a:pt x="1518478" y="172277"/>
                </a:lnTo>
                <a:lnTo>
                  <a:pt x="1517965" y="172478"/>
                </a:lnTo>
                <a:lnTo>
                  <a:pt x="1517451" y="172670"/>
                </a:lnTo>
                <a:lnTo>
                  <a:pt x="1516934" y="172853"/>
                </a:lnTo>
                <a:lnTo>
                  <a:pt x="1516417" y="173027"/>
                </a:lnTo>
                <a:lnTo>
                  <a:pt x="1515897" y="173193"/>
                </a:lnTo>
                <a:lnTo>
                  <a:pt x="1515376" y="173349"/>
                </a:lnTo>
                <a:lnTo>
                  <a:pt x="1514853" y="173496"/>
                </a:lnTo>
                <a:lnTo>
                  <a:pt x="1514328" y="173634"/>
                </a:lnTo>
                <a:lnTo>
                  <a:pt x="1513802" y="173764"/>
                </a:lnTo>
                <a:lnTo>
                  <a:pt x="1513273" y="173884"/>
                </a:lnTo>
                <a:lnTo>
                  <a:pt x="1512744" y="173996"/>
                </a:lnTo>
                <a:lnTo>
                  <a:pt x="1512212" y="174099"/>
                </a:lnTo>
                <a:lnTo>
                  <a:pt x="1511679" y="174192"/>
                </a:lnTo>
                <a:lnTo>
                  <a:pt x="1511144" y="174277"/>
                </a:lnTo>
                <a:lnTo>
                  <a:pt x="1510607" y="174353"/>
                </a:lnTo>
                <a:lnTo>
                  <a:pt x="1510069" y="174420"/>
                </a:lnTo>
                <a:lnTo>
                  <a:pt x="1509529" y="174478"/>
                </a:lnTo>
                <a:lnTo>
                  <a:pt x="1508987" y="174527"/>
                </a:lnTo>
                <a:lnTo>
                  <a:pt x="1508443" y="174567"/>
                </a:lnTo>
                <a:lnTo>
                  <a:pt x="1507898" y="174599"/>
                </a:lnTo>
                <a:lnTo>
                  <a:pt x="1507351" y="174621"/>
                </a:lnTo>
                <a:lnTo>
                  <a:pt x="1506802" y="174634"/>
                </a:lnTo>
                <a:lnTo>
                  <a:pt x="1506252" y="174639"/>
                </a:lnTo>
                <a:lnTo>
                  <a:pt x="1505423" y="174627"/>
                </a:lnTo>
                <a:lnTo>
                  <a:pt x="1504611" y="174592"/>
                </a:lnTo>
                <a:lnTo>
                  <a:pt x="1503816" y="174534"/>
                </a:lnTo>
                <a:lnTo>
                  <a:pt x="1503037" y="174452"/>
                </a:lnTo>
                <a:lnTo>
                  <a:pt x="1502275" y="174347"/>
                </a:lnTo>
                <a:lnTo>
                  <a:pt x="1501529" y="174218"/>
                </a:lnTo>
                <a:lnTo>
                  <a:pt x="1500800" y="174066"/>
                </a:lnTo>
                <a:lnTo>
                  <a:pt x="1500088" y="173891"/>
                </a:lnTo>
                <a:lnTo>
                  <a:pt x="1499392" y="173692"/>
                </a:lnTo>
                <a:lnTo>
                  <a:pt x="1498713" y="173470"/>
                </a:lnTo>
                <a:lnTo>
                  <a:pt x="1498050" y="173224"/>
                </a:lnTo>
                <a:lnTo>
                  <a:pt x="1497404" y="172955"/>
                </a:lnTo>
                <a:lnTo>
                  <a:pt x="1496774" y="172663"/>
                </a:lnTo>
                <a:lnTo>
                  <a:pt x="1496161" y="172347"/>
                </a:lnTo>
                <a:lnTo>
                  <a:pt x="1495565" y="172008"/>
                </a:lnTo>
                <a:lnTo>
                  <a:pt x="1494985" y="171646"/>
                </a:lnTo>
                <a:lnTo>
                  <a:pt x="1494422" y="171260"/>
                </a:lnTo>
                <a:lnTo>
                  <a:pt x="1493875" y="170851"/>
                </a:lnTo>
                <a:lnTo>
                  <a:pt x="1493345" y="170418"/>
                </a:lnTo>
                <a:lnTo>
                  <a:pt x="1492832" y="169962"/>
                </a:lnTo>
                <a:lnTo>
                  <a:pt x="1492335" y="169483"/>
                </a:lnTo>
                <a:lnTo>
                  <a:pt x="1491854" y="168980"/>
                </a:lnTo>
                <a:lnTo>
                  <a:pt x="1491391" y="168454"/>
                </a:lnTo>
                <a:lnTo>
                  <a:pt x="1490944" y="167904"/>
                </a:lnTo>
                <a:lnTo>
                  <a:pt x="1490512" y="167324"/>
                </a:lnTo>
                <a:lnTo>
                  <a:pt x="1490094" y="166705"/>
                </a:lnTo>
                <a:lnTo>
                  <a:pt x="1489690" y="166049"/>
                </a:lnTo>
                <a:lnTo>
                  <a:pt x="1489301" y="165355"/>
                </a:lnTo>
                <a:lnTo>
                  <a:pt x="1488925" y="164624"/>
                </a:lnTo>
                <a:lnTo>
                  <a:pt x="1488563" y="163854"/>
                </a:lnTo>
                <a:lnTo>
                  <a:pt x="1488216" y="163047"/>
                </a:lnTo>
                <a:lnTo>
                  <a:pt x="1487882" y="162201"/>
                </a:lnTo>
                <a:lnTo>
                  <a:pt x="1487562" y="161318"/>
                </a:lnTo>
                <a:lnTo>
                  <a:pt x="1487257" y="160397"/>
                </a:lnTo>
                <a:lnTo>
                  <a:pt x="1486965" y="159439"/>
                </a:lnTo>
                <a:lnTo>
                  <a:pt x="1486688" y="158442"/>
                </a:lnTo>
                <a:lnTo>
                  <a:pt x="1486424" y="157408"/>
                </a:lnTo>
                <a:lnTo>
                  <a:pt x="1486175" y="156336"/>
                </a:lnTo>
                <a:lnTo>
                  <a:pt x="1485939" y="155225"/>
                </a:lnTo>
                <a:lnTo>
                  <a:pt x="1485718" y="154078"/>
                </a:lnTo>
                <a:lnTo>
                  <a:pt x="1485511" y="152892"/>
                </a:lnTo>
                <a:lnTo>
                  <a:pt x="1485317" y="151668"/>
                </a:lnTo>
                <a:lnTo>
                  <a:pt x="1485138" y="150407"/>
                </a:lnTo>
                <a:lnTo>
                  <a:pt x="1484973" y="149108"/>
                </a:lnTo>
                <a:lnTo>
                  <a:pt x="1484821" y="147771"/>
                </a:lnTo>
                <a:lnTo>
                  <a:pt x="1484684" y="146396"/>
                </a:lnTo>
                <a:lnTo>
                  <a:pt x="1484561" y="144983"/>
                </a:lnTo>
                <a:lnTo>
                  <a:pt x="1484452" y="143533"/>
                </a:lnTo>
                <a:lnTo>
                  <a:pt x="1550584" y="143533"/>
                </a:lnTo>
                <a:lnTo>
                  <a:pt x="1550644" y="143059"/>
                </a:lnTo>
                <a:lnTo>
                  <a:pt x="1550702" y="142578"/>
                </a:lnTo>
                <a:lnTo>
                  <a:pt x="1550757" y="142090"/>
                </a:lnTo>
                <a:lnTo>
                  <a:pt x="1550809" y="141593"/>
                </a:lnTo>
                <a:lnTo>
                  <a:pt x="1550859" y="141089"/>
                </a:lnTo>
                <a:lnTo>
                  <a:pt x="1550906" y="140577"/>
                </a:lnTo>
                <a:lnTo>
                  <a:pt x="1550951" y="140058"/>
                </a:lnTo>
                <a:lnTo>
                  <a:pt x="1550993" y="139531"/>
                </a:lnTo>
                <a:lnTo>
                  <a:pt x="1551033" y="138996"/>
                </a:lnTo>
                <a:lnTo>
                  <a:pt x="1551070" y="138454"/>
                </a:lnTo>
                <a:lnTo>
                  <a:pt x="1551105" y="137904"/>
                </a:lnTo>
                <a:lnTo>
                  <a:pt x="1551136" y="137347"/>
                </a:lnTo>
                <a:lnTo>
                  <a:pt x="1551166" y="136781"/>
                </a:lnTo>
                <a:lnTo>
                  <a:pt x="1551193" y="136209"/>
                </a:lnTo>
                <a:lnTo>
                  <a:pt x="1551217" y="135628"/>
                </a:lnTo>
                <a:lnTo>
                  <a:pt x="1551239" y="135040"/>
                </a:lnTo>
                <a:lnTo>
                  <a:pt x="1551258" y="134444"/>
                </a:lnTo>
                <a:lnTo>
                  <a:pt x="1551275" y="133841"/>
                </a:lnTo>
                <a:lnTo>
                  <a:pt x="1551289" y="133230"/>
                </a:lnTo>
                <a:lnTo>
                  <a:pt x="1551300" y="132611"/>
                </a:lnTo>
                <a:lnTo>
                  <a:pt x="1551309" y="131985"/>
                </a:lnTo>
                <a:lnTo>
                  <a:pt x="1551315" y="131351"/>
                </a:lnTo>
                <a:lnTo>
                  <a:pt x="1551319" y="130709"/>
                </a:lnTo>
                <a:lnTo>
                  <a:pt x="1551321" y="130060"/>
                </a:lnTo>
                <a:lnTo>
                  <a:pt x="1551297" y="127372"/>
                </a:lnTo>
                <a:lnTo>
                  <a:pt x="1551226" y="124739"/>
                </a:lnTo>
                <a:lnTo>
                  <a:pt x="1551108" y="122159"/>
                </a:lnTo>
                <a:lnTo>
                  <a:pt x="1550943" y="119633"/>
                </a:lnTo>
                <a:lnTo>
                  <a:pt x="1550730" y="117162"/>
                </a:lnTo>
                <a:close/>
                <a:moveTo>
                  <a:pt x="1484741" y="116710"/>
                </a:moveTo>
                <a:lnTo>
                  <a:pt x="1484857" y="115279"/>
                </a:lnTo>
                <a:lnTo>
                  <a:pt x="1484982" y="113889"/>
                </a:lnTo>
                <a:lnTo>
                  <a:pt x="1485118" y="112540"/>
                </a:lnTo>
                <a:lnTo>
                  <a:pt x="1485263" y="111230"/>
                </a:lnTo>
                <a:lnTo>
                  <a:pt x="1485418" y="109962"/>
                </a:lnTo>
                <a:lnTo>
                  <a:pt x="1485583" y="108733"/>
                </a:lnTo>
                <a:lnTo>
                  <a:pt x="1485757" y="107545"/>
                </a:lnTo>
                <a:lnTo>
                  <a:pt x="1485941" y="106398"/>
                </a:lnTo>
                <a:lnTo>
                  <a:pt x="1486136" y="105290"/>
                </a:lnTo>
                <a:lnTo>
                  <a:pt x="1486339" y="104224"/>
                </a:lnTo>
                <a:lnTo>
                  <a:pt x="1486553" y="103197"/>
                </a:lnTo>
                <a:lnTo>
                  <a:pt x="1486777" y="102211"/>
                </a:lnTo>
                <a:lnTo>
                  <a:pt x="1487010" y="101266"/>
                </a:lnTo>
                <a:lnTo>
                  <a:pt x="1487253" y="100361"/>
                </a:lnTo>
                <a:lnTo>
                  <a:pt x="1487506" y="99496"/>
                </a:lnTo>
                <a:lnTo>
                  <a:pt x="1487768" y="98672"/>
                </a:lnTo>
                <a:lnTo>
                  <a:pt x="1488041" y="97888"/>
                </a:lnTo>
                <a:lnTo>
                  <a:pt x="1488323" y="97145"/>
                </a:lnTo>
                <a:lnTo>
                  <a:pt x="1488615" y="96442"/>
                </a:lnTo>
                <a:lnTo>
                  <a:pt x="1488917" y="95779"/>
                </a:lnTo>
                <a:lnTo>
                  <a:pt x="1489228" y="95157"/>
                </a:lnTo>
                <a:lnTo>
                  <a:pt x="1489551" y="94567"/>
                </a:lnTo>
                <a:lnTo>
                  <a:pt x="1489886" y="94003"/>
                </a:lnTo>
                <a:lnTo>
                  <a:pt x="1490233" y="93463"/>
                </a:lnTo>
                <a:lnTo>
                  <a:pt x="1490593" y="92949"/>
                </a:lnTo>
                <a:lnTo>
                  <a:pt x="1490964" y="92460"/>
                </a:lnTo>
                <a:lnTo>
                  <a:pt x="1491349" y="91996"/>
                </a:lnTo>
                <a:lnTo>
                  <a:pt x="1491745" y="91557"/>
                </a:lnTo>
                <a:lnTo>
                  <a:pt x="1492154" y="91143"/>
                </a:lnTo>
                <a:lnTo>
                  <a:pt x="1492575" y="90754"/>
                </a:lnTo>
                <a:lnTo>
                  <a:pt x="1493009" y="90391"/>
                </a:lnTo>
                <a:lnTo>
                  <a:pt x="1493455" y="90052"/>
                </a:lnTo>
                <a:lnTo>
                  <a:pt x="1493913" y="89738"/>
                </a:lnTo>
                <a:lnTo>
                  <a:pt x="1494383" y="89450"/>
                </a:lnTo>
                <a:lnTo>
                  <a:pt x="1494866" y="89187"/>
                </a:lnTo>
                <a:lnTo>
                  <a:pt x="1495362" y="88948"/>
                </a:lnTo>
                <a:lnTo>
                  <a:pt x="1495869" y="88735"/>
                </a:lnTo>
                <a:lnTo>
                  <a:pt x="1496389" y="88547"/>
                </a:lnTo>
                <a:lnTo>
                  <a:pt x="1496921" y="88384"/>
                </a:lnTo>
                <a:lnTo>
                  <a:pt x="1497466" y="88246"/>
                </a:lnTo>
                <a:lnTo>
                  <a:pt x="1498022" y="88133"/>
                </a:lnTo>
                <a:lnTo>
                  <a:pt x="1498592" y="88045"/>
                </a:lnTo>
                <a:lnTo>
                  <a:pt x="1499173" y="87983"/>
                </a:lnTo>
                <a:lnTo>
                  <a:pt x="1499767" y="87945"/>
                </a:lnTo>
                <a:lnTo>
                  <a:pt x="1500373" y="87932"/>
                </a:lnTo>
                <a:lnTo>
                  <a:pt x="1501058" y="87945"/>
                </a:lnTo>
                <a:lnTo>
                  <a:pt x="1501726" y="87984"/>
                </a:lnTo>
                <a:lnTo>
                  <a:pt x="1502376" y="88049"/>
                </a:lnTo>
                <a:lnTo>
                  <a:pt x="1503009" y="88140"/>
                </a:lnTo>
                <a:lnTo>
                  <a:pt x="1503625" y="88257"/>
                </a:lnTo>
                <a:lnTo>
                  <a:pt x="1504223" y="88399"/>
                </a:lnTo>
                <a:lnTo>
                  <a:pt x="1504803" y="88568"/>
                </a:lnTo>
                <a:lnTo>
                  <a:pt x="1505366" y="88762"/>
                </a:lnTo>
                <a:lnTo>
                  <a:pt x="1505912" y="88983"/>
                </a:lnTo>
                <a:lnTo>
                  <a:pt x="1506441" y="89229"/>
                </a:lnTo>
                <a:lnTo>
                  <a:pt x="1506951" y="89502"/>
                </a:lnTo>
                <a:lnTo>
                  <a:pt x="1507445" y="89800"/>
                </a:lnTo>
                <a:lnTo>
                  <a:pt x="1507921" y="90124"/>
                </a:lnTo>
                <a:lnTo>
                  <a:pt x="1508380" y="90475"/>
                </a:lnTo>
                <a:lnTo>
                  <a:pt x="1508821" y="90851"/>
                </a:lnTo>
                <a:lnTo>
                  <a:pt x="1509245" y="91253"/>
                </a:lnTo>
                <a:lnTo>
                  <a:pt x="1509651" y="91681"/>
                </a:lnTo>
                <a:lnTo>
                  <a:pt x="1510040" y="92135"/>
                </a:lnTo>
                <a:lnTo>
                  <a:pt x="1510411" y="92615"/>
                </a:lnTo>
                <a:lnTo>
                  <a:pt x="1510765" y="93121"/>
                </a:lnTo>
                <a:lnTo>
                  <a:pt x="1511102" y="93652"/>
                </a:lnTo>
                <a:lnTo>
                  <a:pt x="1511421" y="94210"/>
                </a:lnTo>
                <a:lnTo>
                  <a:pt x="1511723" y="94794"/>
                </a:lnTo>
                <a:lnTo>
                  <a:pt x="1512007" y="95403"/>
                </a:lnTo>
                <a:lnTo>
                  <a:pt x="1512277" y="96042"/>
                </a:lnTo>
                <a:lnTo>
                  <a:pt x="1512536" y="96712"/>
                </a:lnTo>
                <a:lnTo>
                  <a:pt x="1512783" y="97415"/>
                </a:lnTo>
                <a:lnTo>
                  <a:pt x="1513018" y="98149"/>
                </a:lnTo>
                <a:lnTo>
                  <a:pt x="1513242" y="98915"/>
                </a:lnTo>
                <a:lnTo>
                  <a:pt x="1513454" y="99713"/>
                </a:lnTo>
                <a:lnTo>
                  <a:pt x="1513655" y="100543"/>
                </a:lnTo>
                <a:lnTo>
                  <a:pt x="1513845" y="101404"/>
                </a:lnTo>
                <a:lnTo>
                  <a:pt x="1514023" y="102298"/>
                </a:lnTo>
                <a:lnTo>
                  <a:pt x="1514189" y="103223"/>
                </a:lnTo>
                <a:lnTo>
                  <a:pt x="1514344" y="104181"/>
                </a:lnTo>
                <a:lnTo>
                  <a:pt x="1514488" y="105170"/>
                </a:lnTo>
                <a:lnTo>
                  <a:pt x="1514620" y="106191"/>
                </a:lnTo>
                <a:lnTo>
                  <a:pt x="1514741" y="107244"/>
                </a:lnTo>
                <a:lnTo>
                  <a:pt x="1514850" y="108329"/>
                </a:lnTo>
                <a:lnTo>
                  <a:pt x="1514947" y="109446"/>
                </a:lnTo>
                <a:lnTo>
                  <a:pt x="1515034" y="110594"/>
                </a:lnTo>
                <a:lnTo>
                  <a:pt x="1515108" y="111775"/>
                </a:lnTo>
                <a:lnTo>
                  <a:pt x="1515171" y="112987"/>
                </a:lnTo>
                <a:lnTo>
                  <a:pt x="1515223" y="114232"/>
                </a:lnTo>
                <a:lnTo>
                  <a:pt x="1515263" y="115508"/>
                </a:lnTo>
                <a:lnTo>
                  <a:pt x="1515292" y="116816"/>
                </a:lnTo>
                <a:lnTo>
                  <a:pt x="1515309" y="118156"/>
                </a:lnTo>
                <a:lnTo>
                  <a:pt x="1515315" y="119528"/>
                </a:lnTo>
                <a:lnTo>
                  <a:pt x="1515315" y="121243"/>
                </a:lnTo>
                <a:lnTo>
                  <a:pt x="1484452" y="121243"/>
                </a:lnTo>
                <a:lnTo>
                  <a:pt x="1484538" y="119692"/>
                </a:lnTo>
                <a:lnTo>
                  <a:pt x="1484635" y="118180"/>
                </a:lnTo>
                <a:lnTo>
                  <a:pt x="1484741" y="116710"/>
                </a:lnTo>
                <a:close/>
                <a:moveTo>
                  <a:pt x="1794143" y="117162"/>
                </a:moveTo>
                <a:lnTo>
                  <a:pt x="1793883" y="114744"/>
                </a:lnTo>
                <a:lnTo>
                  <a:pt x="1793576" y="112381"/>
                </a:lnTo>
                <a:lnTo>
                  <a:pt x="1793222" y="110071"/>
                </a:lnTo>
                <a:lnTo>
                  <a:pt x="1792821" y="107816"/>
                </a:lnTo>
                <a:lnTo>
                  <a:pt x="1792372" y="105614"/>
                </a:lnTo>
                <a:lnTo>
                  <a:pt x="1791877" y="103466"/>
                </a:lnTo>
                <a:lnTo>
                  <a:pt x="1791334" y="101373"/>
                </a:lnTo>
                <a:lnTo>
                  <a:pt x="1790743" y="99333"/>
                </a:lnTo>
                <a:lnTo>
                  <a:pt x="1790106" y="97348"/>
                </a:lnTo>
                <a:lnTo>
                  <a:pt x="1789422" y="95416"/>
                </a:lnTo>
                <a:lnTo>
                  <a:pt x="1788690" y="93538"/>
                </a:lnTo>
                <a:lnTo>
                  <a:pt x="1787911" y="91715"/>
                </a:lnTo>
                <a:lnTo>
                  <a:pt x="1787085" y="89945"/>
                </a:lnTo>
                <a:lnTo>
                  <a:pt x="1786211" y="88230"/>
                </a:lnTo>
                <a:lnTo>
                  <a:pt x="1785291" y="86568"/>
                </a:lnTo>
                <a:lnTo>
                  <a:pt x="1784323" y="84960"/>
                </a:lnTo>
                <a:lnTo>
                  <a:pt x="1783308" y="83407"/>
                </a:lnTo>
                <a:lnTo>
                  <a:pt x="1782246" y="81907"/>
                </a:lnTo>
                <a:lnTo>
                  <a:pt x="1781136" y="80461"/>
                </a:lnTo>
                <a:lnTo>
                  <a:pt x="1779985" y="79072"/>
                </a:lnTo>
                <a:lnTo>
                  <a:pt x="1778799" y="77742"/>
                </a:lnTo>
                <a:lnTo>
                  <a:pt x="1777575" y="76471"/>
                </a:lnTo>
                <a:lnTo>
                  <a:pt x="1776316" y="75260"/>
                </a:lnTo>
                <a:lnTo>
                  <a:pt x="1775021" y="74107"/>
                </a:lnTo>
                <a:lnTo>
                  <a:pt x="1773689" y="73014"/>
                </a:lnTo>
                <a:lnTo>
                  <a:pt x="1772322" y="71979"/>
                </a:lnTo>
                <a:lnTo>
                  <a:pt x="1770918" y="71004"/>
                </a:lnTo>
                <a:lnTo>
                  <a:pt x="1769478" y="70088"/>
                </a:lnTo>
                <a:lnTo>
                  <a:pt x="1768002" y="69231"/>
                </a:lnTo>
                <a:lnTo>
                  <a:pt x="1766490" y="68433"/>
                </a:lnTo>
                <a:lnTo>
                  <a:pt x="1764941" y="67694"/>
                </a:lnTo>
                <a:lnTo>
                  <a:pt x="1763357" y="67014"/>
                </a:lnTo>
                <a:lnTo>
                  <a:pt x="1761736" y="66393"/>
                </a:lnTo>
                <a:lnTo>
                  <a:pt x="1760079" y="65832"/>
                </a:lnTo>
                <a:lnTo>
                  <a:pt x="1758387" y="65329"/>
                </a:lnTo>
                <a:lnTo>
                  <a:pt x="1756658" y="64886"/>
                </a:lnTo>
                <a:lnTo>
                  <a:pt x="1754892" y="64502"/>
                </a:lnTo>
                <a:lnTo>
                  <a:pt x="1753091" y="64177"/>
                </a:lnTo>
                <a:lnTo>
                  <a:pt x="1751254" y="63911"/>
                </a:lnTo>
                <a:lnTo>
                  <a:pt x="1749380" y="63704"/>
                </a:lnTo>
                <a:lnTo>
                  <a:pt x="1747470" y="63556"/>
                </a:lnTo>
                <a:lnTo>
                  <a:pt x="1745524" y="63467"/>
                </a:lnTo>
                <a:lnTo>
                  <a:pt x="1743542" y="63438"/>
                </a:lnTo>
                <a:lnTo>
                  <a:pt x="1741460" y="63471"/>
                </a:lnTo>
                <a:lnTo>
                  <a:pt x="1739418" y="63569"/>
                </a:lnTo>
                <a:lnTo>
                  <a:pt x="1737416" y="63732"/>
                </a:lnTo>
                <a:lnTo>
                  <a:pt x="1735455" y="63962"/>
                </a:lnTo>
                <a:lnTo>
                  <a:pt x="1733535" y="64256"/>
                </a:lnTo>
                <a:lnTo>
                  <a:pt x="1731654" y="64617"/>
                </a:lnTo>
                <a:lnTo>
                  <a:pt x="1729814" y="65042"/>
                </a:lnTo>
                <a:lnTo>
                  <a:pt x="1728015" y="65534"/>
                </a:lnTo>
                <a:lnTo>
                  <a:pt x="1726256" y="66090"/>
                </a:lnTo>
                <a:lnTo>
                  <a:pt x="1724537" y="66712"/>
                </a:lnTo>
                <a:lnTo>
                  <a:pt x="1722859" y="67400"/>
                </a:lnTo>
                <a:lnTo>
                  <a:pt x="1721221" y="68153"/>
                </a:lnTo>
                <a:lnTo>
                  <a:pt x="1719623" y="68972"/>
                </a:lnTo>
                <a:lnTo>
                  <a:pt x="1718066" y="69856"/>
                </a:lnTo>
                <a:lnTo>
                  <a:pt x="1716550" y="70806"/>
                </a:lnTo>
                <a:lnTo>
                  <a:pt x="1715074" y="71821"/>
                </a:lnTo>
                <a:lnTo>
                  <a:pt x="1713638" y="72902"/>
                </a:lnTo>
                <a:lnTo>
                  <a:pt x="1712242" y="74048"/>
                </a:lnTo>
                <a:lnTo>
                  <a:pt x="1710887" y="75260"/>
                </a:lnTo>
                <a:lnTo>
                  <a:pt x="1709573" y="76537"/>
                </a:lnTo>
                <a:lnTo>
                  <a:pt x="1708299" y="77879"/>
                </a:lnTo>
                <a:lnTo>
                  <a:pt x="1707065" y="79287"/>
                </a:lnTo>
                <a:lnTo>
                  <a:pt x="1705872" y="80761"/>
                </a:lnTo>
                <a:lnTo>
                  <a:pt x="1704719" y="82300"/>
                </a:lnTo>
                <a:lnTo>
                  <a:pt x="1703610" y="83895"/>
                </a:lnTo>
                <a:lnTo>
                  <a:pt x="1702548" y="85537"/>
                </a:lnTo>
                <a:lnTo>
                  <a:pt x="1701533" y="87225"/>
                </a:lnTo>
                <a:lnTo>
                  <a:pt x="1700565" y="88961"/>
                </a:lnTo>
                <a:lnTo>
                  <a:pt x="1699645" y="90743"/>
                </a:lnTo>
                <a:lnTo>
                  <a:pt x="1698772" y="92572"/>
                </a:lnTo>
                <a:lnTo>
                  <a:pt x="1697946" y="94447"/>
                </a:lnTo>
                <a:lnTo>
                  <a:pt x="1697167" y="96370"/>
                </a:lnTo>
                <a:lnTo>
                  <a:pt x="1696436" y="98339"/>
                </a:lnTo>
                <a:lnTo>
                  <a:pt x="1695751" y="100355"/>
                </a:lnTo>
                <a:lnTo>
                  <a:pt x="1695114" y="102418"/>
                </a:lnTo>
                <a:lnTo>
                  <a:pt x="1694524" y="104527"/>
                </a:lnTo>
                <a:lnTo>
                  <a:pt x="1693981" y="106683"/>
                </a:lnTo>
                <a:lnTo>
                  <a:pt x="1693486" y="108887"/>
                </a:lnTo>
                <a:lnTo>
                  <a:pt x="1693037" y="111136"/>
                </a:lnTo>
                <a:lnTo>
                  <a:pt x="1692636" y="113433"/>
                </a:lnTo>
                <a:lnTo>
                  <a:pt x="1692282" y="115777"/>
                </a:lnTo>
                <a:lnTo>
                  <a:pt x="1691975" y="118167"/>
                </a:lnTo>
                <a:lnTo>
                  <a:pt x="1691716" y="120604"/>
                </a:lnTo>
                <a:lnTo>
                  <a:pt x="1691503" y="123088"/>
                </a:lnTo>
                <a:lnTo>
                  <a:pt x="1691338" y="125618"/>
                </a:lnTo>
                <a:lnTo>
                  <a:pt x="1691220" y="128196"/>
                </a:lnTo>
                <a:lnTo>
                  <a:pt x="1691150" y="130820"/>
                </a:lnTo>
                <a:lnTo>
                  <a:pt x="1691126" y="133491"/>
                </a:lnTo>
                <a:lnTo>
                  <a:pt x="1691151" y="136160"/>
                </a:lnTo>
                <a:lnTo>
                  <a:pt x="1691225" y="138779"/>
                </a:lnTo>
                <a:lnTo>
                  <a:pt x="1691348" y="141349"/>
                </a:lnTo>
                <a:lnTo>
                  <a:pt x="1691521" y="143869"/>
                </a:lnTo>
                <a:lnTo>
                  <a:pt x="1691742" y="146339"/>
                </a:lnTo>
                <a:lnTo>
                  <a:pt x="1692014" y="148759"/>
                </a:lnTo>
                <a:lnTo>
                  <a:pt x="1692334" y="151130"/>
                </a:lnTo>
                <a:lnTo>
                  <a:pt x="1692704" y="153451"/>
                </a:lnTo>
                <a:lnTo>
                  <a:pt x="1693124" y="155722"/>
                </a:lnTo>
                <a:lnTo>
                  <a:pt x="1693592" y="157944"/>
                </a:lnTo>
                <a:lnTo>
                  <a:pt x="1694110" y="160115"/>
                </a:lnTo>
                <a:lnTo>
                  <a:pt x="1694677" y="162237"/>
                </a:lnTo>
                <a:lnTo>
                  <a:pt x="1695294" y="164310"/>
                </a:lnTo>
                <a:lnTo>
                  <a:pt x="1695960" y="166332"/>
                </a:lnTo>
                <a:lnTo>
                  <a:pt x="1696675" y="168305"/>
                </a:lnTo>
                <a:lnTo>
                  <a:pt x="1697440" y="170228"/>
                </a:lnTo>
                <a:lnTo>
                  <a:pt x="1698253" y="172101"/>
                </a:lnTo>
                <a:lnTo>
                  <a:pt x="1699117" y="173925"/>
                </a:lnTo>
                <a:lnTo>
                  <a:pt x="1700029" y="175699"/>
                </a:lnTo>
                <a:lnTo>
                  <a:pt x="1700991" y="177423"/>
                </a:lnTo>
                <a:lnTo>
                  <a:pt x="1702002" y="179097"/>
                </a:lnTo>
                <a:lnTo>
                  <a:pt x="1703063" y="180722"/>
                </a:lnTo>
                <a:lnTo>
                  <a:pt x="1704172" y="182296"/>
                </a:lnTo>
                <a:lnTo>
                  <a:pt x="1705332" y="183822"/>
                </a:lnTo>
                <a:lnTo>
                  <a:pt x="1706538" y="185291"/>
                </a:lnTo>
                <a:lnTo>
                  <a:pt x="1707791" y="186697"/>
                </a:lnTo>
                <a:lnTo>
                  <a:pt x="1709090" y="188041"/>
                </a:lnTo>
                <a:lnTo>
                  <a:pt x="1710434" y="189322"/>
                </a:lnTo>
                <a:lnTo>
                  <a:pt x="1711825" y="190541"/>
                </a:lnTo>
                <a:lnTo>
                  <a:pt x="1713261" y="191698"/>
                </a:lnTo>
                <a:lnTo>
                  <a:pt x="1714743" y="192792"/>
                </a:lnTo>
                <a:lnTo>
                  <a:pt x="1716272" y="193823"/>
                </a:lnTo>
                <a:lnTo>
                  <a:pt x="1717846" y="194792"/>
                </a:lnTo>
                <a:lnTo>
                  <a:pt x="1719466" y="195698"/>
                </a:lnTo>
                <a:lnTo>
                  <a:pt x="1721132" y="196542"/>
                </a:lnTo>
                <a:lnTo>
                  <a:pt x="1722844" y="197324"/>
                </a:lnTo>
                <a:lnTo>
                  <a:pt x="1724602" y="198043"/>
                </a:lnTo>
                <a:lnTo>
                  <a:pt x="1726406" y="198699"/>
                </a:lnTo>
                <a:lnTo>
                  <a:pt x="1728255" y="199293"/>
                </a:lnTo>
                <a:lnTo>
                  <a:pt x="1730151" y="199824"/>
                </a:lnTo>
                <a:lnTo>
                  <a:pt x="1732092" y="200293"/>
                </a:lnTo>
                <a:lnTo>
                  <a:pt x="1734080" y="200699"/>
                </a:lnTo>
                <a:lnTo>
                  <a:pt x="1736113" y="201043"/>
                </a:lnTo>
                <a:lnTo>
                  <a:pt x="1738193" y="201324"/>
                </a:lnTo>
                <a:lnTo>
                  <a:pt x="1740318" y="201543"/>
                </a:lnTo>
                <a:lnTo>
                  <a:pt x="1742489" y="201699"/>
                </a:lnTo>
                <a:lnTo>
                  <a:pt x="1744706" y="201793"/>
                </a:lnTo>
                <a:lnTo>
                  <a:pt x="1746969" y="201824"/>
                </a:lnTo>
                <a:lnTo>
                  <a:pt x="1749099" y="201794"/>
                </a:lnTo>
                <a:lnTo>
                  <a:pt x="1751203" y="201702"/>
                </a:lnTo>
                <a:lnTo>
                  <a:pt x="1753280" y="201549"/>
                </a:lnTo>
                <a:lnTo>
                  <a:pt x="1755331" y="201335"/>
                </a:lnTo>
                <a:lnTo>
                  <a:pt x="1757355" y="201059"/>
                </a:lnTo>
                <a:lnTo>
                  <a:pt x="1759353" y="200722"/>
                </a:lnTo>
                <a:lnTo>
                  <a:pt x="1761325" y="200324"/>
                </a:lnTo>
                <a:lnTo>
                  <a:pt x="1763270" y="199865"/>
                </a:lnTo>
                <a:lnTo>
                  <a:pt x="1765189" y="199345"/>
                </a:lnTo>
                <a:lnTo>
                  <a:pt x="1767082" y="198763"/>
                </a:lnTo>
                <a:lnTo>
                  <a:pt x="1768948" y="198120"/>
                </a:lnTo>
                <a:lnTo>
                  <a:pt x="1770788" y="197416"/>
                </a:lnTo>
                <a:lnTo>
                  <a:pt x="1772602" y="196651"/>
                </a:lnTo>
                <a:lnTo>
                  <a:pt x="1774389" y="195824"/>
                </a:lnTo>
                <a:lnTo>
                  <a:pt x="1776150" y="194937"/>
                </a:lnTo>
                <a:lnTo>
                  <a:pt x="1777885" y="193988"/>
                </a:lnTo>
                <a:lnTo>
                  <a:pt x="1779593" y="192977"/>
                </a:lnTo>
                <a:lnTo>
                  <a:pt x="1781275" y="191906"/>
                </a:lnTo>
                <a:lnTo>
                  <a:pt x="1782930" y="190773"/>
                </a:lnTo>
                <a:lnTo>
                  <a:pt x="1784559" y="189579"/>
                </a:lnTo>
                <a:lnTo>
                  <a:pt x="1786162" y="188324"/>
                </a:lnTo>
                <a:lnTo>
                  <a:pt x="1787739" y="187008"/>
                </a:lnTo>
                <a:lnTo>
                  <a:pt x="1789289" y="185630"/>
                </a:lnTo>
                <a:lnTo>
                  <a:pt x="1790812" y="184192"/>
                </a:lnTo>
                <a:lnTo>
                  <a:pt x="1775627" y="164107"/>
                </a:lnTo>
                <a:lnTo>
                  <a:pt x="1775037" y="164551"/>
                </a:lnTo>
                <a:lnTo>
                  <a:pt x="1774450" y="164985"/>
                </a:lnTo>
                <a:lnTo>
                  <a:pt x="1773867" y="165409"/>
                </a:lnTo>
                <a:lnTo>
                  <a:pt x="1773286" y="165824"/>
                </a:lnTo>
                <a:lnTo>
                  <a:pt x="1772710" y="166229"/>
                </a:lnTo>
                <a:lnTo>
                  <a:pt x="1772136" y="166624"/>
                </a:lnTo>
                <a:lnTo>
                  <a:pt x="1771567" y="167009"/>
                </a:lnTo>
                <a:lnTo>
                  <a:pt x="1771000" y="167385"/>
                </a:lnTo>
                <a:lnTo>
                  <a:pt x="1770437" y="167751"/>
                </a:lnTo>
                <a:lnTo>
                  <a:pt x="1769877" y="168107"/>
                </a:lnTo>
                <a:lnTo>
                  <a:pt x="1769321" y="168453"/>
                </a:lnTo>
                <a:lnTo>
                  <a:pt x="1768768" y="168790"/>
                </a:lnTo>
                <a:lnTo>
                  <a:pt x="1768219" y="169117"/>
                </a:lnTo>
                <a:lnTo>
                  <a:pt x="1767673" y="169434"/>
                </a:lnTo>
                <a:lnTo>
                  <a:pt x="1767130" y="169741"/>
                </a:lnTo>
                <a:lnTo>
                  <a:pt x="1766591" y="170039"/>
                </a:lnTo>
                <a:lnTo>
                  <a:pt x="1766056" y="170326"/>
                </a:lnTo>
                <a:lnTo>
                  <a:pt x="1765523" y="170604"/>
                </a:lnTo>
                <a:lnTo>
                  <a:pt x="1764994" y="170873"/>
                </a:lnTo>
                <a:lnTo>
                  <a:pt x="1764469" y="171131"/>
                </a:lnTo>
                <a:lnTo>
                  <a:pt x="1763947" y="171380"/>
                </a:lnTo>
                <a:lnTo>
                  <a:pt x="1763428" y="171619"/>
                </a:lnTo>
                <a:lnTo>
                  <a:pt x="1762913" y="171848"/>
                </a:lnTo>
                <a:lnTo>
                  <a:pt x="1762401" y="172068"/>
                </a:lnTo>
                <a:lnTo>
                  <a:pt x="1761890" y="172277"/>
                </a:lnTo>
                <a:lnTo>
                  <a:pt x="1761377" y="172478"/>
                </a:lnTo>
                <a:lnTo>
                  <a:pt x="1760863" y="172670"/>
                </a:lnTo>
                <a:lnTo>
                  <a:pt x="1760347" y="172853"/>
                </a:lnTo>
                <a:lnTo>
                  <a:pt x="1759829" y="173027"/>
                </a:lnTo>
                <a:lnTo>
                  <a:pt x="1759309" y="173193"/>
                </a:lnTo>
                <a:lnTo>
                  <a:pt x="1758788" y="173349"/>
                </a:lnTo>
                <a:lnTo>
                  <a:pt x="1758265" y="173496"/>
                </a:lnTo>
                <a:lnTo>
                  <a:pt x="1757740" y="173634"/>
                </a:lnTo>
                <a:lnTo>
                  <a:pt x="1757214" y="173764"/>
                </a:lnTo>
                <a:lnTo>
                  <a:pt x="1756686" y="173884"/>
                </a:lnTo>
                <a:lnTo>
                  <a:pt x="1756156" y="173996"/>
                </a:lnTo>
                <a:lnTo>
                  <a:pt x="1755624" y="174099"/>
                </a:lnTo>
                <a:lnTo>
                  <a:pt x="1755091" y="174192"/>
                </a:lnTo>
                <a:lnTo>
                  <a:pt x="1754556" y="174277"/>
                </a:lnTo>
                <a:lnTo>
                  <a:pt x="1754019" y="174353"/>
                </a:lnTo>
                <a:lnTo>
                  <a:pt x="1753481" y="174420"/>
                </a:lnTo>
                <a:lnTo>
                  <a:pt x="1752941" y="174478"/>
                </a:lnTo>
                <a:lnTo>
                  <a:pt x="1752399" y="174527"/>
                </a:lnTo>
                <a:lnTo>
                  <a:pt x="1751855" y="174567"/>
                </a:lnTo>
                <a:lnTo>
                  <a:pt x="1751310" y="174599"/>
                </a:lnTo>
                <a:lnTo>
                  <a:pt x="1750763" y="174621"/>
                </a:lnTo>
                <a:lnTo>
                  <a:pt x="1750214" y="174634"/>
                </a:lnTo>
                <a:lnTo>
                  <a:pt x="1749664" y="174639"/>
                </a:lnTo>
                <a:lnTo>
                  <a:pt x="1748835" y="174627"/>
                </a:lnTo>
                <a:lnTo>
                  <a:pt x="1748023" y="174592"/>
                </a:lnTo>
                <a:lnTo>
                  <a:pt x="1747228" y="174534"/>
                </a:lnTo>
                <a:lnTo>
                  <a:pt x="1746449" y="174452"/>
                </a:lnTo>
                <a:lnTo>
                  <a:pt x="1745687" y="174347"/>
                </a:lnTo>
                <a:lnTo>
                  <a:pt x="1744941" y="174218"/>
                </a:lnTo>
                <a:lnTo>
                  <a:pt x="1744212" y="174066"/>
                </a:lnTo>
                <a:lnTo>
                  <a:pt x="1743500" y="173891"/>
                </a:lnTo>
                <a:lnTo>
                  <a:pt x="1742804" y="173692"/>
                </a:lnTo>
                <a:lnTo>
                  <a:pt x="1742125" y="173470"/>
                </a:lnTo>
                <a:lnTo>
                  <a:pt x="1741462" y="173224"/>
                </a:lnTo>
                <a:lnTo>
                  <a:pt x="1740816" y="172955"/>
                </a:lnTo>
                <a:lnTo>
                  <a:pt x="1740186" y="172663"/>
                </a:lnTo>
                <a:lnTo>
                  <a:pt x="1739573" y="172347"/>
                </a:lnTo>
                <a:lnTo>
                  <a:pt x="1738977" y="172008"/>
                </a:lnTo>
                <a:lnTo>
                  <a:pt x="1738397" y="171646"/>
                </a:lnTo>
                <a:lnTo>
                  <a:pt x="1737834" y="171260"/>
                </a:lnTo>
                <a:lnTo>
                  <a:pt x="1737287" y="170851"/>
                </a:lnTo>
                <a:lnTo>
                  <a:pt x="1736757" y="170418"/>
                </a:lnTo>
                <a:lnTo>
                  <a:pt x="1736244" y="169962"/>
                </a:lnTo>
                <a:lnTo>
                  <a:pt x="1735747" y="169483"/>
                </a:lnTo>
                <a:lnTo>
                  <a:pt x="1735267" y="168980"/>
                </a:lnTo>
                <a:lnTo>
                  <a:pt x="1734803" y="168454"/>
                </a:lnTo>
                <a:lnTo>
                  <a:pt x="1734356" y="167904"/>
                </a:lnTo>
                <a:lnTo>
                  <a:pt x="1733924" y="167324"/>
                </a:lnTo>
                <a:lnTo>
                  <a:pt x="1733506" y="166705"/>
                </a:lnTo>
                <a:lnTo>
                  <a:pt x="1733102" y="166049"/>
                </a:lnTo>
                <a:lnTo>
                  <a:pt x="1732713" y="165355"/>
                </a:lnTo>
                <a:lnTo>
                  <a:pt x="1732337" y="164624"/>
                </a:lnTo>
                <a:lnTo>
                  <a:pt x="1731975" y="163854"/>
                </a:lnTo>
                <a:lnTo>
                  <a:pt x="1731628" y="163047"/>
                </a:lnTo>
                <a:lnTo>
                  <a:pt x="1731294" y="162201"/>
                </a:lnTo>
                <a:lnTo>
                  <a:pt x="1730975" y="161318"/>
                </a:lnTo>
                <a:lnTo>
                  <a:pt x="1730669" y="160397"/>
                </a:lnTo>
                <a:lnTo>
                  <a:pt x="1730377" y="159439"/>
                </a:lnTo>
                <a:lnTo>
                  <a:pt x="1730100" y="158442"/>
                </a:lnTo>
                <a:lnTo>
                  <a:pt x="1729836" y="157408"/>
                </a:lnTo>
                <a:lnTo>
                  <a:pt x="1729587" y="156336"/>
                </a:lnTo>
                <a:lnTo>
                  <a:pt x="1729352" y="155225"/>
                </a:lnTo>
                <a:lnTo>
                  <a:pt x="1729130" y="154078"/>
                </a:lnTo>
                <a:lnTo>
                  <a:pt x="1728923" y="152892"/>
                </a:lnTo>
                <a:lnTo>
                  <a:pt x="1728729" y="151668"/>
                </a:lnTo>
                <a:lnTo>
                  <a:pt x="1728550" y="150407"/>
                </a:lnTo>
                <a:lnTo>
                  <a:pt x="1728385" y="149108"/>
                </a:lnTo>
                <a:lnTo>
                  <a:pt x="1728234" y="147771"/>
                </a:lnTo>
                <a:lnTo>
                  <a:pt x="1728096" y="146396"/>
                </a:lnTo>
                <a:lnTo>
                  <a:pt x="1727973" y="144983"/>
                </a:lnTo>
                <a:lnTo>
                  <a:pt x="1727864" y="143533"/>
                </a:lnTo>
                <a:lnTo>
                  <a:pt x="1793996" y="143533"/>
                </a:lnTo>
                <a:lnTo>
                  <a:pt x="1794057" y="143059"/>
                </a:lnTo>
                <a:lnTo>
                  <a:pt x="1794114" y="142578"/>
                </a:lnTo>
                <a:lnTo>
                  <a:pt x="1794169" y="142090"/>
                </a:lnTo>
                <a:lnTo>
                  <a:pt x="1794221" y="141593"/>
                </a:lnTo>
                <a:lnTo>
                  <a:pt x="1794271" y="141089"/>
                </a:lnTo>
                <a:lnTo>
                  <a:pt x="1794319" y="140577"/>
                </a:lnTo>
                <a:lnTo>
                  <a:pt x="1794363" y="140058"/>
                </a:lnTo>
                <a:lnTo>
                  <a:pt x="1794405" y="139531"/>
                </a:lnTo>
                <a:lnTo>
                  <a:pt x="1794445" y="138996"/>
                </a:lnTo>
                <a:lnTo>
                  <a:pt x="1794482" y="138454"/>
                </a:lnTo>
                <a:lnTo>
                  <a:pt x="1794517" y="137904"/>
                </a:lnTo>
                <a:lnTo>
                  <a:pt x="1794549" y="137347"/>
                </a:lnTo>
                <a:lnTo>
                  <a:pt x="1794578" y="136781"/>
                </a:lnTo>
                <a:lnTo>
                  <a:pt x="1794605" y="136209"/>
                </a:lnTo>
                <a:lnTo>
                  <a:pt x="1794629" y="135628"/>
                </a:lnTo>
                <a:lnTo>
                  <a:pt x="1794651" y="135040"/>
                </a:lnTo>
                <a:lnTo>
                  <a:pt x="1794670" y="134444"/>
                </a:lnTo>
                <a:lnTo>
                  <a:pt x="1794687" y="133841"/>
                </a:lnTo>
                <a:lnTo>
                  <a:pt x="1794701" y="133230"/>
                </a:lnTo>
                <a:lnTo>
                  <a:pt x="1794712" y="132611"/>
                </a:lnTo>
                <a:lnTo>
                  <a:pt x="1794721" y="131985"/>
                </a:lnTo>
                <a:lnTo>
                  <a:pt x="1794728" y="131351"/>
                </a:lnTo>
                <a:lnTo>
                  <a:pt x="1794731" y="130709"/>
                </a:lnTo>
                <a:lnTo>
                  <a:pt x="1794733" y="130060"/>
                </a:lnTo>
                <a:lnTo>
                  <a:pt x="1794709" y="127372"/>
                </a:lnTo>
                <a:lnTo>
                  <a:pt x="1794638" y="124739"/>
                </a:lnTo>
                <a:lnTo>
                  <a:pt x="1794520" y="122159"/>
                </a:lnTo>
                <a:lnTo>
                  <a:pt x="1794355" y="119633"/>
                </a:lnTo>
                <a:lnTo>
                  <a:pt x="1794143" y="117162"/>
                </a:lnTo>
                <a:close/>
                <a:moveTo>
                  <a:pt x="1728153" y="116710"/>
                </a:moveTo>
                <a:lnTo>
                  <a:pt x="1728269" y="115279"/>
                </a:lnTo>
                <a:lnTo>
                  <a:pt x="1728394" y="113889"/>
                </a:lnTo>
                <a:lnTo>
                  <a:pt x="1728530" y="112540"/>
                </a:lnTo>
                <a:lnTo>
                  <a:pt x="1728675" y="111230"/>
                </a:lnTo>
                <a:lnTo>
                  <a:pt x="1728830" y="109962"/>
                </a:lnTo>
                <a:lnTo>
                  <a:pt x="1728995" y="108733"/>
                </a:lnTo>
                <a:lnTo>
                  <a:pt x="1729169" y="107545"/>
                </a:lnTo>
                <a:lnTo>
                  <a:pt x="1729354" y="106398"/>
                </a:lnTo>
                <a:lnTo>
                  <a:pt x="1729548" y="105290"/>
                </a:lnTo>
                <a:lnTo>
                  <a:pt x="1729752" y="104224"/>
                </a:lnTo>
                <a:lnTo>
                  <a:pt x="1729965" y="103197"/>
                </a:lnTo>
                <a:lnTo>
                  <a:pt x="1730189" y="102211"/>
                </a:lnTo>
                <a:lnTo>
                  <a:pt x="1730422" y="101266"/>
                </a:lnTo>
                <a:lnTo>
                  <a:pt x="1730665" y="100361"/>
                </a:lnTo>
                <a:lnTo>
                  <a:pt x="1730918" y="99496"/>
                </a:lnTo>
                <a:lnTo>
                  <a:pt x="1731181" y="98672"/>
                </a:lnTo>
                <a:lnTo>
                  <a:pt x="1731453" y="97888"/>
                </a:lnTo>
                <a:lnTo>
                  <a:pt x="1731735" y="97145"/>
                </a:lnTo>
                <a:lnTo>
                  <a:pt x="1732027" y="96442"/>
                </a:lnTo>
                <a:lnTo>
                  <a:pt x="1732329" y="95779"/>
                </a:lnTo>
                <a:lnTo>
                  <a:pt x="1732640" y="95157"/>
                </a:lnTo>
                <a:lnTo>
                  <a:pt x="1732963" y="94567"/>
                </a:lnTo>
                <a:lnTo>
                  <a:pt x="1733298" y="94003"/>
                </a:lnTo>
                <a:lnTo>
                  <a:pt x="1733645" y="93463"/>
                </a:lnTo>
                <a:lnTo>
                  <a:pt x="1734005" y="92949"/>
                </a:lnTo>
                <a:lnTo>
                  <a:pt x="1734377" y="92460"/>
                </a:lnTo>
                <a:lnTo>
                  <a:pt x="1734761" y="91996"/>
                </a:lnTo>
                <a:lnTo>
                  <a:pt x="1735157" y="91557"/>
                </a:lnTo>
                <a:lnTo>
                  <a:pt x="1735566" y="91143"/>
                </a:lnTo>
                <a:lnTo>
                  <a:pt x="1735988" y="90754"/>
                </a:lnTo>
                <a:lnTo>
                  <a:pt x="1736421" y="90391"/>
                </a:lnTo>
                <a:lnTo>
                  <a:pt x="1736867" y="90052"/>
                </a:lnTo>
                <a:lnTo>
                  <a:pt x="1737325" y="89738"/>
                </a:lnTo>
                <a:lnTo>
                  <a:pt x="1737796" y="89450"/>
                </a:lnTo>
                <a:lnTo>
                  <a:pt x="1738279" y="89187"/>
                </a:lnTo>
                <a:lnTo>
                  <a:pt x="1738774" y="88948"/>
                </a:lnTo>
                <a:lnTo>
                  <a:pt x="1739281" y="88735"/>
                </a:lnTo>
                <a:lnTo>
                  <a:pt x="1739801" y="88547"/>
                </a:lnTo>
                <a:lnTo>
                  <a:pt x="1740333" y="88384"/>
                </a:lnTo>
                <a:lnTo>
                  <a:pt x="1740878" y="88246"/>
                </a:lnTo>
                <a:lnTo>
                  <a:pt x="1741435" y="88133"/>
                </a:lnTo>
                <a:lnTo>
                  <a:pt x="1742004" y="88045"/>
                </a:lnTo>
                <a:lnTo>
                  <a:pt x="1742585" y="87983"/>
                </a:lnTo>
                <a:lnTo>
                  <a:pt x="1743179" y="87945"/>
                </a:lnTo>
                <a:lnTo>
                  <a:pt x="1743785" y="87932"/>
                </a:lnTo>
                <a:lnTo>
                  <a:pt x="1744470" y="87945"/>
                </a:lnTo>
                <a:lnTo>
                  <a:pt x="1745138" y="87984"/>
                </a:lnTo>
                <a:lnTo>
                  <a:pt x="1745788" y="88049"/>
                </a:lnTo>
                <a:lnTo>
                  <a:pt x="1746421" y="88140"/>
                </a:lnTo>
                <a:lnTo>
                  <a:pt x="1747037" y="88257"/>
                </a:lnTo>
                <a:lnTo>
                  <a:pt x="1747635" y="88399"/>
                </a:lnTo>
                <a:lnTo>
                  <a:pt x="1748215" y="88568"/>
                </a:lnTo>
                <a:lnTo>
                  <a:pt x="1748779" y="88762"/>
                </a:lnTo>
                <a:lnTo>
                  <a:pt x="1749324" y="88983"/>
                </a:lnTo>
                <a:lnTo>
                  <a:pt x="1749853" y="89229"/>
                </a:lnTo>
                <a:lnTo>
                  <a:pt x="1750364" y="89502"/>
                </a:lnTo>
                <a:lnTo>
                  <a:pt x="1750857" y="89800"/>
                </a:lnTo>
                <a:lnTo>
                  <a:pt x="1751333" y="90124"/>
                </a:lnTo>
                <a:lnTo>
                  <a:pt x="1751792" y="90475"/>
                </a:lnTo>
                <a:lnTo>
                  <a:pt x="1752233" y="90851"/>
                </a:lnTo>
                <a:lnTo>
                  <a:pt x="1752657" y="91253"/>
                </a:lnTo>
                <a:lnTo>
                  <a:pt x="1753063" y="91681"/>
                </a:lnTo>
                <a:lnTo>
                  <a:pt x="1753452" y="92135"/>
                </a:lnTo>
                <a:lnTo>
                  <a:pt x="1753824" y="92615"/>
                </a:lnTo>
                <a:lnTo>
                  <a:pt x="1754178" y="93121"/>
                </a:lnTo>
                <a:lnTo>
                  <a:pt x="1754514" y="93652"/>
                </a:lnTo>
                <a:lnTo>
                  <a:pt x="1754833" y="94210"/>
                </a:lnTo>
                <a:lnTo>
                  <a:pt x="1755135" y="94794"/>
                </a:lnTo>
                <a:lnTo>
                  <a:pt x="1755420" y="95403"/>
                </a:lnTo>
                <a:lnTo>
                  <a:pt x="1755689" y="96042"/>
                </a:lnTo>
                <a:lnTo>
                  <a:pt x="1755948" y="96712"/>
                </a:lnTo>
                <a:lnTo>
                  <a:pt x="1756195" y="97415"/>
                </a:lnTo>
                <a:lnTo>
                  <a:pt x="1756430" y="98149"/>
                </a:lnTo>
                <a:lnTo>
                  <a:pt x="1756654" y="98915"/>
                </a:lnTo>
                <a:lnTo>
                  <a:pt x="1756867" y="99713"/>
                </a:lnTo>
                <a:lnTo>
                  <a:pt x="1757068" y="100543"/>
                </a:lnTo>
                <a:lnTo>
                  <a:pt x="1757257" y="101404"/>
                </a:lnTo>
                <a:lnTo>
                  <a:pt x="1757435" y="102298"/>
                </a:lnTo>
                <a:lnTo>
                  <a:pt x="1757602" y="103223"/>
                </a:lnTo>
                <a:lnTo>
                  <a:pt x="1757757" y="104181"/>
                </a:lnTo>
                <a:lnTo>
                  <a:pt x="1757900" y="105170"/>
                </a:lnTo>
                <a:lnTo>
                  <a:pt x="1758032" y="106191"/>
                </a:lnTo>
                <a:lnTo>
                  <a:pt x="1758153" y="107244"/>
                </a:lnTo>
                <a:lnTo>
                  <a:pt x="1758262" y="108329"/>
                </a:lnTo>
                <a:lnTo>
                  <a:pt x="1758360" y="109446"/>
                </a:lnTo>
                <a:lnTo>
                  <a:pt x="1758446" y="110594"/>
                </a:lnTo>
                <a:lnTo>
                  <a:pt x="1758520" y="111775"/>
                </a:lnTo>
                <a:lnTo>
                  <a:pt x="1758584" y="112987"/>
                </a:lnTo>
                <a:lnTo>
                  <a:pt x="1758635" y="114232"/>
                </a:lnTo>
                <a:lnTo>
                  <a:pt x="1758675" y="115508"/>
                </a:lnTo>
                <a:lnTo>
                  <a:pt x="1758704" y="116816"/>
                </a:lnTo>
                <a:lnTo>
                  <a:pt x="1758721" y="118156"/>
                </a:lnTo>
                <a:lnTo>
                  <a:pt x="1758727" y="119528"/>
                </a:lnTo>
                <a:lnTo>
                  <a:pt x="1758727" y="121243"/>
                </a:lnTo>
                <a:lnTo>
                  <a:pt x="1727864" y="121243"/>
                </a:lnTo>
                <a:lnTo>
                  <a:pt x="1727951" y="119692"/>
                </a:lnTo>
                <a:lnTo>
                  <a:pt x="1728047" y="118180"/>
                </a:lnTo>
                <a:lnTo>
                  <a:pt x="1728153" y="116710"/>
                </a:lnTo>
                <a:close/>
                <a:moveTo>
                  <a:pt x="1974387" y="63931"/>
                </a:moveTo>
                <a:lnTo>
                  <a:pt x="1972439" y="64209"/>
                </a:lnTo>
                <a:lnTo>
                  <a:pt x="1970529" y="64548"/>
                </a:lnTo>
                <a:lnTo>
                  <a:pt x="1968658" y="64949"/>
                </a:lnTo>
                <a:lnTo>
                  <a:pt x="1966825" y="65411"/>
                </a:lnTo>
                <a:lnTo>
                  <a:pt x="1965032" y="65935"/>
                </a:lnTo>
                <a:lnTo>
                  <a:pt x="1963277" y="66521"/>
                </a:lnTo>
                <a:lnTo>
                  <a:pt x="1961560" y="67169"/>
                </a:lnTo>
                <a:lnTo>
                  <a:pt x="1959883" y="67878"/>
                </a:lnTo>
                <a:lnTo>
                  <a:pt x="1958244" y="68649"/>
                </a:lnTo>
                <a:lnTo>
                  <a:pt x="1956644" y="69481"/>
                </a:lnTo>
                <a:lnTo>
                  <a:pt x="1955082" y="70375"/>
                </a:lnTo>
                <a:lnTo>
                  <a:pt x="1953559" y="71331"/>
                </a:lnTo>
                <a:lnTo>
                  <a:pt x="1952075" y="72349"/>
                </a:lnTo>
                <a:lnTo>
                  <a:pt x="1950629" y="73428"/>
                </a:lnTo>
                <a:lnTo>
                  <a:pt x="1949223" y="74569"/>
                </a:lnTo>
                <a:lnTo>
                  <a:pt x="1947854" y="75771"/>
                </a:lnTo>
                <a:lnTo>
                  <a:pt x="1946525" y="77035"/>
                </a:lnTo>
                <a:lnTo>
                  <a:pt x="1945234" y="78361"/>
                </a:lnTo>
                <a:lnTo>
                  <a:pt x="1943982" y="79749"/>
                </a:lnTo>
                <a:lnTo>
                  <a:pt x="1942769" y="81198"/>
                </a:lnTo>
                <a:lnTo>
                  <a:pt x="1941599" y="82705"/>
                </a:lnTo>
                <a:lnTo>
                  <a:pt x="1940480" y="84267"/>
                </a:lnTo>
                <a:lnTo>
                  <a:pt x="1939410" y="85884"/>
                </a:lnTo>
                <a:lnTo>
                  <a:pt x="1938390" y="87555"/>
                </a:lnTo>
                <a:lnTo>
                  <a:pt x="1937420" y="89282"/>
                </a:lnTo>
                <a:lnTo>
                  <a:pt x="1936500" y="91063"/>
                </a:lnTo>
                <a:lnTo>
                  <a:pt x="1935629" y="92899"/>
                </a:lnTo>
                <a:lnTo>
                  <a:pt x="1934808" y="94790"/>
                </a:lnTo>
                <a:lnTo>
                  <a:pt x="1934037" y="96736"/>
                </a:lnTo>
                <a:lnTo>
                  <a:pt x="1933315" y="98737"/>
                </a:lnTo>
                <a:lnTo>
                  <a:pt x="1932644" y="100793"/>
                </a:lnTo>
                <a:lnTo>
                  <a:pt x="1932022" y="102903"/>
                </a:lnTo>
                <a:lnTo>
                  <a:pt x="1931450" y="105069"/>
                </a:lnTo>
                <a:lnTo>
                  <a:pt x="1930927" y="107289"/>
                </a:lnTo>
                <a:lnTo>
                  <a:pt x="1930455" y="109564"/>
                </a:lnTo>
                <a:lnTo>
                  <a:pt x="1930032" y="111894"/>
                </a:lnTo>
                <a:lnTo>
                  <a:pt x="1929659" y="114279"/>
                </a:lnTo>
                <a:lnTo>
                  <a:pt x="1929335" y="116718"/>
                </a:lnTo>
                <a:lnTo>
                  <a:pt x="1929061" y="119213"/>
                </a:lnTo>
                <a:lnTo>
                  <a:pt x="1928838" y="121762"/>
                </a:lnTo>
                <a:lnTo>
                  <a:pt x="1928663" y="124366"/>
                </a:lnTo>
                <a:lnTo>
                  <a:pt x="1928539" y="127025"/>
                </a:lnTo>
                <a:lnTo>
                  <a:pt x="1928464" y="129739"/>
                </a:lnTo>
                <a:lnTo>
                  <a:pt x="1928440" y="132508"/>
                </a:lnTo>
                <a:lnTo>
                  <a:pt x="1928464" y="135336"/>
                </a:lnTo>
                <a:lnTo>
                  <a:pt x="1928539" y="138106"/>
                </a:lnTo>
                <a:lnTo>
                  <a:pt x="1928663" y="140818"/>
                </a:lnTo>
                <a:lnTo>
                  <a:pt x="1928838" y="143472"/>
                </a:lnTo>
                <a:lnTo>
                  <a:pt x="1929061" y="146067"/>
                </a:lnTo>
                <a:lnTo>
                  <a:pt x="1929335" y="148604"/>
                </a:lnTo>
                <a:lnTo>
                  <a:pt x="1929659" y="151083"/>
                </a:lnTo>
                <a:lnTo>
                  <a:pt x="1930032" y="153504"/>
                </a:lnTo>
                <a:lnTo>
                  <a:pt x="1930455" y="155866"/>
                </a:lnTo>
                <a:lnTo>
                  <a:pt x="1930927" y="158170"/>
                </a:lnTo>
                <a:lnTo>
                  <a:pt x="1931450" y="160416"/>
                </a:lnTo>
                <a:lnTo>
                  <a:pt x="1932022" y="162604"/>
                </a:lnTo>
                <a:lnTo>
                  <a:pt x="1932644" y="164733"/>
                </a:lnTo>
                <a:lnTo>
                  <a:pt x="1933315" y="166804"/>
                </a:lnTo>
                <a:lnTo>
                  <a:pt x="1934037" y="168817"/>
                </a:lnTo>
                <a:lnTo>
                  <a:pt x="1934808" y="170772"/>
                </a:lnTo>
                <a:lnTo>
                  <a:pt x="1935629" y="172668"/>
                </a:lnTo>
                <a:lnTo>
                  <a:pt x="1936500" y="174506"/>
                </a:lnTo>
                <a:lnTo>
                  <a:pt x="1937420" y="176286"/>
                </a:lnTo>
                <a:lnTo>
                  <a:pt x="1938390" y="178007"/>
                </a:lnTo>
                <a:lnTo>
                  <a:pt x="1939410" y="179671"/>
                </a:lnTo>
                <a:lnTo>
                  <a:pt x="1940480" y="181276"/>
                </a:lnTo>
                <a:lnTo>
                  <a:pt x="1941599" y="182823"/>
                </a:lnTo>
                <a:lnTo>
                  <a:pt x="1942769" y="184311"/>
                </a:lnTo>
                <a:lnTo>
                  <a:pt x="1943982" y="185740"/>
                </a:lnTo>
                <a:lnTo>
                  <a:pt x="1945234" y="187108"/>
                </a:lnTo>
                <a:lnTo>
                  <a:pt x="1946525" y="188416"/>
                </a:lnTo>
                <a:lnTo>
                  <a:pt x="1947854" y="189662"/>
                </a:lnTo>
                <a:lnTo>
                  <a:pt x="1949223" y="190848"/>
                </a:lnTo>
                <a:lnTo>
                  <a:pt x="1950629" y="191973"/>
                </a:lnTo>
                <a:lnTo>
                  <a:pt x="1952075" y="193037"/>
                </a:lnTo>
                <a:lnTo>
                  <a:pt x="1953559" y="194041"/>
                </a:lnTo>
                <a:lnTo>
                  <a:pt x="1955082" y="194983"/>
                </a:lnTo>
                <a:lnTo>
                  <a:pt x="1956644" y="195865"/>
                </a:lnTo>
                <a:lnTo>
                  <a:pt x="1958244" y="196686"/>
                </a:lnTo>
                <a:lnTo>
                  <a:pt x="1959883" y="197446"/>
                </a:lnTo>
                <a:lnTo>
                  <a:pt x="1961560" y="198145"/>
                </a:lnTo>
                <a:lnTo>
                  <a:pt x="1963277" y="198784"/>
                </a:lnTo>
                <a:lnTo>
                  <a:pt x="1965032" y="199362"/>
                </a:lnTo>
                <a:lnTo>
                  <a:pt x="1966825" y="199878"/>
                </a:lnTo>
                <a:lnTo>
                  <a:pt x="1968658" y="200335"/>
                </a:lnTo>
                <a:lnTo>
                  <a:pt x="1970529" y="200730"/>
                </a:lnTo>
                <a:lnTo>
                  <a:pt x="1972439" y="201064"/>
                </a:lnTo>
                <a:lnTo>
                  <a:pt x="1974387" y="201338"/>
                </a:lnTo>
                <a:lnTo>
                  <a:pt x="1976374" y="201551"/>
                </a:lnTo>
                <a:lnTo>
                  <a:pt x="1978400" y="201703"/>
                </a:lnTo>
                <a:lnTo>
                  <a:pt x="1980464" y="201794"/>
                </a:lnTo>
                <a:lnTo>
                  <a:pt x="1982568" y="201824"/>
                </a:lnTo>
                <a:lnTo>
                  <a:pt x="1984671" y="201793"/>
                </a:lnTo>
                <a:lnTo>
                  <a:pt x="1986736" y="201699"/>
                </a:lnTo>
                <a:lnTo>
                  <a:pt x="1988762" y="201543"/>
                </a:lnTo>
                <a:lnTo>
                  <a:pt x="1990749" y="201324"/>
                </a:lnTo>
                <a:lnTo>
                  <a:pt x="1992698" y="201043"/>
                </a:lnTo>
                <a:lnTo>
                  <a:pt x="1994608" y="200699"/>
                </a:lnTo>
                <a:lnTo>
                  <a:pt x="1996479" y="200293"/>
                </a:lnTo>
                <a:lnTo>
                  <a:pt x="1998312" y="199824"/>
                </a:lnTo>
                <a:lnTo>
                  <a:pt x="2000106" y="199293"/>
                </a:lnTo>
                <a:lnTo>
                  <a:pt x="2001861" y="198699"/>
                </a:lnTo>
                <a:lnTo>
                  <a:pt x="2003577" y="198043"/>
                </a:lnTo>
                <a:lnTo>
                  <a:pt x="2005255" y="197324"/>
                </a:lnTo>
                <a:lnTo>
                  <a:pt x="2006894" y="196542"/>
                </a:lnTo>
                <a:lnTo>
                  <a:pt x="2008495" y="195698"/>
                </a:lnTo>
                <a:lnTo>
                  <a:pt x="2010056" y="194792"/>
                </a:lnTo>
                <a:lnTo>
                  <a:pt x="2011579" y="193823"/>
                </a:lnTo>
                <a:lnTo>
                  <a:pt x="2013064" y="192792"/>
                </a:lnTo>
                <a:lnTo>
                  <a:pt x="2014509" y="191698"/>
                </a:lnTo>
                <a:lnTo>
                  <a:pt x="2015916" y="190541"/>
                </a:lnTo>
                <a:lnTo>
                  <a:pt x="2017284" y="189322"/>
                </a:lnTo>
                <a:lnTo>
                  <a:pt x="2018614" y="188041"/>
                </a:lnTo>
                <a:lnTo>
                  <a:pt x="2019905" y="186697"/>
                </a:lnTo>
                <a:lnTo>
                  <a:pt x="2021157" y="185291"/>
                </a:lnTo>
                <a:lnTo>
                  <a:pt x="2022370" y="183822"/>
                </a:lnTo>
                <a:lnTo>
                  <a:pt x="2023540" y="182295"/>
                </a:lnTo>
                <a:lnTo>
                  <a:pt x="2024659" y="180716"/>
                </a:lnTo>
                <a:lnTo>
                  <a:pt x="2025729" y="179085"/>
                </a:lnTo>
                <a:lnTo>
                  <a:pt x="2026749" y="177402"/>
                </a:lnTo>
                <a:lnTo>
                  <a:pt x="2027719" y="175667"/>
                </a:lnTo>
                <a:lnTo>
                  <a:pt x="2028639" y="173879"/>
                </a:lnTo>
                <a:lnTo>
                  <a:pt x="2029510" y="172039"/>
                </a:lnTo>
                <a:lnTo>
                  <a:pt x="2030331" y="170146"/>
                </a:lnTo>
                <a:lnTo>
                  <a:pt x="2031102" y="168201"/>
                </a:lnTo>
                <a:lnTo>
                  <a:pt x="2031824" y="166204"/>
                </a:lnTo>
                <a:lnTo>
                  <a:pt x="2032495" y="164155"/>
                </a:lnTo>
                <a:lnTo>
                  <a:pt x="2033117" y="162053"/>
                </a:lnTo>
                <a:lnTo>
                  <a:pt x="2033689" y="159899"/>
                </a:lnTo>
                <a:lnTo>
                  <a:pt x="2034212" y="157693"/>
                </a:lnTo>
                <a:lnTo>
                  <a:pt x="2034684" y="155435"/>
                </a:lnTo>
                <a:lnTo>
                  <a:pt x="2035107" y="153124"/>
                </a:lnTo>
                <a:lnTo>
                  <a:pt x="2035480" y="150761"/>
                </a:lnTo>
                <a:lnTo>
                  <a:pt x="2035804" y="148345"/>
                </a:lnTo>
                <a:lnTo>
                  <a:pt x="2036077" y="145877"/>
                </a:lnTo>
                <a:lnTo>
                  <a:pt x="2036301" y="143357"/>
                </a:lnTo>
                <a:lnTo>
                  <a:pt x="2036475" y="140785"/>
                </a:lnTo>
                <a:lnTo>
                  <a:pt x="2036600" y="138161"/>
                </a:lnTo>
                <a:lnTo>
                  <a:pt x="2036675" y="135484"/>
                </a:lnTo>
                <a:lnTo>
                  <a:pt x="2036699" y="132754"/>
                </a:lnTo>
                <a:lnTo>
                  <a:pt x="2036675" y="129906"/>
                </a:lnTo>
                <a:lnTo>
                  <a:pt x="2036600" y="127117"/>
                </a:lnTo>
                <a:lnTo>
                  <a:pt x="2036475" y="124388"/>
                </a:lnTo>
                <a:lnTo>
                  <a:pt x="2036301" y="121718"/>
                </a:lnTo>
                <a:lnTo>
                  <a:pt x="2036077" y="119108"/>
                </a:lnTo>
                <a:lnTo>
                  <a:pt x="2035804" y="116558"/>
                </a:lnTo>
                <a:lnTo>
                  <a:pt x="2035480" y="114067"/>
                </a:lnTo>
                <a:lnTo>
                  <a:pt x="2035107" y="111635"/>
                </a:lnTo>
                <a:lnTo>
                  <a:pt x="2034684" y="109263"/>
                </a:lnTo>
                <a:lnTo>
                  <a:pt x="2034212" y="106951"/>
                </a:lnTo>
                <a:lnTo>
                  <a:pt x="2033689" y="104698"/>
                </a:lnTo>
                <a:lnTo>
                  <a:pt x="2033117" y="102504"/>
                </a:lnTo>
                <a:lnTo>
                  <a:pt x="2032495" y="100370"/>
                </a:lnTo>
                <a:lnTo>
                  <a:pt x="2031824" y="98296"/>
                </a:lnTo>
                <a:lnTo>
                  <a:pt x="2031102" y="96281"/>
                </a:lnTo>
                <a:lnTo>
                  <a:pt x="2030331" y="94326"/>
                </a:lnTo>
                <a:lnTo>
                  <a:pt x="2029510" y="92430"/>
                </a:lnTo>
                <a:lnTo>
                  <a:pt x="2028639" y="90594"/>
                </a:lnTo>
                <a:lnTo>
                  <a:pt x="2027719" y="88818"/>
                </a:lnTo>
                <a:lnTo>
                  <a:pt x="2026749" y="87101"/>
                </a:lnTo>
                <a:lnTo>
                  <a:pt x="2025729" y="85443"/>
                </a:lnTo>
                <a:lnTo>
                  <a:pt x="2024659" y="83845"/>
                </a:lnTo>
                <a:lnTo>
                  <a:pt x="2023540" y="82307"/>
                </a:lnTo>
                <a:lnTo>
                  <a:pt x="2022370" y="80828"/>
                </a:lnTo>
                <a:lnTo>
                  <a:pt x="2021157" y="79409"/>
                </a:lnTo>
                <a:lnTo>
                  <a:pt x="2019905" y="78050"/>
                </a:lnTo>
                <a:lnTo>
                  <a:pt x="2018614" y="76752"/>
                </a:lnTo>
                <a:lnTo>
                  <a:pt x="2017284" y="75514"/>
                </a:lnTo>
                <a:lnTo>
                  <a:pt x="2015916" y="74337"/>
                </a:lnTo>
                <a:lnTo>
                  <a:pt x="2014509" y="73220"/>
                </a:lnTo>
                <a:lnTo>
                  <a:pt x="2013064" y="72163"/>
                </a:lnTo>
                <a:lnTo>
                  <a:pt x="2011579" y="71167"/>
                </a:lnTo>
                <a:lnTo>
                  <a:pt x="2010056" y="70231"/>
                </a:lnTo>
                <a:lnTo>
                  <a:pt x="2008495" y="69355"/>
                </a:lnTo>
                <a:lnTo>
                  <a:pt x="2006894" y="68540"/>
                </a:lnTo>
                <a:lnTo>
                  <a:pt x="2005255" y="67785"/>
                </a:lnTo>
                <a:lnTo>
                  <a:pt x="2003577" y="67091"/>
                </a:lnTo>
                <a:lnTo>
                  <a:pt x="2001861" y="66457"/>
                </a:lnTo>
                <a:lnTo>
                  <a:pt x="2000106" y="65883"/>
                </a:lnTo>
                <a:lnTo>
                  <a:pt x="1998312" y="65370"/>
                </a:lnTo>
                <a:lnTo>
                  <a:pt x="1996479" y="64917"/>
                </a:lnTo>
                <a:lnTo>
                  <a:pt x="1994608" y="64525"/>
                </a:lnTo>
                <a:lnTo>
                  <a:pt x="1992698" y="64193"/>
                </a:lnTo>
                <a:lnTo>
                  <a:pt x="1990749" y="63921"/>
                </a:lnTo>
                <a:lnTo>
                  <a:pt x="1988762" y="63709"/>
                </a:lnTo>
                <a:lnTo>
                  <a:pt x="1986736" y="63559"/>
                </a:lnTo>
                <a:lnTo>
                  <a:pt x="1984671" y="63468"/>
                </a:lnTo>
                <a:lnTo>
                  <a:pt x="1982568" y="63438"/>
                </a:lnTo>
                <a:lnTo>
                  <a:pt x="1980464" y="63469"/>
                </a:lnTo>
                <a:lnTo>
                  <a:pt x="1978400" y="63561"/>
                </a:lnTo>
                <a:lnTo>
                  <a:pt x="1976374" y="63715"/>
                </a:lnTo>
                <a:lnTo>
                  <a:pt x="1974387" y="63931"/>
                </a:lnTo>
                <a:close/>
                <a:moveTo>
                  <a:pt x="1985293" y="91129"/>
                </a:moveTo>
                <a:lnTo>
                  <a:pt x="1985933" y="91274"/>
                </a:lnTo>
                <a:lnTo>
                  <a:pt x="1986556" y="91452"/>
                </a:lnTo>
                <a:lnTo>
                  <a:pt x="1987162" y="91662"/>
                </a:lnTo>
                <a:lnTo>
                  <a:pt x="1987753" y="91904"/>
                </a:lnTo>
                <a:lnTo>
                  <a:pt x="1988326" y="92179"/>
                </a:lnTo>
                <a:lnTo>
                  <a:pt x="1988883" y="92486"/>
                </a:lnTo>
                <a:lnTo>
                  <a:pt x="1989423" y="92826"/>
                </a:lnTo>
                <a:lnTo>
                  <a:pt x="1989947" y="93197"/>
                </a:lnTo>
                <a:lnTo>
                  <a:pt x="1990454" y="93601"/>
                </a:lnTo>
                <a:lnTo>
                  <a:pt x="1990945" y="94038"/>
                </a:lnTo>
                <a:lnTo>
                  <a:pt x="1991419" y="94507"/>
                </a:lnTo>
                <a:lnTo>
                  <a:pt x="1991876" y="95008"/>
                </a:lnTo>
                <a:lnTo>
                  <a:pt x="1992317" y="95541"/>
                </a:lnTo>
                <a:lnTo>
                  <a:pt x="1992741" y="96107"/>
                </a:lnTo>
                <a:lnTo>
                  <a:pt x="1993149" y="96705"/>
                </a:lnTo>
                <a:lnTo>
                  <a:pt x="1993540" y="97335"/>
                </a:lnTo>
                <a:lnTo>
                  <a:pt x="1993914" y="97998"/>
                </a:lnTo>
                <a:lnTo>
                  <a:pt x="1994272" y="98693"/>
                </a:lnTo>
                <a:lnTo>
                  <a:pt x="1994614" y="99420"/>
                </a:lnTo>
                <a:lnTo>
                  <a:pt x="1994938" y="100180"/>
                </a:lnTo>
                <a:lnTo>
                  <a:pt x="1995248" y="100979"/>
                </a:lnTo>
                <a:lnTo>
                  <a:pt x="1995545" y="101828"/>
                </a:lnTo>
                <a:lnTo>
                  <a:pt x="1995828" y="102724"/>
                </a:lnTo>
                <a:lnTo>
                  <a:pt x="1996098" y="103670"/>
                </a:lnTo>
                <a:lnTo>
                  <a:pt x="1996356" y="104663"/>
                </a:lnTo>
                <a:lnTo>
                  <a:pt x="1996599" y="105705"/>
                </a:lnTo>
                <a:lnTo>
                  <a:pt x="1996830" y="106796"/>
                </a:lnTo>
                <a:lnTo>
                  <a:pt x="1997048" y="107935"/>
                </a:lnTo>
                <a:lnTo>
                  <a:pt x="1997252" y="109123"/>
                </a:lnTo>
                <a:lnTo>
                  <a:pt x="1997443" y="110359"/>
                </a:lnTo>
                <a:lnTo>
                  <a:pt x="1997621" y="111643"/>
                </a:lnTo>
                <a:lnTo>
                  <a:pt x="1997786" y="112976"/>
                </a:lnTo>
                <a:lnTo>
                  <a:pt x="1997938" y="114358"/>
                </a:lnTo>
                <a:lnTo>
                  <a:pt x="1998076" y="115788"/>
                </a:lnTo>
                <a:lnTo>
                  <a:pt x="1998201" y="117266"/>
                </a:lnTo>
                <a:lnTo>
                  <a:pt x="1998313" y="118793"/>
                </a:lnTo>
                <a:lnTo>
                  <a:pt x="1998412" y="120369"/>
                </a:lnTo>
                <a:lnTo>
                  <a:pt x="1998498" y="121993"/>
                </a:lnTo>
                <a:lnTo>
                  <a:pt x="1998571" y="123665"/>
                </a:lnTo>
                <a:lnTo>
                  <a:pt x="1998630" y="125386"/>
                </a:lnTo>
                <a:lnTo>
                  <a:pt x="1998676" y="127155"/>
                </a:lnTo>
                <a:lnTo>
                  <a:pt x="1998709" y="128973"/>
                </a:lnTo>
                <a:lnTo>
                  <a:pt x="1998729" y="130840"/>
                </a:lnTo>
                <a:lnTo>
                  <a:pt x="1998735" y="132754"/>
                </a:lnTo>
                <a:lnTo>
                  <a:pt x="1998729" y="134649"/>
                </a:lnTo>
                <a:lnTo>
                  <a:pt x="1998709" y="136497"/>
                </a:lnTo>
                <a:lnTo>
                  <a:pt x="1998676" y="138298"/>
                </a:lnTo>
                <a:lnTo>
                  <a:pt x="1998630" y="140051"/>
                </a:lnTo>
                <a:lnTo>
                  <a:pt x="1998571" y="141757"/>
                </a:lnTo>
                <a:lnTo>
                  <a:pt x="1998498" y="143416"/>
                </a:lnTo>
                <a:lnTo>
                  <a:pt x="1998412" y="145028"/>
                </a:lnTo>
                <a:lnTo>
                  <a:pt x="1998313" y="146593"/>
                </a:lnTo>
                <a:lnTo>
                  <a:pt x="1998201" y="148110"/>
                </a:lnTo>
                <a:lnTo>
                  <a:pt x="1998076" y="149580"/>
                </a:lnTo>
                <a:lnTo>
                  <a:pt x="1997938" y="151003"/>
                </a:lnTo>
                <a:lnTo>
                  <a:pt x="1997786" y="152379"/>
                </a:lnTo>
                <a:lnTo>
                  <a:pt x="1997621" y="153708"/>
                </a:lnTo>
                <a:lnTo>
                  <a:pt x="1997443" y="154989"/>
                </a:lnTo>
                <a:lnTo>
                  <a:pt x="1997252" y="156224"/>
                </a:lnTo>
                <a:lnTo>
                  <a:pt x="1997048" y="157411"/>
                </a:lnTo>
                <a:lnTo>
                  <a:pt x="1996830" y="158551"/>
                </a:lnTo>
                <a:lnTo>
                  <a:pt x="1996599" y="159644"/>
                </a:lnTo>
                <a:lnTo>
                  <a:pt x="1996356" y="160689"/>
                </a:lnTo>
                <a:lnTo>
                  <a:pt x="1996098" y="161688"/>
                </a:lnTo>
                <a:lnTo>
                  <a:pt x="1995828" y="162639"/>
                </a:lnTo>
                <a:lnTo>
                  <a:pt x="1995545" y="163543"/>
                </a:lnTo>
                <a:lnTo>
                  <a:pt x="1995248" y="164400"/>
                </a:lnTo>
                <a:lnTo>
                  <a:pt x="1994938" y="165210"/>
                </a:lnTo>
                <a:lnTo>
                  <a:pt x="1994614" y="165979"/>
                </a:lnTo>
                <a:lnTo>
                  <a:pt x="1994272" y="166716"/>
                </a:lnTo>
                <a:lnTo>
                  <a:pt x="1993914" y="167420"/>
                </a:lnTo>
                <a:lnTo>
                  <a:pt x="1993540" y="168091"/>
                </a:lnTo>
                <a:lnTo>
                  <a:pt x="1993149" y="168729"/>
                </a:lnTo>
                <a:lnTo>
                  <a:pt x="1992741" y="169335"/>
                </a:lnTo>
                <a:lnTo>
                  <a:pt x="1992317" y="169908"/>
                </a:lnTo>
                <a:lnTo>
                  <a:pt x="1991876" y="170448"/>
                </a:lnTo>
                <a:lnTo>
                  <a:pt x="1991419" y="170956"/>
                </a:lnTo>
                <a:lnTo>
                  <a:pt x="1990945" y="171430"/>
                </a:lnTo>
                <a:lnTo>
                  <a:pt x="1990454" y="171872"/>
                </a:lnTo>
                <a:lnTo>
                  <a:pt x="1989947" y="172282"/>
                </a:lnTo>
                <a:lnTo>
                  <a:pt x="1989423" y="172658"/>
                </a:lnTo>
                <a:lnTo>
                  <a:pt x="1988883" y="173002"/>
                </a:lnTo>
                <a:lnTo>
                  <a:pt x="1988326" y="173313"/>
                </a:lnTo>
                <a:lnTo>
                  <a:pt x="1987753" y="173591"/>
                </a:lnTo>
                <a:lnTo>
                  <a:pt x="1987162" y="173837"/>
                </a:lnTo>
                <a:lnTo>
                  <a:pt x="1986556" y="174050"/>
                </a:lnTo>
                <a:lnTo>
                  <a:pt x="1985933" y="174230"/>
                </a:lnTo>
                <a:lnTo>
                  <a:pt x="1985293" y="174377"/>
                </a:lnTo>
                <a:lnTo>
                  <a:pt x="1984636" y="174492"/>
                </a:lnTo>
                <a:lnTo>
                  <a:pt x="1983963" y="174573"/>
                </a:lnTo>
                <a:lnTo>
                  <a:pt x="1983274" y="174622"/>
                </a:lnTo>
                <a:lnTo>
                  <a:pt x="1982568" y="174639"/>
                </a:lnTo>
                <a:lnTo>
                  <a:pt x="1981862" y="174623"/>
                </a:lnTo>
                <a:lnTo>
                  <a:pt x="1981172" y="174574"/>
                </a:lnTo>
                <a:lnTo>
                  <a:pt x="1980500" y="174493"/>
                </a:lnTo>
                <a:lnTo>
                  <a:pt x="1979844" y="174380"/>
                </a:lnTo>
                <a:lnTo>
                  <a:pt x="1979204" y="174235"/>
                </a:lnTo>
                <a:lnTo>
                  <a:pt x="1978581" y="174057"/>
                </a:lnTo>
                <a:lnTo>
                  <a:pt x="1977975" y="173847"/>
                </a:lnTo>
                <a:lnTo>
                  <a:pt x="1977385" y="173605"/>
                </a:lnTo>
                <a:lnTo>
                  <a:pt x="1976811" y="173330"/>
                </a:lnTo>
                <a:lnTo>
                  <a:pt x="1976255" y="173023"/>
                </a:lnTo>
                <a:lnTo>
                  <a:pt x="1975715" y="172684"/>
                </a:lnTo>
                <a:lnTo>
                  <a:pt x="1975191" y="172312"/>
                </a:lnTo>
                <a:lnTo>
                  <a:pt x="1974684" y="171908"/>
                </a:lnTo>
                <a:lnTo>
                  <a:pt x="1974194" y="171472"/>
                </a:lnTo>
                <a:lnTo>
                  <a:pt x="1973720" y="171004"/>
                </a:lnTo>
                <a:lnTo>
                  <a:pt x="1973262" y="170503"/>
                </a:lnTo>
                <a:lnTo>
                  <a:pt x="1972822" y="169970"/>
                </a:lnTo>
                <a:lnTo>
                  <a:pt x="1972398" y="169404"/>
                </a:lnTo>
                <a:lnTo>
                  <a:pt x="1971990" y="168806"/>
                </a:lnTo>
                <a:lnTo>
                  <a:pt x="1971599" y="168176"/>
                </a:lnTo>
                <a:lnTo>
                  <a:pt x="1971225" y="167514"/>
                </a:lnTo>
                <a:lnTo>
                  <a:pt x="1970867" y="166819"/>
                </a:lnTo>
                <a:lnTo>
                  <a:pt x="1970525" y="166092"/>
                </a:lnTo>
                <a:lnTo>
                  <a:pt x="1970201" y="165333"/>
                </a:lnTo>
                <a:lnTo>
                  <a:pt x="1969891" y="164532"/>
                </a:lnTo>
                <a:lnTo>
                  <a:pt x="1969594" y="163683"/>
                </a:lnTo>
                <a:lnTo>
                  <a:pt x="1969311" y="162783"/>
                </a:lnTo>
                <a:lnTo>
                  <a:pt x="1969040" y="161835"/>
                </a:lnTo>
                <a:lnTo>
                  <a:pt x="1968783" y="160837"/>
                </a:lnTo>
                <a:lnTo>
                  <a:pt x="1968539" y="159790"/>
                </a:lnTo>
                <a:lnTo>
                  <a:pt x="1968309" y="158694"/>
                </a:lnTo>
                <a:lnTo>
                  <a:pt x="1968091" y="157548"/>
                </a:lnTo>
                <a:lnTo>
                  <a:pt x="1967887" y="156353"/>
                </a:lnTo>
                <a:lnTo>
                  <a:pt x="1967696" y="155108"/>
                </a:lnTo>
                <a:lnTo>
                  <a:pt x="1967518" y="153815"/>
                </a:lnTo>
                <a:lnTo>
                  <a:pt x="1967353" y="152472"/>
                </a:lnTo>
                <a:lnTo>
                  <a:pt x="1967201" y="151079"/>
                </a:lnTo>
                <a:lnTo>
                  <a:pt x="1967063" y="149638"/>
                </a:lnTo>
                <a:lnTo>
                  <a:pt x="1966938" y="148147"/>
                </a:lnTo>
                <a:lnTo>
                  <a:pt x="1966825" y="146606"/>
                </a:lnTo>
                <a:lnTo>
                  <a:pt x="1966727" y="145017"/>
                </a:lnTo>
                <a:lnTo>
                  <a:pt x="1966641" y="143378"/>
                </a:lnTo>
                <a:lnTo>
                  <a:pt x="1966568" y="141689"/>
                </a:lnTo>
                <a:lnTo>
                  <a:pt x="1966509" y="139952"/>
                </a:lnTo>
                <a:lnTo>
                  <a:pt x="1966463" y="138165"/>
                </a:lnTo>
                <a:lnTo>
                  <a:pt x="1966430" y="136328"/>
                </a:lnTo>
                <a:lnTo>
                  <a:pt x="1966410" y="134443"/>
                </a:lnTo>
                <a:lnTo>
                  <a:pt x="1966404" y="132508"/>
                </a:lnTo>
                <a:lnTo>
                  <a:pt x="1966410" y="130633"/>
                </a:lnTo>
                <a:lnTo>
                  <a:pt x="1966430" y="128805"/>
                </a:lnTo>
                <a:lnTo>
                  <a:pt x="1966463" y="127022"/>
                </a:lnTo>
                <a:lnTo>
                  <a:pt x="1966509" y="125287"/>
                </a:lnTo>
                <a:lnTo>
                  <a:pt x="1966568" y="123597"/>
                </a:lnTo>
                <a:lnTo>
                  <a:pt x="1966641" y="121954"/>
                </a:lnTo>
                <a:lnTo>
                  <a:pt x="1966727" y="120357"/>
                </a:lnTo>
                <a:lnTo>
                  <a:pt x="1966825" y="118807"/>
                </a:lnTo>
                <a:lnTo>
                  <a:pt x="1966938" y="117303"/>
                </a:lnTo>
                <a:lnTo>
                  <a:pt x="1967063" y="115845"/>
                </a:lnTo>
                <a:lnTo>
                  <a:pt x="1967201" y="114434"/>
                </a:lnTo>
                <a:lnTo>
                  <a:pt x="1967353" y="113069"/>
                </a:lnTo>
                <a:lnTo>
                  <a:pt x="1967518" y="111750"/>
                </a:lnTo>
                <a:lnTo>
                  <a:pt x="1967696" y="110478"/>
                </a:lnTo>
                <a:lnTo>
                  <a:pt x="1967887" y="109252"/>
                </a:lnTo>
                <a:lnTo>
                  <a:pt x="1968091" y="108072"/>
                </a:lnTo>
                <a:lnTo>
                  <a:pt x="1968309" y="106939"/>
                </a:lnTo>
                <a:lnTo>
                  <a:pt x="1968539" y="105852"/>
                </a:lnTo>
                <a:lnTo>
                  <a:pt x="1968783" y="104811"/>
                </a:lnTo>
                <a:lnTo>
                  <a:pt x="1969040" y="103817"/>
                </a:lnTo>
                <a:lnTo>
                  <a:pt x="1969311" y="102869"/>
                </a:lnTo>
                <a:lnTo>
                  <a:pt x="1969594" y="101967"/>
                </a:lnTo>
                <a:lnTo>
                  <a:pt x="1969891" y="101112"/>
                </a:lnTo>
                <a:lnTo>
                  <a:pt x="1970201" y="100303"/>
                </a:lnTo>
                <a:lnTo>
                  <a:pt x="1970525" y="99533"/>
                </a:lnTo>
                <a:lnTo>
                  <a:pt x="1970867" y="98796"/>
                </a:lnTo>
                <a:lnTo>
                  <a:pt x="1971225" y="98092"/>
                </a:lnTo>
                <a:lnTo>
                  <a:pt x="1971599" y="97421"/>
                </a:lnTo>
                <a:lnTo>
                  <a:pt x="1971990" y="96782"/>
                </a:lnTo>
                <a:lnTo>
                  <a:pt x="1972398" y="96176"/>
                </a:lnTo>
                <a:lnTo>
                  <a:pt x="1972822" y="95603"/>
                </a:lnTo>
                <a:lnTo>
                  <a:pt x="1973262" y="95062"/>
                </a:lnTo>
                <a:lnTo>
                  <a:pt x="1973720" y="94555"/>
                </a:lnTo>
                <a:lnTo>
                  <a:pt x="1974194" y="94080"/>
                </a:lnTo>
                <a:lnTo>
                  <a:pt x="1974684" y="93638"/>
                </a:lnTo>
                <a:lnTo>
                  <a:pt x="1975191" y="93228"/>
                </a:lnTo>
                <a:lnTo>
                  <a:pt x="1975715" y="92852"/>
                </a:lnTo>
                <a:lnTo>
                  <a:pt x="1976255" y="92508"/>
                </a:lnTo>
                <a:lnTo>
                  <a:pt x="1976811" y="92196"/>
                </a:lnTo>
                <a:lnTo>
                  <a:pt x="1977385" y="91918"/>
                </a:lnTo>
                <a:lnTo>
                  <a:pt x="1977975" y="91672"/>
                </a:lnTo>
                <a:lnTo>
                  <a:pt x="1978581" y="91459"/>
                </a:lnTo>
                <a:lnTo>
                  <a:pt x="1979204" y="91279"/>
                </a:lnTo>
                <a:lnTo>
                  <a:pt x="1979844" y="91132"/>
                </a:lnTo>
                <a:lnTo>
                  <a:pt x="1980500" y="91017"/>
                </a:lnTo>
                <a:lnTo>
                  <a:pt x="1981172" y="90935"/>
                </a:lnTo>
                <a:lnTo>
                  <a:pt x="1981862" y="90886"/>
                </a:lnTo>
                <a:lnTo>
                  <a:pt x="1982568" y="90870"/>
                </a:lnTo>
                <a:lnTo>
                  <a:pt x="1983274" y="90886"/>
                </a:lnTo>
                <a:lnTo>
                  <a:pt x="1983963" y="90935"/>
                </a:lnTo>
                <a:lnTo>
                  <a:pt x="1984636" y="91015"/>
                </a:lnTo>
                <a:lnTo>
                  <a:pt x="1985293" y="91129"/>
                </a:lnTo>
                <a:close/>
                <a:moveTo>
                  <a:pt x="2085992" y="63927"/>
                </a:moveTo>
                <a:lnTo>
                  <a:pt x="2084390" y="64142"/>
                </a:lnTo>
                <a:lnTo>
                  <a:pt x="2082818" y="64396"/>
                </a:lnTo>
                <a:lnTo>
                  <a:pt x="2081278" y="64690"/>
                </a:lnTo>
                <a:lnTo>
                  <a:pt x="2079770" y="65022"/>
                </a:lnTo>
                <a:lnTo>
                  <a:pt x="2078293" y="65394"/>
                </a:lnTo>
                <a:lnTo>
                  <a:pt x="2076848" y="65805"/>
                </a:lnTo>
                <a:lnTo>
                  <a:pt x="2075434" y="66255"/>
                </a:lnTo>
                <a:lnTo>
                  <a:pt x="2074051" y="66744"/>
                </a:lnTo>
                <a:lnTo>
                  <a:pt x="2072700" y="67272"/>
                </a:lnTo>
                <a:lnTo>
                  <a:pt x="2071381" y="67839"/>
                </a:lnTo>
                <a:lnTo>
                  <a:pt x="2070092" y="68446"/>
                </a:lnTo>
                <a:lnTo>
                  <a:pt x="2068836" y="69091"/>
                </a:lnTo>
                <a:lnTo>
                  <a:pt x="2067611" y="69776"/>
                </a:lnTo>
                <a:lnTo>
                  <a:pt x="2066417" y="70500"/>
                </a:lnTo>
                <a:lnTo>
                  <a:pt x="2065255" y="71263"/>
                </a:lnTo>
                <a:lnTo>
                  <a:pt x="2064124" y="72065"/>
                </a:lnTo>
                <a:lnTo>
                  <a:pt x="2063025" y="72906"/>
                </a:lnTo>
                <a:lnTo>
                  <a:pt x="2061957" y="73786"/>
                </a:lnTo>
                <a:lnTo>
                  <a:pt x="2060921" y="74706"/>
                </a:lnTo>
                <a:lnTo>
                  <a:pt x="2059922" y="75656"/>
                </a:lnTo>
                <a:lnTo>
                  <a:pt x="2058965" y="76628"/>
                </a:lnTo>
                <a:lnTo>
                  <a:pt x="2058051" y="77622"/>
                </a:lnTo>
                <a:lnTo>
                  <a:pt x="2057180" y="78639"/>
                </a:lnTo>
                <a:lnTo>
                  <a:pt x="2056351" y="79677"/>
                </a:lnTo>
                <a:lnTo>
                  <a:pt x="2055564" y="80738"/>
                </a:lnTo>
                <a:lnTo>
                  <a:pt x="2054820" y="81820"/>
                </a:lnTo>
                <a:lnTo>
                  <a:pt x="2054119" y="82925"/>
                </a:lnTo>
                <a:lnTo>
                  <a:pt x="2053460" y="84052"/>
                </a:lnTo>
                <a:lnTo>
                  <a:pt x="2052843" y="85201"/>
                </a:lnTo>
                <a:lnTo>
                  <a:pt x="2052269" y="86372"/>
                </a:lnTo>
                <a:lnTo>
                  <a:pt x="2051738" y="87565"/>
                </a:lnTo>
                <a:lnTo>
                  <a:pt x="2051249" y="88780"/>
                </a:lnTo>
                <a:lnTo>
                  <a:pt x="2050803" y="90018"/>
                </a:lnTo>
                <a:lnTo>
                  <a:pt x="2050399" y="91277"/>
                </a:lnTo>
                <a:lnTo>
                  <a:pt x="2050037" y="92559"/>
                </a:lnTo>
                <a:lnTo>
                  <a:pt x="2049719" y="93862"/>
                </a:lnTo>
                <a:lnTo>
                  <a:pt x="2049442" y="95188"/>
                </a:lnTo>
                <a:lnTo>
                  <a:pt x="2049208" y="96536"/>
                </a:lnTo>
                <a:lnTo>
                  <a:pt x="2049017" y="97906"/>
                </a:lnTo>
                <a:lnTo>
                  <a:pt x="2048868" y="99298"/>
                </a:lnTo>
                <a:lnTo>
                  <a:pt x="2048762" y="100712"/>
                </a:lnTo>
                <a:lnTo>
                  <a:pt x="2048698" y="102148"/>
                </a:lnTo>
                <a:lnTo>
                  <a:pt x="2048677" y="103607"/>
                </a:lnTo>
                <a:lnTo>
                  <a:pt x="2048690" y="104762"/>
                </a:lnTo>
                <a:lnTo>
                  <a:pt x="2048728" y="105899"/>
                </a:lnTo>
                <a:lnTo>
                  <a:pt x="2048792" y="107019"/>
                </a:lnTo>
                <a:lnTo>
                  <a:pt x="2048881" y="108122"/>
                </a:lnTo>
                <a:lnTo>
                  <a:pt x="2048996" y="109207"/>
                </a:lnTo>
                <a:lnTo>
                  <a:pt x="2049136" y="110274"/>
                </a:lnTo>
                <a:lnTo>
                  <a:pt x="2049302" y="111324"/>
                </a:lnTo>
                <a:lnTo>
                  <a:pt x="2049493" y="112357"/>
                </a:lnTo>
                <a:lnTo>
                  <a:pt x="2049710" y="113372"/>
                </a:lnTo>
                <a:lnTo>
                  <a:pt x="2049953" y="114370"/>
                </a:lnTo>
                <a:lnTo>
                  <a:pt x="2050221" y="115351"/>
                </a:lnTo>
                <a:lnTo>
                  <a:pt x="2050514" y="116314"/>
                </a:lnTo>
                <a:lnTo>
                  <a:pt x="2050833" y="117259"/>
                </a:lnTo>
                <a:lnTo>
                  <a:pt x="2051177" y="118187"/>
                </a:lnTo>
                <a:lnTo>
                  <a:pt x="2051547" y="119098"/>
                </a:lnTo>
                <a:lnTo>
                  <a:pt x="2051943" y="119991"/>
                </a:lnTo>
                <a:lnTo>
                  <a:pt x="2052364" y="120867"/>
                </a:lnTo>
                <a:lnTo>
                  <a:pt x="2052810" y="121725"/>
                </a:lnTo>
                <a:lnTo>
                  <a:pt x="2053282" y="122566"/>
                </a:lnTo>
                <a:lnTo>
                  <a:pt x="2053780" y="123390"/>
                </a:lnTo>
                <a:lnTo>
                  <a:pt x="2054303" y="124196"/>
                </a:lnTo>
                <a:lnTo>
                  <a:pt x="2054851" y="124984"/>
                </a:lnTo>
                <a:lnTo>
                  <a:pt x="2055425" y="125756"/>
                </a:lnTo>
                <a:lnTo>
                  <a:pt x="2056025" y="126509"/>
                </a:lnTo>
                <a:lnTo>
                  <a:pt x="2056653" y="127251"/>
                </a:lnTo>
                <a:lnTo>
                  <a:pt x="2057314" y="127985"/>
                </a:lnTo>
                <a:lnTo>
                  <a:pt x="2058007" y="128712"/>
                </a:lnTo>
                <a:lnTo>
                  <a:pt x="2058732" y="129431"/>
                </a:lnTo>
                <a:lnTo>
                  <a:pt x="2059490" y="130144"/>
                </a:lnTo>
                <a:lnTo>
                  <a:pt x="2060280" y="130849"/>
                </a:lnTo>
                <a:lnTo>
                  <a:pt x="2061102" y="131547"/>
                </a:lnTo>
                <a:lnTo>
                  <a:pt x="2061957" y="132238"/>
                </a:lnTo>
                <a:lnTo>
                  <a:pt x="2062844" y="132921"/>
                </a:lnTo>
                <a:lnTo>
                  <a:pt x="2063763" y="133598"/>
                </a:lnTo>
                <a:lnTo>
                  <a:pt x="2064715" y="134267"/>
                </a:lnTo>
                <a:lnTo>
                  <a:pt x="2065699" y="134929"/>
                </a:lnTo>
                <a:lnTo>
                  <a:pt x="2066715" y="135583"/>
                </a:lnTo>
                <a:lnTo>
                  <a:pt x="2067764" y="136231"/>
                </a:lnTo>
                <a:lnTo>
                  <a:pt x="2068844" y="136871"/>
                </a:lnTo>
                <a:lnTo>
                  <a:pt x="2069958" y="137504"/>
                </a:lnTo>
                <a:lnTo>
                  <a:pt x="2071103" y="138129"/>
                </a:lnTo>
                <a:lnTo>
                  <a:pt x="2072281" y="138748"/>
                </a:lnTo>
                <a:lnTo>
                  <a:pt x="2073491" y="139359"/>
                </a:lnTo>
                <a:lnTo>
                  <a:pt x="2074733" y="139963"/>
                </a:lnTo>
                <a:lnTo>
                  <a:pt x="2076008" y="140560"/>
                </a:lnTo>
                <a:lnTo>
                  <a:pt x="2077315" y="141150"/>
                </a:lnTo>
                <a:lnTo>
                  <a:pt x="2078654" y="141732"/>
                </a:lnTo>
                <a:lnTo>
                  <a:pt x="2080026" y="142307"/>
                </a:lnTo>
                <a:lnTo>
                  <a:pt x="2081113" y="142754"/>
                </a:lnTo>
                <a:lnTo>
                  <a:pt x="2082168" y="143196"/>
                </a:lnTo>
                <a:lnTo>
                  <a:pt x="2083193" y="143633"/>
                </a:lnTo>
                <a:lnTo>
                  <a:pt x="2084186" y="144066"/>
                </a:lnTo>
                <a:lnTo>
                  <a:pt x="2085149" y="144494"/>
                </a:lnTo>
                <a:lnTo>
                  <a:pt x="2086080" y="144917"/>
                </a:lnTo>
                <a:lnTo>
                  <a:pt x="2086981" y="145336"/>
                </a:lnTo>
                <a:lnTo>
                  <a:pt x="2087850" y="145750"/>
                </a:lnTo>
                <a:lnTo>
                  <a:pt x="2088689" y="146159"/>
                </a:lnTo>
                <a:lnTo>
                  <a:pt x="2089496" y="146564"/>
                </a:lnTo>
                <a:lnTo>
                  <a:pt x="2090272" y="146964"/>
                </a:lnTo>
                <a:lnTo>
                  <a:pt x="2091017" y="147359"/>
                </a:lnTo>
                <a:lnTo>
                  <a:pt x="2091732" y="147750"/>
                </a:lnTo>
                <a:lnTo>
                  <a:pt x="2092415" y="148135"/>
                </a:lnTo>
                <a:lnTo>
                  <a:pt x="2093067" y="148517"/>
                </a:lnTo>
                <a:lnTo>
                  <a:pt x="2093688" y="148893"/>
                </a:lnTo>
                <a:lnTo>
                  <a:pt x="2094278" y="149265"/>
                </a:lnTo>
                <a:lnTo>
                  <a:pt x="2094837" y="149632"/>
                </a:lnTo>
                <a:lnTo>
                  <a:pt x="2095365" y="149994"/>
                </a:lnTo>
                <a:lnTo>
                  <a:pt x="2095862" y="150352"/>
                </a:lnTo>
                <a:lnTo>
                  <a:pt x="2096328" y="150705"/>
                </a:lnTo>
                <a:lnTo>
                  <a:pt x="2096763" y="151054"/>
                </a:lnTo>
                <a:lnTo>
                  <a:pt x="2097166" y="151397"/>
                </a:lnTo>
                <a:lnTo>
                  <a:pt x="2097539" y="151736"/>
                </a:lnTo>
                <a:lnTo>
                  <a:pt x="2097889" y="152078"/>
                </a:lnTo>
                <a:lnTo>
                  <a:pt x="2098224" y="152429"/>
                </a:lnTo>
                <a:lnTo>
                  <a:pt x="2098544" y="152790"/>
                </a:lnTo>
                <a:lnTo>
                  <a:pt x="2098849" y="153161"/>
                </a:lnTo>
                <a:lnTo>
                  <a:pt x="2099139" y="153542"/>
                </a:lnTo>
                <a:lnTo>
                  <a:pt x="2099415" y="153933"/>
                </a:lnTo>
                <a:lnTo>
                  <a:pt x="2099675" y="154333"/>
                </a:lnTo>
                <a:lnTo>
                  <a:pt x="2099921" y="154743"/>
                </a:lnTo>
                <a:lnTo>
                  <a:pt x="2100151" y="155163"/>
                </a:lnTo>
                <a:lnTo>
                  <a:pt x="2100367" y="155592"/>
                </a:lnTo>
                <a:lnTo>
                  <a:pt x="2100568" y="156032"/>
                </a:lnTo>
                <a:lnTo>
                  <a:pt x="2100754" y="156481"/>
                </a:lnTo>
                <a:lnTo>
                  <a:pt x="2100925" y="156940"/>
                </a:lnTo>
                <a:lnTo>
                  <a:pt x="2101082" y="157409"/>
                </a:lnTo>
                <a:lnTo>
                  <a:pt x="2101223" y="157887"/>
                </a:lnTo>
                <a:lnTo>
                  <a:pt x="2101350" y="158376"/>
                </a:lnTo>
                <a:lnTo>
                  <a:pt x="2101461" y="158874"/>
                </a:lnTo>
                <a:lnTo>
                  <a:pt x="2101558" y="159382"/>
                </a:lnTo>
                <a:lnTo>
                  <a:pt x="2101640" y="159899"/>
                </a:lnTo>
                <a:lnTo>
                  <a:pt x="2101707" y="160427"/>
                </a:lnTo>
                <a:lnTo>
                  <a:pt x="2101759" y="160964"/>
                </a:lnTo>
                <a:lnTo>
                  <a:pt x="2101796" y="161511"/>
                </a:lnTo>
                <a:lnTo>
                  <a:pt x="2101818" y="162068"/>
                </a:lnTo>
                <a:lnTo>
                  <a:pt x="2101826" y="162635"/>
                </a:lnTo>
                <a:lnTo>
                  <a:pt x="2101819" y="163140"/>
                </a:lnTo>
                <a:lnTo>
                  <a:pt x="2101800" y="163637"/>
                </a:lnTo>
                <a:lnTo>
                  <a:pt x="2101767" y="164124"/>
                </a:lnTo>
                <a:lnTo>
                  <a:pt x="2101720" y="164601"/>
                </a:lnTo>
                <a:lnTo>
                  <a:pt x="2101661" y="165070"/>
                </a:lnTo>
                <a:lnTo>
                  <a:pt x="2101589" y="165529"/>
                </a:lnTo>
                <a:lnTo>
                  <a:pt x="2101503" y="165978"/>
                </a:lnTo>
                <a:lnTo>
                  <a:pt x="2101404" y="166419"/>
                </a:lnTo>
                <a:lnTo>
                  <a:pt x="2101292" y="166850"/>
                </a:lnTo>
                <a:lnTo>
                  <a:pt x="2101167" y="167271"/>
                </a:lnTo>
                <a:lnTo>
                  <a:pt x="2101028" y="167683"/>
                </a:lnTo>
                <a:lnTo>
                  <a:pt x="2100877" y="168086"/>
                </a:lnTo>
                <a:lnTo>
                  <a:pt x="2100712" y="168480"/>
                </a:lnTo>
                <a:lnTo>
                  <a:pt x="2100534" y="168864"/>
                </a:lnTo>
                <a:lnTo>
                  <a:pt x="2100343" y="169239"/>
                </a:lnTo>
                <a:lnTo>
                  <a:pt x="2100138" y="169604"/>
                </a:lnTo>
                <a:lnTo>
                  <a:pt x="2099921" y="169960"/>
                </a:lnTo>
                <a:lnTo>
                  <a:pt x="2099690" y="170307"/>
                </a:lnTo>
                <a:lnTo>
                  <a:pt x="2099446" y="170644"/>
                </a:lnTo>
                <a:lnTo>
                  <a:pt x="2099189" y="170972"/>
                </a:lnTo>
                <a:lnTo>
                  <a:pt x="2098919" y="171291"/>
                </a:lnTo>
                <a:lnTo>
                  <a:pt x="2098635" y="171600"/>
                </a:lnTo>
                <a:lnTo>
                  <a:pt x="2098339" y="171900"/>
                </a:lnTo>
                <a:lnTo>
                  <a:pt x="2098029" y="172191"/>
                </a:lnTo>
                <a:lnTo>
                  <a:pt x="2097707" y="172471"/>
                </a:lnTo>
                <a:lnTo>
                  <a:pt x="2097376" y="172738"/>
                </a:lnTo>
                <a:lnTo>
                  <a:pt x="2097036" y="172994"/>
                </a:lnTo>
                <a:lnTo>
                  <a:pt x="2096685" y="173238"/>
                </a:lnTo>
                <a:lnTo>
                  <a:pt x="2096324" y="173470"/>
                </a:lnTo>
                <a:lnTo>
                  <a:pt x="2095954" y="173690"/>
                </a:lnTo>
                <a:lnTo>
                  <a:pt x="2095574" y="173899"/>
                </a:lnTo>
                <a:lnTo>
                  <a:pt x="2095185" y="174095"/>
                </a:lnTo>
                <a:lnTo>
                  <a:pt x="2094785" y="174279"/>
                </a:lnTo>
                <a:lnTo>
                  <a:pt x="2094376" y="174452"/>
                </a:lnTo>
                <a:lnTo>
                  <a:pt x="2093957" y="174613"/>
                </a:lnTo>
                <a:lnTo>
                  <a:pt x="2093528" y="174761"/>
                </a:lnTo>
                <a:lnTo>
                  <a:pt x="2093089" y="174898"/>
                </a:lnTo>
                <a:lnTo>
                  <a:pt x="2092641" y="175023"/>
                </a:lnTo>
                <a:lnTo>
                  <a:pt x="2092183" y="175136"/>
                </a:lnTo>
                <a:lnTo>
                  <a:pt x="2091715" y="175237"/>
                </a:lnTo>
                <a:lnTo>
                  <a:pt x="2091237" y="175327"/>
                </a:lnTo>
                <a:lnTo>
                  <a:pt x="2090750" y="175404"/>
                </a:lnTo>
                <a:lnTo>
                  <a:pt x="2090253" y="175469"/>
                </a:lnTo>
                <a:lnTo>
                  <a:pt x="2089746" y="175523"/>
                </a:lnTo>
                <a:lnTo>
                  <a:pt x="2089229" y="175565"/>
                </a:lnTo>
                <a:lnTo>
                  <a:pt x="2088703" y="175594"/>
                </a:lnTo>
                <a:lnTo>
                  <a:pt x="2088166" y="175612"/>
                </a:lnTo>
                <a:lnTo>
                  <a:pt x="2087620" y="175618"/>
                </a:lnTo>
                <a:lnTo>
                  <a:pt x="2086595" y="175597"/>
                </a:lnTo>
                <a:lnTo>
                  <a:pt x="2085562" y="175535"/>
                </a:lnTo>
                <a:lnTo>
                  <a:pt x="2084520" y="175430"/>
                </a:lnTo>
                <a:lnTo>
                  <a:pt x="2083470" y="175285"/>
                </a:lnTo>
                <a:lnTo>
                  <a:pt x="2082411" y="175097"/>
                </a:lnTo>
                <a:lnTo>
                  <a:pt x="2081344" y="174868"/>
                </a:lnTo>
                <a:lnTo>
                  <a:pt x="2080268" y="174597"/>
                </a:lnTo>
                <a:lnTo>
                  <a:pt x="2079183" y="174284"/>
                </a:lnTo>
                <a:lnTo>
                  <a:pt x="2078091" y="173930"/>
                </a:lnTo>
                <a:lnTo>
                  <a:pt x="2076989" y="173534"/>
                </a:lnTo>
                <a:lnTo>
                  <a:pt x="2075879" y="173096"/>
                </a:lnTo>
                <a:lnTo>
                  <a:pt x="2074761" y="172617"/>
                </a:lnTo>
                <a:lnTo>
                  <a:pt x="2073634" y="172096"/>
                </a:lnTo>
                <a:lnTo>
                  <a:pt x="2072499" y="171533"/>
                </a:lnTo>
                <a:lnTo>
                  <a:pt x="2071355" y="170929"/>
                </a:lnTo>
                <a:lnTo>
                  <a:pt x="2070203" y="170283"/>
                </a:lnTo>
                <a:lnTo>
                  <a:pt x="2069042" y="169595"/>
                </a:lnTo>
                <a:lnTo>
                  <a:pt x="2067872" y="168866"/>
                </a:lnTo>
                <a:lnTo>
                  <a:pt x="2066694" y="168094"/>
                </a:lnTo>
                <a:lnTo>
                  <a:pt x="2065508" y="167282"/>
                </a:lnTo>
                <a:lnTo>
                  <a:pt x="2064313" y="166427"/>
                </a:lnTo>
                <a:lnTo>
                  <a:pt x="2063110" y="165531"/>
                </a:lnTo>
                <a:lnTo>
                  <a:pt x="2061898" y="164593"/>
                </a:lnTo>
                <a:lnTo>
                  <a:pt x="2060678" y="163614"/>
                </a:lnTo>
                <a:lnTo>
                  <a:pt x="2043288" y="182719"/>
                </a:lnTo>
                <a:lnTo>
                  <a:pt x="2044008" y="183467"/>
                </a:lnTo>
                <a:lnTo>
                  <a:pt x="2044741" y="184201"/>
                </a:lnTo>
                <a:lnTo>
                  <a:pt x="2045485" y="184922"/>
                </a:lnTo>
                <a:lnTo>
                  <a:pt x="2046241" y="185628"/>
                </a:lnTo>
                <a:lnTo>
                  <a:pt x="2047009" y="186320"/>
                </a:lnTo>
                <a:lnTo>
                  <a:pt x="2047789" y="186998"/>
                </a:lnTo>
                <a:lnTo>
                  <a:pt x="2048581" y="187662"/>
                </a:lnTo>
                <a:lnTo>
                  <a:pt x="2049384" y="188312"/>
                </a:lnTo>
                <a:lnTo>
                  <a:pt x="2050200" y="188948"/>
                </a:lnTo>
                <a:lnTo>
                  <a:pt x="2051027" y="189570"/>
                </a:lnTo>
                <a:lnTo>
                  <a:pt x="2051867" y="190178"/>
                </a:lnTo>
                <a:lnTo>
                  <a:pt x="2052718" y="190772"/>
                </a:lnTo>
                <a:lnTo>
                  <a:pt x="2053581" y="191352"/>
                </a:lnTo>
                <a:lnTo>
                  <a:pt x="2054456" y="191918"/>
                </a:lnTo>
                <a:lnTo>
                  <a:pt x="2055343" y="192470"/>
                </a:lnTo>
                <a:lnTo>
                  <a:pt x="2056242" y="193008"/>
                </a:lnTo>
                <a:lnTo>
                  <a:pt x="2057153" y="193531"/>
                </a:lnTo>
                <a:lnTo>
                  <a:pt x="2058076" y="194041"/>
                </a:lnTo>
                <a:lnTo>
                  <a:pt x="2059010" y="194537"/>
                </a:lnTo>
                <a:lnTo>
                  <a:pt x="2059957" y="195019"/>
                </a:lnTo>
                <a:lnTo>
                  <a:pt x="2060915" y="195486"/>
                </a:lnTo>
                <a:lnTo>
                  <a:pt x="2061886" y="195940"/>
                </a:lnTo>
                <a:lnTo>
                  <a:pt x="2062868" y="196379"/>
                </a:lnTo>
                <a:lnTo>
                  <a:pt x="2063862" y="196805"/>
                </a:lnTo>
                <a:lnTo>
                  <a:pt x="2064865" y="197215"/>
                </a:lnTo>
                <a:lnTo>
                  <a:pt x="2065874" y="197607"/>
                </a:lnTo>
                <a:lnTo>
                  <a:pt x="2066889" y="197981"/>
                </a:lnTo>
                <a:lnTo>
                  <a:pt x="2067910" y="198339"/>
                </a:lnTo>
                <a:lnTo>
                  <a:pt x="2068937" y="198679"/>
                </a:lnTo>
                <a:lnTo>
                  <a:pt x="2069969" y="199001"/>
                </a:lnTo>
                <a:lnTo>
                  <a:pt x="2071008" y="199306"/>
                </a:lnTo>
                <a:lnTo>
                  <a:pt x="2072053" y="199594"/>
                </a:lnTo>
                <a:lnTo>
                  <a:pt x="2073104" y="199864"/>
                </a:lnTo>
                <a:lnTo>
                  <a:pt x="2074160" y="200116"/>
                </a:lnTo>
                <a:lnTo>
                  <a:pt x="2075223" y="200352"/>
                </a:lnTo>
                <a:lnTo>
                  <a:pt x="2076291" y="200570"/>
                </a:lnTo>
                <a:lnTo>
                  <a:pt x="2077366" y="200770"/>
                </a:lnTo>
                <a:lnTo>
                  <a:pt x="2078446" y="200953"/>
                </a:lnTo>
                <a:lnTo>
                  <a:pt x="2079533" y="201119"/>
                </a:lnTo>
                <a:lnTo>
                  <a:pt x="2080625" y="201267"/>
                </a:lnTo>
                <a:lnTo>
                  <a:pt x="2081724" y="201397"/>
                </a:lnTo>
                <a:lnTo>
                  <a:pt x="2082828" y="201511"/>
                </a:lnTo>
                <a:lnTo>
                  <a:pt x="2083938" y="201606"/>
                </a:lnTo>
                <a:lnTo>
                  <a:pt x="2085054" y="201685"/>
                </a:lnTo>
                <a:lnTo>
                  <a:pt x="2086176" y="201746"/>
                </a:lnTo>
                <a:lnTo>
                  <a:pt x="2087305" y="201789"/>
                </a:lnTo>
                <a:lnTo>
                  <a:pt x="2088439" y="201816"/>
                </a:lnTo>
                <a:lnTo>
                  <a:pt x="2089579" y="201824"/>
                </a:lnTo>
                <a:lnTo>
                  <a:pt x="2091401" y="201805"/>
                </a:lnTo>
                <a:lnTo>
                  <a:pt x="2093195" y="201745"/>
                </a:lnTo>
                <a:lnTo>
                  <a:pt x="2094961" y="201646"/>
                </a:lnTo>
                <a:lnTo>
                  <a:pt x="2096698" y="201508"/>
                </a:lnTo>
                <a:lnTo>
                  <a:pt x="2098407" y="201330"/>
                </a:lnTo>
                <a:lnTo>
                  <a:pt x="2100087" y="201113"/>
                </a:lnTo>
                <a:lnTo>
                  <a:pt x="2101739" y="200856"/>
                </a:lnTo>
                <a:lnTo>
                  <a:pt x="2103362" y="200559"/>
                </a:lnTo>
                <a:lnTo>
                  <a:pt x="2104957" y="200223"/>
                </a:lnTo>
                <a:lnTo>
                  <a:pt x="2106523" y="199847"/>
                </a:lnTo>
                <a:lnTo>
                  <a:pt x="2108061" y="199432"/>
                </a:lnTo>
                <a:lnTo>
                  <a:pt x="2109571" y="198977"/>
                </a:lnTo>
                <a:lnTo>
                  <a:pt x="2111051" y="198483"/>
                </a:lnTo>
                <a:lnTo>
                  <a:pt x="2112504" y="197949"/>
                </a:lnTo>
                <a:lnTo>
                  <a:pt x="2113928" y="197376"/>
                </a:lnTo>
                <a:lnTo>
                  <a:pt x="2115323" y="196763"/>
                </a:lnTo>
                <a:lnTo>
                  <a:pt x="2116690" y="196111"/>
                </a:lnTo>
                <a:lnTo>
                  <a:pt x="2118028" y="195419"/>
                </a:lnTo>
                <a:lnTo>
                  <a:pt x="2119338" y="194687"/>
                </a:lnTo>
                <a:lnTo>
                  <a:pt x="2120620" y="193916"/>
                </a:lnTo>
                <a:lnTo>
                  <a:pt x="2121873" y="193106"/>
                </a:lnTo>
                <a:lnTo>
                  <a:pt x="2123097" y="192256"/>
                </a:lnTo>
                <a:lnTo>
                  <a:pt x="2124293" y="191366"/>
                </a:lnTo>
                <a:lnTo>
                  <a:pt x="2125461" y="190437"/>
                </a:lnTo>
                <a:lnTo>
                  <a:pt x="2126590" y="189473"/>
                </a:lnTo>
                <a:lnTo>
                  <a:pt x="2127671" y="188481"/>
                </a:lnTo>
                <a:lnTo>
                  <a:pt x="2128705" y="187461"/>
                </a:lnTo>
                <a:lnTo>
                  <a:pt x="2129690" y="186412"/>
                </a:lnTo>
                <a:lnTo>
                  <a:pt x="2130627" y="185334"/>
                </a:lnTo>
                <a:lnTo>
                  <a:pt x="2131516" y="184228"/>
                </a:lnTo>
                <a:lnTo>
                  <a:pt x="2132357" y="183094"/>
                </a:lnTo>
                <a:lnTo>
                  <a:pt x="2133149" y="181931"/>
                </a:lnTo>
                <a:lnTo>
                  <a:pt x="2133894" y="180739"/>
                </a:lnTo>
                <a:lnTo>
                  <a:pt x="2134591" y="179520"/>
                </a:lnTo>
                <a:lnTo>
                  <a:pt x="2135240" y="178271"/>
                </a:lnTo>
                <a:lnTo>
                  <a:pt x="2135840" y="176994"/>
                </a:lnTo>
                <a:lnTo>
                  <a:pt x="2136393" y="175689"/>
                </a:lnTo>
                <a:lnTo>
                  <a:pt x="2136898" y="174355"/>
                </a:lnTo>
                <a:lnTo>
                  <a:pt x="2137354" y="172993"/>
                </a:lnTo>
                <a:lnTo>
                  <a:pt x="2137763" y="171602"/>
                </a:lnTo>
                <a:lnTo>
                  <a:pt x="2138123" y="170183"/>
                </a:lnTo>
                <a:lnTo>
                  <a:pt x="2138435" y="168735"/>
                </a:lnTo>
                <a:lnTo>
                  <a:pt x="2138700" y="167259"/>
                </a:lnTo>
                <a:lnTo>
                  <a:pt x="2138916" y="165754"/>
                </a:lnTo>
                <a:lnTo>
                  <a:pt x="2139084" y="164221"/>
                </a:lnTo>
                <a:lnTo>
                  <a:pt x="2139204" y="162659"/>
                </a:lnTo>
                <a:lnTo>
                  <a:pt x="2139276" y="161069"/>
                </a:lnTo>
                <a:lnTo>
                  <a:pt x="2139300" y="159450"/>
                </a:lnTo>
                <a:lnTo>
                  <a:pt x="2139287" y="158196"/>
                </a:lnTo>
                <a:lnTo>
                  <a:pt x="2139246" y="156962"/>
                </a:lnTo>
                <a:lnTo>
                  <a:pt x="2139178" y="155750"/>
                </a:lnTo>
                <a:lnTo>
                  <a:pt x="2139083" y="154559"/>
                </a:lnTo>
                <a:lnTo>
                  <a:pt x="2138960" y="153389"/>
                </a:lnTo>
                <a:lnTo>
                  <a:pt x="2138810" y="152240"/>
                </a:lnTo>
                <a:lnTo>
                  <a:pt x="2138634" y="151113"/>
                </a:lnTo>
                <a:lnTo>
                  <a:pt x="2138430" y="150007"/>
                </a:lnTo>
                <a:lnTo>
                  <a:pt x="2138198" y="148923"/>
                </a:lnTo>
                <a:lnTo>
                  <a:pt x="2137940" y="147859"/>
                </a:lnTo>
                <a:lnTo>
                  <a:pt x="2137654" y="146817"/>
                </a:lnTo>
                <a:lnTo>
                  <a:pt x="2137341" y="145796"/>
                </a:lnTo>
                <a:lnTo>
                  <a:pt x="2137001" y="144796"/>
                </a:lnTo>
                <a:lnTo>
                  <a:pt x="2136633" y="143818"/>
                </a:lnTo>
                <a:lnTo>
                  <a:pt x="2136239" y="142861"/>
                </a:lnTo>
                <a:lnTo>
                  <a:pt x="2135817" y="141925"/>
                </a:lnTo>
                <a:lnTo>
                  <a:pt x="2135368" y="141010"/>
                </a:lnTo>
                <a:lnTo>
                  <a:pt x="2134892" y="140117"/>
                </a:lnTo>
                <a:lnTo>
                  <a:pt x="2134388" y="139244"/>
                </a:lnTo>
                <a:lnTo>
                  <a:pt x="2133858" y="138393"/>
                </a:lnTo>
                <a:lnTo>
                  <a:pt x="2133300" y="137564"/>
                </a:lnTo>
                <a:lnTo>
                  <a:pt x="2132715" y="136755"/>
                </a:lnTo>
                <a:lnTo>
                  <a:pt x="2132103" y="135968"/>
                </a:lnTo>
                <a:lnTo>
                  <a:pt x="2131463" y="135202"/>
                </a:lnTo>
                <a:lnTo>
                  <a:pt x="2130795" y="134451"/>
                </a:lnTo>
                <a:lnTo>
                  <a:pt x="2130097" y="133707"/>
                </a:lnTo>
                <a:lnTo>
                  <a:pt x="2129370" y="132971"/>
                </a:lnTo>
                <a:lnTo>
                  <a:pt x="2128613" y="132243"/>
                </a:lnTo>
                <a:lnTo>
                  <a:pt x="2127825" y="131522"/>
                </a:lnTo>
                <a:lnTo>
                  <a:pt x="2127009" y="130809"/>
                </a:lnTo>
                <a:lnTo>
                  <a:pt x="2126162" y="130103"/>
                </a:lnTo>
                <a:lnTo>
                  <a:pt x="2125286" y="129405"/>
                </a:lnTo>
                <a:lnTo>
                  <a:pt x="2124380" y="128715"/>
                </a:lnTo>
                <a:lnTo>
                  <a:pt x="2123444" y="128033"/>
                </a:lnTo>
                <a:lnTo>
                  <a:pt x="2122478" y="127358"/>
                </a:lnTo>
                <a:lnTo>
                  <a:pt x="2121483" y="126691"/>
                </a:lnTo>
                <a:lnTo>
                  <a:pt x="2120457" y="126031"/>
                </a:lnTo>
                <a:lnTo>
                  <a:pt x="2119402" y="125379"/>
                </a:lnTo>
                <a:lnTo>
                  <a:pt x="2118318" y="124735"/>
                </a:lnTo>
                <a:lnTo>
                  <a:pt x="2117203" y="124098"/>
                </a:lnTo>
                <a:lnTo>
                  <a:pt x="2116059" y="123469"/>
                </a:lnTo>
                <a:lnTo>
                  <a:pt x="2114885" y="122848"/>
                </a:lnTo>
                <a:lnTo>
                  <a:pt x="2113681" y="122234"/>
                </a:lnTo>
                <a:lnTo>
                  <a:pt x="2112447" y="121629"/>
                </a:lnTo>
                <a:lnTo>
                  <a:pt x="2111184" y="121030"/>
                </a:lnTo>
                <a:lnTo>
                  <a:pt x="2109891" y="120440"/>
                </a:lnTo>
                <a:lnTo>
                  <a:pt x="2108568" y="119857"/>
                </a:lnTo>
                <a:lnTo>
                  <a:pt x="2107215" y="119281"/>
                </a:lnTo>
                <a:lnTo>
                  <a:pt x="2106089" y="118816"/>
                </a:lnTo>
                <a:lnTo>
                  <a:pt x="2104996" y="118357"/>
                </a:lnTo>
                <a:lnTo>
                  <a:pt x="2103935" y="117906"/>
                </a:lnTo>
                <a:lnTo>
                  <a:pt x="2102909" y="117462"/>
                </a:lnTo>
                <a:lnTo>
                  <a:pt x="2101915" y="117025"/>
                </a:lnTo>
                <a:lnTo>
                  <a:pt x="2100954" y="116595"/>
                </a:lnTo>
                <a:lnTo>
                  <a:pt x="2100027" y="116173"/>
                </a:lnTo>
                <a:lnTo>
                  <a:pt x="2099133" y="115758"/>
                </a:lnTo>
                <a:lnTo>
                  <a:pt x="2098271" y="115350"/>
                </a:lnTo>
                <a:lnTo>
                  <a:pt x="2097444" y="114949"/>
                </a:lnTo>
                <a:lnTo>
                  <a:pt x="2096649" y="114556"/>
                </a:lnTo>
                <a:lnTo>
                  <a:pt x="2095887" y="114169"/>
                </a:lnTo>
                <a:lnTo>
                  <a:pt x="2095159" y="113790"/>
                </a:lnTo>
                <a:lnTo>
                  <a:pt x="2094464" y="113419"/>
                </a:lnTo>
                <a:lnTo>
                  <a:pt x="2093802" y="113054"/>
                </a:lnTo>
                <a:lnTo>
                  <a:pt x="2093173" y="112697"/>
                </a:lnTo>
                <a:lnTo>
                  <a:pt x="2092577" y="112347"/>
                </a:lnTo>
                <a:lnTo>
                  <a:pt x="2092014" y="112004"/>
                </a:lnTo>
                <a:lnTo>
                  <a:pt x="2091485" y="111668"/>
                </a:lnTo>
                <a:lnTo>
                  <a:pt x="2090989" y="111340"/>
                </a:lnTo>
                <a:lnTo>
                  <a:pt x="2090526" y="111019"/>
                </a:lnTo>
                <a:lnTo>
                  <a:pt x="2090096" y="110705"/>
                </a:lnTo>
                <a:lnTo>
                  <a:pt x="2089699" y="110398"/>
                </a:lnTo>
                <a:lnTo>
                  <a:pt x="2089336" y="110099"/>
                </a:lnTo>
                <a:lnTo>
                  <a:pt x="2088996" y="109799"/>
                </a:lnTo>
                <a:lnTo>
                  <a:pt x="2088671" y="109492"/>
                </a:lnTo>
                <a:lnTo>
                  <a:pt x="2088360" y="109178"/>
                </a:lnTo>
                <a:lnTo>
                  <a:pt x="2088064" y="108857"/>
                </a:lnTo>
                <a:lnTo>
                  <a:pt x="2087782" y="108529"/>
                </a:lnTo>
                <a:lnTo>
                  <a:pt x="2087514" y="108193"/>
                </a:lnTo>
                <a:lnTo>
                  <a:pt x="2087261" y="107850"/>
                </a:lnTo>
                <a:lnTo>
                  <a:pt x="2087023" y="107500"/>
                </a:lnTo>
                <a:lnTo>
                  <a:pt x="2086799" y="107142"/>
                </a:lnTo>
                <a:lnTo>
                  <a:pt x="2086589" y="106778"/>
                </a:lnTo>
                <a:lnTo>
                  <a:pt x="2086394" y="106406"/>
                </a:lnTo>
                <a:lnTo>
                  <a:pt x="2086213" y="106027"/>
                </a:lnTo>
                <a:lnTo>
                  <a:pt x="2086047" y="105640"/>
                </a:lnTo>
                <a:lnTo>
                  <a:pt x="2085895" y="105247"/>
                </a:lnTo>
                <a:lnTo>
                  <a:pt x="2085758" y="104846"/>
                </a:lnTo>
                <a:lnTo>
                  <a:pt x="2085635" y="104438"/>
                </a:lnTo>
                <a:lnTo>
                  <a:pt x="2085526" y="104022"/>
                </a:lnTo>
                <a:lnTo>
                  <a:pt x="2085432" y="103600"/>
                </a:lnTo>
                <a:lnTo>
                  <a:pt x="2085353" y="103170"/>
                </a:lnTo>
                <a:lnTo>
                  <a:pt x="2085288" y="102733"/>
                </a:lnTo>
                <a:lnTo>
                  <a:pt x="2085237" y="102289"/>
                </a:lnTo>
                <a:lnTo>
                  <a:pt x="2085201" y="101837"/>
                </a:lnTo>
                <a:lnTo>
                  <a:pt x="2085180" y="101378"/>
                </a:lnTo>
                <a:lnTo>
                  <a:pt x="2085172" y="100912"/>
                </a:lnTo>
                <a:lnTo>
                  <a:pt x="2085178" y="100487"/>
                </a:lnTo>
                <a:lnTo>
                  <a:pt x="2085195" y="100070"/>
                </a:lnTo>
                <a:lnTo>
                  <a:pt x="2085224" y="99661"/>
                </a:lnTo>
                <a:lnTo>
                  <a:pt x="2085264" y="99259"/>
                </a:lnTo>
                <a:lnTo>
                  <a:pt x="2085316" y="98865"/>
                </a:lnTo>
                <a:lnTo>
                  <a:pt x="2085379" y="98479"/>
                </a:lnTo>
                <a:lnTo>
                  <a:pt x="2085453" y="98100"/>
                </a:lnTo>
                <a:lnTo>
                  <a:pt x="2085539" y="97729"/>
                </a:lnTo>
                <a:lnTo>
                  <a:pt x="2085637" y="97365"/>
                </a:lnTo>
                <a:lnTo>
                  <a:pt x="2085746" y="97009"/>
                </a:lnTo>
                <a:lnTo>
                  <a:pt x="2085866" y="96661"/>
                </a:lnTo>
                <a:lnTo>
                  <a:pt x="2085998" y="96321"/>
                </a:lnTo>
                <a:lnTo>
                  <a:pt x="2086142" y="95988"/>
                </a:lnTo>
                <a:lnTo>
                  <a:pt x="2086297" y="95663"/>
                </a:lnTo>
                <a:lnTo>
                  <a:pt x="2086463" y="95345"/>
                </a:lnTo>
                <a:lnTo>
                  <a:pt x="2086641" y="95035"/>
                </a:lnTo>
                <a:lnTo>
                  <a:pt x="2086830" y="94733"/>
                </a:lnTo>
                <a:lnTo>
                  <a:pt x="2087031" y="94439"/>
                </a:lnTo>
                <a:lnTo>
                  <a:pt x="2087243" y="94152"/>
                </a:lnTo>
                <a:lnTo>
                  <a:pt x="2087467" y="93872"/>
                </a:lnTo>
                <a:lnTo>
                  <a:pt x="2087702" y="93601"/>
                </a:lnTo>
                <a:lnTo>
                  <a:pt x="2087948" y="93337"/>
                </a:lnTo>
                <a:lnTo>
                  <a:pt x="2088207" y="93081"/>
                </a:lnTo>
                <a:lnTo>
                  <a:pt x="2088476" y="92832"/>
                </a:lnTo>
                <a:lnTo>
                  <a:pt x="2088756" y="92592"/>
                </a:lnTo>
                <a:lnTo>
                  <a:pt x="2089045" y="92362"/>
                </a:lnTo>
                <a:lnTo>
                  <a:pt x="2089343" y="92143"/>
                </a:lnTo>
                <a:lnTo>
                  <a:pt x="2089650" y="91933"/>
                </a:lnTo>
                <a:lnTo>
                  <a:pt x="2089966" y="91734"/>
                </a:lnTo>
                <a:lnTo>
                  <a:pt x="2090291" y="91545"/>
                </a:lnTo>
                <a:lnTo>
                  <a:pt x="2090624" y="91366"/>
                </a:lnTo>
                <a:lnTo>
                  <a:pt x="2090967" y="91198"/>
                </a:lnTo>
                <a:lnTo>
                  <a:pt x="2091318" y="91040"/>
                </a:lnTo>
                <a:lnTo>
                  <a:pt x="2091679" y="90892"/>
                </a:lnTo>
                <a:lnTo>
                  <a:pt x="2092048" y="90754"/>
                </a:lnTo>
                <a:lnTo>
                  <a:pt x="2092426" y="90626"/>
                </a:lnTo>
                <a:lnTo>
                  <a:pt x="2092814" y="90509"/>
                </a:lnTo>
                <a:lnTo>
                  <a:pt x="2093210" y="90401"/>
                </a:lnTo>
                <a:lnTo>
                  <a:pt x="2093615" y="90304"/>
                </a:lnTo>
                <a:lnTo>
                  <a:pt x="2094029" y="90218"/>
                </a:lnTo>
                <a:lnTo>
                  <a:pt x="2094452" y="90141"/>
                </a:lnTo>
                <a:lnTo>
                  <a:pt x="2094884" y="90075"/>
                </a:lnTo>
                <a:lnTo>
                  <a:pt x="2095325" y="90018"/>
                </a:lnTo>
                <a:lnTo>
                  <a:pt x="2095774" y="89972"/>
                </a:lnTo>
                <a:lnTo>
                  <a:pt x="2096233" y="89937"/>
                </a:lnTo>
                <a:lnTo>
                  <a:pt x="2096701" y="89911"/>
                </a:lnTo>
                <a:lnTo>
                  <a:pt x="2097177" y="89896"/>
                </a:lnTo>
                <a:lnTo>
                  <a:pt x="2097663" y="89891"/>
                </a:lnTo>
                <a:lnTo>
                  <a:pt x="2098565" y="89907"/>
                </a:lnTo>
                <a:lnTo>
                  <a:pt x="2099478" y="89955"/>
                </a:lnTo>
                <a:lnTo>
                  <a:pt x="2100399" y="90036"/>
                </a:lnTo>
                <a:lnTo>
                  <a:pt x="2101330" y="90149"/>
                </a:lnTo>
                <a:lnTo>
                  <a:pt x="2102270" y="90295"/>
                </a:lnTo>
                <a:lnTo>
                  <a:pt x="2103220" y="90473"/>
                </a:lnTo>
                <a:lnTo>
                  <a:pt x="2104179" y="90683"/>
                </a:lnTo>
                <a:lnTo>
                  <a:pt x="2105147" y="90925"/>
                </a:lnTo>
                <a:lnTo>
                  <a:pt x="2106125" y="91200"/>
                </a:lnTo>
                <a:lnTo>
                  <a:pt x="2107112" y="91507"/>
                </a:lnTo>
                <a:lnTo>
                  <a:pt x="2108108" y="91846"/>
                </a:lnTo>
                <a:lnTo>
                  <a:pt x="2109114" y="92218"/>
                </a:lnTo>
                <a:lnTo>
                  <a:pt x="2110129" y="92622"/>
                </a:lnTo>
                <a:lnTo>
                  <a:pt x="2111153" y="93059"/>
                </a:lnTo>
                <a:lnTo>
                  <a:pt x="2112187" y="93527"/>
                </a:lnTo>
                <a:lnTo>
                  <a:pt x="2113230" y="94028"/>
                </a:lnTo>
                <a:lnTo>
                  <a:pt x="2114282" y="94562"/>
                </a:lnTo>
                <a:lnTo>
                  <a:pt x="2115344" y="95127"/>
                </a:lnTo>
                <a:lnTo>
                  <a:pt x="2116415" y="95725"/>
                </a:lnTo>
                <a:lnTo>
                  <a:pt x="2117495" y="96356"/>
                </a:lnTo>
                <a:lnTo>
                  <a:pt x="2118585" y="97018"/>
                </a:lnTo>
                <a:lnTo>
                  <a:pt x="2119684" y="97713"/>
                </a:lnTo>
                <a:lnTo>
                  <a:pt x="2120793" y="98441"/>
                </a:lnTo>
                <a:lnTo>
                  <a:pt x="2121910" y="99200"/>
                </a:lnTo>
                <a:lnTo>
                  <a:pt x="2135380" y="79359"/>
                </a:lnTo>
                <a:lnTo>
                  <a:pt x="2134722" y="78732"/>
                </a:lnTo>
                <a:lnTo>
                  <a:pt x="2134055" y="78117"/>
                </a:lnTo>
                <a:lnTo>
                  <a:pt x="2133378" y="77514"/>
                </a:lnTo>
                <a:lnTo>
                  <a:pt x="2132693" y="76923"/>
                </a:lnTo>
                <a:lnTo>
                  <a:pt x="2131997" y="76344"/>
                </a:lnTo>
                <a:lnTo>
                  <a:pt x="2131293" y="75776"/>
                </a:lnTo>
                <a:lnTo>
                  <a:pt x="2130579" y="75221"/>
                </a:lnTo>
                <a:lnTo>
                  <a:pt x="2129856" y="74677"/>
                </a:lnTo>
                <a:lnTo>
                  <a:pt x="2129123" y="74146"/>
                </a:lnTo>
                <a:lnTo>
                  <a:pt x="2128381" y="73626"/>
                </a:lnTo>
                <a:lnTo>
                  <a:pt x="2127630" y="73118"/>
                </a:lnTo>
                <a:lnTo>
                  <a:pt x="2126869" y="72622"/>
                </a:lnTo>
                <a:lnTo>
                  <a:pt x="2126099" y="72138"/>
                </a:lnTo>
                <a:lnTo>
                  <a:pt x="2125319" y="71666"/>
                </a:lnTo>
                <a:lnTo>
                  <a:pt x="2124531" y="71206"/>
                </a:lnTo>
                <a:lnTo>
                  <a:pt x="2123733" y="70758"/>
                </a:lnTo>
                <a:lnTo>
                  <a:pt x="2122925" y="70322"/>
                </a:lnTo>
                <a:lnTo>
                  <a:pt x="2122108" y="69897"/>
                </a:lnTo>
                <a:lnTo>
                  <a:pt x="2121282" y="69485"/>
                </a:lnTo>
                <a:lnTo>
                  <a:pt x="2120447" y="69084"/>
                </a:lnTo>
                <a:lnTo>
                  <a:pt x="2119602" y="68696"/>
                </a:lnTo>
                <a:lnTo>
                  <a:pt x="2118747" y="68319"/>
                </a:lnTo>
                <a:lnTo>
                  <a:pt x="2117884" y="67954"/>
                </a:lnTo>
                <a:lnTo>
                  <a:pt x="2117011" y="67601"/>
                </a:lnTo>
                <a:lnTo>
                  <a:pt x="2116131" y="67261"/>
                </a:lnTo>
                <a:lnTo>
                  <a:pt x="2115245" y="66936"/>
                </a:lnTo>
                <a:lnTo>
                  <a:pt x="2114355" y="66625"/>
                </a:lnTo>
                <a:lnTo>
                  <a:pt x="2113459" y="66329"/>
                </a:lnTo>
                <a:lnTo>
                  <a:pt x="2112559" y="66047"/>
                </a:lnTo>
                <a:lnTo>
                  <a:pt x="2111653" y="65780"/>
                </a:lnTo>
                <a:lnTo>
                  <a:pt x="2110742" y="65527"/>
                </a:lnTo>
                <a:lnTo>
                  <a:pt x="2109826" y="65288"/>
                </a:lnTo>
                <a:lnTo>
                  <a:pt x="2108905" y="65064"/>
                </a:lnTo>
                <a:lnTo>
                  <a:pt x="2107979" y="64854"/>
                </a:lnTo>
                <a:lnTo>
                  <a:pt x="2107048" y="64659"/>
                </a:lnTo>
                <a:lnTo>
                  <a:pt x="2106112" y="64479"/>
                </a:lnTo>
                <a:lnTo>
                  <a:pt x="2105170" y="64312"/>
                </a:lnTo>
                <a:lnTo>
                  <a:pt x="2104224" y="64161"/>
                </a:lnTo>
                <a:lnTo>
                  <a:pt x="2103272" y="64023"/>
                </a:lnTo>
                <a:lnTo>
                  <a:pt x="2102316" y="63900"/>
                </a:lnTo>
                <a:lnTo>
                  <a:pt x="2101354" y="63792"/>
                </a:lnTo>
                <a:lnTo>
                  <a:pt x="2100387" y="63698"/>
                </a:lnTo>
                <a:lnTo>
                  <a:pt x="2099415" y="63618"/>
                </a:lnTo>
                <a:lnTo>
                  <a:pt x="2098438" y="63553"/>
                </a:lnTo>
                <a:lnTo>
                  <a:pt x="2097455" y="63503"/>
                </a:lnTo>
                <a:lnTo>
                  <a:pt x="2096468" y="63467"/>
                </a:lnTo>
                <a:lnTo>
                  <a:pt x="2095476" y="63445"/>
                </a:lnTo>
                <a:lnTo>
                  <a:pt x="2094478" y="63438"/>
                </a:lnTo>
                <a:lnTo>
                  <a:pt x="2092718" y="63457"/>
                </a:lnTo>
                <a:lnTo>
                  <a:pt x="2090989" y="63516"/>
                </a:lnTo>
                <a:lnTo>
                  <a:pt x="2089292" y="63614"/>
                </a:lnTo>
                <a:lnTo>
                  <a:pt x="2087627" y="63751"/>
                </a:lnTo>
                <a:lnTo>
                  <a:pt x="2085992" y="63927"/>
                </a:lnTo>
                <a:close/>
                <a:moveTo>
                  <a:pt x="2331483" y="64209"/>
                </a:moveTo>
                <a:lnTo>
                  <a:pt x="2329573" y="64548"/>
                </a:lnTo>
                <a:lnTo>
                  <a:pt x="2327702" y="64949"/>
                </a:lnTo>
                <a:lnTo>
                  <a:pt x="2325870" y="65411"/>
                </a:lnTo>
                <a:lnTo>
                  <a:pt x="2324076" y="65935"/>
                </a:lnTo>
                <a:lnTo>
                  <a:pt x="2322321" y="66521"/>
                </a:lnTo>
                <a:lnTo>
                  <a:pt x="2320605" y="67169"/>
                </a:lnTo>
                <a:lnTo>
                  <a:pt x="2318927" y="67878"/>
                </a:lnTo>
                <a:lnTo>
                  <a:pt x="2317288" y="68649"/>
                </a:lnTo>
                <a:lnTo>
                  <a:pt x="2315688" y="69481"/>
                </a:lnTo>
                <a:lnTo>
                  <a:pt x="2314126" y="70375"/>
                </a:lnTo>
                <a:lnTo>
                  <a:pt x="2312603" y="71331"/>
                </a:lnTo>
                <a:lnTo>
                  <a:pt x="2311119" y="72349"/>
                </a:lnTo>
                <a:lnTo>
                  <a:pt x="2309674" y="73428"/>
                </a:lnTo>
                <a:lnTo>
                  <a:pt x="2308267" y="74569"/>
                </a:lnTo>
                <a:lnTo>
                  <a:pt x="2306899" y="75771"/>
                </a:lnTo>
                <a:lnTo>
                  <a:pt x="2305569" y="77035"/>
                </a:lnTo>
                <a:lnTo>
                  <a:pt x="2304278" y="78361"/>
                </a:lnTo>
                <a:lnTo>
                  <a:pt x="2303026" y="79749"/>
                </a:lnTo>
                <a:lnTo>
                  <a:pt x="2301813" y="81198"/>
                </a:lnTo>
                <a:lnTo>
                  <a:pt x="2300644" y="82705"/>
                </a:lnTo>
                <a:lnTo>
                  <a:pt x="2299524" y="84267"/>
                </a:lnTo>
                <a:lnTo>
                  <a:pt x="2298455" y="85884"/>
                </a:lnTo>
                <a:lnTo>
                  <a:pt x="2297435" y="87555"/>
                </a:lnTo>
                <a:lnTo>
                  <a:pt x="2296464" y="89282"/>
                </a:lnTo>
                <a:lnTo>
                  <a:pt x="2295544" y="91063"/>
                </a:lnTo>
                <a:lnTo>
                  <a:pt x="2294673" y="92899"/>
                </a:lnTo>
                <a:lnTo>
                  <a:pt x="2293852" y="94790"/>
                </a:lnTo>
                <a:lnTo>
                  <a:pt x="2293081" y="96736"/>
                </a:lnTo>
                <a:lnTo>
                  <a:pt x="2292360" y="98737"/>
                </a:lnTo>
                <a:lnTo>
                  <a:pt x="2291688" y="100793"/>
                </a:lnTo>
                <a:lnTo>
                  <a:pt x="2291066" y="102903"/>
                </a:lnTo>
                <a:lnTo>
                  <a:pt x="2290494" y="105069"/>
                </a:lnTo>
                <a:lnTo>
                  <a:pt x="2289972" y="107289"/>
                </a:lnTo>
                <a:lnTo>
                  <a:pt x="2289499" y="109564"/>
                </a:lnTo>
                <a:lnTo>
                  <a:pt x="2289076" y="111894"/>
                </a:lnTo>
                <a:lnTo>
                  <a:pt x="2288703" y="114279"/>
                </a:lnTo>
                <a:lnTo>
                  <a:pt x="2288379" y="116718"/>
                </a:lnTo>
                <a:lnTo>
                  <a:pt x="2288106" y="119213"/>
                </a:lnTo>
                <a:lnTo>
                  <a:pt x="2287882" y="121762"/>
                </a:lnTo>
                <a:lnTo>
                  <a:pt x="2287708" y="124366"/>
                </a:lnTo>
                <a:lnTo>
                  <a:pt x="2287583" y="127025"/>
                </a:lnTo>
                <a:lnTo>
                  <a:pt x="2287509" y="129739"/>
                </a:lnTo>
                <a:lnTo>
                  <a:pt x="2287484" y="132508"/>
                </a:lnTo>
                <a:lnTo>
                  <a:pt x="2287509" y="135336"/>
                </a:lnTo>
                <a:lnTo>
                  <a:pt x="2287583" y="138106"/>
                </a:lnTo>
                <a:lnTo>
                  <a:pt x="2287708" y="140818"/>
                </a:lnTo>
                <a:lnTo>
                  <a:pt x="2287882" y="143472"/>
                </a:lnTo>
                <a:lnTo>
                  <a:pt x="2288106" y="146067"/>
                </a:lnTo>
                <a:lnTo>
                  <a:pt x="2288379" y="148604"/>
                </a:lnTo>
                <a:lnTo>
                  <a:pt x="2288703" y="151083"/>
                </a:lnTo>
                <a:lnTo>
                  <a:pt x="2289076" y="153504"/>
                </a:lnTo>
                <a:lnTo>
                  <a:pt x="2289499" y="155866"/>
                </a:lnTo>
                <a:lnTo>
                  <a:pt x="2289972" y="158170"/>
                </a:lnTo>
                <a:lnTo>
                  <a:pt x="2290494" y="160416"/>
                </a:lnTo>
                <a:lnTo>
                  <a:pt x="2291066" y="162604"/>
                </a:lnTo>
                <a:lnTo>
                  <a:pt x="2291688" y="164733"/>
                </a:lnTo>
                <a:lnTo>
                  <a:pt x="2292360" y="166804"/>
                </a:lnTo>
                <a:lnTo>
                  <a:pt x="2293081" y="168817"/>
                </a:lnTo>
                <a:lnTo>
                  <a:pt x="2293852" y="170772"/>
                </a:lnTo>
                <a:lnTo>
                  <a:pt x="2294673" y="172668"/>
                </a:lnTo>
                <a:lnTo>
                  <a:pt x="2295544" y="174506"/>
                </a:lnTo>
                <a:lnTo>
                  <a:pt x="2296464" y="176286"/>
                </a:lnTo>
                <a:lnTo>
                  <a:pt x="2297435" y="178007"/>
                </a:lnTo>
                <a:lnTo>
                  <a:pt x="2298455" y="179671"/>
                </a:lnTo>
                <a:lnTo>
                  <a:pt x="2299524" y="181276"/>
                </a:lnTo>
                <a:lnTo>
                  <a:pt x="2300644" y="182823"/>
                </a:lnTo>
                <a:lnTo>
                  <a:pt x="2301813" y="184311"/>
                </a:lnTo>
                <a:lnTo>
                  <a:pt x="2303026" y="185740"/>
                </a:lnTo>
                <a:lnTo>
                  <a:pt x="2304278" y="187108"/>
                </a:lnTo>
                <a:lnTo>
                  <a:pt x="2305569" y="188416"/>
                </a:lnTo>
                <a:lnTo>
                  <a:pt x="2306899" y="189662"/>
                </a:lnTo>
                <a:lnTo>
                  <a:pt x="2308267" y="190848"/>
                </a:lnTo>
                <a:lnTo>
                  <a:pt x="2309674" y="191973"/>
                </a:lnTo>
                <a:lnTo>
                  <a:pt x="2311119" y="193037"/>
                </a:lnTo>
                <a:lnTo>
                  <a:pt x="2312603" y="194041"/>
                </a:lnTo>
                <a:lnTo>
                  <a:pt x="2314126" y="194983"/>
                </a:lnTo>
                <a:lnTo>
                  <a:pt x="2315688" y="195865"/>
                </a:lnTo>
                <a:lnTo>
                  <a:pt x="2317288" y="196686"/>
                </a:lnTo>
                <a:lnTo>
                  <a:pt x="2318927" y="197446"/>
                </a:lnTo>
                <a:lnTo>
                  <a:pt x="2320605" y="198145"/>
                </a:lnTo>
                <a:lnTo>
                  <a:pt x="2322321" y="198784"/>
                </a:lnTo>
                <a:lnTo>
                  <a:pt x="2324076" y="199362"/>
                </a:lnTo>
                <a:lnTo>
                  <a:pt x="2325870" y="199878"/>
                </a:lnTo>
                <a:lnTo>
                  <a:pt x="2327702" y="200335"/>
                </a:lnTo>
                <a:lnTo>
                  <a:pt x="2329573" y="200730"/>
                </a:lnTo>
                <a:lnTo>
                  <a:pt x="2331483" y="201064"/>
                </a:lnTo>
                <a:lnTo>
                  <a:pt x="2333431" y="201338"/>
                </a:lnTo>
                <a:lnTo>
                  <a:pt x="2335418" y="201551"/>
                </a:lnTo>
                <a:lnTo>
                  <a:pt x="2337444" y="201703"/>
                </a:lnTo>
                <a:lnTo>
                  <a:pt x="2339509" y="201794"/>
                </a:lnTo>
                <a:lnTo>
                  <a:pt x="2341612" y="201824"/>
                </a:lnTo>
                <a:lnTo>
                  <a:pt x="2343715" y="201793"/>
                </a:lnTo>
                <a:lnTo>
                  <a:pt x="2345780" y="201699"/>
                </a:lnTo>
                <a:lnTo>
                  <a:pt x="2347806" y="201543"/>
                </a:lnTo>
                <a:lnTo>
                  <a:pt x="2349794" y="201324"/>
                </a:lnTo>
                <a:lnTo>
                  <a:pt x="2351742" y="201043"/>
                </a:lnTo>
                <a:lnTo>
                  <a:pt x="2353652" y="200699"/>
                </a:lnTo>
                <a:lnTo>
                  <a:pt x="2355524" y="200293"/>
                </a:lnTo>
                <a:lnTo>
                  <a:pt x="2357356" y="199824"/>
                </a:lnTo>
                <a:lnTo>
                  <a:pt x="2359150" y="199293"/>
                </a:lnTo>
                <a:lnTo>
                  <a:pt x="2360905" y="198699"/>
                </a:lnTo>
                <a:lnTo>
                  <a:pt x="2362622" y="198043"/>
                </a:lnTo>
                <a:lnTo>
                  <a:pt x="2364299" y="197324"/>
                </a:lnTo>
                <a:lnTo>
                  <a:pt x="2365939" y="196542"/>
                </a:lnTo>
                <a:lnTo>
                  <a:pt x="2367539" y="195698"/>
                </a:lnTo>
                <a:lnTo>
                  <a:pt x="2369101" y="194792"/>
                </a:lnTo>
                <a:lnTo>
                  <a:pt x="2370624" y="193823"/>
                </a:lnTo>
                <a:lnTo>
                  <a:pt x="2372108" y="192792"/>
                </a:lnTo>
                <a:lnTo>
                  <a:pt x="2373554" y="191698"/>
                </a:lnTo>
                <a:lnTo>
                  <a:pt x="2374961" y="190541"/>
                </a:lnTo>
                <a:lnTo>
                  <a:pt x="2376329" y="189322"/>
                </a:lnTo>
                <a:lnTo>
                  <a:pt x="2377658" y="188041"/>
                </a:lnTo>
                <a:lnTo>
                  <a:pt x="2378949" y="186697"/>
                </a:lnTo>
                <a:lnTo>
                  <a:pt x="2380201" y="185291"/>
                </a:lnTo>
                <a:lnTo>
                  <a:pt x="2381415" y="183822"/>
                </a:lnTo>
                <a:lnTo>
                  <a:pt x="2382584" y="182295"/>
                </a:lnTo>
                <a:lnTo>
                  <a:pt x="2383703" y="180716"/>
                </a:lnTo>
                <a:lnTo>
                  <a:pt x="2384773" y="179085"/>
                </a:lnTo>
                <a:lnTo>
                  <a:pt x="2385793" y="177402"/>
                </a:lnTo>
                <a:lnTo>
                  <a:pt x="2386763" y="175667"/>
                </a:lnTo>
                <a:lnTo>
                  <a:pt x="2387684" y="173879"/>
                </a:lnTo>
                <a:lnTo>
                  <a:pt x="2388554" y="172039"/>
                </a:lnTo>
                <a:lnTo>
                  <a:pt x="2389375" y="170146"/>
                </a:lnTo>
                <a:lnTo>
                  <a:pt x="2390146" y="168201"/>
                </a:lnTo>
                <a:lnTo>
                  <a:pt x="2390868" y="166204"/>
                </a:lnTo>
                <a:lnTo>
                  <a:pt x="2391540" y="164155"/>
                </a:lnTo>
                <a:lnTo>
                  <a:pt x="2392161" y="162053"/>
                </a:lnTo>
                <a:lnTo>
                  <a:pt x="2392734" y="159899"/>
                </a:lnTo>
                <a:lnTo>
                  <a:pt x="2393256" y="157693"/>
                </a:lnTo>
                <a:lnTo>
                  <a:pt x="2393729" y="155435"/>
                </a:lnTo>
                <a:lnTo>
                  <a:pt x="2394152" y="153124"/>
                </a:lnTo>
                <a:lnTo>
                  <a:pt x="2394525" y="150761"/>
                </a:lnTo>
                <a:lnTo>
                  <a:pt x="2394848" y="148345"/>
                </a:lnTo>
                <a:lnTo>
                  <a:pt x="2395122" y="145877"/>
                </a:lnTo>
                <a:lnTo>
                  <a:pt x="2395346" y="143357"/>
                </a:lnTo>
                <a:lnTo>
                  <a:pt x="2395520" y="140785"/>
                </a:lnTo>
                <a:lnTo>
                  <a:pt x="2395644" y="138161"/>
                </a:lnTo>
                <a:lnTo>
                  <a:pt x="2395719" y="135484"/>
                </a:lnTo>
                <a:lnTo>
                  <a:pt x="2395744" y="132754"/>
                </a:lnTo>
                <a:lnTo>
                  <a:pt x="2395719" y="129906"/>
                </a:lnTo>
                <a:lnTo>
                  <a:pt x="2395644" y="127117"/>
                </a:lnTo>
                <a:lnTo>
                  <a:pt x="2395520" y="124388"/>
                </a:lnTo>
                <a:lnTo>
                  <a:pt x="2395346" y="121718"/>
                </a:lnTo>
                <a:lnTo>
                  <a:pt x="2395122" y="119108"/>
                </a:lnTo>
                <a:lnTo>
                  <a:pt x="2394848" y="116558"/>
                </a:lnTo>
                <a:lnTo>
                  <a:pt x="2394525" y="114067"/>
                </a:lnTo>
                <a:lnTo>
                  <a:pt x="2394152" y="111635"/>
                </a:lnTo>
                <a:lnTo>
                  <a:pt x="2393729" y="109263"/>
                </a:lnTo>
                <a:lnTo>
                  <a:pt x="2393256" y="106951"/>
                </a:lnTo>
                <a:lnTo>
                  <a:pt x="2392734" y="104698"/>
                </a:lnTo>
                <a:lnTo>
                  <a:pt x="2392161" y="102504"/>
                </a:lnTo>
                <a:lnTo>
                  <a:pt x="2391540" y="100370"/>
                </a:lnTo>
                <a:lnTo>
                  <a:pt x="2390868" y="98296"/>
                </a:lnTo>
                <a:lnTo>
                  <a:pt x="2390146" y="96281"/>
                </a:lnTo>
                <a:lnTo>
                  <a:pt x="2389375" y="94326"/>
                </a:lnTo>
                <a:lnTo>
                  <a:pt x="2388554" y="92430"/>
                </a:lnTo>
                <a:lnTo>
                  <a:pt x="2387684" y="90594"/>
                </a:lnTo>
                <a:lnTo>
                  <a:pt x="2386763" y="88818"/>
                </a:lnTo>
                <a:lnTo>
                  <a:pt x="2385793" y="87101"/>
                </a:lnTo>
                <a:lnTo>
                  <a:pt x="2384773" y="85443"/>
                </a:lnTo>
                <a:lnTo>
                  <a:pt x="2383703" y="83845"/>
                </a:lnTo>
                <a:lnTo>
                  <a:pt x="2382584" y="82307"/>
                </a:lnTo>
                <a:lnTo>
                  <a:pt x="2381415" y="80828"/>
                </a:lnTo>
                <a:lnTo>
                  <a:pt x="2380201" y="79409"/>
                </a:lnTo>
                <a:lnTo>
                  <a:pt x="2378949" y="78050"/>
                </a:lnTo>
                <a:lnTo>
                  <a:pt x="2377658" y="76752"/>
                </a:lnTo>
                <a:lnTo>
                  <a:pt x="2376329" y="75514"/>
                </a:lnTo>
                <a:lnTo>
                  <a:pt x="2374961" y="74337"/>
                </a:lnTo>
                <a:lnTo>
                  <a:pt x="2373554" y="73220"/>
                </a:lnTo>
                <a:lnTo>
                  <a:pt x="2372108" y="72163"/>
                </a:lnTo>
                <a:lnTo>
                  <a:pt x="2370624" y="71167"/>
                </a:lnTo>
                <a:lnTo>
                  <a:pt x="2369101" y="70231"/>
                </a:lnTo>
                <a:lnTo>
                  <a:pt x="2367539" y="69355"/>
                </a:lnTo>
                <a:lnTo>
                  <a:pt x="2365939" y="68540"/>
                </a:lnTo>
                <a:lnTo>
                  <a:pt x="2364299" y="67785"/>
                </a:lnTo>
                <a:lnTo>
                  <a:pt x="2362622" y="67091"/>
                </a:lnTo>
                <a:lnTo>
                  <a:pt x="2360905" y="66457"/>
                </a:lnTo>
                <a:lnTo>
                  <a:pt x="2359150" y="65883"/>
                </a:lnTo>
                <a:lnTo>
                  <a:pt x="2357356" y="65370"/>
                </a:lnTo>
                <a:lnTo>
                  <a:pt x="2355524" y="64917"/>
                </a:lnTo>
                <a:lnTo>
                  <a:pt x="2353652" y="64525"/>
                </a:lnTo>
                <a:lnTo>
                  <a:pt x="2351742" y="64193"/>
                </a:lnTo>
                <a:lnTo>
                  <a:pt x="2349794" y="63921"/>
                </a:lnTo>
                <a:lnTo>
                  <a:pt x="2347806" y="63709"/>
                </a:lnTo>
                <a:lnTo>
                  <a:pt x="2345780" y="63559"/>
                </a:lnTo>
                <a:lnTo>
                  <a:pt x="2343715" y="63468"/>
                </a:lnTo>
                <a:lnTo>
                  <a:pt x="2341612" y="63438"/>
                </a:lnTo>
                <a:lnTo>
                  <a:pt x="2339509" y="63469"/>
                </a:lnTo>
                <a:lnTo>
                  <a:pt x="2337444" y="63561"/>
                </a:lnTo>
                <a:lnTo>
                  <a:pt x="2335418" y="63715"/>
                </a:lnTo>
                <a:lnTo>
                  <a:pt x="2333431" y="63931"/>
                </a:lnTo>
                <a:lnTo>
                  <a:pt x="2331483" y="64209"/>
                </a:lnTo>
                <a:close/>
                <a:moveTo>
                  <a:pt x="2344977" y="91274"/>
                </a:moveTo>
                <a:lnTo>
                  <a:pt x="2345600" y="91452"/>
                </a:lnTo>
                <a:lnTo>
                  <a:pt x="2346207" y="91662"/>
                </a:lnTo>
                <a:lnTo>
                  <a:pt x="2346797" y="91904"/>
                </a:lnTo>
                <a:lnTo>
                  <a:pt x="2347370" y="92179"/>
                </a:lnTo>
                <a:lnTo>
                  <a:pt x="2347927" y="92486"/>
                </a:lnTo>
                <a:lnTo>
                  <a:pt x="2348468" y="92826"/>
                </a:lnTo>
                <a:lnTo>
                  <a:pt x="2348991" y="93197"/>
                </a:lnTo>
                <a:lnTo>
                  <a:pt x="2349498" y="93601"/>
                </a:lnTo>
                <a:lnTo>
                  <a:pt x="2349989" y="94038"/>
                </a:lnTo>
                <a:lnTo>
                  <a:pt x="2350463" y="94507"/>
                </a:lnTo>
                <a:lnTo>
                  <a:pt x="2350920" y="95008"/>
                </a:lnTo>
                <a:lnTo>
                  <a:pt x="2351361" y="95541"/>
                </a:lnTo>
                <a:lnTo>
                  <a:pt x="2351785" y="96107"/>
                </a:lnTo>
                <a:lnTo>
                  <a:pt x="2352193" y="96705"/>
                </a:lnTo>
                <a:lnTo>
                  <a:pt x="2352584" y="97335"/>
                </a:lnTo>
                <a:lnTo>
                  <a:pt x="2352959" y="97998"/>
                </a:lnTo>
                <a:lnTo>
                  <a:pt x="2353317" y="98693"/>
                </a:lnTo>
                <a:lnTo>
                  <a:pt x="2353658" y="99420"/>
                </a:lnTo>
                <a:lnTo>
                  <a:pt x="2353983" y="100180"/>
                </a:lnTo>
                <a:lnTo>
                  <a:pt x="2354292" y="100979"/>
                </a:lnTo>
                <a:lnTo>
                  <a:pt x="2354589" y="101828"/>
                </a:lnTo>
                <a:lnTo>
                  <a:pt x="2354872" y="102724"/>
                </a:lnTo>
                <a:lnTo>
                  <a:pt x="2355143" y="103670"/>
                </a:lnTo>
                <a:lnTo>
                  <a:pt x="2355400" y="104663"/>
                </a:lnTo>
                <a:lnTo>
                  <a:pt x="2355644" y="105705"/>
                </a:lnTo>
                <a:lnTo>
                  <a:pt x="2355875" y="106796"/>
                </a:lnTo>
                <a:lnTo>
                  <a:pt x="2356092" y="107935"/>
                </a:lnTo>
                <a:lnTo>
                  <a:pt x="2356296" y="109123"/>
                </a:lnTo>
                <a:lnTo>
                  <a:pt x="2356488" y="110359"/>
                </a:lnTo>
                <a:lnTo>
                  <a:pt x="2356666" y="111643"/>
                </a:lnTo>
                <a:lnTo>
                  <a:pt x="2356830" y="112976"/>
                </a:lnTo>
                <a:lnTo>
                  <a:pt x="2356982" y="114358"/>
                </a:lnTo>
                <a:lnTo>
                  <a:pt x="2357120" y="115788"/>
                </a:lnTo>
                <a:lnTo>
                  <a:pt x="2357246" y="117266"/>
                </a:lnTo>
                <a:lnTo>
                  <a:pt x="2357358" y="118793"/>
                </a:lnTo>
                <a:lnTo>
                  <a:pt x="2357457" y="120369"/>
                </a:lnTo>
                <a:lnTo>
                  <a:pt x="2357542" y="121993"/>
                </a:lnTo>
                <a:lnTo>
                  <a:pt x="2357615" y="123665"/>
                </a:lnTo>
                <a:lnTo>
                  <a:pt x="2357674" y="125386"/>
                </a:lnTo>
                <a:lnTo>
                  <a:pt x="2357720" y="127155"/>
                </a:lnTo>
                <a:lnTo>
                  <a:pt x="2357753" y="128973"/>
                </a:lnTo>
                <a:lnTo>
                  <a:pt x="2357773" y="130840"/>
                </a:lnTo>
                <a:lnTo>
                  <a:pt x="2357780" y="132754"/>
                </a:lnTo>
                <a:lnTo>
                  <a:pt x="2357773" y="134649"/>
                </a:lnTo>
                <a:lnTo>
                  <a:pt x="2357753" y="136497"/>
                </a:lnTo>
                <a:lnTo>
                  <a:pt x="2357720" y="138298"/>
                </a:lnTo>
                <a:lnTo>
                  <a:pt x="2357674" y="140051"/>
                </a:lnTo>
                <a:lnTo>
                  <a:pt x="2357615" y="141757"/>
                </a:lnTo>
                <a:lnTo>
                  <a:pt x="2357542" y="143416"/>
                </a:lnTo>
                <a:lnTo>
                  <a:pt x="2357457" y="145028"/>
                </a:lnTo>
                <a:lnTo>
                  <a:pt x="2357358" y="146593"/>
                </a:lnTo>
                <a:lnTo>
                  <a:pt x="2357246" y="148110"/>
                </a:lnTo>
                <a:lnTo>
                  <a:pt x="2357120" y="149580"/>
                </a:lnTo>
                <a:lnTo>
                  <a:pt x="2356982" y="151003"/>
                </a:lnTo>
                <a:lnTo>
                  <a:pt x="2356830" y="152379"/>
                </a:lnTo>
                <a:lnTo>
                  <a:pt x="2356666" y="153708"/>
                </a:lnTo>
                <a:lnTo>
                  <a:pt x="2356488" y="154989"/>
                </a:lnTo>
                <a:lnTo>
                  <a:pt x="2356296" y="156224"/>
                </a:lnTo>
                <a:lnTo>
                  <a:pt x="2356092" y="157411"/>
                </a:lnTo>
                <a:lnTo>
                  <a:pt x="2355875" y="158551"/>
                </a:lnTo>
                <a:lnTo>
                  <a:pt x="2355644" y="159644"/>
                </a:lnTo>
                <a:lnTo>
                  <a:pt x="2355400" y="160689"/>
                </a:lnTo>
                <a:lnTo>
                  <a:pt x="2355143" y="161688"/>
                </a:lnTo>
                <a:lnTo>
                  <a:pt x="2354872" y="162639"/>
                </a:lnTo>
                <a:lnTo>
                  <a:pt x="2354589" y="163543"/>
                </a:lnTo>
                <a:lnTo>
                  <a:pt x="2354292" y="164400"/>
                </a:lnTo>
                <a:lnTo>
                  <a:pt x="2353983" y="165210"/>
                </a:lnTo>
                <a:lnTo>
                  <a:pt x="2353658" y="165979"/>
                </a:lnTo>
                <a:lnTo>
                  <a:pt x="2353317" y="166716"/>
                </a:lnTo>
                <a:lnTo>
                  <a:pt x="2352959" y="167420"/>
                </a:lnTo>
                <a:lnTo>
                  <a:pt x="2352584" y="168091"/>
                </a:lnTo>
                <a:lnTo>
                  <a:pt x="2352193" y="168729"/>
                </a:lnTo>
                <a:lnTo>
                  <a:pt x="2351785" y="169335"/>
                </a:lnTo>
                <a:lnTo>
                  <a:pt x="2351361" y="169908"/>
                </a:lnTo>
                <a:lnTo>
                  <a:pt x="2350920" y="170448"/>
                </a:lnTo>
                <a:lnTo>
                  <a:pt x="2350463" y="170956"/>
                </a:lnTo>
                <a:lnTo>
                  <a:pt x="2349989" y="171430"/>
                </a:lnTo>
                <a:lnTo>
                  <a:pt x="2349498" y="171872"/>
                </a:lnTo>
                <a:lnTo>
                  <a:pt x="2348991" y="172282"/>
                </a:lnTo>
                <a:lnTo>
                  <a:pt x="2348468" y="172658"/>
                </a:lnTo>
                <a:lnTo>
                  <a:pt x="2347927" y="173002"/>
                </a:lnTo>
                <a:lnTo>
                  <a:pt x="2347370" y="173313"/>
                </a:lnTo>
                <a:lnTo>
                  <a:pt x="2346797" y="173591"/>
                </a:lnTo>
                <a:lnTo>
                  <a:pt x="2346207" y="173837"/>
                </a:lnTo>
                <a:lnTo>
                  <a:pt x="2345600" y="174050"/>
                </a:lnTo>
                <a:lnTo>
                  <a:pt x="2344977" y="174230"/>
                </a:lnTo>
                <a:lnTo>
                  <a:pt x="2344337" y="174377"/>
                </a:lnTo>
                <a:lnTo>
                  <a:pt x="2343681" y="174492"/>
                </a:lnTo>
                <a:lnTo>
                  <a:pt x="2343008" y="174573"/>
                </a:lnTo>
                <a:lnTo>
                  <a:pt x="2342318" y="174622"/>
                </a:lnTo>
                <a:lnTo>
                  <a:pt x="2341612" y="174639"/>
                </a:lnTo>
                <a:lnTo>
                  <a:pt x="2340906" y="174623"/>
                </a:lnTo>
                <a:lnTo>
                  <a:pt x="2340217" y="174574"/>
                </a:lnTo>
                <a:lnTo>
                  <a:pt x="2339544" y="174493"/>
                </a:lnTo>
                <a:lnTo>
                  <a:pt x="2338888" y="174380"/>
                </a:lnTo>
                <a:lnTo>
                  <a:pt x="2338248" y="174235"/>
                </a:lnTo>
                <a:lnTo>
                  <a:pt x="2337625" y="174057"/>
                </a:lnTo>
                <a:lnTo>
                  <a:pt x="2337019" y="173847"/>
                </a:lnTo>
                <a:lnTo>
                  <a:pt x="2336429" y="173605"/>
                </a:lnTo>
                <a:lnTo>
                  <a:pt x="2335856" y="173330"/>
                </a:lnTo>
                <a:lnTo>
                  <a:pt x="2335299" y="173023"/>
                </a:lnTo>
                <a:lnTo>
                  <a:pt x="2334759" y="172684"/>
                </a:lnTo>
                <a:lnTo>
                  <a:pt x="2334235" y="172312"/>
                </a:lnTo>
                <a:lnTo>
                  <a:pt x="2333728" y="171908"/>
                </a:lnTo>
                <a:lnTo>
                  <a:pt x="2333238" y="171472"/>
                </a:lnTo>
                <a:lnTo>
                  <a:pt x="2332764" y="171004"/>
                </a:lnTo>
                <a:lnTo>
                  <a:pt x="2332307" y="170503"/>
                </a:lnTo>
                <a:lnTo>
                  <a:pt x="2331866" y="169970"/>
                </a:lnTo>
                <a:lnTo>
                  <a:pt x="2331442" y="169404"/>
                </a:lnTo>
                <a:lnTo>
                  <a:pt x="2331034" y="168806"/>
                </a:lnTo>
                <a:lnTo>
                  <a:pt x="2330643" y="168176"/>
                </a:lnTo>
                <a:lnTo>
                  <a:pt x="2330269" y="167514"/>
                </a:lnTo>
                <a:lnTo>
                  <a:pt x="2329911" y="166819"/>
                </a:lnTo>
                <a:lnTo>
                  <a:pt x="2329570" y="166092"/>
                </a:lnTo>
                <a:lnTo>
                  <a:pt x="2329245" y="165333"/>
                </a:lnTo>
                <a:lnTo>
                  <a:pt x="2328935" y="164532"/>
                </a:lnTo>
                <a:lnTo>
                  <a:pt x="2328639" y="163683"/>
                </a:lnTo>
                <a:lnTo>
                  <a:pt x="2328355" y="162783"/>
                </a:lnTo>
                <a:lnTo>
                  <a:pt x="2328085" y="161835"/>
                </a:lnTo>
                <a:lnTo>
                  <a:pt x="2327828" y="160837"/>
                </a:lnTo>
                <a:lnTo>
                  <a:pt x="2327584" y="159790"/>
                </a:lnTo>
                <a:lnTo>
                  <a:pt x="2327353" y="158694"/>
                </a:lnTo>
                <a:lnTo>
                  <a:pt x="2327135" y="157548"/>
                </a:lnTo>
                <a:lnTo>
                  <a:pt x="2326931" y="156353"/>
                </a:lnTo>
                <a:lnTo>
                  <a:pt x="2326740" y="155108"/>
                </a:lnTo>
                <a:lnTo>
                  <a:pt x="2326562" y="153815"/>
                </a:lnTo>
                <a:lnTo>
                  <a:pt x="2326397" y="152472"/>
                </a:lnTo>
                <a:lnTo>
                  <a:pt x="2326246" y="151079"/>
                </a:lnTo>
                <a:lnTo>
                  <a:pt x="2326107" y="149638"/>
                </a:lnTo>
                <a:lnTo>
                  <a:pt x="2325982" y="148147"/>
                </a:lnTo>
                <a:lnTo>
                  <a:pt x="2325870" y="146606"/>
                </a:lnTo>
                <a:lnTo>
                  <a:pt x="2325771" y="145017"/>
                </a:lnTo>
                <a:lnTo>
                  <a:pt x="2325685" y="143378"/>
                </a:lnTo>
                <a:lnTo>
                  <a:pt x="2325613" y="141689"/>
                </a:lnTo>
                <a:lnTo>
                  <a:pt x="2325553" y="139952"/>
                </a:lnTo>
                <a:lnTo>
                  <a:pt x="2325507" y="138165"/>
                </a:lnTo>
                <a:lnTo>
                  <a:pt x="2325474" y="136328"/>
                </a:lnTo>
                <a:lnTo>
                  <a:pt x="2325454" y="134443"/>
                </a:lnTo>
                <a:lnTo>
                  <a:pt x="2325448" y="132508"/>
                </a:lnTo>
                <a:lnTo>
                  <a:pt x="2325454" y="130633"/>
                </a:lnTo>
                <a:lnTo>
                  <a:pt x="2325474" y="128805"/>
                </a:lnTo>
                <a:lnTo>
                  <a:pt x="2325507" y="127022"/>
                </a:lnTo>
                <a:lnTo>
                  <a:pt x="2325553" y="125287"/>
                </a:lnTo>
                <a:lnTo>
                  <a:pt x="2325613" y="123597"/>
                </a:lnTo>
                <a:lnTo>
                  <a:pt x="2325685" y="121954"/>
                </a:lnTo>
                <a:lnTo>
                  <a:pt x="2325771" y="120357"/>
                </a:lnTo>
                <a:lnTo>
                  <a:pt x="2325870" y="118807"/>
                </a:lnTo>
                <a:lnTo>
                  <a:pt x="2325982" y="117303"/>
                </a:lnTo>
                <a:lnTo>
                  <a:pt x="2326107" y="115845"/>
                </a:lnTo>
                <a:lnTo>
                  <a:pt x="2326246" y="114434"/>
                </a:lnTo>
                <a:lnTo>
                  <a:pt x="2326397" y="113069"/>
                </a:lnTo>
                <a:lnTo>
                  <a:pt x="2326562" y="111750"/>
                </a:lnTo>
                <a:lnTo>
                  <a:pt x="2326740" y="110478"/>
                </a:lnTo>
                <a:lnTo>
                  <a:pt x="2326931" y="109252"/>
                </a:lnTo>
                <a:lnTo>
                  <a:pt x="2327135" y="108072"/>
                </a:lnTo>
                <a:lnTo>
                  <a:pt x="2327353" y="106939"/>
                </a:lnTo>
                <a:lnTo>
                  <a:pt x="2327584" y="105852"/>
                </a:lnTo>
                <a:lnTo>
                  <a:pt x="2327828" y="104811"/>
                </a:lnTo>
                <a:lnTo>
                  <a:pt x="2328085" y="103817"/>
                </a:lnTo>
                <a:lnTo>
                  <a:pt x="2328355" y="102869"/>
                </a:lnTo>
                <a:lnTo>
                  <a:pt x="2328639" y="101967"/>
                </a:lnTo>
                <a:lnTo>
                  <a:pt x="2328935" y="101112"/>
                </a:lnTo>
                <a:lnTo>
                  <a:pt x="2329245" y="100303"/>
                </a:lnTo>
                <a:lnTo>
                  <a:pt x="2329570" y="99533"/>
                </a:lnTo>
                <a:lnTo>
                  <a:pt x="2329911" y="98796"/>
                </a:lnTo>
                <a:lnTo>
                  <a:pt x="2330269" y="98092"/>
                </a:lnTo>
                <a:lnTo>
                  <a:pt x="2330643" y="97421"/>
                </a:lnTo>
                <a:lnTo>
                  <a:pt x="2331034" y="96782"/>
                </a:lnTo>
                <a:lnTo>
                  <a:pt x="2331442" y="96176"/>
                </a:lnTo>
                <a:lnTo>
                  <a:pt x="2331866" y="95603"/>
                </a:lnTo>
                <a:lnTo>
                  <a:pt x="2332307" y="95062"/>
                </a:lnTo>
                <a:lnTo>
                  <a:pt x="2332764" y="94555"/>
                </a:lnTo>
                <a:lnTo>
                  <a:pt x="2333238" y="94080"/>
                </a:lnTo>
                <a:lnTo>
                  <a:pt x="2333728" y="93638"/>
                </a:lnTo>
                <a:lnTo>
                  <a:pt x="2334235" y="93228"/>
                </a:lnTo>
                <a:lnTo>
                  <a:pt x="2334759" y="92852"/>
                </a:lnTo>
                <a:lnTo>
                  <a:pt x="2335299" y="92508"/>
                </a:lnTo>
                <a:lnTo>
                  <a:pt x="2335856" y="92196"/>
                </a:lnTo>
                <a:lnTo>
                  <a:pt x="2336429" y="91918"/>
                </a:lnTo>
                <a:lnTo>
                  <a:pt x="2337019" y="91672"/>
                </a:lnTo>
                <a:lnTo>
                  <a:pt x="2337625" y="91459"/>
                </a:lnTo>
                <a:lnTo>
                  <a:pt x="2338248" y="91279"/>
                </a:lnTo>
                <a:lnTo>
                  <a:pt x="2338888" y="91132"/>
                </a:lnTo>
                <a:lnTo>
                  <a:pt x="2339544" y="91017"/>
                </a:lnTo>
                <a:lnTo>
                  <a:pt x="2340217" y="90935"/>
                </a:lnTo>
                <a:lnTo>
                  <a:pt x="2340906" y="90886"/>
                </a:lnTo>
                <a:lnTo>
                  <a:pt x="2341612" y="90870"/>
                </a:lnTo>
                <a:lnTo>
                  <a:pt x="2342318" y="90886"/>
                </a:lnTo>
                <a:lnTo>
                  <a:pt x="2343008" y="90935"/>
                </a:lnTo>
                <a:lnTo>
                  <a:pt x="2343681" y="91015"/>
                </a:lnTo>
                <a:lnTo>
                  <a:pt x="2344337" y="91129"/>
                </a:lnTo>
                <a:lnTo>
                  <a:pt x="2344977" y="91274"/>
                </a:lnTo>
                <a:close/>
                <a:moveTo>
                  <a:pt x="2153751" y="67601"/>
                </a:moveTo>
                <a:lnTo>
                  <a:pt x="2153751" y="197661"/>
                </a:lnTo>
                <a:lnTo>
                  <a:pt x="2190736" y="197661"/>
                </a:lnTo>
                <a:lnTo>
                  <a:pt x="2190736" y="67601"/>
                </a:lnTo>
                <a:lnTo>
                  <a:pt x="2153751" y="67601"/>
                </a:lnTo>
                <a:close/>
                <a:moveTo>
                  <a:pt x="1429837" y="50928"/>
                </a:moveTo>
                <a:lnTo>
                  <a:pt x="1428842" y="51503"/>
                </a:lnTo>
                <a:lnTo>
                  <a:pt x="1427852" y="52065"/>
                </a:lnTo>
                <a:lnTo>
                  <a:pt x="1426867" y="52615"/>
                </a:lnTo>
                <a:lnTo>
                  <a:pt x="1425888" y="53152"/>
                </a:lnTo>
                <a:lnTo>
                  <a:pt x="1424914" y="53676"/>
                </a:lnTo>
                <a:lnTo>
                  <a:pt x="1423946" y="54188"/>
                </a:lnTo>
                <a:lnTo>
                  <a:pt x="1422983" y="54687"/>
                </a:lnTo>
                <a:lnTo>
                  <a:pt x="1422026" y="55173"/>
                </a:lnTo>
                <a:lnTo>
                  <a:pt x="1421075" y="55646"/>
                </a:lnTo>
                <a:lnTo>
                  <a:pt x="1420129" y="56106"/>
                </a:lnTo>
                <a:lnTo>
                  <a:pt x="1419188" y="56554"/>
                </a:lnTo>
                <a:lnTo>
                  <a:pt x="1418254" y="56989"/>
                </a:lnTo>
                <a:lnTo>
                  <a:pt x="1417324" y="57411"/>
                </a:lnTo>
                <a:lnTo>
                  <a:pt x="1416400" y="57821"/>
                </a:lnTo>
                <a:lnTo>
                  <a:pt x="1415482" y="58218"/>
                </a:lnTo>
                <a:lnTo>
                  <a:pt x="1414569" y="58602"/>
                </a:lnTo>
                <a:lnTo>
                  <a:pt x="1413662" y="58973"/>
                </a:lnTo>
                <a:lnTo>
                  <a:pt x="1412760" y="59332"/>
                </a:lnTo>
                <a:lnTo>
                  <a:pt x="1411864" y="59678"/>
                </a:lnTo>
                <a:lnTo>
                  <a:pt x="1410973" y="60011"/>
                </a:lnTo>
                <a:lnTo>
                  <a:pt x="1410077" y="60330"/>
                </a:lnTo>
                <a:lnTo>
                  <a:pt x="1409164" y="60636"/>
                </a:lnTo>
                <a:lnTo>
                  <a:pt x="1408235" y="60929"/>
                </a:lnTo>
                <a:lnTo>
                  <a:pt x="1407289" y="61207"/>
                </a:lnTo>
                <a:lnTo>
                  <a:pt x="1406326" y="61473"/>
                </a:lnTo>
                <a:lnTo>
                  <a:pt x="1405347" y="61724"/>
                </a:lnTo>
                <a:lnTo>
                  <a:pt x="1404352" y="61962"/>
                </a:lnTo>
                <a:lnTo>
                  <a:pt x="1403339" y="62187"/>
                </a:lnTo>
                <a:lnTo>
                  <a:pt x="1402311" y="62397"/>
                </a:lnTo>
                <a:lnTo>
                  <a:pt x="1401265" y="62595"/>
                </a:lnTo>
                <a:lnTo>
                  <a:pt x="1400203" y="62778"/>
                </a:lnTo>
                <a:lnTo>
                  <a:pt x="1399125" y="62948"/>
                </a:lnTo>
                <a:lnTo>
                  <a:pt x="1398030" y="63105"/>
                </a:lnTo>
                <a:lnTo>
                  <a:pt x="1396918" y="63247"/>
                </a:lnTo>
                <a:lnTo>
                  <a:pt x="1395790" y="63377"/>
                </a:lnTo>
                <a:lnTo>
                  <a:pt x="1394645" y="63492"/>
                </a:lnTo>
                <a:lnTo>
                  <a:pt x="1393484" y="63594"/>
                </a:lnTo>
                <a:lnTo>
                  <a:pt x="1392306" y="63683"/>
                </a:lnTo>
                <a:lnTo>
                  <a:pt x="1391111" y="63757"/>
                </a:lnTo>
                <a:lnTo>
                  <a:pt x="1389900" y="63819"/>
                </a:lnTo>
                <a:lnTo>
                  <a:pt x="1388673" y="63866"/>
                </a:lnTo>
                <a:lnTo>
                  <a:pt x="1387428" y="63900"/>
                </a:lnTo>
                <a:lnTo>
                  <a:pt x="1386168" y="63921"/>
                </a:lnTo>
                <a:lnTo>
                  <a:pt x="1384890" y="63927"/>
                </a:lnTo>
                <a:lnTo>
                  <a:pt x="1382968" y="63949"/>
                </a:lnTo>
                <a:lnTo>
                  <a:pt x="1381080" y="64014"/>
                </a:lnTo>
                <a:lnTo>
                  <a:pt x="1379226" y="64123"/>
                </a:lnTo>
                <a:lnTo>
                  <a:pt x="1377406" y="64274"/>
                </a:lnTo>
                <a:lnTo>
                  <a:pt x="1375620" y="64470"/>
                </a:lnTo>
                <a:lnTo>
                  <a:pt x="1373868" y="64708"/>
                </a:lnTo>
                <a:lnTo>
                  <a:pt x="1372150" y="64990"/>
                </a:lnTo>
                <a:lnTo>
                  <a:pt x="1370466" y="65316"/>
                </a:lnTo>
                <a:lnTo>
                  <a:pt x="1368816" y="65684"/>
                </a:lnTo>
                <a:lnTo>
                  <a:pt x="1367200" y="66096"/>
                </a:lnTo>
                <a:lnTo>
                  <a:pt x="1365618" y="66552"/>
                </a:lnTo>
                <a:lnTo>
                  <a:pt x="1364070" y="67051"/>
                </a:lnTo>
                <a:lnTo>
                  <a:pt x="1362557" y="67593"/>
                </a:lnTo>
                <a:lnTo>
                  <a:pt x="1361077" y="68179"/>
                </a:lnTo>
                <a:lnTo>
                  <a:pt x="1359631" y="68808"/>
                </a:lnTo>
                <a:lnTo>
                  <a:pt x="1358219" y="69480"/>
                </a:lnTo>
                <a:lnTo>
                  <a:pt x="1356841" y="70196"/>
                </a:lnTo>
                <a:lnTo>
                  <a:pt x="1355497" y="70955"/>
                </a:lnTo>
                <a:lnTo>
                  <a:pt x="1354187" y="71758"/>
                </a:lnTo>
                <a:lnTo>
                  <a:pt x="1352912" y="72604"/>
                </a:lnTo>
                <a:lnTo>
                  <a:pt x="1351670" y="73493"/>
                </a:lnTo>
                <a:lnTo>
                  <a:pt x="1350462" y="74426"/>
                </a:lnTo>
                <a:lnTo>
                  <a:pt x="1349288" y="75402"/>
                </a:lnTo>
                <a:lnTo>
                  <a:pt x="1348148" y="76421"/>
                </a:lnTo>
                <a:lnTo>
                  <a:pt x="1347049" y="77479"/>
                </a:lnTo>
                <a:lnTo>
                  <a:pt x="1345997" y="78569"/>
                </a:lnTo>
                <a:lnTo>
                  <a:pt x="1344991" y="79693"/>
                </a:lnTo>
                <a:lnTo>
                  <a:pt x="1344033" y="80850"/>
                </a:lnTo>
                <a:lnTo>
                  <a:pt x="1343121" y="82040"/>
                </a:lnTo>
                <a:lnTo>
                  <a:pt x="1342255" y="83263"/>
                </a:lnTo>
                <a:lnTo>
                  <a:pt x="1341437" y="84520"/>
                </a:lnTo>
                <a:lnTo>
                  <a:pt x="1340665" y="85810"/>
                </a:lnTo>
                <a:lnTo>
                  <a:pt x="1339940" y="87132"/>
                </a:lnTo>
                <a:lnTo>
                  <a:pt x="1339262" y="88488"/>
                </a:lnTo>
                <a:lnTo>
                  <a:pt x="1338631" y="89877"/>
                </a:lnTo>
                <a:lnTo>
                  <a:pt x="1338046" y="91300"/>
                </a:lnTo>
                <a:lnTo>
                  <a:pt x="1337508" y="92755"/>
                </a:lnTo>
                <a:lnTo>
                  <a:pt x="1337017" y="94244"/>
                </a:lnTo>
                <a:lnTo>
                  <a:pt x="1336573" y="95766"/>
                </a:lnTo>
                <a:lnTo>
                  <a:pt x="1336176" y="97321"/>
                </a:lnTo>
                <a:lnTo>
                  <a:pt x="1335825" y="98909"/>
                </a:lnTo>
                <a:lnTo>
                  <a:pt x="1335521" y="100530"/>
                </a:lnTo>
                <a:lnTo>
                  <a:pt x="1335264" y="102185"/>
                </a:lnTo>
                <a:lnTo>
                  <a:pt x="1335053" y="103872"/>
                </a:lnTo>
                <a:lnTo>
                  <a:pt x="1334889" y="105593"/>
                </a:lnTo>
                <a:lnTo>
                  <a:pt x="1334772" y="107347"/>
                </a:lnTo>
                <a:lnTo>
                  <a:pt x="1334702" y="109134"/>
                </a:lnTo>
                <a:lnTo>
                  <a:pt x="1334679" y="110954"/>
                </a:lnTo>
                <a:lnTo>
                  <a:pt x="1334687" y="112049"/>
                </a:lnTo>
                <a:lnTo>
                  <a:pt x="1334712" y="113128"/>
                </a:lnTo>
                <a:lnTo>
                  <a:pt x="1334754" y="114192"/>
                </a:lnTo>
                <a:lnTo>
                  <a:pt x="1334812" y="115241"/>
                </a:lnTo>
                <a:lnTo>
                  <a:pt x="1334886" y="116274"/>
                </a:lnTo>
                <a:lnTo>
                  <a:pt x="1334977" y="117292"/>
                </a:lnTo>
                <a:lnTo>
                  <a:pt x="1335085" y="118295"/>
                </a:lnTo>
                <a:lnTo>
                  <a:pt x="1335210" y="119282"/>
                </a:lnTo>
                <a:lnTo>
                  <a:pt x="1335351" y="120255"/>
                </a:lnTo>
                <a:lnTo>
                  <a:pt x="1335508" y="121212"/>
                </a:lnTo>
                <a:lnTo>
                  <a:pt x="1335682" y="122153"/>
                </a:lnTo>
                <a:lnTo>
                  <a:pt x="1335873" y="123079"/>
                </a:lnTo>
                <a:lnTo>
                  <a:pt x="1336080" y="123990"/>
                </a:lnTo>
                <a:lnTo>
                  <a:pt x="1336304" y="124886"/>
                </a:lnTo>
                <a:lnTo>
                  <a:pt x="1336545" y="125766"/>
                </a:lnTo>
                <a:lnTo>
                  <a:pt x="1336802" y="126631"/>
                </a:lnTo>
                <a:lnTo>
                  <a:pt x="1337075" y="127481"/>
                </a:lnTo>
                <a:lnTo>
                  <a:pt x="1337366" y="128316"/>
                </a:lnTo>
                <a:lnTo>
                  <a:pt x="1337672" y="129135"/>
                </a:lnTo>
                <a:lnTo>
                  <a:pt x="1337996" y="129939"/>
                </a:lnTo>
                <a:lnTo>
                  <a:pt x="1338336" y="130727"/>
                </a:lnTo>
                <a:lnTo>
                  <a:pt x="1338692" y="131500"/>
                </a:lnTo>
                <a:lnTo>
                  <a:pt x="1339066" y="132258"/>
                </a:lnTo>
                <a:lnTo>
                  <a:pt x="1339455" y="133001"/>
                </a:lnTo>
                <a:lnTo>
                  <a:pt x="1339863" y="133732"/>
                </a:lnTo>
                <a:lnTo>
                  <a:pt x="1340291" y="134455"/>
                </a:lnTo>
                <a:lnTo>
                  <a:pt x="1340739" y="135171"/>
                </a:lnTo>
                <a:lnTo>
                  <a:pt x="1341207" y="135879"/>
                </a:lnTo>
                <a:lnTo>
                  <a:pt x="1341695" y="136579"/>
                </a:lnTo>
                <a:lnTo>
                  <a:pt x="1342203" y="137271"/>
                </a:lnTo>
                <a:lnTo>
                  <a:pt x="1342731" y="137956"/>
                </a:lnTo>
                <a:lnTo>
                  <a:pt x="1343279" y="138634"/>
                </a:lnTo>
                <a:lnTo>
                  <a:pt x="1343847" y="139303"/>
                </a:lnTo>
                <a:lnTo>
                  <a:pt x="1344435" y="139965"/>
                </a:lnTo>
                <a:lnTo>
                  <a:pt x="1345043" y="140620"/>
                </a:lnTo>
                <a:lnTo>
                  <a:pt x="1345671" y="141266"/>
                </a:lnTo>
                <a:lnTo>
                  <a:pt x="1346318" y="141905"/>
                </a:lnTo>
                <a:lnTo>
                  <a:pt x="1346986" y="142537"/>
                </a:lnTo>
                <a:lnTo>
                  <a:pt x="1347674" y="143160"/>
                </a:lnTo>
                <a:lnTo>
                  <a:pt x="1348382" y="143776"/>
                </a:lnTo>
                <a:lnTo>
                  <a:pt x="1349110" y="144385"/>
                </a:lnTo>
                <a:lnTo>
                  <a:pt x="1349857" y="144985"/>
                </a:lnTo>
                <a:lnTo>
                  <a:pt x="1350625" y="145578"/>
                </a:lnTo>
                <a:lnTo>
                  <a:pt x="1351413" y="146164"/>
                </a:lnTo>
                <a:lnTo>
                  <a:pt x="1352220" y="146742"/>
                </a:lnTo>
                <a:lnTo>
                  <a:pt x="1353048" y="147312"/>
                </a:lnTo>
                <a:lnTo>
                  <a:pt x="1353896" y="147874"/>
                </a:lnTo>
                <a:lnTo>
                  <a:pt x="1354763" y="148429"/>
                </a:lnTo>
                <a:lnTo>
                  <a:pt x="1354237" y="148800"/>
                </a:lnTo>
                <a:lnTo>
                  <a:pt x="1353721" y="149177"/>
                </a:lnTo>
                <a:lnTo>
                  <a:pt x="1353213" y="149560"/>
                </a:lnTo>
                <a:lnTo>
                  <a:pt x="1352716" y="149950"/>
                </a:lnTo>
                <a:lnTo>
                  <a:pt x="1352227" y="150346"/>
                </a:lnTo>
                <a:lnTo>
                  <a:pt x="1351748" y="150749"/>
                </a:lnTo>
                <a:lnTo>
                  <a:pt x="1351278" y="151157"/>
                </a:lnTo>
                <a:lnTo>
                  <a:pt x="1350817" y="151573"/>
                </a:lnTo>
                <a:lnTo>
                  <a:pt x="1350366" y="151994"/>
                </a:lnTo>
                <a:lnTo>
                  <a:pt x="1349924" y="152422"/>
                </a:lnTo>
                <a:lnTo>
                  <a:pt x="1349492" y="152857"/>
                </a:lnTo>
                <a:lnTo>
                  <a:pt x="1349069" y="153298"/>
                </a:lnTo>
                <a:lnTo>
                  <a:pt x="1348655" y="153745"/>
                </a:lnTo>
                <a:lnTo>
                  <a:pt x="1348251" y="154198"/>
                </a:lnTo>
                <a:lnTo>
                  <a:pt x="1347856" y="154658"/>
                </a:lnTo>
                <a:lnTo>
                  <a:pt x="1347470" y="155125"/>
                </a:lnTo>
                <a:lnTo>
                  <a:pt x="1347094" y="155597"/>
                </a:lnTo>
                <a:lnTo>
                  <a:pt x="1346727" y="156076"/>
                </a:lnTo>
                <a:lnTo>
                  <a:pt x="1346369" y="156562"/>
                </a:lnTo>
                <a:lnTo>
                  <a:pt x="1346021" y="157053"/>
                </a:lnTo>
                <a:lnTo>
                  <a:pt x="1345682" y="157551"/>
                </a:lnTo>
                <a:lnTo>
                  <a:pt x="1345352" y="158056"/>
                </a:lnTo>
                <a:lnTo>
                  <a:pt x="1345032" y="158567"/>
                </a:lnTo>
                <a:lnTo>
                  <a:pt x="1344721" y="159084"/>
                </a:lnTo>
                <a:lnTo>
                  <a:pt x="1344421" y="159606"/>
                </a:lnTo>
                <a:lnTo>
                  <a:pt x="1344134" y="160131"/>
                </a:lnTo>
                <a:lnTo>
                  <a:pt x="1343860" y="160659"/>
                </a:lnTo>
                <a:lnTo>
                  <a:pt x="1343599" y="161190"/>
                </a:lnTo>
                <a:lnTo>
                  <a:pt x="1343350" y="161723"/>
                </a:lnTo>
                <a:lnTo>
                  <a:pt x="1343114" y="162260"/>
                </a:lnTo>
                <a:lnTo>
                  <a:pt x="1342891" y="162800"/>
                </a:lnTo>
                <a:lnTo>
                  <a:pt x="1342680" y="163343"/>
                </a:lnTo>
                <a:lnTo>
                  <a:pt x="1342482" y="163889"/>
                </a:lnTo>
                <a:lnTo>
                  <a:pt x="1342298" y="164438"/>
                </a:lnTo>
                <a:lnTo>
                  <a:pt x="1342125" y="164989"/>
                </a:lnTo>
                <a:lnTo>
                  <a:pt x="1341966" y="165544"/>
                </a:lnTo>
                <a:lnTo>
                  <a:pt x="1341819" y="166102"/>
                </a:lnTo>
                <a:lnTo>
                  <a:pt x="1341685" y="166662"/>
                </a:lnTo>
                <a:lnTo>
                  <a:pt x="1341564" y="167226"/>
                </a:lnTo>
                <a:lnTo>
                  <a:pt x="1341456" y="167793"/>
                </a:lnTo>
                <a:lnTo>
                  <a:pt x="1341360" y="168363"/>
                </a:lnTo>
                <a:lnTo>
                  <a:pt x="1341277" y="168935"/>
                </a:lnTo>
                <a:lnTo>
                  <a:pt x="1341207" y="169511"/>
                </a:lnTo>
                <a:lnTo>
                  <a:pt x="1341149" y="170089"/>
                </a:lnTo>
                <a:lnTo>
                  <a:pt x="1341105" y="170671"/>
                </a:lnTo>
                <a:lnTo>
                  <a:pt x="1341073" y="171256"/>
                </a:lnTo>
                <a:lnTo>
                  <a:pt x="1341054" y="171843"/>
                </a:lnTo>
                <a:lnTo>
                  <a:pt x="1341047" y="172434"/>
                </a:lnTo>
                <a:lnTo>
                  <a:pt x="1341063" y="173405"/>
                </a:lnTo>
                <a:lnTo>
                  <a:pt x="1341109" y="174359"/>
                </a:lnTo>
                <a:lnTo>
                  <a:pt x="1341185" y="175295"/>
                </a:lnTo>
                <a:lnTo>
                  <a:pt x="1341292" y="176214"/>
                </a:lnTo>
                <a:lnTo>
                  <a:pt x="1341430" y="177115"/>
                </a:lnTo>
                <a:lnTo>
                  <a:pt x="1341598" y="177999"/>
                </a:lnTo>
                <a:lnTo>
                  <a:pt x="1341797" y="178865"/>
                </a:lnTo>
                <a:lnTo>
                  <a:pt x="1342027" y="179714"/>
                </a:lnTo>
                <a:lnTo>
                  <a:pt x="1342287" y="180546"/>
                </a:lnTo>
                <a:lnTo>
                  <a:pt x="1342578" y="181360"/>
                </a:lnTo>
                <a:lnTo>
                  <a:pt x="1342899" y="182157"/>
                </a:lnTo>
                <a:lnTo>
                  <a:pt x="1343252" y="182936"/>
                </a:lnTo>
                <a:lnTo>
                  <a:pt x="1343634" y="183698"/>
                </a:lnTo>
                <a:lnTo>
                  <a:pt x="1344047" y="184442"/>
                </a:lnTo>
                <a:lnTo>
                  <a:pt x="1344491" y="185169"/>
                </a:lnTo>
                <a:lnTo>
                  <a:pt x="1344966" y="185878"/>
                </a:lnTo>
                <a:lnTo>
                  <a:pt x="1345471" y="186570"/>
                </a:lnTo>
                <a:lnTo>
                  <a:pt x="1346007" y="187245"/>
                </a:lnTo>
                <a:lnTo>
                  <a:pt x="1346573" y="187902"/>
                </a:lnTo>
                <a:lnTo>
                  <a:pt x="1347170" y="188542"/>
                </a:lnTo>
                <a:lnTo>
                  <a:pt x="1347797" y="189164"/>
                </a:lnTo>
                <a:lnTo>
                  <a:pt x="1348456" y="189769"/>
                </a:lnTo>
                <a:lnTo>
                  <a:pt x="1349144" y="190356"/>
                </a:lnTo>
                <a:lnTo>
                  <a:pt x="1349864" y="190926"/>
                </a:lnTo>
                <a:lnTo>
                  <a:pt x="1350617" y="191476"/>
                </a:lnTo>
                <a:lnTo>
                  <a:pt x="1351406" y="192002"/>
                </a:lnTo>
                <a:lnTo>
                  <a:pt x="1352233" y="192505"/>
                </a:lnTo>
                <a:lnTo>
                  <a:pt x="1353095" y="192984"/>
                </a:lnTo>
                <a:lnTo>
                  <a:pt x="1353995" y="193440"/>
                </a:lnTo>
                <a:lnTo>
                  <a:pt x="1354930" y="193873"/>
                </a:lnTo>
                <a:lnTo>
                  <a:pt x="1355903" y="194282"/>
                </a:lnTo>
                <a:lnTo>
                  <a:pt x="1356912" y="194668"/>
                </a:lnTo>
                <a:lnTo>
                  <a:pt x="1357958" y="195030"/>
                </a:lnTo>
                <a:lnTo>
                  <a:pt x="1359040" y="195369"/>
                </a:lnTo>
                <a:lnTo>
                  <a:pt x="1360159" y="195685"/>
                </a:lnTo>
                <a:lnTo>
                  <a:pt x="1361314" y="195977"/>
                </a:lnTo>
                <a:lnTo>
                  <a:pt x="1362506" y="196246"/>
                </a:lnTo>
                <a:lnTo>
                  <a:pt x="1363735" y="196492"/>
                </a:lnTo>
                <a:lnTo>
                  <a:pt x="1365000" y="196714"/>
                </a:lnTo>
                <a:lnTo>
                  <a:pt x="1366302" y="196913"/>
                </a:lnTo>
                <a:lnTo>
                  <a:pt x="1367640" y="197088"/>
                </a:lnTo>
                <a:lnTo>
                  <a:pt x="1369015" y="197240"/>
                </a:lnTo>
                <a:lnTo>
                  <a:pt x="1370426" y="197369"/>
                </a:lnTo>
                <a:lnTo>
                  <a:pt x="1371874" y="197474"/>
                </a:lnTo>
                <a:lnTo>
                  <a:pt x="1373359" y="197556"/>
                </a:lnTo>
                <a:lnTo>
                  <a:pt x="1374880" y="197614"/>
                </a:lnTo>
                <a:lnTo>
                  <a:pt x="1376438" y="197649"/>
                </a:lnTo>
                <a:lnTo>
                  <a:pt x="1378032" y="197661"/>
                </a:lnTo>
                <a:lnTo>
                  <a:pt x="1387828" y="197661"/>
                </a:lnTo>
                <a:lnTo>
                  <a:pt x="1388514" y="197667"/>
                </a:lnTo>
                <a:lnTo>
                  <a:pt x="1389186" y="197686"/>
                </a:lnTo>
                <a:lnTo>
                  <a:pt x="1389843" y="197716"/>
                </a:lnTo>
                <a:lnTo>
                  <a:pt x="1390484" y="197760"/>
                </a:lnTo>
                <a:lnTo>
                  <a:pt x="1391111" y="197815"/>
                </a:lnTo>
                <a:lnTo>
                  <a:pt x="1391723" y="197883"/>
                </a:lnTo>
                <a:lnTo>
                  <a:pt x="1392320" y="197963"/>
                </a:lnTo>
                <a:lnTo>
                  <a:pt x="1392903" y="198055"/>
                </a:lnTo>
                <a:lnTo>
                  <a:pt x="1393470" y="198160"/>
                </a:lnTo>
                <a:lnTo>
                  <a:pt x="1394023" y="198277"/>
                </a:lnTo>
                <a:lnTo>
                  <a:pt x="1394560" y="198407"/>
                </a:lnTo>
                <a:lnTo>
                  <a:pt x="1395083" y="198549"/>
                </a:lnTo>
                <a:lnTo>
                  <a:pt x="1395591" y="198703"/>
                </a:lnTo>
                <a:lnTo>
                  <a:pt x="1396084" y="198869"/>
                </a:lnTo>
                <a:lnTo>
                  <a:pt x="1396562" y="199048"/>
                </a:lnTo>
                <a:lnTo>
                  <a:pt x="1397025" y="199239"/>
                </a:lnTo>
                <a:lnTo>
                  <a:pt x="1397473" y="199442"/>
                </a:lnTo>
                <a:lnTo>
                  <a:pt x="1397907" y="199658"/>
                </a:lnTo>
                <a:lnTo>
                  <a:pt x="1398325" y="199886"/>
                </a:lnTo>
                <a:lnTo>
                  <a:pt x="1398729" y="200127"/>
                </a:lnTo>
                <a:lnTo>
                  <a:pt x="1399118" y="200379"/>
                </a:lnTo>
                <a:lnTo>
                  <a:pt x="1399492" y="200644"/>
                </a:lnTo>
                <a:lnTo>
                  <a:pt x="1399851" y="200922"/>
                </a:lnTo>
                <a:lnTo>
                  <a:pt x="1400195" y="201211"/>
                </a:lnTo>
                <a:lnTo>
                  <a:pt x="1400525" y="201514"/>
                </a:lnTo>
                <a:lnTo>
                  <a:pt x="1400841" y="201828"/>
                </a:lnTo>
                <a:lnTo>
                  <a:pt x="1401142" y="202155"/>
                </a:lnTo>
                <a:lnTo>
                  <a:pt x="1401430" y="202495"/>
                </a:lnTo>
                <a:lnTo>
                  <a:pt x="1401704" y="202846"/>
                </a:lnTo>
                <a:lnTo>
                  <a:pt x="1401964" y="203210"/>
                </a:lnTo>
                <a:lnTo>
                  <a:pt x="1402210" y="203586"/>
                </a:lnTo>
                <a:lnTo>
                  <a:pt x="1402441" y="203975"/>
                </a:lnTo>
                <a:lnTo>
                  <a:pt x="1402659" y="204376"/>
                </a:lnTo>
                <a:lnTo>
                  <a:pt x="1402862" y="204789"/>
                </a:lnTo>
                <a:lnTo>
                  <a:pt x="1403052" y="205215"/>
                </a:lnTo>
                <a:lnTo>
                  <a:pt x="1403228" y="205652"/>
                </a:lnTo>
                <a:lnTo>
                  <a:pt x="1403389" y="206102"/>
                </a:lnTo>
                <a:lnTo>
                  <a:pt x="1403536" y="206565"/>
                </a:lnTo>
                <a:lnTo>
                  <a:pt x="1403670" y="207040"/>
                </a:lnTo>
                <a:lnTo>
                  <a:pt x="1403789" y="207527"/>
                </a:lnTo>
                <a:lnTo>
                  <a:pt x="1403894" y="208026"/>
                </a:lnTo>
                <a:lnTo>
                  <a:pt x="1403986" y="208538"/>
                </a:lnTo>
                <a:lnTo>
                  <a:pt x="1404063" y="209062"/>
                </a:lnTo>
                <a:lnTo>
                  <a:pt x="1404126" y="209598"/>
                </a:lnTo>
                <a:lnTo>
                  <a:pt x="1404175" y="210147"/>
                </a:lnTo>
                <a:lnTo>
                  <a:pt x="1404210" y="210708"/>
                </a:lnTo>
                <a:lnTo>
                  <a:pt x="1404231" y="211281"/>
                </a:lnTo>
                <a:lnTo>
                  <a:pt x="1404239" y="211867"/>
                </a:lnTo>
                <a:lnTo>
                  <a:pt x="1404202" y="213146"/>
                </a:lnTo>
                <a:lnTo>
                  <a:pt x="1404092" y="214370"/>
                </a:lnTo>
                <a:lnTo>
                  <a:pt x="1403909" y="215540"/>
                </a:lnTo>
                <a:lnTo>
                  <a:pt x="1403653" y="216656"/>
                </a:lnTo>
                <a:lnTo>
                  <a:pt x="1403324" y="217717"/>
                </a:lnTo>
                <a:lnTo>
                  <a:pt x="1402922" y="218724"/>
                </a:lnTo>
                <a:lnTo>
                  <a:pt x="1402447" y="219677"/>
                </a:lnTo>
                <a:lnTo>
                  <a:pt x="1401898" y="220575"/>
                </a:lnTo>
                <a:lnTo>
                  <a:pt x="1401276" y="221418"/>
                </a:lnTo>
                <a:lnTo>
                  <a:pt x="1400582" y="222207"/>
                </a:lnTo>
                <a:lnTo>
                  <a:pt x="1399814" y="222942"/>
                </a:lnTo>
                <a:lnTo>
                  <a:pt x="1398973" y="223622"/>
                </a:lnTo>
                <a:lnTo>
                  <a:pt x="1398058" y="224248"/>
                </a:lnTo>
                <a:lnTo>
                  <a:pt x="1397071" y="224820"/>
                </a:lnTo>
                <a:lnTo>
                  <a:pt x="1396010" y="225337"/>
                </a:lnTo>
                <a:lnTo>
                  <a:pt x="1394877" y="225799"/>
                </a:lnTo>
                <a:lnTo>
                  <a:pt x="1393670" y="226208"/>
                </a:lnTo>
                <a:lnTo>
                  <a:pt x="1392390" y="226561"/>
                </a:lnTo>
                <a:lnTo>
                  <a:pt x="1391037" y="226861"/>
                </a:lnTo>
                <a:lnTo>
                  <a:pt x="1389611" y="227106"/>
                </a:lnTo>
                <a:lnTo>
                  <a:pt x="1388112" y="227296"/>
                </a:lnTo>
                <a:lnTo>
                  <a:pt x="1386539" y="227432"/>
                </a:lnTo>
                <a:lnTo>
                  <a:pt x="1384894" y="227514"/>
                </a:lnTo>
                <a:lnTo>
                  <a:pt x="1383175" y="227541"/>
                </a:lnTo>
                <a:lnTo>
                  <a:pt x="1382188" y="227534"/>
                </a:lnTo>
                <a:lnTo>
                  <a:pt x="1381228" y="227513"/>
                </a:lnTo>
                <a:lnTo>
                  <a:pt x="1380295" y="227478"/>
                </a:lnTo>
                <a:lnTo>
                  <a:pt x="1379389" y="227429"/>
                </a:lnTo>
                <a:lnTo>
                  <a:pt x="1378509" y="227366"/>
                </a:lnTo>
                <a:lnTo>
                  <a:pt x="1377657" y="227289"/>
                </a:lnTo>
                <a:lnTo>
                  <a:pt x="1376831" y="227197"/>
                </a:lnTo>
                <a:lnTo>
                  <a:pt x="1376031" y="227092"/>
                </a:lnTo>
                <a:lnTo>
                  <a:pt x="1375259" y="226973"/>
                </a:lnTo>
                <a:lnTo>
                  <a:pt x="1374513" y="226840"/>
                </a:lnTo>
                <a:lnTo>
                  <a:pt x="1373795" y="226692"/>
                </a:lnTo>
                <a:lnTo>
                  <a:pt x="1373103" y="226531"/>
                </a:lnTo>
                <a:lnTo>
                  <a:pt x="1372437" y="226356"/>
                </a:lnTo>
                <a:lnTo>
                  <a:pt x="1371799" y="226166"/>
                </a:lnTo>
                <a:lnTo>
                  <a:pt x="1371187" y="225963"/>
                </a:lnTo>
                <a:lnTo>
                  <a:pt x="1370602" y="225745"/>
                </a:lnTo>
                <a:lnTo>
                  <a:pt x="1370044" y="225514"/>
                </a:lnTo>
                <a:lnTo>
                  <a:pt x="1369513" y="225269"/>
                </a:lnTo>
                <a:lnTo>
                  <a:pt x="1369008" y="225009"/>
                </a:lnTo>
                <a:lnTo>
                  <a:pt x="1368531" y="224735"/>
                </a:lnTo>
                <a:lnTo>
                  <a:pt x="1368080" y="224448"/>
                </a:lnTo>
                <a:lnTo>
                  <a:pt x="1367655" y="224146"/>
                </a:lnTo>
                <a:lnTo>
                  <a:pt x="1367258" y="223831"/>
                </a:lnTo>
                <a:lnTo>
                  <a:pt x="1366887" y="223501"/>
                </a:lnTo>
                <a:lnTo>
                  <a:pt x="1366538" y="223155"/>
                </a:lnTo>
                <a:lnTo>
                  <a:pt x="1366203" y="222791"/>
                </a:lnTo>
                <a:lnTo>
                  <a:pt x="1365883" y="222409"/>
                </a:lnTo>
                <a:lnTo>
                  <a:pt x="1365578" y="222008"/>
                </a:lnTo>
                <a:lnTo>
                  <a:pt x="1365287" y="221589"/>
                </a:lnTo>
                <a:lnTo>
                  <a:pt x="1365012" y="221152"/>
                </a:lnTo>
                <a:lnTo>
                  <a:pt x="1364752" y="220696"/>
                </a:lnTo>
                <a:lnTo>
                  <a:pt x="1364506" y="220222"/>
                </a:lnTo>
                <a:lnTo>
                  <a:pt x="1364275" y="219730"/>
                </a:lnTo>
                <a:lnTo>
                  <a:pt x="1364059" y="219219"/>
                </a:lnTo>
                <a:lnTo>
                  <a:pt x="1363858" y="218691"/>
                </a:lnTo>
                <a:lnTo>
                  <a:pt x="1363672" y="218143"/>
                </a:lnTo>
                <a:lnTo>
                  <a:pt x="1363501" y="217578"/>
                </a:lnTo>
                <a:lnTo>
                  <a:pt x="1363345" y="216994"/>
                </a:lnTo>
                <a:lnTo>
                  <a:pt x="1363204" y="216392"/>
                </a:lnTo>
                <a:lnTo>
                  <a:pt x="1363077" y="215772"/>
                </a:lnTo>
                <a:lnTo>
                  <a:pt x="1362965" y="215134"/>
                </a:lnTo>
                <a:lnTo>
                  <a:pt x="1362869" y="214477"/>
                </a:lnTo>
                <a:lnTo>
                  <a:pt x="1362787" y="213801"/>
                </a:lnTo>
                <a:lnTo>
                  <a:pt x="1362720" y="213108"/>
                </a:lnTo>
                <a:lnTo>
                  <a:pt x="1362668" y="212396"/>
                </a:lnTo>
                <a:lnTo>
                  <a:pt x="1362630" y="211666"/>
                </a:lnTo>
                <a:lnTo>
                  <a:pt x="1362608" y="210918"/>
                </a:lnTo>
                <a:lnTo>
                  <a:pt x="1362601" y="210151"/>
                </a:lnTo>
                <a:lnTo>
                  <a:pt x="1329779" y="210151"/>
                </a:lnTo>
                <a:lnTo>
                  <a:pt x="1329799" y="211848"/>
                </a:lnTo>
                <a:lnTo>
                  <a:pt x="1329859" y="213510"/>
                </a:lnTo>
                <a:lnTo>
                  <a:pt x="1329959" y="215138"/>
                </a:lnTo>
                <a:lnTo>
                  <a:pt x="1330099" y="216730"/>
                </a:lnTo>
                <a:lnTo>
                  <a:pt x="1330279" y="218288"/>
                </a:lnTo>
                <a:lnTo>
                  <a:pt x="1330499" y="219811"/>
                </a:lnTo>
                <a:lnTo>
                  <a:pt x="1330759" y="221298"/>
                </a:lnTo>
                <a:lnTo>
                  <a:pt x="1331058" y="222751"/>
                </a:lnTo>
                <a:lnTo>
                  <a:pt x="1331398" y="224170"/>
                </a:lnTo>
                <a:lnTo>
                  <a:pt x="1331778" y="225553"/>
                </a:lnTo>
                <a:lnTo>
                  <a:pt x="1332197" y="226901"/>
                </a:lnTo>
                <a:lnTo>
                  <a:pt x="1332657" y="228215"/>
                </a:lnTo>
                <a:lnTo>
                  <a:pt x="1333157" y="229493"/>
                </a:lnTo>
                <a:lnTo>
                  <a:pt x="1333696" y="230737"/>
                </a:lnTo>
                <a:lnTo>
                  <a:pt x="1334276" y="231946"/>
                </a:lnTo>
                <a:lnTo>
                  <a:pt x="1334895" y="233120"/>
                </a:lnTo>
                <a:lnTo>
                  <a:pt x="1335555" y="234259"/>
                </a:lnTo>
                <a:lnTo>
                  <a:pt x="1336254" y="235364"/>
                </a:lnTo>
                <a:lnTo>
                  <a:pt x="1336994" y="236433"/>
                </a:lnTo>
                <a:lnTo>
                  <a:pt x="1337773" y="237468"/>
                </a:lnTo>
                <a:lnTo>
                  <a:pt x="1338592" y="238467"/>
                </a:lnTo>
                <a:lnTo>
                  <a:pt x="1339452" y="239432"/>
                </a:lnTo>
                <a:lnTo>
                  <a:pt x="1340351" y="240362"/>
                </a:lnTo>
                <a:lnTo>
                  <a:pt x="1341290" y="241257"/>
                </a:lnTo>
                <a:lnTo>
                  <a:pt x="1342282" y="242116"/>
                </a:lnTo>
                <a:lnTo>
                  <a:pt x="1343338" y="242939"/>
                </a:lnTo>
                <a:lnTo>
                  <a:pt x="1344459" y="243726"/>
                </a:lnTo>
                <a:lnTo>
                  <a:pt x="1345644" y="244475"/>
                </a:lnTo>
                <a:lnTo>
                  <a:pt x="1346895" y="245188"/>
                </a:lnTo>
                <a:lnTo>
                  <a:pt x="1348209" y="245865"/>
                </a:lnTo>
                <a:lnTo>
                  <a:pt x="1349589" y="246505"/>
                </a:lnTo>
                <a:lnTo>
                  <a:pt x="1351033" y="247108"/>
                </a:lnTo>
                <a:lnTo>
                  <a:pt x="1352541" y="247675"/>
                </a:lnTo>
                <a:lnTo>
                  <a:pt x="1354115" y="248205"/>
                </a:lnTo>
                <a:lnTo>
                  <a:pt x="1355753" y="248699"/>
                </a:lnTo>
                <a:lnTo>
                  <a:pt x="1357455" y="249156"/>
                </a:lnTo>
                <a:lnTo>
                  <a:pt x="1359223" y="249577"/>
                </a:lnTo>
                <a:lnTo>
                  <a:pt x="1361054" y="249961"/>
                </a:lnTo>
                <a:lnTo>
                  <a:pt x="1362951" y="250308"/>
                </a:lnTo>
                <a:lnTo>
                  <a:pt x="1364912" y="250619"/>
                </a:lnTo>
                <a:lnTo>
                  <a:pt x="1366938" y="250893"/>
                </a:lnTo>
                <a:lnTo>
                  <a:pt x="1369028" y="251131"/>
                </a:lnTo>
                <a:lnTo>
                  <a:pt x="1371183" y="251332"/>
                </a:lnTo>
                <a:lnTo>
                  <a:pt x="1373403" y="251496"/>
                </a:lnTo>
                <a:lnTo>
                  <a:pt x="1375687" y="251624"/>
                </a:lnTo>
                <a:lnTo>
                  <a:pt x="1378036" y="251716"/>
                </a:lnTo>
                <a:lnTo>
                  <a:pt x="1380450" y="251771"/>
                </a:lnTo>
                <a:lnTo>
                  <a:pt x="1382928" y="251789"/>
                </a:lnTo>
                <a:lnTo>
                  <a:pt x="1385233" y="251769"/>
                </a:lnTo>
                <a:lnTo>
                  <a:pt x="1387492" y="251708"/>
                </a:lnTo>
                <a:lnTo>
                  <a:pt x="1389708" y="251607"/>
                </a:lnTo>
                <a:lnTo>
                  <a:pt x="1391878" y="251466"/>
                </a:lnTo>
                <a:lnTo>
                  <a:pt x="1394004" y="251284"/>
                </a:lnTo>
                <a:lnTo>
                  <a:pt x="1396085" y="251062"/>
                </a:lnTo>
                <a:lnTo>
                  <a:pt x="1398122" y="250799"/>
                </a:lnTo>
                <a:lnTo>
                  <a:pt x="1400114" y="250496"/>
                </a:lnTo>
                <a:lnTo>
                  <a:pt x="1402061" y="250153"/>
                </a:lnTo>
                <a:lnTo>
                  <a:pt x="1403964" y="249769"/>
                </a:lnTo>
                <a:lnTo>
                  <a:pt x="1405822" y="249345"/>
                </a:lnTo>
                <a:lnTo>
                  <a:pt x="1407635" y="248880"/>
                </a:lnTo>
                <a:lnTo>
                  <a:pt x="1409403" y="248375"/>
                </a:lnTo>
                <a:lnTo>
                  <a:pt x="1411127" y="247830"/>
                </a:lnTo>
                <a:lnTo>
                  <a:pt x="1412807" y="247244"/>
                </a:lnTo>
                <a:lnTo>
                  <a:pt x="1414441" y="246618"/>
                </a:lnTo>
                <a:lnTo>
                  <a:pt x="1416031" y="245952"/>
                </a:lnTo>
                <a:lnTo>
                  <a:pt x="1417577" y="245245"/>
                </a:lnTo>
                <a:lnTo>
                  <a:pt x="1419078" y="244497"/>
                </a:lnTo>
                <a:lnTo>
                  <a:pt x="1420534" y="243710"/>
                </a:lnTo>
                <a:lnTo>
                  <a:pt x="1421945" y="242881"/>
                </a:lnTo>
                <a:lnTo>
                  <a:pt x="1423312" y="242013"/>
                </a:lnTo>
                <a:lnTo>
                  <a:pt x="1424634" y="241104"/>
                </a:lnTo>
                <a:lnTo>
                  <a:pt x="1425911" y="240155"/>
                </a:lnTo>
                <a:lnTo>
                  <a:pt x="1427141" y="239172"/>
                </a:lnTo>
                <a:lnTo>
                  <a:pt x="1428318" y="238163"/>
                </a:lnTo>
                <a:lnTo>
                  <a:pt x="1429442" y="237126"/>
                </a:lnTo>
                <a:lnTo>
                  <a:pt x="1430515" y="236063"/>
                </a:lnTo>
                <a:lnTo>
                  <a:pt x="1431535" y="234973"/>
                </a:lnTo>
                <a:lnTo>
                  <a:pt x="1432502" y="233857"/>
                </a:lnTo>
                <a:lnTo>
                  <a:pt x="1433418" y="232713"/>
                </a:lnTo>
                <a:lnTo>
                  <a:pt x="1434281" y="231543"/>
                </a:lnTo>
                <a:lnTo>
                  <a:pt x="1435092" y="230346"/>
                </a:lnTo>
                <a:lnTo>
                  <a:pt x="1435850" y="229122"/>
                </a:lnTo>
                <a:lnTo>
                  <a:pt x="1436556" y="227871"/>
                </a:lnTo>
                <a:lnTo>
                  <a:pt x="1437210" y="226594"/>
                </a:lnTo>
                <a:lnTo>
                  <a:pt x="1437812" y="225289"/>
                </a:lnTo>
                <a:lnTo>
                  <a:pt x="1438361" y="223958"/>
                </a:lnTo>
                <a:lnTo>
                  <a:pt x="1438858" y="222600"/>
                </a:lnTo>
                <a:lnTo>
                  <a:pt x="1439303" y="221215"/>
                </a:lnTo>
                <a:lnTo>
                  <a:pt x="1439695" y="219804"/>
                </a:lnTo>
                <a:lnTo>
                  <a:pt x="1440035" y="218365"/>
                </a:lnTo>
                <a:lnTo>
                  <a:pt x="1440323" y="216900"/>
                </a:lnTo>
                <a:lnTo>
                  <a:pt x="1440558" y="215408"/>
                </a:lnTo>
                <a:lnTo>
                  <a:pt x="1440741" y="213889"/>
                </a:lnTo>
                <a:lnTo>
                  <a:pt x="1440872" y="212344"/>
                </a:lnTo>
                <a:lnTo>
                  <a:pt x="1440950" y="210771"/>
                </a:lnTo>
                <a:lnTo>
                  <a:pt x="1440977" y="209172"/>
                </a:lnTo>
                <a:lnTo>
                  <a:pt x="1440956" y="207835"/>
                </a:lnTo>
                <a:lnTo>
                  <a:pt x="1440894" y="206519"/>
                </a:lnTo>
                <a:lnTo>
                  <a:pt x="1440791" y="205223"/>
                </a:lnTo>
                <a:lnTo>
                  <a:pt x="1440647" y="203947"/>
                </a:lnTo>
                <a:lnTo>
                  <a:pt x="1440461" y="202692"/>
                </a:lnTo>
                <a:lnTo>
                  <a:pt x="1440234" y="201457"/>
                </a:lnTo>
                <a:lnTo>
                  <a:pt x="1439966" y="200243"/>
                </a:lnTo>
                <a:lnTo>
                  <a:pt x="1439657" y="199049"/>
                </a:lnTo>
                <a:lnTo>
                  <a:pt x="1439306" y="197876"/>
                </a:lnTo>
                <a:lnTo>
                  <a:pt x="1438914" y="196723"/>
                </a:lnTo>
                <a:lnTo>
                  <a:pt x="1438481" y="195590"/>
                </a:lnTo>
                <a:lnTo>
                  <a:pt x="1438006" y="194478"/>
                </a:lnTo>
                <a:lnTo>
                  <a:pt x="1437491" y="193386"/>
                </a:lnTo>
                <a:lnTo>
                  <a:pt x="1436934" y="192314"/>
                </a:lnTo>
                <a:lnTo>
                  <a:pt x="1436336" y="191263"/>
                </a:lnTo>
                <a:lnTo>
                  <a:pt x="1435696" y="190233"/>
                </a:lnTo>
                <a:lnTo>
                  <a:pt x="1435016" y="189223"/>
                </a:lnTo>
                <a:lnTo>
                  <a:pt x="1434294" y="188233"/>
                </a:lnTo>
                <a:lnTo>
                  <a:pt x="1433530" y="187263"/>
                </a:lnTo>
                <a:lnTo>
                  <a:pt x="1432726" y="186314"/>
                </a:lnTo>
                <a:lnTo>
                  <a:pt x="1431880" y="185386"/>
                </a:lnTo>
                <a:lnTo>
                  <a:pt x="1430993" y="184478"/>
                </a:lnTo>
                <a:lnTo>
                  <a:pt x="1430065" y="183590"/>
                </a:lnTo>
                <a:lnTo>
                  <a:pt x="1429096" y="182723"/>
                </a:lnTo>
                <a:lnTo>
                  <a:pt x="1428090" y="181883"/>
                </a:lnTo>
                <a:lnTo>
                  <a:pt x="1427052" y="181079"/>
                </a:lnTo>
                <a:lnTo>
                  <a:pt x="1425983" y="180311"/>
                </a:lnTo>
                <a:lnTo>
                  <a:pt x="1424881" y="179579"/>
                </a:lnTo>
                <a:lnTo>
                  <a:pt x="1423748" y="178882"/>
                </a:lnTo>
                <a:lnTo>
                  <a:pt x="1422583" y="178221"/>
                </a:lnTo>
                <a:lnTo>
                  <a:pt x="1421386" y="177596"/>
                </a:lnTo>
                <a:lnTo>
                  <a:pt x="1420157" y="177007"/>
                </a:lnTo>
                <a:lnTo>
                  <a:pt x="1418896" y="176453"/>
                </a:lnTo>
                <a:lnTo>
                  <a:pt x="1417603" y="175935"/>
                </a:lnTo>
                <a:lnTo>
                  <a:pt x="1416278" y="175453"/>
                </a:lnTo>
                <a:lnTo>
                  <a:pt x="1414922" y="175006"/>
                </a:lnTo>
                <a:lnTo>
                  <a:pt x="1413533" y="174595"/>
                </a:lnTo>
                <a:lnTo>
                  <a:pt x="1412113" y="174220"/>
                </a:lnTo>
                <a:lnTo>
                  <a:pt x="1410661" y="173881"/>
                </a:lnTo>
                <a:lnTo>
                  <a:pt x="1409176" y="173577"/>
                </a:lnTo>
                <a:lnTo>
                  <a:pt x="1407660" y="173309"/>
                </a:lnTo>
                <a:lnTo>
                  <a:pt x="1406112" y="173077"/>
                </a:lnTo>
                <a:lnTo>
                  <a:pt x="1404532" y="172880"/>
                </a:lnTo>
                <a:lnTo>
                  <a:pt x="1402921" y="172720"/>
                </a:lnTo>
                <a:lnTo>
                  <a:pt x="1401277" y="172595"/>
                </a:lnTo>
                <a:lnTo>
                  <a:pt x="1399601" y="172505"/>
                </a:lnTo>
                <a:lnTo>
                  <a:pt x="1397894" y="172452"/>
                </a:lnTo>
                <a:lnTo>
                  <a:pt x="1396155" y="172434"/>
                </a:lnTo>
                <a:lnTo>
                  <a:pt x="1382928" y="172434"/>
                </a:lnTo>
                <a:lnTo>
                  <a:pt x="1382364" y="172430"/>
                </a:lnTo>
                <a:lnTo>
                  <a:pt x="1381815" y="172419"/>
                </a:lnTo>
                <a:lnTo>
                  <a:pt x="1381281" y="172399"/>
                </a:lnTo>
                <a:lnTo>
                  <a:pt x="1380761" y="172373"/>
                </a:lnTo>
                <a:lnTo>
                  <a:pt x="1380257" y="172338"/>
                </a:lnTo>
                <a:lnTo>
                  <a:pt x="1379767" y="172296"/>
                </a:lnTo>
                <a:lnTo>
                  <a:pt x="1379292" y="172246"/>
                </a:lnTo>
                <a:lnTo>
                  <a:pt x="1378832" y="172189"/>
                </a:lnTo>
                <a:lnTo>
                  <a:pt x="1378387" y="172124"/>
                </a:lnTo>
                <a:lnTo>
                  <a:pt x="1377957" y="172051"/>
                </a:lnTo>
                <a:lnTo>
                  <a:pt x="1377542" y="171971"/>
                </a:lnTo>
                <a:lnTo>
                  <a:pt x="1377142" y="171883"/>
                </a:lnTo>
                <a:lnTo>
                  <a:pt x="1376756" y="171787"/>
                </a:lnTo>
                <a:lnTo>
                  <a:pt x="1376386" y="171684"/>
                </a:lnTo>
                <a:lnTo>
                  <a:pt x="1376030" y="171572"/>
                </a:lnTo>
                <a:lnTo>
                  <a:pt x="1375689" y="171454"/>
                </a:lnTo>
                <a:lnTo>
                  <a:pt x="1375363" y="171327"/>
                </a:lnTo>
                <a:lnTo>
                  <a:pt x="1375052" y="171193"/>
                </a:lnTo>
                <a:lnTo>
                  <a:pt x="1374756" y="171052"/>
                </a:lnTo>
                <a:lnTo>
                  <a:pt x="1374475" y="170903"/>
                </a:lnTo>
                <a:lnTo>
                  <a:pt x="1374209" y="170746"/>
                </a:lnTo>
                <a:lnTo>
                  <a:pt x="1373957" y="170581"/>
                </a:lnTo>
                <a:lnTo>
                  <a:pt x="1373721" y="170409"/>
                </a:lnTo>
                <a:lnTo>
                  <a:pt x="1373499" y="170229"/>
                </a:lnTo>
                <a:lnTo>
                  <a:pt x="1373289" y="170042"/>
                </a:lnTo>
                <a:lnTo>
                  <a:pt x="1373088" y="169848"/>
                </a:lnTo>
                <a:lnTo>
                  <a:pt x="1372896" y="169647"/>
                </a:lnTo>
                <a:lnTo>
                  <a:pt x="1372713" y="169439"/>
                </a:lnTo>
                <a:lnTo>
                  <a:pt x="1372539" y="169225"/>
                </a:lnTo>
                <a:lnTo>
                  <a:pt x="1372374" y="169004"/>
                </a:lnTo>
                <a:lnTo>
                  <a:pt x="1372218" y="168776"/>
                </a:lnTo>
                <a:lnTo>
                  <a:pt x="1372070" y="168541"/>
                </a:lnTo>
                <a:lnTo>
                  <a:pt x="1371932" y="168300"/>
                </a:lnTo>
                <a:lnTo>
                  <a:pt x="1371802" y="168051"/>
                </a:lnTo>
                <a:lnTo>
                  <a:pt x="1371682" y="167796"/>
                </a:lnTo>
                <a:lnTo>
                  <a:pt x="1371570" y="167534"/>
                </a:lnTo>
                <a:lnTo>
                  <a:pt x="1371468" y="167265"/>
                </a:lnTo>
                <a:lnTo>
                  <a:pt x="1371374" y="166990"/>
                </a:lnTo>
                <a:lnTo>
                  <a:pt x="1371289" y="166708"/>
                </a:lnTo>
                <a:lnTo>
                  <a:pt x="1371213" y="166418"/>
                </a:lnTo>
                <a:lnTo>
                  <a:pt x="1371146" y="166122"/>
                </a:lnTo>
                <a:lnTo>
                  <a:pt x="1371088" y="165820"/>
                </a:lnTo>
                <a:lnTo>
                  <a:pt x="1371039" y="165510"/>
                </a:lnTo>
                <a:lnTo>
                  <a:pt x="1370999" y="165194"/>
                </a:lnTo>
                <a:lnTo>
                  <a:pt x="1370968" y="164871"/>
                </a:lnTo>
                <a:lnTo>
                  <a:pt x="1370945" y="164541"/>
                </a:lnTo>
                <a:lnTo>
                  <a:pt x="1370932" y="164204"/>
                </a:lnTo>
                <a:lnTo>
                  <a:pt x="1370928" y="163860"/>
                </a:lnTo>
                <a:lnTo>
                  <a:pt x="1370934" y="163396"/>
                </a:lnTo>
                <a:lnTo>
                  <a:pt x="1370955" y="162942"/>
                </a:lnTo>
                <a:lnTo>
                  <a:pt x="1370989" y="162498"/>
                </a:lnTo>
                <a:lnTo>
                  <a:pt x="1371036" y="162065"/>
                </a:lnTo>
                <a:lnTo>
                  <a:pt x="1371098" y="161641"/>
                </a:lnTo>
                <a:lnTo>
                  <a:pt x="1371173" y="161228"/>
                </a:lnTo>
                <a:lnTo>
                  <a:pt x="1371261" y="160825"/>
                </a:lnTo>
                <a:lnTo>
                  <a:pt x="1371363" y="160432"/>
                </a:lnTo>
                <a:lnTo>
                  <a:pt x="1371479" y="160049"/>
                </a:lnTo>
                <a:lnTo>
                  <a:pt x="1371608" y="159677"/>
                </a:lnTo>
                <a:lnTo>
                  <a:pt x="1371751" y="159315"/>
                </a:lnTo>
                <a:lnTo>
                  <a:pt x="1371908" y="158963"/>
                </a:lnTo>
                <a:lnTo>
                  <a:pt x="1372078" y="158621"/>
                </a:lnTo>
                <a:lnTo>
                  <a:pt x="1372262" y="158289"/>
                </a:lnTo>
                <a:lnTo>
                  <a:pt x="1372459" y="157968"/>
                </a:lnTo>
                <a:lnTo>
                  <a:pt x="1372670" y="157656"/>
                </a:lnTo>
                <a:lnTo>
                  <a:pt x="1372895" y="157355"/>
                </a:lnTo>
                <a:lnTo>
                  <a:pt x="1373133" y="157064"/>
                </a:lnTo>
                <a:lnTo>
                  <a:pt x="1373385" y="156784"/>
                </a:lnTo>
                <a:lnTo>
                  <a:pt x="1373650" y="156513"/>
                </a:lnTo>
                <a:lnTo>
                  <a:pt x="1373929" y="156253"/>
                </a:lnTo>
                <a:lnTo>
                  <a:pt x="1374222" y="156003"/>
                </a:lnTo>
                <a:lnTo>
                  <a:pt x="1374528" y="155763"/>
                </a:lnTo>
                <a:lnTo>
                  <a:pt x="1374848" y="155534"/>
                </a:lnTo>
                <a:lnTo>
                  <a:pt x="1375259" y="155653"/>
                </a:lnTo>
                <a:lnTo>
                  <a:pt x="1375678" y="155768"/>
                </a:lnTo>
                <a:lnTo>
                  <a:pt x="1376103" y="155878"/>
                </a:lnTo>
                <a:lnTo>
                  <a:pt x="1376534" y="155982"/>
                </a:lnTo>
                <a:lnTo>
                  <a:pt x="1376973" y="156082"/>
                </a:lnTo>
                <a:lnTo>
                  <a:pt x="1377419" y="156176"/>
                </a:lnTo>
                <a:lnTo>
                  <a:pt x="1377871" y="156265"/>
                </a:lnTo>
                <a:lnTo>
                  <a:pt x="1378330" y="156350"/>
                </a:lnTo>
                <a:lnTo>
                  <a:pt x="1378796" y="156429"/>
                </a:lnTo>
                <a:lnTo>
                  <a:pt x="1379269" y="156503"/>
                </a:lnTo>
                <a:lnTo>
                  <a:pt x="1379748" y="156571"/>
                </a:lnTo>
                <a:lnTo>
                  <a:pt x="1380234" y="156635"/>
                </a:lnTo>
                <a:lnTo>
                  <a:pt x="1380728" y="156694"/>
                </a:lnTo>
                <a:lnTo>
                  <a:pt x="1381228" y="156747"/>
                </a:lnTo>
                <a:lnTo>
                  <a:pt x="1381734" y="156796"/>
                </a:lnTo>
                <a:lnTo>
                  <a:pt x="1382248" y="156839"/>
                </a:lnTo>
                <a:lnTo>
                  <a:pt x="1382768" y="156877"/>
                </a:lnTo>
                <a:lnTo>
                  <a:pt x="1383296" y="156911"/>
                </a:lnTo>
                <a:lnTo>
                  <a:pt x="1383830" y="156939"/>
                </a:lnTo>
                <a:lnTo>
                  <a:pt x="1384370" y="156962"/>
                </a:lnTo>
                <a:lnTo>
                  <a:pt x="1384918" y="156979"/>
                </a:lnTo>
                <a:lnTo>
                  <a:pt x="1385473" y="156992"/>
                </a:lnTo>
                <a:lnTo>
                  <a:pt x="1386034" y="157000"/>
                </a:lnTo>
                <a:lnTo>
                  <a:pt x="1386602" y="157002"/>
                </a:lnTo>
                <a:lnTo>
                  <a:pt x="1388403" y="156981"/>
                </a:lnTo>
                <a:lnTo>
                  <a:pt x="1390171" y="156919"/>
                </a:lnTo>
                <a:lnTo>
                  <a:pt x="1391908" y="156815"/>
                </a:lnTo>
                <a:lnTo>
                  <a:pt x="1393613" y="156669"/>
                </a:lnTo>
                <a:lnTo>
                  <a:pt x="1395287" y="156481"/>
                </a:lnTo>
                <a:lnTo>
                  <a:pt x="1396928" y="156252"/>
                </a:lnTo>
                <a:lnTo>
                  <a:pt x="1398537" y="155981"/>
                </a:lnTo>
                <a:lnTo>
                  <a:pt x="1400115" y="155669"/>
                </a:lnTo>
                <a:lnTo>
                  <a:pt x="1401660" y="155315"/>
                </a:lnTo>
                <a:lnTo>
                  <a:pt x="1403174" y="154919"/>
                </a:lnTo>
                <a:lnTo>
                  <a:pt x="1404655" y="154481"/>
                </a:lnTo>
                <a:lnTo>
                  <a:pt x="1406105" y="154002"/>
                </a:lnTo>
                <a:lnTo>
                  <a:pt x="1407523" y="153481"/>
                </a:lnTo>
                <a:lnTo>
                  <a:pt x="1408909" y="152919"/>
                </a:lnTo>
                <a:lnTo>
                  <a:pt x="1410263" y="152315"/>
                </a:lnTo>
                <a:lnTo>
                  <a:pt x="1411586" y="151669"/>
                </a:lnTo>
                <a:lnTo>
                  <a:pt x="1412876" y="150981"/>
                </a:lnTo>
                <a:lnTo>
                  <a:pt x="1414135" y="150252"/>
                </a:lnTo>
                <a:lnTo>
                  <a:pt x="1415361" y="149481"/>
                </a:lnTo>
                <a:lnTo>
                  <a:pt x="1416556" y="148669"/>
                </a:lnTo>
                <a:lnTo>
                  <a:pt x="1417719" y="147814"/>
                </a:lnTo>
                <a:lnTo>
                  <a:pt x="1418849" y="146918"/>
                </a:lnTo>
                <a:lnTo>
                  <a:pt x="1419948" y="145981"/>
                </a:lnTo>
                <a:lnTo>
                  <a:pt x="1421015" y="145002"/>
                </a:lnTo>
                <a:lnTo>
                  <a:pt x="1422045" y="143989"/>
                </a:lnTo>
                <a:lnTo>
                  <a:pt x="1423030" y="142950"/>
                </a:lnTo>
                <a:lnTo>
                  <a:pt x="1423972" y="141886"/>
                </a:lnTo>
                <a:lnTo>
                  <a:pt x="1424870" y="140796"/>
                </a:lnTo>
                <a:lnTo>
                  <a:pt x="1425724" y="139681"/>
                </a:lnTo>
                <a:lnTo>
                  <a:pt x="1426534" y="138541"/>
                </a:lnTo>
                <a:lnTo>
                  <a:pt x="1427300" y="137374"/>
                </a:lnTo>
                <a:lnTo>
                  <a:pt x="1428023" y="136183"/>
                </a:lnTo>
                <a:lnTo>
                  <a:pt x="1428702" y="134966"/>
                </a:lnTo>
                <a:lnTo>
                  <a:pt x="1429337" y="133723"/>
                </a:lnTo>
                <a:lnTo>
                  <a:pt x="1429928" y="132455"/>
                </a:lnTo>
                <a:lnTo>
                  <a:pt x="1430476" y="131161"/>
                </a:lnTo>
                <a:lnTo>
                  <a:pt x="1430979" y="129842"/>
                </a:lnTo>
                <a:lnTo>
                  <a:pt x="1431439" y="128498"/>
                </a:lnTo>
                <a:lnTo>
                  <a:pt x="1431855" y="127128"/>
                </a:lnTo>
                <a:lnTo>
                  <a:pt x="1432228" y="125732"/>
                </a:lnTo>
                <a:lnTo>
                  <a:pt x="1432556" y="124311"/>
                </a:lnTo>
                <a:lnTo>
                  <a:pt x="1432841" y="122864"/>
                </a:lnTo>
                <a:lnTo>
                  <a:pt x="1433082" y="121392"/>
                </a:lnTo>
                <a:lnTo>
                  <a:pt x="1433279" y="119894"/>
                </a:lnTo>
                <a:lnTo>
                  <a:pt x="1433432" y="118371"/>
                </a:lnTo>
                <a:lnTo>
                  <a:pt x="1433541" y="116823"/>
                </a:lnTo>
                <a:lnTo>
                  <a:pt x="1433607" y="115249"/>
                </a:lnTo>
                <a:lnTo>
                  <a:pt x="1433629" y="113649"/>
                </a:lnTo>
                <a:lnTo>
                  <a:pt x="1433620" y="112616"/>
                </a:lnTo>
                <a:lnTo>
                  <a:pt x="1433593" y="111597"/>
                </a:lnTo>
                <a:lnTo>
                  <a:pt x="1433549" y="110593"/>
                </a:lnTo>
                <a:lnTo>
                  <a:pt x="1433486" y="109605"/>
                </a:lnTo>
                <a:lnTo>
                  <a:pt x="1433406" y="108631"/>
                </a:lnTo>
                <a:lnTo>
                  <a:pt x="1433308" y="107672"/>
                </a:lnTo>
                <a:lnTo>
                  <a:pt x="1433192" y="106728"/>
                </a:lnTo>
                <a:lnTo>
                  <a:pt x="1433058" y="105799"/>
                </a:lnTo>
                <a:lnTo>
                  <a:pt x="1432906" y="104884"/>
                </a:lnTo>
                <a:lnTo>
                  <a:pt x="1432736" y="103985"/>
                </a:lnTo>
                <a:lnTo>
                  <a:pt x="1432549" y="103100"/>
                </a:lnTo>
                <a:lnTo>
                  <a:pt x="1432343" y="102231"/>
                </a:lnTo>
                <a:lnTo>
                  <a:pt x="1432120" y="101376"/>
                </a:lnTo>
                <a:lnTo>
                  <a:pt x="1431879" y="100536"/>
                </a:lnTo>
                <a:lnTo>
                  <a:pt x="1431620" y="99711"/>
                </a:lnTo>
                <a:lnTo>
                  <a:pt x="1431343" y="98901"/>
                </a:lnTo>
                <a:lnTo>
                  <a:pt x="1431049" y="98105"/>
                </a:lnTo>
                <a:lnTo>
                  <a:pt x="1430736" y="97325"/>
                </a:lnTo>
                <a:lnTo>
                  <a:pt x="1430406" y="96560"/>
                </a:lnTo>
                <a:lnTo>
                  <a:pt x="1430058" y="95809"/>
                </a:lnTo>
                <a:lnTo>
                  <a:pt x="1429692" y="95073"/>
                </a:lnTo>
                <a:lnTo>
                  <a:pt x="1429308" y="94352"/>
                </a:lnTo>
                <a:lnTo>
                  <a:pt x="1428906" y="93646"/>
                </a:lnTo>
                <a:lnTo>
                  <a:pt x="1428486" y="92955"/>
                </a:lnTo>
                <a:lnTo>
                  <a:pt x="1428048" y="92277"/>
                </a:lnTo>
                <a:lnTo>
                  <a:pt x="1427590" y="91610"/>
                </a:lnTo>
                <a:lnTo>
                  <a:pt x="1427113" y="90955"/>
                </a:lnTo>
                <a:lnTo>
                  <a:pt x="1426616" y="90311"/>
                </a:lnTo>
                <a:lnTo>
                  <a:pt x="1426099" y="89679"/>
                </a:lnTo>
                <a:lnTo>
                  <a:pt x="1425563" y="89058"/>
                </a:lnTo>
                <a:lnTo>
                  <a:pt x="1425007" y="88449"/>
                </a:lnTo>
                <a:lnTo>
                  <a:pt x="1424432" y="87851"/>
                </a:lnTo>
                <a:lnTo>
                  <a:pt x="1423837" y="87265"/>
                </a:lnTo>
                <a:lnTo>
                  <a:pt x="1423222" y="86690"/>
                </a:lnTo>
                <a:lnTo>
                  <a:pt x="1422588" y="86127"/>
                </a:lnTo>
                <a:lnTo>
                  <a:pt x="1421935" y="85575"/>
                </a:lnTo>
                <a:lnTo>
                  <a:pt x="1421262" y="85035"/>
                </a:lnTo>
                <a:lnTo>
                  <a:pt x="1420569" y="84506"/>
                </a:lnTo>
                <a:lnTo>
                  <a:pt x="1419857" y="83988"/>
                </a:lnTo>
                <a:lnTo>
                  <a:pt x="1419125" y="83482"/>
                </a:lnTo>
                <a:lnTo>
                  <a:pt x="1418373" y="82988"/>
                </a:lnTo>
                <a:lnTo>
                  <a:pt x="1417602" y="82505"/>
                </a:lnTo>
                <a:lnTo>
                  <a:pt x="1416812" y="82034"/>
                </a:lnTo>
                <a:lnTo>
                  <a:pt x="1416002" y="81574"/>
                </a:lnTo>
                <a:lnTo>
                  <a:pt x="1415172" y="81125"/>
                </a:lnTo>
                <a:lnTo>
                  <a:pt x="1414323" y="80688"/>
                </a:lnTo>
                <a:lnTo>
                  <a:pt x="1413454" y="80263"/>
                </a:lnTo>
                <a:lnTo>
                  <a:pt x="1412565" y="79848"/>
                </a:lnTo>
                <a:lnTo>
                  <a:pt x="1414320" y="79840"/>
                </a:lnTo>
                <a:lnTo>
                  <a:pt x="1416032" y="79814"/>
                </a:lnTo>
                <a:lnTo>
                  <a:pt x="1417702" y="79772"/>
                </a:lnTo>
                <a:lnTo>
                  <a:pt x="1419329" y="79712"/>
                </a:lnTo>
                <a:lnTo>
                  <a:pt x="1420913" y="79636"/>
                </a:lnTo>
                <a:lnTo>
                  <a:pt x="1422455" y="79542"/>
                </a:lnTo>
                <a:lnTo>
                  <a:pt x="1423954" y="79432"/>
                </a:lnTo>
                <a:lnTo>
                  <a:pt x="1425411" y="79304"/>
                </a:lnTo>
                <a:lnTo>
                  <a:pt x="1426826" y="79159"/>
                </a:lnTo>
                <a:lnTo>
                  <a:pt x="1428198" y="78998"/>
                </a:lnTo>
                <a:lnTo>
                  <a:pt x="1429527" y="78819"/>
                </a:lnTo>
                <a:lnTo>
                  <a:pt x="1430814" y="78624"/>
                </a:lnTo>
                <a:lnTo>
                  <a:pt x="1432058" y="78411"/>
                </a:lnTo>
                <a:lnTo>
                  <a:pt x="1433260" y="78181"/>
                </a:lnTo>
                <a:lnTo>
                  <a:pt x="1434419" y="77935"/>
                </a:lnTo>
                <a:lnTo>
                  <a:pt x="1435536" y="77671"/>
                </a:lnTo>
                <a:lnTo>
                  <a:pt x="1436610" y="77390"/>
                </a:lnTo>
                <a:lnTo>
                  <a:pt x="1437642" y="77092"/>
                </a:lnTo>
                <a:lnTo>
                  <a:pt x="1438631" y="76778"/>
                </a:lnTo>
                <a:lnTo>
                  <a:pt x="1439578" y="76446"/>
                </a:lnTo>
                <a:lnTo>
                  <a:pt x="1440482" y="76097"/>
                </a:lnTo>
                <a:lnTo>
                  <a:pt x="1441343" y="75731"/>
                </a:lnTo>
                <a:lnTo>
                  <a:pt x="1442162" y="75349"/>
                </a:lnTo>
                <a:lnTo>
                  <a:pt x="1442939" y="74949"/>
                </a:lnTo>
                <a:lnTo>
                  <a:pt x="1433876" y="48500"/>
                </a:lnTo>
                <a:lnTo>
                  <a:pt x="1432858" y="49126"/>
                </a:lnTo>
                <a:lnTo>
                  <a:pt x="1431846" y="49739"/>
                </a:lnTo>
                <a:lnTo>
                  <a:pt x="1430839" y="50340"/>
                </a:lnTo>
                <a:lnTo>
                  <a:pt x="1429837" y="50928"/>
                </a:lnTo>
                <a:close/>
                <a:moveTo>
                  <a:pt x="1387837" y="88156"/>
                </a:moveTo>
                <a:lnTo>
                  <a:pt x="1388340" y="88254"/>
                </a:lnTo>
                <a:lnTo>
                  <a:pt x="1388832" y="88370"/>
                </a:lnTo>
                <a:lnTo>
                  <a:pt x="1389311" y="88504"/>
                </a:lnTo>
                <a:lnTo>
                  <a:pt x="1389777" y="88656"/>
                </a:lnTo>
                <a:lnTo>
                  <a:pt x="1390232" y="88825"/>
                </a:lnTo>
                <a:lnTo>
                  <a:pt x="1390674" y="89013"/>
                </a:lnTo>
                <a:lnTo>
                  <a:pt x="1391104" y="89218"/>
                </a:lnTo>
                <a:lnTo>
                  <a:pt x="1391521" y="89441"/>
                </a:lnTo>
                <a:lnTo>
                  <a:pt x="1391926" y="89682"/>
                </a:lnTo>
                <a:lnTo>
                  <a:pt x="1392319" y="89941"/>
                </a:lnTo>
                <a:lnTo>
                  <a:pt x="1392699" y="90218"/>
                </a:lnTo>
                <a:lnTo>
                  <a:pt x="1393067" y="90513"/>
                </a:lnTo>
                <a:lnTo>
                  <a:pt x="1393423" y="90825"/>
                </a:lnTo>
                <a:lnTo>
                  <a:pt x="1393767" y="91155"/>
                </a:lnTo>
                <a:lnTo>
                  <a:pt x="1394098" y="91504"/>
                </a:lnTo>
                <a:lnTo>
                  <a:pt x="1394416" y="91870"/>
                </a:lnTo>
                <a:lnTo>
                  <a:pt x="1394723" y="92254"/>
                </a:lnTo>
                <a:lnTo>
                  <a:pt x="1395017" y="92655"/>
                </a:lnTo>
                <a:lnTo>
                  <a:pt x="1395299" y="93075"/>
                </a:lnTo>
                <a:lnTo>
                  <a:pt x="1395569" y="93515"/>
                </a:lnTo>
                <a:lnTo>
                  <a:pt x="1395827" y="93978"/>
                </a:lnTo>
                <a:lnTo>
                  <a:pt x="1396074" y="94464"/>
                </a:lnTo>
                <a:lnTo>
                  <a:pt x="1396309" y="94973"/>
                </a:lnTo>
                <a:lnTo>
                  <a:pt x="1396533" y="95505"/>
                </a:lnTo>
                <a:lnTo>
                  <a:pt x="1396746" y="96060"/>
                </a:lnTo>
                <a:lnTo>
                  <a:pt x="1396947" y="96638"/>
                </a:lnTo>
                <a:lnTo>
                  <a:pt x="1397136" y="97238"/>
                </a:lnTo>
                <a:lnTo>
                  <a:pt x="1397314" y="97862"/>
                </a:lnTo>
                <a:lnTo>
                  <a:pt x="1397481" y="98509"/>
                </a:lnTo>
                <a:lnTo>
                  <a:pt x="1397636" y="99179"/>
                </a:lnTo>
                <a:lnTo>
                  <a:pt x="1397779" y="99871"/>
                </a:lnTo>
                <a:lnTo>
                  <a:pt x="1397912" y="100587"/>
                </a:lnTo>
                <a:lnTo>
                  <a:pt x="1398032" y="101326"/>
                </a:lnTo>
                <a:lnTo>
                  <a:pt x="1398141" y="102087"/>
                </a:lnTo>
                <a:lnTo>
                  <a:pt x="1398239" y="102872"/>
                </a:lnTo>
                <a:lnTo>
                  <a:pt x="1398325" y="103679"/>
                </a:lnTo>
                <a:lnTo>
                  <a:pt x="1398400" y="104510"/>
                </a:lnTo>
                <a:lnTo>
                  <a:pt x="1398463" y="105363"/>
                </a:lnTo>
                <a:lnTo>
                  <a:pt x="1398514" y="106240"/>
                </a:lnTo>
                <a:lnTo>
                  <a:pt x="1398555" y="107139"/>
                </a:lnTo>
                <a:lnTo>
                  <a:pt x="1398583" y="108062"/>
                </a:lnTo>
                <a:lnTo>
                  <a:pt x="1398601" y="109007"/>
                </a:lnTo>
                <a:lnTo>
                  <a:pt x="1398606" y="109975"/>
                </a:lnTo>
                <a:lnTo>
                  <a:pt x="1398600" y="111044"/>
                </a:lnTo>
                <a:lnTo>
                  <a:pt x="1398582" y="112085"/>
                </a:lnTo>
                <a:lnTo>
                  <a:pt x="1398553" y="113099"/>
                </a:lnTo>
                <a:lnTo>
                  <a:pt x="1398511" y="114085"/>
                </a:lnTo>
                <a:lnTo>
                  <a:pt x="1398457" y="115045"/>
                </a:lnTo>
                <a:lnTo>
                  <a:pt x="1398392" y="115977"/>
                </a:lnTo>
                <a:lnTo>
                  <a:pt x="1398314" y="116882"/>
                </a:lnTo>
                <a:lnTo>
                  <a:pt x="1398225" y="117760"/>
                </a:lnTo>
                <a:lnTo>
                  <a:pt x="1398124" y="118610"/>
                </a:lnTo>
                <a:lnTo>
                  <a:pt x="1398011" y="119434"/>
                </a:lnTo>
                <a:lnTo>
                  <a:pt x="1397886" y="120230"/>
                </a:lnTo>
                <a:lnTo>
                  <a:pt x="1397749" y="120999"/>
                </a:lnTo>
                <a:lnTo>
                  <a:pt x="1397600" y="121740"/>
                </a:lnTo>
                <a:lnTo>
                  <a:pt x="1397439" y="122455"/>
                </a:lnTo>
                <a:lnTo>
                  <a:pt x="1397266" y="123142"/>
                </a:lnTo>
                <a:lnTo>
                  <a:pt x="1397081" y="123802"/>
                </a:lnTo>
                <a:lnTo>
                  <a:pt x="1396885" y="124435"/>
                </a:lnTo>
                <a:lnTo>
                  <a:pt x="1396676" y="125040"/>
                </a:lnTo>
                <a:lnTo>
                  <a:pt x="1396456" y="125618"/>
                </a:lnTo>
                <a:lnTo>
                  <a:pt x="1396224" y="126169"/>
                </a:lnTo>
                <a:lnTo>
                  <a:pt x="1395980" y="126693"/>
                </a:lnTo>
                <a:lnTo>
                  <a:pt x="1395723" y="127190"/>
                </a:lnTo>
                <a:lnTo>
                  <a:pt x="1395455" y="127659"/>
                </a:lnTo>
                <a:lnTo>
                  <a:pt x="1395175" y="128101"/>
                </a:lnTo>
                <a:lnTo>
                  <a:pt x="1394884" y="128521"/>
                </a:lnTo>
                <a:lnTo>
                  <a:pt x="1394580" y="128923"/>
                </a:lnTo>
                <a:lnTo>
                  <a:pt x="1394265" y="129307"/>
                </a:lnTo>
                <a:lnTo>
                  <a:pt x="1393938" y="129673"/>
                </a:lnTo>
                <a:lnTo>
                  <a:pt x="1393599" y="130021"/>
                </a:lnTo>
                <a:lnTo>
                  <a:pt x="1393247" y="130351"/>
                </a:lnTo>
                <a:lnTo>
                  <a:pt x="1392884" y="130664"/>
                </a:lnTo>
                <a:lnTo>
                  <a:pt x="1392509" y="130958"/>
                </a:lnTo>
                <a:lnTo>
                  <a:pt x="1392123" y="131235"/>
                </a:lnTo>
                <a:lnTo>
                  <a:pt x="1391724" y="131494"/>
                </a:lnTo>
                <a:lnTo>
                  <a:pt x="1391313" y="131735"/>
                </a:lnTo>
                <a:lnTo>
                  <a:pt x="1390891" y="131958"/>
                </a:lnTo>
                <a:lnTo>
                  <a:pt x="1390456" y="132164"/>
                </a:lnTo>
                <a:lnTo>
                  <a:pt x="1390010" y="132351"/>
                </a:lnTo>
                <a:lnTo>
                  <a:pt x="1389551" y="132521"/>
                </a:lnTo>
                <a:lnTo>
                  <a:pt x="1389081" y="132673"/>
                </a:lnTo>
                <a:lnTo>
                  <a:pt x="1388599" y="132807"/>
                </a:lnTo>
                <a:lnTo>
                  <a:pt x="1388105" y="132923"/>
                </a:lnTo>
                <a:lnTo>
                  <a:pt x="1387599" y="133021"/>
                </a:lnTo>
                <a:lnTo>
                  <a:pt x="1387081" y="133101"/>
                </a:lnTo>
                <a:lnTo>
                  <a:pt x="1386551" y="133164"/>
                </a:lnTo>
                <a:lnTo>
                  <a:pt x="1386009" y="133208"/>
                </a:lnTo>
                <a:lnTo>
                  <a:pt x="1385456" y="133235"/>
                </a:lnTo>
                <a:lnTo>
                  <a:pt x="1384890" y="133244"/>
                </a:lnTo>
                <a:lnTo>
                  <a:pt x="1383751" y="133204"/>
                </a:lnTo>
                <a:lnTo>
                  <a:pt x="1382660" y="133086"/>
                </a:lnTo>
                <a:lnTo>
                  <a:pt x="1381618" y="132888"/>
                </a:lnTo>
                <a:lnTo>
                  <a:pt x="1380624" y="132611"/>
                </a:lnTo>
                <a:lnTo>
                  <a:pt x="1379678" y="132255"/>
                </a:lnTo>
                <a:lnTo>
                  <a:pt x="1378782" y="131820"/>
                </a:lnTo>
                <a:lnTo>
                  <a:pt x="1377933" y="131306"/>
                </a:lnTo>
                <a:lnTo>
                  <a:pt x="1377133" y="130713"/>
                </a:lnTo>
                <a:lnTo>
                  <a:pt x="1376382" y="130041"/>
                </a:lnTo>
                <a:lnTo>
                  <a:pt x="1375679" y="129289"/>
                </a:lnTo>
                <a:lnTo>
                  <a:pt x="1375024" y="128459"/>
                </a:lnTo>
                <a:lnTo>
                  <a:pt x="1374418" y="127549"/>
                </a:lnTo>
                <a:lnTo>
                  <a:pt x="1373861" y="126561"/>
                </a:lnTo>
                <a:lnTo>
                  <a:pt x="1373352" y="125493"/>
                </a:lnTo>
                <a:lnTo>
                  <a:pt x="1372891" y="124346"/>
                </a:lnTo>
                <a:lnTo>
                  <a:pt x="1372479" y="123120"/>
                </a:lnTo>
                <a:lnTo>
                  <a:pt x="1372115" y="121815"/>
                </a:lnTo>
                <a:lnTo>
                  <a:pt x="1371800" y="120431"/>
                </a:lnTo>
                <a:lnTo>
                  <a:pt x="1371534" y="118967"/>
                </a:lnTo>
                <a:lnTo>
                  <a:pt x="1371315" y="117425"/>
                </a:lnTo>
                <a:lnTo>
                  <a:pt x="1371146" y="115804"/>
                </a:lnTo>
                <a:lnTo>
                  <a:pt x="1371024" y="114103"/>
                </a:lnTo>
                <a:lnTo>
                  <a:pt x="1370952" y="112324"/>
                </a:lnTo>
                <a:lnTo>
                  <a:pt x="1370928" y="110465"/>
                </a:lnTo>
                <a:lnTo>
                  <a:pt x="1370934" y="109476"/>
                </a:lnTo>
                <a:lnTo>
                  <a:pt x="1370952" y="108512"/>
                </a:lnTo>
                <a:lnTo>
                  <a:pt x="1370983" y="107570"/>
                </a:lnTo>
                <a:lnTo>
                  <a:pt x="1371026" y="106652"/>
                </a:lnTo>
                <a:lnTo>
                  <a:pt x="1371082" y="105757"/>
                </a:lnTo>
                <a:lnTo>
                  <a:pt x="1371149" y="104885"/>
                </a:lnTo>
                <a:lnTo>
                  <a:pt x="1371230" y="104037"/>
                </a:lnTo>
                <a:lnTo>
                  <a:pt x="1371322" y="103213"/>
                </a:lnTo>
                <a:lnTo>
                  <a:pt x="1371427" y="102411"/>
                </a:lnTo>
                <a:lnTo>
                  <a:pt x="1371544" y="101634"/>
                </a:lnTo>
                <a:lnTo>
                  <a:pt x="1371673" y="100879"/>
                </a:lnTo>
                <a:lnTo>
                  <a:pt x="1371815" y="100148"/>
                </a:lnTo>
                <a:lnTo>
                  <a:pt x="1371969" y="99440"/>
                </a:lnTo>
                <a:lnTo>
                  <a:pt x="1372136" y="98756"/>
                </a:lnTo>
                <a:lnTo>
                  <a:pt x="1372314" y="98095"/>
                </a:lnTo>
                <a:lnTo>
                  <a:pt x="1372506" y="97457"/>
                </a:lnTo>
                <a:lnTo>
                  <a:pt x="1372709" y="96843"/>
                </a:lnTo>
                <a:lnTo>
                  <a:pt x="1372925" y="96252"/>
                </a:lnTo>
                <a:lnTo>
                  <a:pt x="1373153" y="95685"/>
                </a:lnTo>
                <a:lnTo>
                  <a:pt x="1373393" y="95141"/>
                </a:lnTo>
                <a:lnTo>
                  <a:pt x="1373646" y="94620"/>
                </a:lnTo>
                <a:lnTo>
                  <a:pt x="1373911" y="94123"/>
                </a:lnTo>
                <a:lnTo>
                  <a:pt x="1374188" y="93649"/>
                </a:lnTo>
                <a:lnTo>
                  <a:pt x="1374478" y="93198"/>
                </a:lnTo>
                <a:lnTo>
                  <a:pt x="1374780" y="92769"/>
                </a:lnTo>
                <a:lnTo>
                  <a:pt x="1375095" y="92357"/>
                </a:lnTo>
                <a:lnTo>
                  <a:pt x="1375422" y="91964"/>
                </a:lnTo>
                <a:lnTo>
                  <a:pt x="1375761" y="91589"/>
                </a:lnTo>
                <a:lnTo>
                  <a:pt x="1376113" y="91233"/>
                </a:lnTo>
                <a:lnTo>
                  <a:pt x="1376477" y="90894"/>
                </a:lnTo>
                <a:lnTo>
                  <a:pt x="1376853" y="90574"/>
                </a:lnTo>
                <a:lnTo>
                  <a:pt x="1377242" y="90273"/>
                </a:lnTo>
                <a:lnTo>
                  <a:pt x="1377642" y="89989"/>
                </a:lnTo>
                <a:lnTo>
                  <a:pt x="1378056" y="89724"/>
                </a:lnTo>
                <a:lnTo>
                  <a:pt x="1378481" y="89477"/>
                </a:lnTo>
                <a:lnTo>
                  <a:pt x="1378919" y="89249"/>
                </a:lnTo>
                <a:lnTo>
                  <a:pt x="1379369" y="89039"/>
                </a:lnTo>
                <a:lnTo>
                  <a:pt x="1379831" y="88847"/>
                </a:lnTo>
                <a:lnTo>
                  <a:pt x="1380306" y="88673"/>
                </a:lnTo>
                <a:lnTo>
                  <a:pt x="1380793" y="88517"/>
                </a:lnTo>
                <a:lnTo>
                  <a:pt x="1381293" y="88380"/>
                </a:lnTo>
                <a:lnTo>
                  <a:pt x="1381804" y="88261"/>
                </a:lnTo>
                <a:lnTo>
                  <a:pt x="1382328" y="88161"/>
                </a:lnTo>
                <a:lnTo>
                  <a:pt x="1382865" y="88079"/>
                </a:lnTo>
                <a:lnTo>
                  <a:pt x="1383413" y="88015"/>
                </a:lnTo>
                <a:lnTo>
                  <a:pt x="1383974" y="87969"/>
                </a:lnTo>
                <a:lnTo>
                  <a:pt x="1384548" y="87942"/>
                </a:lnTo>
                <a:lnTo>
                  <a:pt x="1385133" y="87932"/>
                </a:lnTo>
                <a:lnTo>
                  <a:pt x="1385699" y="87941"/>
                </a:lnTo>
                <a:lnTo>
                  <a:pt x="1386252" y="87968"/>
                </a:lnTo>
                <a:lnTo>
                  <a:pt x="1386792" y="88013"/>
                </a:lnTo>
                <a:lnTo>
                  <a:pt x="1387321" y="88075"/>
                </a:lnTo>
                <a:lnTo>
                  <a:pt x="1387837" y="88156"/>
                </a:lnTo>
                <a:close/>
                <a:moveTo>
                  <a:pt x="1873042" y="63629"/>
                </a:moveTo>
                <a:lnTo>
                  <a:pt x="1872267" y="63713"/>
                </a:lnTo>
                <a:lnTo>
                  <a:pt x="1871500" y="63813"/>
                </a:lnTo>
                <a:lnTo>
                  <a:pt x="1870741" y="63928"/>
                </a:lnTo>
                <a:lnTo>
                  <a:pt x="1869990" y="64058"/>
                </a:lnTo>
                <a:lnTo>
                  <a:pt x="1869246" y="64203"/>
                </a:lnTo>
                <a:lnTo>
                  <a:pt x="1868510" y="64364"/>
                </a:lnTo>
                <a:lnTo>
                  <a:pt x="1867781" y="64540"/>
                </a:lnTo>
                <a:lnTo>
                  <a:pt x="1867060" y="64732"/>
                </a:lnTo>
                <a:lnTo>
                  <a:pt x="1866347" y="64938"/>
                </a:lnTo>
                <a:lnTo>
                  <a:pt x="1865641" y="65160"/>
                </a:lnTo>
                <a:lnTo>
                  <a:pt x="1864943" y="65398"/>
                </a:lnTo>
                <a:lnTo>
                  <a:pt x="1864253" y="65650"/>
                </a:lnTo>
                <a:lnTo>
                  <a:pt x="1863570" y="65918"/>
                </a:lnTo>
                <a:lnTo>
                  <a:pt x="1862895" y="66202"/>
                </a:lnTo>
                <a:lnTo>
                  <a:pt x="1862228" y="66500"/>
                </a:lnTo>
                <a:lnTo>
                  <a:pt x="1861568" y="66814"/>
                </a:lnTo>
                <a:lnTo>
                  <a:pt x="1860916" y="67143"/>
                </a:lnTo>
                <a:lnTo>
                  <a:pt x="1860272" y="67488"/>
                </a:lnTo>
                <a:lnTo>
                  <a:pt x="1859635" y="67848"/>
                </a:lnTo>
                <a:lnTo>
                  <a:pt x="1859005" y="68224"/>
                </a:lnTo>
                <a:lnTo>
                  <a:pt x="1858379" y="68619"/>
                </a:lnTo>
                <a:lnTo>
                  <a:pt x="1857757" y="69031"/>
                </a:lnTo>
                <a:lnTo>
                  <a:pt x="1857139" y="69461"/>
                </a:lnTo>
                <a:lnTo>
                  <a:pt x="1856526" y="69908"/>
                </a:lnTo>
                <a:lnTo>
                  <a:pt x="1855917" y="70374"/>
                </a:lnTo>
                <a:lnTo>
                  <a:pt x="1855312" y="70858"/>
                </a:lnTo>
                <a:lnTo>
                  <a:pt x="1854711" y="71359"/>
                </a:lnTo>
                <a:lnTo>
                  <a:pt x="1854114" y="71878"/>
                </a:lnTo>
                <a:lnTo>
                  <a:pt x="1853522" y="72415"/>
                </a:lnTo>
                <a:lnTo>
                  <a:pt x="1852934" y="72970"/>
                </a:lnTo>
                <a:lnTo>
                  <a:pt x="1852350" y="73543"/>
                </a:lnTo>
                <a:lnTo>
                  <a:pt x="1851771" y="74133"/>
                </a:lnTo>
                <a:lnTo>
                  <a:pt x="1851196" y="74742"/>
                </a:lnTo>
                <a:lnTo>
                  <a:pt x="1850625" y="75368"/>
                </a:lnTo>
                <a:lnTo>
                  <a:pt x="1850058" y="76012"/>
                </a:lnTo>
                <a:lnTo>
                  <a:pt x="1849495" y="76674"/>
                </a:lnTo>
                <a:lnTo>
                  <a:pt x="1848937" y="77354"/>
                </a:lnTo>
                <a:lnTo>
                  <a:pt x="1848383" y="78051"/>
                </a:lnTo>
                <a:lnTo>
                  <a:pt x="1847833" y="78767"/>
                </a:lnTo>
                <a:lnTo>
                  <a:pt x="1847288" y="79500"/>
                </a:lnTo>
                <a:lnTo>
                  <a:pt x="1846746" y="80251"/>
                </a:lnTo>
                <a:lnTo>
                  <a:pt x="1846209" y="81020"/>
                </a:lnTo>
                <a:lnTo>
                  <a:pt x="1845676" y="81807"/>
                </a:lnTo>
                <a:lnTo>
                  <a:pt x="1844208" y="67601"/>
                </a:lnTo>
                <a:lnTo>
                  <a:pt x="1811386" y="67601"/>
                </a:lnTo>
                <a:lnTo>
                  <a:pt x="1811386" y="251789"/>
                </a:lnTo>
                <a:lnTo>
                  <a:pt x="1848371" y="247872"/>
                </a:lnTo>
                <a:lnTo>
                  <a:pt x="1848371" y="188845"/>
                </a:lnTo>
                <a:lnTo>
                  <a:pt x="1849217" y="189904"/>
                </a:lnTo>
                <a:lnTo>
                  <a:pt x="1850080" y="190918"/>
                </a:lnTo>
                <a:lnTo>
                  <a:pt x="1850962" y="191887"/>
                </a:lnTo>
                <a:lnTo>
                  <a:pt x="1851861" y="192811"/>
                </a:lnTo>
                <a:lnTo>
                  <a:pt x="1852779" y="193689"/>
                </a:lnTo>
                <a:lnTo>
                  <a:pt x="1853714" y="194523"/>
                </a:lnTo>
                <a:lnTo>
                  <a:pt x="1854666" y="195312"/>
                </a:lnTo>
                <a:lnTo>
                  <a:pt x="1855637" y="196056"/>
                </a:lnTo>
                <a:lnTo>
                  <a:pt x="1856626" y="196754"/>
                </a:lnTo>
                <a:lnTo>
                  <a:pt x="1857632" y="197408"/>
                </a:lnTo>
                <a:lnTo>
                  <a:pt x="1858657" y="198016"/>
                </a:lnTo>
                <a:lnTo>
                  <a:pt x="1859699" y="198579"/>
                </a:lnTo>
                <a:lnTo>
                  <a:pt x="1860759" y="199098"/>
                </a:lnTo>
                <a:lnTo>
                  <a:pt x="1861837" y="199571"/>
                </a:lnTo>
                <a:lnTo>
                  <a:pt x="1862933" y="199999"/>
                </a:lnTo>
                <a:lnTo>
                  <a:pt x="1864046" y="200382"/>
                </a:lnTo>
                <a:lnTo>
                  <a:pt x="1865178" y="200720"/>
                </a:lnTo>
                <a:lnTo>
                  <a:pt x="1866327" y="201013"/>
                </a:lnTo>
                <a:lnTo>
                  <a:pt x="1867494" y="201261"/>
                </a:lnTo>
                <a:lnTo>
                  <a:pt x="1868679" y="201464"/>
                </a:lnTo>
                <a:lnTo>
                  <a:pt x="1869882" y="201622"/>
                </a:lnTo>
                <a:lnTo>
                  <a:pt x="1871103" y="201734"/>
                </a:lnTo>
                <a:lnTo>
                  <a:pt x="1872342" y="201802"/>
                </a:lnTo>
                <a:lnTo>
                  <a:pt x="1873598" y="201824"/>
                </a:lnTo>
                <a:lnTo>
                  <a:pt x="1874674" y="201810"/>
                </a:lnTo>
                <a:lnTo>
                  <a:pt x="1875738" y="201766"/>
                </a:lnTo>
                <a:lnTo>
                  <a:pt x="1876790" y="201692"/>
                </a:lnTo>
                <a:lnTo>
                  <a:pt x="1877831" y="201590"/>
                </a:lnTo>
                <a:lnTo>
                  <a:pt x="1878859" y="201458"/>
                </a:lnTo>
                <a:lnTo>
                  <a:pt x="1879875" y="201296"/>
                </a:lnTo>
                <a:lnTo>
                  <a:pt x="1880880" y="201105"/>
                </a:lnTo>
                <a:lnTo>
                  <a:pt x="1881872" y="200885"/>
                </a:lnTo>
                <a:lnTo>
                  <a:pt x="1882853" y="200636"/>
                </a:lnTo>
                <a:lnTo>
                  <a:pt x="1883821" y="200357"/>
                </a:lnTo>
                <a:lnTo>
                  <a:pt x="1884778" y="200049"/>
                </a:lnTo>
                <a:lnTo>
                  <a:pt x="1885723" y="199712"/>
                </a:lnTo>
                <a:lnTo>
                  <a:pt x="1886656" y="199345"/>
                </a:lnTo>
                <a:lnTo>
                  <a:pt x="1887577" y="198949"/>
                </a:lnTo>
                <a:lnTo>
                  <a:pt x="1888486" y="198524"/>
                </a:lnTo>
                <a:lnTo>
                  <a:pt x="1889383" y="198069"/>
                </a:lnTo>
                <a:lnTo>
                  <a:pt x="1890268" y="197585"/>
                </a:lnTo>
                <a:lnTo>
                  <a:pt x="1891141" y="197071"/>
                </a:lnTo>
                <a:lnTo>
                  <a:pt x="1892003" y="196528"/>
                </a:lnTo>
                <a:lnTo>
                  <a:pt x="1892852" y="195956"/>
                </a:lnTo>
                <a:lnTo>
                  <a:pt x="1893690" y="195355"/>
                </a:lnTo>
                <a:lnTo>
                  <a:pt x="1894515" y="194724"/>
                </a:lnTo>
                <a:lnTo>
                  <a:pt x="1895329" y="194064"/>
                </a:lnTo>
                <a:lnTo>
                  <a:pt x="1896131" y="193374"/>
                </a:lnTo>
                <a:lnTo>
                  <a:pt x="1896919" y="192657"/>
                </a:lnTo>
                <a:lnTo>
                  <a:pt x="1897693" y="191915"/>
                </a:lnTo>
                <a:lnTo>
                  <a:pt x="1898452" y="191147"/>
                </a:lnTo>
                <a:lnTo>
                  <a:pt x="1899196" y="190353"/>
                </a:lnTo>
                <a:lnTo>
                  <a:pt x="1899925" y="189534"/>
                </a:lnTo>
                <a:lnTo>
                  <a:pt x="1900639" y="188690"/>
                </a:lnTo>
                <a:lnTo>
                  <a:pt x="1901338" y="187820"/>
                </a:lnTo>
                <a:lnTo>
                  <a:pt x="1902023" y="186924"/>
                </a:lnTo>
                <a:lnTo>
                  <a:pt x="1902692" y="186003"/>
                </a:lnTo>
                <a:lnTo>
                  <a:pt x="1903347" y="185057"/>
                </a:lnTo>
                <a:lnTo>
                  <a:pt x="1903987" y="184085"/>
                </a:lnTo>
                <a:lnTo>
                  <a:pt x="1904612" y="183087"/>
                </a:lnTo>
                <a:lnTo>
                  <a:pt x="1905222" y="182064"/>
                </a:lnTo>
                <a:lnTo>
                  <a:pt x="1905817" y="181015"/>
                </a:lnTo>
                <a:lnTo>
                  <a:pt x="1906397" y="179941"/>
                </a:lnTo>
                <a:lnTo>
                  <a:pt x="1906962" y="178842"/>
                </a:lnTo>
                <a:lnTo>
                  <a:pt x="1907513" y="177717"/>
                </a:lnTo>
                <a:lnTo>
                  <a:pt x="1908048" y="176566"/>
                </a:lnTo>
                <a:lnTo>
                  <a:pt x="1908569" y="175390"/>
                </a:lnTo>
                <a:lnTo>
                  <a:pt x="1909075" y="174188"/>
                </a:lnTo>
                <a:lnTo>
                  <a:pt x="1909566" y="172961"/>
                </a:lnTo>
                <a:lnTo>
                  <a:pt x="1910042" y="171708"/>
                </a:lnTo>
                <a:lnTo>
                  <a:pt x="1910503" y="170430"/>
                </a:lnTo>
                <a:lnTo>
                  <a:pt x="1910949" y="169126"/>
                </a:lnTo>
                <a:lnTo>
                  <a:pt x="1911379" y="167801"/>
                </a:lnTo>
                <a:lnTo>
                  <a:pt x="1911791" y="166457"/>
                </a:lnTo>
                <a:lnTo>
                  <a:pt x="1912184" y="165095"/>
                </a:lnTo>
                <a:lnTo>
                  <a:pt x="1912559" y="163714"/>
                </a:lnTo>
                <a:lnTo>
                  <a:pt x="1912916" y="162315"/>
                </a:lnTo>
                <a:lnTo>
                  <a:pt x="1913255" y="160898"/>
                </a:lnTo>
                <a:lnTo>
                  <a:pt x="1913575" y="159463"/>
                </a:lnTo>
                <a:lnTo>
                  <a:pt x="1913877" y="158009"/>
                </a:lnTo>
                <a:lnTo>
                  <a:pt x="1914160" y="156537"/>
                </a:lnTo>
                <a:lnTo>
                  <a:pt x="1914426" y="155047"/>
                </a:lnTo>
                <a:lnTo>
                  <a:pt x="1914673" y="153539"/>
                </a:lnTo>
                <a:lnTo>
                  <a:pt x="1914901" y="152012"/>
                </a:lnTo>
                <a:lnTo>
                  <a:pt x="1915112" y="150467"/>
                </a:lnTo>
                <a:lnTo>
                  <a:pt x="1915304" y="148904"/>
                </a:lnTo>
                <a:lnTo>
                  <a:pt x="1915478" y="147322"/>
                </a:lnTo>
                <a:lnTo>
                  <a:pt x="1915633" y="145722"/>
                </a:lnTo>
                <a:lnTo>
                  <a:pt x="1915771" y="144104"/>
                </a:lnTo>
                <a:lnTo>
                  <a:pt x="1915890" y="142468"/>
                </a:lnTo>
                <a:lnTo>
                  <a:pt x="1915990" y="140813"/>
                </a:lnTo>
                <a:lnTo>
                  <a:pt x="1916072" y="139140"/>
                </a:lnTo>
                <a:lnTo>
                  <a:pt x="1916137" y="137448"/>
                </a:lnTo>
                <a:lnTo>
                  <a:pt x="1916182" y="135739"/>
                </a:lnTo>
                <a:lnTo>
                  <a:pt x="1916210" y="134011"/>
                </a:lnTo>
                <a:lnTo>
                  <a:pt x="1916219" y="132265"/>
                </a:lnTo>
                <a:lnTo>
                  <a:pt x="1916201" y="129516"/>
                </a:lnTo>
                <a:lnTo>
                  <a:pt x="1916149" y="126821"/>
                </a:lnTo>
                <a:lnTo>
                  <a:pt x="1916062" y="124180"/>
                </a:lnTo>
                <a:lnTo>
                  <a:pt x="1915940" y="121593"/>
                </a:lnTo>
                <a:lnTo>
                  <a:pt x="1915783" y="119060"/>
                </a:lnTo>
                <a:lnTo>
                  <a:pt x="1915591" y="116581"/>
                </a:lnTo>
                <a:lnTo>
                  <a:pt x="1915365" y="114157"/>
                </a:lnTo>
                <a:lnTo>
                  <a:pt x="1915103" y="111786"/>
                </a:lnTo>
                <a:lnTo>
                  <a:pt x="1914807" y="109469"/>
                </a:lnTo>
                <a:lnTo>
                  <a:pt x="1914475" y="107206"/>
                </a:lnTo>
                <a:lnTo>
                  <a:pt x="1914109" y="104997"/>
                </a:lnTo>
                <a:lnTo>
                  <a:pt x="1913708" y="102843"/>
                </a:lnTo>
                <a:lnTo>
                  <a:pt x="1913272" y="100742"/>
                </a:lnTo>
                <a:lnTo>
                  <a:pt x="1912802" y="98695"/>
                </a:lnTo>
                <a:lnTo>
                  <a:pt x="1912296" y="96702"/>
                </a:lnTo>
                <a:lnTo>
                  <a:pt x="1911756" y="94763"/>
                </a:lnTo>
                <a:lnTo>
                  <a:pt x="1911180" y="92879"/>
                </a:lnTo>
                <a:lnTo>
                  <a:pt x="1910570" y="91048"/>
                </a:lnTo>
                <a:lnTo>
                  <a:pt x="1909925" y="89271"/>
                </a:lnTo>
                <a:lnTo>
                  <a:pt x="1909245" y="87548"/>
                </a:lnTo>
                <a:lnTo>
                  <a:pt x="1908530" y="85880"/>
                </a:lnTo>
                <a:lnTo>
                  <a:pt x="1907781" y="84265"/>
                </a:lnTo>
                <a:lnTo>
                  <a:pt x="1906996" y="82704"/>
                </a:lnTo>
                <a:lnTo>
                  <a:pt x="1906177" y="81198"/>
                </a:lnTo>
                <a:lnTo>
                  <a:pt x="1905324" y="79749"/>
                </a:lnTo>
                <a:lnTo>
                  <a:pt x="1904440" y="78361"/>
                </a:lnTo>
                <a:lnTo>
                  <a:pt x="1903524" y="77035"/>
                </a:lnTo>
                <a:lnTo>
                  <a:pt x="1902577" y="75771"/>
                </a:lnTo>
                <a:lnTo>
                  <a:pt x="1901599" y="74569"/>
                </a:lnTo>
                <a:lnTo>
                  <a:pt x="1900589" y="73428"/>
                </a:lnTo>
                <a:lnTo>
                  <a:pt x="1899548" y="72349"/>
                </a:lnTo>
                <a:lnTo>
                  <a:pt x="1898475" y="71331"/>
                </a:lnTo>
                <a:lnTo>
                  <a:pt x="1897370" y="70375"/>
                </a:lnTo>
                <a:lnTo>
                  <a:pt x="1896235" y="69481"/>
                </a:lnTo>
                <a:lnTo>
                  <a:pt x="1895067" y="68649"/>
                </a:lnTo>
                <a:lnTo>
                  <a:pt x="1893869" y="67878"/>
                </a:lnTo>
                <a:lnTo>
                  <a:pt x="1892638" y="67169"/>
                </a:lnTo>
                <a:lnTo>
                  <a:pt x="1891377" y="66521"/>
                </a:lnTo>
                <a:lnTo>
                  <a:pt x="1890084" y="65935"/>
                </a:lnTo>
                <a:lnTo>
                  <a:pt x="1888759" y="65411"/>
                </a:lnTo>
                <a:lnTo>
                  <a:pt x="1887403" y="64949"/>
                </a:lnTo>
                <a:lnTo>
                  <a:pt x="1886015" y="64548"/>
                </a:lnTo>
                <a:lnTo>
                  <a:pt x="1884596" y="64209"/>
                </a:lnTo>
                <a:lnTo>
                  <a:pt x="1883146" y="63931"/>
                </a:lnTo>
                <a:lnTo>
                  <a:pt x="1881664" y="63715"/>
                </a:lnTo>
                <a:lnTo>
                  <a:pt x="1880150" y="63561"/>
                </a:lnTo>
                <a:lnTo>
                  <a:pt x="1878605" y="63469"/>
                </a:lnTo>
                <a:lnTo>
                  <a:pt x="1877029" y="63438"/>
                </a:lnTo>
                <a:lnTo>
                  <a:pt x="1876216" y="63445"/>
                </a:lnTo>
                <a:lnTo>
                  <a:pt x="1875411" y="63468"/>
                </a:lnTo>
                <a:lnTo>
                  <a:pt x="1874614" y="63507"/>
                </a:lnTo>
                <a:lnTo>
                  <a:pt x="1873824" y="63560"/>
                </a:lnTo>
                <a:lnTo>
                  <a:pt x="1873042" y="63629"/>
                </a:lnTo>
                <a:close/>
                <a:moveTo>
                  <a:pt x="1859448" y="173956"/>
                </a:moveTo>
                <a:lnTo>
                  <a:pt x="1858796" y="173765"/>
                </a:lnTo>
                <a:lnTo>
                  <a:pt x="1858152" y="173538"/>
                </a:lnTo>
                <a:lnTo>
                  <a:pt x="1857515" y="173276"/>
                </a:lnTo>
                <a:lnTo>
                  <a:pt x="1856886" y="172980"/>
                </a:lnTo>
                <a:lnTo>
                  <a:pt x="1856265" y="172649"/>
                </a:lnTo>
                <a:lnTo>
                  <a:pt x="1855651" y="172283"/>
                </a:lnTo>
                <a:lnTo>
                  <a:pt x="1855045" y="171882"/>
                </a:lnTo>
                <a:lnTo>
                  <a:pt x="1854447" y="171446"/>
                </a:lnTo>
                <a:lnTo>
                  <a:pt x="1853856" y="170975"/>
                </a:lnTo>
                <a:lnTo>
                  <a:pt x="1853273" y="170469"/>
                </a:lnTo>
                <a:lnTo>
                  <a:pt x="1852698" y="169929"/>
                </a:lnTo>
                <a:lnTo>
                  <a:pt x="1852130" y="169354"/>
                </a:lnTo>
                <a:lnTo>
                  <a:pt x="1851570" y="168743"/>
                </a:lnTo>
                <a:lnTo>
                  <a:pt x="1851018" y="168098"/>
                </a:lnTo>
                <a:lnTo>
                  <a:pt x="1850473" y="167418"/>
                </a:lnTo>
                <a:lnTo>
                  <a:pt x="1849936" y="166704"/>
                </a:lnTo>
                <a:lnTo>
                  <a:pt x="1849407" y="165954"/>
                </a:lnTo>
                <a:lnTo>
                  <a:pt x="1848885" y="165169"/>
                </a:lnTo>
                <a:lnTo>
                  <a:pt x="1848371" y="164350"/>
                </a:lnTo>
                <a:lnTo>
                  <a:pt x="1848371" y="104343"/>
                </a:lnTo>
                <a:lnTo>
                  <a:pt x="1848966" y="103224"/>
                </a:lnTo>
                <a:lnTo>
                  <a:pt x="1849567" y="102152"/>
                </a:lnTo>
                <a:lnTo>
                  <a:pt x="1850174" y="101128"/>
                </a:lnTo>
                <a:lnTo>
                  <a:pt x="1850787" y="100152"/>
                </a:lnTo>
                <a:lnTo>
                  <a:pt x="1851406" y="99223"/>
                </a:lnTo>
                <a:lnTo>
                  <a:pt x="1852030" y="98342"/>
                </a:lnTo>
                <a:lnTo>
                  <a:pt x="1852661" y="97509"/>
                </a:lnTo>
                <a:lnTo>
                  <a:pt x="1853298" y="96723"/>
                </a:lnTo>
                <a:lnTo>
                  <a:pt x="1853940" y="95985"/>
                </a:lnTo>
                <a:lnTo>
                  <a:pt x="1854589" y="95294"/>
                </a:lnTo>
                <a:lnTo>
                  <a:pt x="1855243" y="94651"/>
                </a:lnTo>
                <a:lnTo>
                  <a:pt x="1855904" y="94056"/>
                </a:lnTo>
                <a:lnTo>
                  <a:pt x="1856570" y="93508"/>
                </a:lnTo>
                <a:lnTo>
                  <a:pt x="1857242" y="93008"/>
                </a:lnTo>
                <a:lnTo>
                  <a:pt x="1857921" y="92556"/>
                </a:lnTo>
                <a:lnTo>
                  <a:pt x="1858605" y="92151"/>
                </a:lnTo>
                <a:lnTo>
                  <a:pt x="1859295" y="91794"/>
                </a:lnTo>
                <a:lnTo>
                  <a:pt x="1859991" y="91484"/>
                </a:lnTo>
                <a:lnTo>
                  <a:pt x="1860693" y="91222"/>
                </a:lnTo>
                <a:lnTo>
                  <a:pt x="1861401" y="91008"/>
                </a:lnTo>
                <a:lnTo>
                  <a:pt x="1862115" y="90841"/>
                </a:lnTo>
                <a:lnTo>
                  <a:pt x="1862835" y="90722"/>
                </a:lnTo>
                <a:lnTo>
                  <a:pt x="1863560" y="90651"/>
                </a:lnTo>
                <a:lnTo>
                  <a:pt x="1864292" y="90627"/>
                </a:lnTo>
                <a:lnTo>
                  <a:pt x="1864878" y="90643"/>
                </a:lnTo>
                <a:lnTo>
                  <a:pt x="1865450" y="90689"/>
                </a:lnTo>
                <a:lnTo>
                  <a:pt x="1866010" y="90767"/>
                </a:lnTo>
                <a:lnTo>
                  <a:pt x="1866557" y="90875"/>
                </a:lnTo>
                <a:lnTo>
                  <a:pt x="1867091" y="91015"/>
                </a:lnTo>
                <a:lnTo>
                  <a:pt x="1867613" y="91186"/>
                </a:lnTo>
                <a:lnTo>
                  <a:pt x="1868122" y="91387"/>
                </a:lnTo>
                <a:lnTo>
                  <a:pt x="1868618" y="91620"/>
                </a:lnTo>
                <a:lnTo>
                  <a:pt x="1869101" y="91884"/>
                </a:lnTo>
                <a:lnTo>
                  <a:pt x="1869572" y="92179"/>
                </a:lnTo>
                <a:lnTo>
                  <a:pt x="1870030" y="92505"/>
                </a:lnTo>
                <a:lnTo>
                  <a:pt x="1870475" y="92862"/>
                </a:lnTo>
                <a:lnTo>
                  <a:pt x="1870907" y="93250"/>
                </a:lnTo>
                <a:lnTo>
                  <a:pt x="1871326" y="93669"/>
                </a:lnTo>
                <a:lnTo>
                  <a:pt x="1871733" y="94119"/>
                </a:lnTo>
                <a:lnTo>
                  <a:pt x="1872127" y="94600"/>
                </a:lnTo>
                <a:lnTo>
                  <a:pt x="1872509" y="95112"/>
                </a:lnTo>
                <a:lnTo>
                  <a:pt x="1872877" y="95656"/>
                </a:lnTo>
                <a:lnTo>
                  <a:pt x="1873233" y="96230"/>
                </a:lnTo>
                <a:lnTo>
                  <a:pt x="1873576" y="96835"/>
                </a:lnTo>
                <a:lnTo>
                  <a:pt x="1873906" y="97471"/>
                </a:lnTo>
                <a:lnTo>
                  <a:pt x="1874224" y="98139"/>
                </a:lnTo>
                <a:lnTo>
                  <a:pt x="1874528" y="98837"/>
                </a:lnTo>
                <a:lnTo>
                  <a:pt x="1874820" y="99567"/>
                </a:lnTo>
                <a:lnTo>
                  <a:pt x="1875100" y="100338"/>
                </a:lnTo>
                <a:lnTo>
                  <a:pt x="1875368" y="101163"/>
                </a:lnTo>
                <a:lnTo>
                  <a:pt x="1875624" y="102041"/>
                </a:lnTo>
                <a:lnTo>
                  <a:pt x="1875869" y="102972"/>
                </a:lnTo>
                <a:lnTo>
                  <a:pt x="1876101" y="103956"/>
                </a:lnTo>
                <a:lnTo>
                  <a:pt x="1876321" y="104993"/>
                </a:lnTo>
                <a:lnTo>
                  <a:pt x="1876530" y="106084"/>
                </a:lnTo>
                <a:lnTo>
                  <a:pt x="1876726" y="107227"/>
                </a:lnTo>
                <a:lnTo>
                  <a:pt x="1876911" y="108424"/>
                </a:lnTo>
                <a:lnTo>
                  <a:pt x="1877084" y="109674"/>
                </a:lnTo>
                <a:lnTo>
                  <a:pt x="1877245" y="110977"/>
                </a:lnTo>
                <a:lnTo>
                  <a:pt x="1877393" y="112334"/>
                </a:lnTo>
                <a:lnTo>
                  <a:pt x="1877530" y="113743"/>
                </a:lnTo>
                <a:lnTo>
                  <a:pt x="1877656" y="115205"/>
                </a:lnTo>
                <a:lnTo>
                  <a:pt x="1877769" y="116721"/>
                </a:lnTo>
                <a:lnTo>
                  <a:pt x="1877870" y="118290"/>
                </a:lnTo>
                <a:lnTo>
                  <a:pt x="1877959" y="119912"/>
                </a:lnTo>
                <a:lnTo>
                  <a:pt x="1878037" y="121587"/>
                </a:lnTo>
                <a:lnTo>
                  <a:pt x="1878102" y="123316"/>
                </a:lnTo>
                <a:lnTo>
                  <a:pt x="1878156" y="125097"/>
                </a:lnTo>
                <a:lnTo>
                  <a:pt x="1878198" y="126932"/>
                </a:lnTo>
                <a:lnTo>
                  <a:pt x="1878227" y="128819"/>
                </a:lnTo>
                <a:lnTo>
                  <a:pt x="1878245" y="130760"/>
                </a:lnTo>
                <a:lnTo>
                  <a:pt x="1878251" y="132754"/>
                </a:lnTo>
                <a:lnTo>
                  <a:pt x="1878244" y="134610"/>
                </a:lnTo>
                <a:lnTo>
                  <a:pt x="1878223" y="136420"/>
                </a:lnTo>
                <a:lnTo>
                  <a:pt x="1878188" y="138185"/>
                </a:lnTo>
                <a:lnTo>
                  <a:pt x="1878139" y="139905"/>
                </a:lnTo>
                <a:lnTo>
                  <a:pt x="1878076" y="141580"/>
                </a:lnTo>
                <a:lnTo>
                  <a:pt x="1877999" y="143209"/>
                </a:lnTo>
                <a:lnTo>
                  <a:pt x="1877907" y="144794"/>
                </a:lnTo>
                <a:lnTo>
                  <a:pt x="1877802" y="146334"/>
                </a:lnTo>
                <a:lnTo>
                  <a:pt x="1877683" y="147828"/>
                </a:lnTo>
                <a:lnTo>
                  <a:pt x="1877550" y="149278"/>
                </a:lnTo>
                <a:lnTo>
                  <a:pt x="1877402" y="150683"/>
                </a:lnTo>
                <a:lnTo>
                  <a:pt x="1877241" y="152042"/>
                </a:lnTo>
                <a:lnTo>
                  <a:pt x="1877066" y="153356"/>
                </a:lnTo>
                <a:lnTo>
                  <a:pt x="1876876" y="154626"/>
                </a:lnTo>
                <a:lnTo>
                  <a:pt x="1876673" y="155850"/>
                </a:lnTo>
                <a:lnTo>
                  <a:pt x="1876456" y="157029"/>
                </a:lnTo>
                <a:lnTo>
                  <a:pt x="1876224" y="158163"/>
                </a:lnTo>
                <a:lnTo>
                  <a:pt x="1875979" y="159252"/>
                </a:lnTo>
                <a:lnTo>
                  <a:pt x="1875719" y="160296"/>
                </a:lnTo>
                <a:lnTo>
                  <a:pt x="1875446" y="161295"/>
                </a:lnTo>
                <a:lnTo>
                  <a:pt x="1875158" y="162249"/>
                </a:lnTo>
                <a:lnTo>
                  <a:pt x="1874856" y="163157"/>
                </a:lnTo>
                <a:lnTo>
                  <a:pt x="1874541" y="164021"/>
                </a:lnTo>
                <a:lnTo>
                  <a:pt x="1874211" y="164840"/>
                </a:lnTo>
                <a:lnTo>
                  <a:pt x="1873869" y="165619"/>
                </a:lnTo>
                <a:lnTo>
                  <a:pt x="1873515" y="166365"/>
                </a:lnTo>
                <a:lnTo>
                  <a:pt x="1873149" y="167078"/>
                </a:lnTo>
                <a:lnTo>
                  <a:pt x="1872772" y="167758"/>
                </a:lnTo>
                <a:lnTo>
                  <a:pt x="1872384" y="168405"/>
                </a:lnTo>
                <a:lnTo>
                  <a:pt x="1871984" y="169019"/>
                </a:lnTo>
                <a:lnTo>
                  <a:pt x="1871573" y="169599"/>
                </a:lnTo>
                <a:lnTo>
                  <a:pt x="1871150" y="170147"/>
                </a:lnTo>
                <a:lnTo>
                  <a:pt x="1870716" y="170661"/>
                </a:lnTo>
                <a:lnTo>
                  <a:pt x="1870270" y="171142"/>
                </a:lnTo>
                <a:lnTo>
                  <a:pt x="1869813" y="171589"/>
                </a:lnTo>
                <a:lnTo>
                  <a:pt x="1869344" y="172004"/>
                </a:lnTo>
                <a:lnTo>
                  <a:pt x="1868864" y="172385"/>
                </a:lnTo>
                <a:lnTo>
                  <a:pt x="1868372" y="172734"/>
                </a:lnTo>
                <a:lnTo>
                  <a:pt x="1867869" y="173049"/>
                </a:lnTo>
                <a:lnTo>
                  <a:pt x="1867354" y="173331"/>
                </a:lnTo>
                <a:lnTo>
                  <a:pt x="1866828" y="173580"/>
                </a:lnTo>
                <a:lnTo>
                  <a:pt x="1866290" y="173795"/>
                </a:lnTo>
                <a:lnTo>
                  <a:pt x="1865741" y="173978"/>
                </a:lnTo>
                <a:lnTo>
                  <a:pt x="1865181" y="174127"/>
                </a:lnTo>
                <a:lnTo>
                  <a:pt x="1864609" y="174243"/>
                </a:lnTo>
                <a:lnTo>
                  <a:pt x="1864025" y="174326"/>
                </a:lnTo>
                <a:lnTo>
                  <a:pt x="1863430" y="174376"/>
                </a:lnTo>
                <a:lnTo>
                  <a:pt x="1862823" y="174392"/>
                </a:lnTo>
                <a:lnTo>
                  <a:pt x="1862133" y="174375"/>
                </a:lnTo>
                <a:lnTo>
                  <a:pt x="1861450" y="174322"/>
                </a:lnTo>
                <a:lnTo>
                  <a:pt x="1860775" y="174235"/>
                </a:lnTo>
                <a:lnTo>
                  <a:pt x="1860108" y="174113"/>
                </a:lnTo>
                <a:lnTo>
                  <a:pt x="1859448" y="173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f">
            <a:extLst xmlns:a="http://schemas.openxmlformats.org/drawingml/2006/main">
              <a:ext uri="{FF2B5EF4-FFF2-40B4-BE49-F238E27FC236}">
                <a16:creationId xmlns:a16="http://schemas.microsoft.com/office/drawing/2014/main" id="{BA23A5FA-86B6-41DB-91B8-70A55E36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72" y="5222499"/>
            <a:ext cx="89401" cy="185657"/>
          </a:xfrm>
          <a:custGeom xmlns:a="http://schemas.openxmlformats.org/drawingml/2006/main">
            <a:pathLst>
              <a:path w="89401" h="185657">
                <a:moveTo>
                  <a:pt x="63927" y="27185"/>
                </a:moveTo>
                <a:cubicBezTo>
                  <a:pt x="55762" y="27185"/>
                  <a:pt x="51680" y="31757"/>
                  <a:pt x="51680" y="40902"/>
                </a:cubicBezTo>
                <a:lnTo>
                  <a:pt x="51680" y="55597"/>
                </a:lnTo>
                <a:lnTo>
                  <a:pt x="75438" y="55597"/>
                </a:lnTo>
                <a:lnTo>
                  <a:pt x="71275" y="81560"/>
                </a:lnTo>
                <a:lnTo>
                  <a:pt x="51680" y="81560"/>
                </a:lnTo>
                <a:lnTo>
                  <a:pt x="51680" y="185657"/>
                </a:lnTo>
                <a:lnTo>
                  <a:pt x="14695" y="185657"/>
                </a:lnTo>
                <a:lnTo>
                  <a:pt x="14695" y="81560"/>
                </a:lnTo>
                <a:lnTo>
                  <a:pt x="0" y="81560"/>
                </a:lnTo>
                <a:lnTo>
                  <a:pt x="0" y="55597"/>
                </a:lnTo>
                <a:lnTo>
                  <a:pt x="14695" y="55597"/>
                </a:lnTo>
                <a:lnTo>
                  <a:pt x="14695" y="42370"/>
                </a:lnTo>
                <a:cubicBezTo>
                  <a:pt x="14695" y="29471"/>
                  <a:pt x="18451" y="19185"/>
                  <a:pt x="25963" y="11511"/>
                </a:cubicBezTo>
                <a:cubicBezTo>
                  <a:pt x="33475" y="3837"/>
                  <a:pt x="44253" y="0"/>
                  <a:pt x="58295" y="0"/>
                </a:cubicBezTo>
                <a:cubicBezTo>
                  <a:pt x="69398" y="0"/>
                  <a:pt x="79766" y="2612"/>
                  <a:pt x="89401" y="7837"/>
                </a:cubicBezTo>
                <a:lnTo>
                  <a:pt x="79602" y="31349"/>
                </a:lnTo>
                <a:cubicBezTo>
                  <a:pt x="74051" y="28573"/>
                  <a:pt x="68826" y="27185"/>
                  <a:pt x="63927" y="27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orPackageX">
            <a:extLst xmlns:a="http://schemas.openxmlformats.org/drawingml/2006/main">
              <a:ext uri="{FF2B5EF4-FFF2-40B4-BE49-F238E27FC236}">
                <a16:creationId xmlns:a16="http://schemas.microsoft.com/office/drawing/2014/main" id="{147143F3-FE01-4B4F-85B9-CDF0609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3994" y="5222499"/>
            <a:ext cx="1198521" cy="239785"/>
          </a:xfrm>
          <a:custGeom xmlns:a="http://schemas.openxmlformats.org/drawingml/2006/main">
            <a:pathLst>
              <a:path w="1198521" h="239785">
                <a:moveTo>
                  <a:pt x="54128" y="51433"/>
                </a:moveTo>
                <a:cubicBezTo>
                  <a:pt x="71111" y="51433"/>
                  <a:pt x="84378" y="57230"/>
                  <a:pt x="93931" y="68823"/>
                </a:cubicBezTo>
                <a:cubicBezTo>
                  <a:pt x="103483" y="80417"/>
                  <a:pt x="108260" y="97725"/>
                  <a:pt x="108260" y="120750"/>
                </a:cubicBezTo>
                <a:cubicBezTo>
                  <a:pt x="108260" y="142793"/>
                  <a:pt x="103483" y="159815"/>
                  <a:pt x="93931" y="171817"/>
                </a:cubicBezTo>
                <a:cubicBezTo>
                  <a:pt x="84378" y="183819"/>
                  <a:pt x="71111" y="189820"/>
                  <a:pt x="54128" y="189820"/>
                </a:cubicBezTo>
                <a:cubicBezTo>
                  <a:pt x="37148" y="189820"/>
                  <a:pt x="23882" y="183982"/>
                  <a:pt x="14329" y="172307"/>
                </a:cubicBezTo>
                <a:cubicBezTo>
                  <a:pt x="4776" y="160631"/>
                  <a:pt x="0" y="143363"/>
                  <a:pt x="0" y="120503"/>
                </a:cubicBezTo>
                <a:cubicBezTo>
                  <a:pt x="0" y="98134"/>
                  <a:pt x="4776" y="81031"/>
                  <a:pt x="14329" y="69193"/>
                </a:cubicBezTo>
                <a:cubicBezTo>
                  <a:pt x="23882" y="57353"/>
                  <a:pt x="37148" y="51433"/>
                  <a:pt x="54128" y="51433"/>
                </a:cubicBezTo>
                <a:moveTo>
                  <a:pt x="54128" y="78866"/>
                </a:moveTo>
                <a:cubicBezTo>
                  <a:pt x="48415" y="78866"/>
                  <a:pt x="44293" y="82010"/>
                  <a:pt x="41761" y="88299"/>
                </a:cubicBezTo>
                <a:cubicBezTo>
                  <a:pt x="39230" y="94585"/>
                  <a:pt x="37964" y="105320"/>
                  <a:pt x="37964" y="120503"/>
                </a:cubicBezTo>
                <a:cubicBezTo>
                  <a:pt x="37964" y="136180"/>
                  <a:pt x="39230" y="147122"/>
                  <a:pt x="41761" y="153328"/>
                </a:cubicBezTo>
                <a:cubicBezTo>
                  <a:pt x="44293" y="159532"/>
                  <a:pt x="48415" y="162634"/>
                  <a:pt x="54128" y="162634"/>
                </a:cubicBezTo>
                <a:cubicBezTo>
                  <a:pt x="59844" y="162634"/>
                  <a:pt x="63967" y="159491"/>
                  <a:pt x="66499" y="153205"/>
                </a:cubicBezTo>
                <a:cubicBezTo>
                  <a:pt x="69030" y="146916"/>
                  <a:pt x="70296" y="136098"/>
                  <a:pt x="70296" y="120750"/>
                </a:cubicBezTo>
                <a:cubicBezTo>
                  <a:pt x="70296" y="105238"/>
                  <a:pt x="69030" y="94379"/>
                  <a:pt x="66499" y="88175"/>
                </a:cubicBezTo>
                <a:cubicBezTo>
                  <a:pt x="63967" y="81969"/>
                  <a:pt x="59844" y="78866"/>
                  <a:pt x="54128" y="78866"/>
                </a:cubicBezTo>
                <a:close/>
                <a:moveTo>
                  <a:pt x="189332" y="51923"/>
                </a:moveTo>
                <a:cubicBezTo>
                  <a:pt x="192760" y="51923"/>
                  <a:pt x="196189" y="52577"/>
                  <a:pt x="199617" y="53885"/>
                </a:cubicBezTo>
                <a:lnTo>
                  <a:pt x="193495" y="89397"/>
                </a:lnTo>
                <a:cubicBezTo>
                  <a:pt x="190555" y="88418"/>
                  <a:pt x="187534" y="87929"/>
                  <a:pt x="184432" y="87929"/>
                </a:cubicBezTo>
                <a:cubicBezTo>
                  <a:pt x="178390" y="87929"/>
                  <a:pt x="173858" y="90256"/>
                  <a:pt x="170836" y="94910"/>
                </a:cubicBezTo>
                <a:cubicBezTo>
                  <a:pt x="167816" y="99564"/>
                  <a:pt x="165327" y="106544"/>
                  <a:pt x="163368" y="115850"/>
                </a:cubicBezTo>
                <a:lnTo>
                  <a:pt x="163368" y="185657"/>
                </a:lnTo>
                <a:lnTo>
                  <a:pt x="126384" y="185657"/>
                </a:lnTo>
                <a:lnTo>
                  <a:pt x="126384" y="55597"/>
                </a:lnTo>
                <a:lnTo>
                  <a:pt x="158469" y="55597"/>
                </a:lnTo>
                <a:lnTo>
                  <a:pt x="161163" y="76907"/>
                </a:lnTo>
                <a:cubicBezTo>
                  <a:pt x="167370" y="60251"/>
                  <a:pt x="176759" y="51923"/>
                  <a:pt x="189332" y="51923"/>
                </a:cubicBezTo>
                <a:close/>
                <a:moveTo>
                  <a:pt x="299550" y="15921"/>
                </a:moveTo>
                <a:cubicBezTo>
                  <a:pt x="320614" y="15921"/>
                  <a:pt x="336697" y="20575"/>
                  <a:pt x="347799" y="29884"/>
                </a:cubicBezTo>
                <a:cubicBezTo>
                  <a:pt x="358904" y="39190"/>
                  <a:pt x="364457" y="52905"/>
                  <a:pt x="364457" y="71028"/>
                </a:cubicBezTo>
                <a:cubicBezTo>
                  <a:pt x="364457" y="89969"/>
                  <a:pt x="359150" y="104298"/>
                  <a:pt x="348536" y="114015"/>
                </a:cubicBezTo>
                <a:cubicBezTo>
                  <a:pt x="337922" y="123730"/>
                  <a:pt x="322900" y="128587"/>
                  <a:pt x="303471" y="128587"/>
                </a:cubicBezTo>
                <a:lnTo>
                  <a:pt x="294408" y="128587"/>
                </a:lnTo>
                <a:lnTo>
                  <a:pt x="294408" y="185657"/>
                </a:lnTo>
                <a:lnTo>
                  <a:pt x="255954" y="185657"/>
                </a:lnTo>
                <a:lnTo>
                  <a:pt x="255954" y="15921"/>
                </a:lnTo>
                <a:lnTo>
                  <a:pt x="299550" y="15921"/>
                </a:lnTo>
                <a:moveTo>
                  <a:pt x="300287" y="100666"/>
                </a:moveTo>
                <a:cubicBezTo>
                  <a:pt x="309104" y="100666"/>
                  <a:pt x="315432" y="98421"/>
                  <a:pt x="319269" y="93931"/>
                </a:cubicBezTo>
                <a:cubicBezTo>
                  <a:pt x="323106" y="89441"/>
                  <a:pt x="325024" y="81807"/>
                  <a:pt x="325024" y="71028"/>
                </a:cubicBezTo>
                <a:cubicBezTo>
                  <a:pt x="325024" y="61558"/>
                  <a:pt x="323187" y="54578"/>
                  <a:pt x="319511" y="50088"/>
                </a:cubicBezTo>
                <a:cubicBezTo>
                  <a:pt x="315839" y="45598"/>
                  <a:pt x="309594" y="43353"/>
                  <a:pt x="300776" y="43353"/>
                </a:cubicBezTo>
                <a:lnTo>
                  <a:pt x="294408" y="43353"/>
                </a:lnTo>
                <a:lnTo>
                  <a:pt x="294408" y="100666"/>
                </a:lnTo>
                <a:lnTo>
                  <a:pt x="300287" y="100666"/>
                </a:lnTo>
                <a:close/>
                <a:moveTo>
                  <a:pt x="466815" y="151120"/>
                </a:moveTo>
                <a:cubicBezTo>
                  <a:pt x="466815" y="155203"/>
                  <a:pt x="467304" y="158226"/>
                  <a:pt x="468284" y="160187"/>
                </a:cubicBezTo>
                <a:cubicBezTo>
                  <a:pt x="469263" y="162145"/>
                  <a:pt x="470977" y="163695"/>
                  <a:pt x="473426" y="164836"/>
                </a:cubicBezTo>
                <a:lnTo>
                  <a:pt x="465836" y="189087"/>
                </a:lnTo>
                <a:cubicBezTo>
                  <a:pt x="458814" y="188432"/>
                  <a:pt x="453058" y="186758"/>
                  <a:pt x="448565" y="184064"/>
                </a:cubicBezTo>
                <a:cubicBezTo>
                  <a:pt x="444075" y="181371"/>
                  <a:pt x="440606" y="177167"/>
                  <a:pt x="438157" y="171451"/>
                </a:cubicBezTo>
                <a:cubicBezTo>
                  <a:pt x="430645" y="183697"/>
                  <a:pt x="419950" y="189820"/>
                  <a:pt x="406072" y="189820"/>
                </a:cubicBezTo>
                <a:cubicBezTo>
                  <a:pt x="395293" y="189820"/>
                  <a:pt x="386720" y="186105"/>
                  <a:pt x="380351" y="178675"/>
                </a:cubicBezTo>
                <a:cubicBezTo>
                  <a:pt x="373985" y="171245"/>
                  <a:pt x="370802" y="161407"/>
                  <a:pt x="370802" y="149161"/>
                </a:cubicBezTo>
                <a:cubicBezTo>
                  <a:pt x="370802" y="134957"/>
                  <a:pt x="375211" y="124140"/>
                  <a:pt x="384029" y="116710"/>
                </a:cubicBezTo>
                <a:cubicBezTo>
                  <a:pt x="392846" y="109280"/>
                  <a:pt x="405745" y="105565"/>
                  <a:pt x="422725" y="105565"/>
                </a:cubicBezTo>
                <a:lnTo>
                  <a:pt x="430562" y="105565"/>
                </a:lnTo>
                <a:lnTo>
                  <a:pt x="430562" y="98707"/>
                </a:lnTo>
                <a:cubicBezTo>
                  <a:pt x="430562" y="90869"/>
                  <a:pt x="429379" y="85440"/>
                  <a:pt x="427012" y="82420"/>
                </a:cubicBezTo>
                <a:cubicBezTo>
                  <a:pt x="424645" y="79397"/>
                  <a:pt x="420440" y="77886"/>
                  <a:pt x="414398" y="77886"/>
                </a:cubicBezTo>
                <a:cubicBezTo>
                  <a:pt x="406886" y="77886"/>
                  <a:pt x="397579" y="80091"/>
                  <a:pt x="386477" y="84501"/>
                </a:cubicBezTo>
                <a:lnTo>
                  <a:pt x="378150" y="60986"/>
                </a:lnTo>
                <a:cubicBezTo>
                  <a:pt x="384845" y="57884"/>
                  <a:pt x="391988" y="55517"/>
                  <a:pt x="399580" y="53885"/>
                </a:cubicBezTo>
                <a:cubicBezTo>
                  <a:pt x="407174" y="52251"/>
                  <a:pt x="414400" y="51433"/>
                  <a:pt x="421256" y="51433"/>
                </a:cubicBezTo>
                <a:cubicBezTo>
                  <a:pt x="436604" y="51433"/>
                  <a:pt x="448035" y="55148"/>
                  <a:pt x="455547" y="62578"/>
                </a:cubicBezTo>
                <a:cubicBezTo>
                  <a:pt x="463059" y="70008"/>
                  <a:pt x="466815" y="81397"/>
                  <a:pt x="466815" y="96745"/>
                </a:cubicBezTo>
                <a:lnTo>
                  <a:pt x="466815" y="151120"/>
                </a:lnTo>
                <a:moveTo>
                  <a:pt x="417336" y="163614"/>
                </a:moveTo>
                <a:cubicBezTo>
                  <a:pt x="420114" y="163614"/>
                  <a:pt x="422645" y="162552"/>
                  <a:pt x="424930" y="160429"/>
                </a:cubicBezTo>
                <a:cubicBezTo>
                  <a:pt x="427218" y="158307"/>
                  <a:pt x="429095" y="155286"/>
                  <a:pt x="430562" y="151366"/>
                </a:cubicBezTo>
                <a:lnTo>
                  <a:pt x="430562" y="126139"/>
                </a:lnTo>
                <a:lnTo>
                  <a:pt x="426156" y="126139"/>
                </a:lnTo>
                <a:cubicBezTo>
                  <a:pt x="419461" y="126139"/>
                  <a:pt x="414603" y="127731"/>
                  <a:pt x="411580" y="130916"/>
                </a:cubicBezTo>
                <a:cubicBezTo>
                  <a:pt x="408561" y="134100"/>
                  <a:pt x="407051" y="139120"/>
                  <a:pt x="407051" y="145977"/>
                </a:cubicBezTo>
                <a:cubicBezTo>
                  <a:pt x="407051" y="151693"/>
                  <a:pt x="407949" y="156062"/>
                  <a:pt x="409745" y="159084"/>
                </a:cubicBezTo>
                <a:cubicBezTo>
                  <a:pt x="411542" y="162104"/>
                  <a:pt x="414072" y="163614"/>
                  <a:pt x="417336" y="163614"/>
                </a:cubicBezTo>
                <a:close/>
                <a:moveTo>
                  <a:pt x="540783" y="51433"/>
                </a:moveTo>
                <a:cubicBezTo>
                  <a:pt x="548295" y="51433"/>
                  <a:pt x="555071" y="52740"/>
                  <a:pt x="561110" y="55354"/>
                </a:cubicBezTo>
                <a:cubicBezTo>
                  <a:pt x="567152" y="57965"/>
                  <a:pt x="572787" y="61965"/>
                  <a:pt x="578014" y="67355"/>
                </a:cubicBezTo>
                <a:lnTo>
                  <a:pt x="562826" y="87686"/>
                </a:lnTo>
                <a:cubicBezTo>
                  <a:pt x="556131" y="82296"/>
                  <a:pt x="549764" y="79602"/>
                  <a:pt x="543724" y="79602"/>
                </a:cubicBezTo>
                <a:cubicBezTo>
                  <a:pt x="537029" y="79602"/>
                  <a:pt x="532049" y="82664"/>
                  <a:pt x="528782" y="88788"/>
                </a:cubicBezTo>
                <a:cubicBezTo>
                  <a:pt x="525516" y="94910"/>
                  <a:pt x="523883" y="105809"/>
                  <a:pt x="523883" y="121486"/>
                </a:cubicBezTo>
                <a:cubicBezTo>
                  <a:pt x="523883" y="136343"/>
                  <a:pt x="525597" y="146630"/>
                  <a:pt x="529025" y="152346"/>
                </a:cubicBezTo>
                <a:cubicBezTo>
                  <a:pt x="532456" y="158061"/>
                  <a:pt x="537273" y="160919"/>
                  <a:pt x="543477" y="160919"/>
                </a:cubicBezTo>
                <a:cubicBezTo>
                  <a:pt x="546744" y="160919"/>
                  <a:pt x="549765" y="160347"/>
                  <a:pt x="552541" y="159204"/>
                </a:cubicBezTo>
                <a:cubicBezTo>
                  <a:pt x="555316" y="158060"/>
                  <a:pt x="558500" y="156100"/>
                  <a:pt x="562093" y="153325"/>
                </a:cubicBezTo>
                <a:lnTo>
                  <a:pt x="578014" y="174635"/>
                </a:lnTo>
                <a:cubicBezTo>
                  <a:pt x="567400" y="184758"/>
                  <a:pt x="555153" y="189820"/>
                  <a:pt x="541272" y="189820"/>
                </a:cubicBezTo>
                <a:cubicBezTo>
                  <a:pt x="523637" y="189820"/>
                  <a:pt x="509921" y="184064"/>
                  <a:pt x="500124" y="172553"/>
                </a:cubicBezTo>
                <a:cubicBezTo>
                  <a:pt x="490327" y="161042"/>
                  <a:pt x="485429" y="144101"/>
                  <a:pt x="485429" y="121729"/>
                </a:cubicBezTo>
                <a:cubicBezTo>
                  <a:pt x="485429" y="107196"/>
                  <a:pt x="487674" y="94663"/>
                  <a:pt x="492164" y="84131"/>
                </a:cubicBezTo>
                <a:cubicBezTo>
                  <a:pt x="496653" y="73600"/>
                  <a:pt x="503062" y="65517"/>
                  <a:pt x="511389" y="59884"/>
                </a:cubicBezTo>
                <a:cubicBezTo>
                  <a:pt x="519718" y="54250"/>
                  <a:pt x="529516" y="51433"/>
                  <a:pt x="540783" y="51433"/>
                </a:cubicBezTo>
                <a:close/>
                <a:moveTo>
                  <a:pt x="626019" y="0"/>
                </a:moveTo>
                <a:lnTo>
                  <a:pt x="626019" y="185657"/>
                </a:lnTo>
                <a:lnTo>
                  <a:pt x="589034" y="185657"/>
                </a:lnTo>
                <a:lnTo>
                  <a:pt x="589034" y="3917"/>
                </a:lnTo>
                <a:lnTo>
                  <a:pt x="626019" y="0"/>
                </a:lnTo>
                <a:moveTo>
                  <a:pt x="693867" y="55597"/>
                </a:moveTo>
                <a:lnTo>
                  <a:pt x="663004" y="112913"/>
                </a:lnTo>
                <a:lnTo>
                  <a:pt x="695825" y="185657"/>
                </a:lnTo>
                <a:lnTo>
                  <a:pt x="656882" y="185657"/>
                </a:lnTo>
                <a:lnTo>
                  <a:pt x="626755" y="114628"/>
                </a:lnTo>
                <a:lnTo>
                  <a:pt x="658594" y="55597"/>
                </a:lnTo>
                <a:lnTo>
                  <a:pt x="693867" y="55597"/>
                </a:lnTo>
                <a:close/>
                <a:moveTo>
                  <a:pt x="794042" y="151120"/>
                </a:moveTo>
                <a:cubicBezTo>
                  <a:pt x="794042" y="155203"/>
                  <a:pt x="794532" y="158226"/>
                  <a:pt x="795511" y="160187"/>
                </a:cubicBezTo>
                <a:cubicBezTo>
                  <a:pt x="796490" y="162145"/>
                  <a:pt x="798205" y="163695"/>
                  <a:pt x="800654" y="164836"/>
                </a:cubicBezTo>
                <a:lnTo>
                  <a:pt x="793063" y="189087"/>
                </a:lnTo>
                <a:cubicBezTo>
                  <a:pt x="786042" y="188432"/>
                  <a:pt x="780285" y="186758"/>
                  <a:pt x="775793" y="184064"/>
                </a:cubicBezTo>
                <a:cubicBezTo>
                  <a:pt x="771303" y="181371"/>
                  <a:pt x="767834" y="177167"/>
                  <a:pt x="765384" y="171451"/>
                </a:cubicBezTo>
                <a:cubicBezTo>
                  <a:pt x="757872" y="183697"/>
                  <a:pt x="747177" y="189820"/>
                  <a:pt x="733299" y="189820"/>
                </a:cubicBezTo>
                <a:cubicBezTo>
                  <a:pt x="722521" y="189820"/>
                  <a:pt x="713947" y="186105"/>
                  <a:pt x="707579" y="178675"/>
                </a:cubicBezTo>
                <a:cubicBezTo>
                  <a:pt x="701213" y="171245"/>
                  <a:pt x="698030" y="161407"/>
                  <a:pt x="698030" y="149161"/>
                </a:cubicBezTo>
                <a:cubicBezTo>
                  <a:pt x="698030" y="134957"/>
                  <a:pt x="702439" y="124140"/>
                  <a:pt x="711256" y="116710"/>
                </a:cubicBezTo>
                <a:cubicBezTo>
                  <a:pt x="720074" y="109280"/>
                  <a:pt x="732973" y="105565"/>
                  <a:pt x="749953" y="105565"/>
                </a:cubicBezTo>
                <a:lnTo>
                  <a:pt x="757790" y="105565"/>
                </a:lnTo>
                <a:lnTo>
                  <a:pt x="757790" y="98707"/>
                </a:lnTo>
                <a:cubicBezTo>
                  <a:pt x="757790" y="90869"/>
                  <a:pt x="756607" y="85440"/>
                  <a:pt x="754240" y="82420"/>
                </a:cubicBezTo>
                <a:cubicBezTo>
                  <a:pt x="751873" y="79397"/>
                  <a:pt x="747668" y="77886"/>
                  <a:pt x="741626" y="77886"/>
                </a:cubicBezTo>
                <a:cubicBezTo>
                  <a:pt x="734114" y="77886"/>
                  <a:pt x="724807" y="80091"/>
                  <a:pt x="713704" y="84501"/>
                </a:cubicBezTo>
                <a:lnTo>
                  <a:pt x="705378" y="60986"/>
                </a:lnTo>
                <a:cubicBezTo>
                  <a:pt x="712072" y="57884"/>
                  <a:pt x="719216" y="55517"/>
                  <a:pt x="726808" y="53885"/>
                </a:cubicBezTo>
                <a:cubicBezTo>
                  <a:pt x="734402" y="52251"/>
                  <a:pt x="741627" y="51433"/>
                  <a:pt x="748484" y="51433"/>
                </a:cubicBezTo>
                <a:cubicBezTo>
                  <a:pt x="763832" y="51433"/>
                  <a:pt x="775262" y="55148"/>
                  <a:pt x="782774" y="62578"/>
                </a:cubicBezTo>
                <a:cubicBezTo>
                  <a:pt x="790286" y="70008"/>
                  <a:pt x="794042" y="81397"/>
                  <a:pt x="794042" y="96745"/>
                </a:cubicBezTo>
                <a:lnTo>
                  <a:pt x="794042" y="151120"/>
                </a:lnTo>
                <a:moveTo>
                  <a:pt x="744564" y="163614"/>
                </a:moveTo>
                <a:cubicBezTo>
                  <a:pt x="747342" y="163614"/>
                  <a:pt x="749873" y="162552"/>
                  <a:pt x="752158" y="160429"/>
                </a:cubicBezTo>
                <a:cubicBezTo>
                  <a:pt x="754445" y="158307"/>
                  <a:pt x="756323" y="155286"/>
                  <a:pt x="757790" y="151366"/>
                </a:cubicBezTo>
                <a:lnTo>
                  <a:pt x="757790" y="126139"/>
                </a:lnTo>
                <a:lnTo>
                  <a:pt x="753384" y="126139"/>
                </a:lnTo>
                <a:cubicBezTo>
                  <a:pt x="746689" y="126139"/>
                  <a:pt x="741830" y="127731"/>
                  <a:pt x="738808" y="130916"/>
                </a:cubicBezTo>
                <a:cubicBezTo>
                  <a:pt x="735788" y="134100"/>
                  <a:pt x="734279" y="139120"/>
                  <a:pt x="734279" y="145977"/>
                </a:cubicBezTo>
                <a:cubicBezTo>
                  <a:pt x="734279" y="151693"/>
                  <a:pt x="735177" y="156062"/>
                  <a:pt x="736973" y="159084"/>
                </a:cubicBezTo>
                <a:cubicBezTo>
                  <a:pt x="738770" y="162104"/>
                  <a:pt x="741300" y="163614"/>
                  <a:pt x="744564" y="163614"/>
                </a:cubicBezTo>
                <a:close/>
                <a:moveTo>
                  <a:pt x="918958" y="62944"/>
                </a:moveTo>
                <a:cubicBezTo>
                  <a:pt x="912916" y="66211"/>
                  <a:pt x="902792" y="67844"/>
                  <a:pt x="888585" y="67844"/>
                </a:cubicBezTo>
                <a:cubicBezTo>
                  <a:pt x="895770" y="71111"/>
                  <a:pt x="901077" y="75480"/>
                  <a:pt x="904506" y="80951"/>
                </a:cubicBezTo>
                <a:cubicBezTo>
                  <a:pt x="907934" y="86420"/>
                  <a:pt x="909648" y="93318"/>
                  <a:pt x="909648" y="101645"/>
                </a:cubicBezTo>
                <a:cubicBezTo>
                  <a:pt x="909648" y="114544"/>
                  <a:pt x="905444" y="124994"/>
                  <a:pt x="897035" y="132997"/>
                </a:cubicBezTo>
                <a:cubicBezTo>
                  <a:pt x="888626" y="140998"/>
                  <a:pt x="877155" y="144998"/>
                  <a:pt x="862621" y="144998"/>
                </a:cubicBezTo>
                <a:cubicBezTo>
                  <a:pt x="858049" y="144998"/>
                  <a:pt x="854131" y="144508"/>
                  <a:pt x="850867" y="143529"/>
                </a:cubicBezTo>
                <a:cubicBezTo>
                  <a:pt x="848254" y="145326"/>
                  <a:pt x="846947" y="148101"/>
                  <a:pt x="846947" y="151856"/>
                </a:cubicBezTo>
                <a:cubicBezTo>
                  <a:pt x="846947" y="154632"/>
                  <a:pt x="847804" y="156754"/>
                  <a:pt x="849518" y="158224"/>
                </a:cubicBezTo>
                <a:cubicBezTo>
                  <a:pt x="851232" y="159694"/>
                  <a:pt x="854375" y="160429"/>
                  <a:pt x="858948" y="160429"/>
                </a:cubicBezTo>
                <a:lnTo>
                  <a:pt x="872174" y="160429"/>
                </a:lnTo>
                <a:cubicBezTo>
                  <a:pt x="886216" y="160429"/>
                  <a:pt x="897197" y="163859"/>
                  <a:pt x="905115" y="170718"/>
                </a:cubicBezTo>
                <a:cubicBezTo>
                  <a:pt x="913036" y="177575"/>
                  <a:pt x="916996" y="186392"/>
                  <a:pt x="916996" y="197168"/>
                </a:cubicBezTo>
                <a:cubicBezTo>
                  <a:pt x="916996" y="210069"/>
                  <a:pt x="911974" y="220396"/>
                  <a:pt x="901931" y="228150"/>
                </a:cubicBezTo>
                <a:cubicBezTo>
                  <a:pt x="891890" y="235906"/>
                  <a:pt x="877562" y="239785"/>
                  <a:pt x="858948" y="239785"/>
                </a:cubicBezTo>
                <a:cubicBezTo>
                  <a:pt x="838863" y="239785"/>
                  <a:pt x="824984" y="236274"/>
                  <a:pt x="817310" y="229253"/>
                </a:cubicBezTo>
                <a:cubicBezTo>
                  <a:pt x="809636" y="222232"/>
                  <a:pt x="805799" y="211863"/>
                  <a:pt x="805799" y="198147"/>
                </a:cubicBezTo>
                <a:lnTo>
                  <a:pt x="838620" y="198147"/>
                </a:lnTo>
                <a:cubicBezTo>
                  <a:pt x="838620" y="204353"/>
                  <a:pt x="840049" y="208803"/>
                  <a:pt x="842907" y="211497"/>
                </a:cubicBezTo>
                <a:cubicBezTo>
                  <a:pt x="845765" y="214190"/>
                  <a:pt x="851194" y="215537"/>
                  <a:pt x="859194" y="215537"/>
                </a:cubicBezTo>
                <a:cubicBezTo>
                  <a:pt x="873237" y="215537"/>
                  <a:pt x="880258" y="210312"/>
                  <a:pt x="880258" y="199862"/>
                </a:cubicBezTo>
                <a:cubicBezTo>
                  <a:pt x="880258" y="195128"/>
                  <a:pt x="878910" y="191577"/>
                  <a:pt x="876214" y="189207"/>
                </a:cubicBezTo>
                <a:cubicBezTo>
                  <a:pt x="873521" y="186840"/>
                  <a:pt x="869398" y="185657"/>
                  <a:pt x="863847" y="185657"/>
                </a:cubicBezTo>
                <a:lnTo>
                  <a:pt x="854052" y="185657"/>
                </a:lnTo>
                <a:cubicBezTo>
                  <a:pt x="841150" y="185657"/>
                  <a:pt x="831761" y="183412"/>
                  <a:pt x="825883" y="178922"/>
                </a:cubicBezTo>
                <a:cubicBezTo>
                  <a:pt x="820006" y="174432"/>
                  <a:pt x="817067" y="168268"/>
                  <a:pt x="817067" y="160429"/>
                </a:cubicBezTo>
                <a:cubicBezTo>
                  <a:pt x="817067" y="155693"/>
                  <a:pt x="818291" y="151243"/>
                  <a:pt x="820741" y="147080"/>
                </a:cubicBezTo>
                <a:cubicBezTo>
                  <a:pt x="823190" y="142916"/>
                  <a:pt x="826537" y="139365"/>
                  <a:pt x="830783" y="136424"/>
                </a:cubicBezTo>
                <a:cubicBezTo>
                  <a:pt x="823762" y="132017"/>
                  <a:pt x="818659" y="126874"/>
                  <a:pt x="815475" y="120997"/>
                </a:cubicBezTo>
                <a:cubicBezTo>
                  <a:pt x="812290" y="115117"/>
                  <a:pt x="810698" y="107768"/>
                  <a:pt x="810698" y="98950"/>
                </a:cubicBezTo>
                <a:cubicBezTo>
                  <a:pt x="810698" y="84255"/>
                  <a:pt x="815188" y="72744"/>
                  <a:pt x="824168" y="64417"/>
                </a:cubicBezTo>
                <a:cubicBezTo>
                  <a:pt x="833150" y="56088"/>
                  <a:pt x="845397" y="51923"/>
                  <a:pt x="860910" y="51923"/>
                </a:cubicBezTo>
                <a:cubicBezTo>
                  <a:pt x="871195" y="51923"/>
                  <a:pt x="879889" y="50617"/>
                  <a:pt x="886993" y="48006"/>
                </a:cubicBezTo>
                <a:cubicBezTo>
                  <a:pt x="894096" y="45393"/>
                  <a:pt x="901730" y="41556"/>
                  <a:pt x="909895" y="36495"/>
                </a:cubicBezTo>
                <a:lnTo>
                  <a:pt x="918958" y="62944"/>
                </a:lnTo>
                <a:moveTo>
                  <a:pt x="861153" y="75928"/>
                </a:moveTo>
                <a:cubicBezTo>
                  <a:pt x="856419" y="75928"/>
                  <a:pt x="852867" y="77683"/>
                  <a:pt x="850497" y="81194"/>
                </a:cubicBezTo>
                <a:cubicBezTo>
                  <a:pt x="848130" y="84705"/>
                  <a:pt x="846947" y="90460"/>
                  <a:pt x="846947" y="98460"/>
                </a:cubicBezTo>
                <a:cubicBezTo>
                  <a:pt x="846947" y="113647"/>
                  <a:pt x="851601" y="121240"/>
                  <a:pt x="860910" y="121240"/>
                </a:cubicBezTo>
                <a:cubicBezTo>
                  <a:pt x="865482" y="121240"/>
                  <a:pt x="868910" y="119525"/>
                  <a:pt x="871195" y="116097"/>
                </a:cubicBezTo>
                <a:cubicBezTo>
                  <a:pt x="873482" y="112669"/>
                  <a:pt x="874626" y="106627"/>
                  <a:pt x="874626" y="97971"/>
                </a:cubicBezTo>
                <a:cubicBezTo>
                  <a:pt x="874626" y="90132"/>
                  <a:pt x="873523" y="84499"/>
                  <a:pt x="871318" y="81071"/>
                </a:cubicBezTo>
                <a:cubicBezTo>
                  <a:pt x="869113" y="77642"/>
                  <a:pt x="865725" y="75928"/>
                  <a:pt x="861153" y="75928"/>
                </a:cubicBezTo>
                <a:close/>
                <a:moveTo>
                  <a:pt x="1027315" y="118055"/>
                </a:moveTo>
                <a:cubicBezTo>
                  <a:pt x="1027315" y="123280"/>
                  <a:pt x="1027070" y="127771"/>
                  <a:pt x="1026579" y="131529"/>
                </a:cubicBezTo>
                <a:lnTo>
                  <a:pt x="960446" y="131529"/>
                </a:lnTo>
                <a:cubicBezTo>
                  <a:pt x="961264" y="143284"/>
                  <a:pt x="963428" y="151407"/>
                  <a:pt x="966938" y="155900"/>
                </a:cubicBezTo>
                <a:cubicBezTo>
                  <a:pt x="970449" y="160390"/>
                  <a:pt x="975552" y="162634"/>
                  <a:pt x="982246" y="162634"/>
                </a:cubicBezTo>
                <a:cubicBezTo>
                  <a:pt x="986656" y="162634"/>
                  <a:pt x="990902" y="161777"/>
                  <a:pt x="994983" y="160063"/>
                </a:cubicBezTo>
                <a:cubicBezTo>
                  <a:pt x="999064" y="158347"/>
                  <a:pt x="1003473" y="155693"/>
                  <a:pt x="1008210" y="152103"/>
                </a:cubicBezTo>
                <a:lnTo>
                  <a:pt x="1023395" y="172187"/>
                </a:lnTo>
                <a:cubicBezTo>
                  <a:pt x="1011311" y="183942"/>
                  <a:pt x="996696" y="189820"/>
                  <a:pt x="979552" y="189820"/>
                </a:cubicBezTo>
                <a:cubicBezTo>
                  <a:pt x="961264" y="189820"/>
                  <a:pt x="947384" y="183819"/>
                  <a:pt x="937914" y="171817"/>
                </a:cubicBezTo>
                <a:cubicBezTo>
                  <a:pt x="928444" y="159815"/>
                  <a:pt x="923708" y="143038"/>
                  <a:pt x="923708" y="121486"/>
                </a:cubicBezTo>
                <a:cubicBezTo>
                  <a:pt x="923708" y="99932"/>
                  <a:pt x="928239" y="82868"/>
                  <a:pt x="937301" y="70296"/>
                </a:cubicBezTo>
                <a:cubicBezTo>
                  <a:pt x="946363" y="57721"/>
                  <a:pt x="959304" y="51433"/>
                  <a:pt x="976125" y="51433"/>
                </a:cubicBezTo>
                <a:cubicBezTo>
                  <a:pt x="992125" y="51433"/>
                  <a:pt x="1004657" y="57108"/>
                  <a:pt x="1013719" y="68457"/>
                </a:cubicBezTo>
                <a:cubicBezTo>
                  <a:pt x="1022783" y="79806"/>
                  <a:pt x="1027315" y="96339"/>
                  <a:pt x="1027315" y="118055"/>
                </a:cubicBezTo>
                <a:moveTo>
                  <a:pt x="991309" y="107524"/>
                </a:moveTo>
                <a:cubicBezTo>
                  <a:pt x="991309" y="96421"/>
                  <a:pt x="990207" y="88380"/>
                  <a:pt x="988002" y="83399"/>
                </a:cubicBezTo>
                <a:cubicBezTo>
                  <a:pt x="985797" y="78418"/>
                  <a:pt x="981919" y="75928"/>
                  <a:pt x="976368" y="75928"/>
                </a:cubicBezTo>
                <a:cubicBezTo>
                  <a:pt x="971469" y="75928"/>
                  <a:pt x="967754" y="78336"/>
                  <a:pt x="965223" y="83152"/>
                </a:cubicBezTo>
                <a:cubicBezTo>
                  <a:pt x="962691" y="87968"/>
                  <a:pt x="961099" y="96664"/>
                  <a:pt x="960446" y="109239"/>
                </a:cubicBezTo>
                <a:lnTo>
                  <a:pt x="991309" y="109239"/>
                </a:lnTo>
                <a:lnTo>
                  <a:pt x="991309" y="107524"/>
                </a:lnTo>
                <a:close/>
                <a:moveTo>
                  <a:pt x="1159089" y="94054"/>
                </a:moveTo>
                <a:lnTo>
                  <a:pt x="1198521" y="185657"/>
                </a:lnTo>
                <a:lnTo>
                  <a:pt x="1158352" y="185657"/>
                </a:lnTo>
                <a:lnTo>
                  <a:pt x="1136063" y="119524"/>
                </a:lnTo>
                <a:lnTo>
                  <a:pt x="1114999" y="185657"/>
                </a:lnTo>
                <a:lnTo>
                  <a:pt x="1075320" y="185657"/>
                </a:lnTo>
                <a:lnTo>
                  <a:pt x="1113284" y="95523"/>
                </a:lnTo>
                <a:lnTo>
                  <a:pt x="1078014" y="15921"/>
                </a:lnTo>
                <a:lnTo>
                  <a:pt x="1118183" y="15921"/>
                </a:lnTo>
                <a:lnTo>
                  <a:pt x="1136552" y="71765"/>
                </a:lnTo>
                <a:lnTo>
                  <a:pt x="1156147" y="15921"/>
                </a:lnTo>
                <a:lnTo>
                  <a:pt x="1195337" y="15921"/>
                </a:lnTo>
                <a:lnTo>
                  <a:pt x="1159089" y="94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“Packagenotf">
            <a:extLst xmlns:a="http://schemas.openxmlformats.org/drawingml/2006/main">
              <a:ext uri="{FF2B5EF4-FFF2-40B4-BE49-F238E27FC236}">
                <a16:creationId xmlns:a16="http://schemas.microsoft.com/office/drawing/2014/main" id="{616E1BE8-F30E-4D0F-BBB3-28CECCA1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293" y="4377379"/>
            <a:ext cx="1383592" cy="241500"/>
          </a:xfrm>
          <a:custGeom xmlns:a="http://schemas.openxmlformats.org/drawingml/2006/main">
            <a:pathLst>
              <a:path w="1383592" h="241500">
                <a:moveTo>
                  <a:pt x="18126" y="73480"/>
                </a:moveTo>
                <a:cubicBezTo>
                  <a:pt x="12575" y="73480"/>
                  <a:pt x="8166" y="71684"/>
                  <a:pt x="4900" y="68091"/>
                </a:cubicBezTo>
                <a:cubicBezTo>
                  <a:pt x="1633" y="64498"/>
                  <a:pt x="0" y="59926"/>
                  <a:pt x="0" y="54375"/>
                </a:cubicBezTo>
                <a:cubicBezTo>
                  <a:pt x="0" y="51435"/>
                  <a:pt x="448" y="48455"/>
                  <a:pt x="1345" y="45435"/>
                </a:cubicBezTo>
                <a:cubicBezTo>
                  <a:pt x="2245" y="42413"/>
                  <a:pt x="3919" y="37963"/>
                  <a:pt x="6368" y="32085"/>
                </a:cubicBezTo>
                <a:lnTo>
                  <a:pt x="19105" y="0"/>
                </a:lnTo>
                <a:lnTo>
                  <a:pt x="36742" y="0"/>
                </a:lnTo>
                <a:lnTo>
                  <a:pt x="28411" y="37964"/>
                </a:lnTo>
                <a:cubicBezTo>
                  <a:pt x="33965" y="42210"/>
                  <a:pt x="36742" y="47680"/>
                  <a:pt x="36742" y="54375"/>
                </a:cubicBezTo>
                <a:cubicBezTo>
                  <a:pt x="36742" y="59926"/>
                  <a:pt x="35026" y="64498"/>
                  <a:pt x="31596" y="68091"/>
                </a:cubicBezTo>
                <a:cubicBezTo>
                  <a:pt x="28167" y="71684"/>
                  <a:pt x="23677" y="73480"/>
                  <a:pt x="18126" y="73480"/>
                </a:cubicBezTo>
                <a:moveTo>
                  <a:pt x="68337" y="73480"/>
                </a:moveTo>
                <a:cubicBezTo>
                  <a:pt x="62786" y="73480"/>
                  <a:pt x="58377" y="71684"/>
                  <a:pt x="55111" y="68091"/>
                </a:cubicBezTo>
                <a:cubicBezTo>
                  <a:pt x="51845" y="64498"/>
                  <a:pt x="50211" y="59926"/>
                  <a:pt x="50211" y="54375"/>
                </a:cubicBezTo>
                <a:cubicBezTo>
                  <a:pt x="50211" y="51435"/>
                  <a:pt x="50660" y="48455"/>
                  <a:pt x="51557" y="45435"/>
                </a:cubicBezTo>
                <a:cubicBezTo>
                  <a:pt x="52456" y="42413"/>
                  <a:pt x="54131" y="37963"/>
                  <a:pt x="56580" y="32085"/>
                </a:cubicBezTo>
                <a:lnTo>
                  <a:pt x="69317" y="0"/>
                </a:lnTo>
                <a:lnTo>
                  <a:pt x="86953" y="0"/>
                </a:lnTo>
                <a:lnTo>
                  <a:pt x="78623" y="37964"/>
                </a:lnTo>
                <a:cubicBezTo>
                  <a:pt x="84176" y="42210"/>
                  <a:pt x="86953" y="47680"/>
                  <a:pt x="86953" y="54375"/>
                </a:cubicBezTo>
                <a:cubicBezTo>
                  <a:pt x="86953" y="59926"/>
                  <a:pt x="85238" y="64498"/>
                  <a:pt x="81807" y="68091"/>
                </a:cubicBezTo>
                <a:cubicBezTo>
                  <a:pt x="78378" y="71684"/>
                  <a:pt x="73889" y="73480"/>
                  <a:pt x="68337" y="73480"/>
                </a:cubicBezTo>
                <a:close/>
                <a:moveTo>
                  <a:pt x="149409" y="17637"/>
                </a:moveTo>
                <a:cubicBezTo>
                  <a:pt x="170472" y="17637"/>
                  <a:pt x="186555" y="22291"/>
                  <a:pt x="197658" y="31599"/>
                </a:cubicBezTo>
                <a:cubicBezTo>
                  <a:pt x="208763" y="40905"/>
                  <a:pt x="214315" y="54620"/>
                  <a:pt x="214315" y="72744"/>
                </a:cubicBezTo>
                <a:cubicBezTo>
                  <a:pt x="214315" y="91685"/>
                  <a:pt x="209008" y="106014"/>
                  <a:pt x="198394" y="115731"/>
                </a:cubicBezTo>
                <a:cubicBezTo>
                  <a:pt x="187780" y="125445"/>
                  <a:pt x="172758" y="130303"/>
                  <a:pt x="153329" y="130303"/>
                </a:cubicBezTo>
                <a:lnTo>
                  <a:pt x="144266" y="130303"/>
                </a:lnTo>
                <a:lnTo>
                  <a:pt x="144266" y="187372"/>
                </a:lnTo>
                <a:lnTo>
                  <a:pt x="105812" y="187372"/>
                </a:lnTo>
                <a:lnTo>
                  <a:pt x="105812" y="17637"/>
                </a:lnTo>
                <a:lnTo>
                  <a:pt x="149409" y="17637"/>
                </a:lnTo>
                <a:moveTo>
                  <a:pt x="150145" y="102381"/>
                </a:moveTo>
                <a:cubicBezTo>
                  <a:pt x="158963" y="102381"/>
                  <a:pt x="165290" y="100136"/>
                  <a:pt x="169127" y="95646"/>
                </a:cubicBezTo>
                <a:cubicBezTo>
                  <a:pt x="172964" y="91156"/>
                  <a:pt x="174882" y="83522"/>
                  <a:pt x="174882" y="72744"/>
                </a:cubicBezTo>
                <a:cubicBezTo>
                  <a:pt x="174882" y="63273"/>
                  <a:pt x="173045" y="56293"/>
                  <a:pt x="169370" y="51803"/>
                </a:cubicBezTo>
                <a:cubicBezTo>
                  <a:pt x="165697" y="47314"/>
                  <a:pt x="159452" y="45069"/>
                  <a:pt x="150634" y="45069"/>
                </a:cubicBezTo>
                <a:lnTo>
                  <a:pt x="144266" y="45069"/>
                </a:lnTo>
                <a:lnTo>
                  <a:pt x="144266" y="102381"/>
                </a:lnTo>
                <a:lnTo>
                  <a:pt x="150145" y="102381"/>
                </a:lnTo>
                <a:close/>
                <a:moveTo>
                  <a:pt x="316698" y="152835"/>
                </a:moveTo>
                <a:cubicBezTo>
                  <a:pt x="316698" y="156919"/>
                  <a:pt x="317187" y="159941"/>
                  <a:pt x="318166" y="161902"/>
                </a:cubicBezTo>
                <a:cubicBezTo>
                  <a:pt x="319145" y="163860"/>
                  <a:pt x="320860" y="165410"/>
                  <a:pt x="323309" y="166551"/>
                </a:cubicBezTo>
                <a:lnTo>
                  <a:pt x="315718" y="190803"/>
                </a:lnTo>
                <a:cubicBezTo>
                  <a:pt x="308697" y="190148"/>
                  <a:pt x="302940" y="188473"/>
                  <a:pt x="298448" y="185780"/>
                </a:cubicBezTo>
                <a:cubicBezTo>
                  <a:pt x="293958" y="183087"/>
                  <a:pt x="290489" y="178882"/>
                  <a:pt x="288040" y="173166"/>
                </a:cubicBezTo>
                <a:cubicBezTo>
                  <a:pt x="280527" y="185412"/>
                  <a:pt x="269832" y="191535"/>
                  <a:pt x="255954" y="191535"/>
                </a:cubicBezTo>
                <a:cubicBezTo>
                  <a:pt x="245176" y="191535"/>
                  <a:pt x="236602" y="187820"/>
                  <a:pt x="230234" y="180391"/>
                </a:cubicBezTo>
                <a:cubicBezTo>
                  <a:pt x="223868" y="172961"/>
                  <a:pt x="220685" y="163123"/>
                  <a:pt x="220685" y="150877"/>
                </a:cubicBezTo>
                <a:cubicBezTo>
                  <a:pt x="220685" y="136672"/>
                  <a:pt x="225094" y="125855"/>
                  <a:pt x="233912" y="118425"/>
                </a:cubicBezTo>
                <a:cubicBezTo>
                  <a:pt x="242729" y="110996"/>
                  <a:pt x="255628" y="107281"/>
                  <a:pt x="272608" y="107281"/>
                </a:cubicBezTo>
                <a:lnTo>
                  <a:pt x="280445" y="107281"/>
                </a:lnTo>
                <a:lnTo>
                  <a:pt x="280445" y="100423"/>
                </a:lnTo>
                <a:cubicBezTo>
                  <a:pt x="280445" y="92584"/>
                  <a:pt x="279262" y="87155"/>
                  <a:pt x="276895" y="84135"/>
                </a:cubicBezTo>
                <a:cubicBezTo>
                  <a:pt x="274528" y="81113"/>
                  <a:pt x="270323" y="79602"/>
                  <a:pt x="264281" y="79602"/>
                </a:cubicBezTo>
                <a:cubicBezTo>
                  <a:pt x="256769" y="79602"/>
                  <a:pt x="247462" y="81807"/>
                  <a:pt x="236359" y="86217"/>
                </a:cubicBezTo>
                <a:lnTo>
                  <a:pt x="228033" y="62702"/>
                </a:lnTo>
                <a:cubicBezTo>
                  <a:pt x="234727" y="59600"/>
                  <a:pt x="241871" y="57233"/>
                  <a:pt x="249463" y="55601"/>
                </a:cubicBezTo>
                <a:cubicBezTo>
                  <a:pt x="257057" y="53966"/>
                  <a:pt x="264282" y="53149"/>
                  <a:pt x="271139" y="53149"/>
                </a:cubicBezTo>
                <a:cubicBezTo>
                  <a:pt x="286487" y="53149"/>
                  <a:pt x="297917" y="56864"/>
                  <a:pt x="305429" y="64294"/>
                </a:cubicBezTo>
                <a:cubicBezTo>
                  <a:pt x="312941" y="71723"/>
                  <a:pt x="316698" y="83112"/>
                  <a:pt x="316698" y="98460"/>
                </a:cubicBezTo>
                <a:lnTo>
                  <a:pt x="316698" y="152835"/>
                </a:lnTo>
                <a:moveTo>
                  <a:pt x="267219" y="165329"/>
                </a:moveTo>
                <a:cubicBezTo>
                  <a:pt x="269997" y="165329"/>
                  <a:pt x="272528" y="164268"/>
                  <a:pt x="274813" y="162145"/>
                </a:cubicBezTo>
                <a:cubicBezTo>
                  <a:pt x="277100" y="160022"/>
                  <a:pt x="278978" y="157001"/>
                  <a:pt x="280445" y="153082"/>
                </a:cubicBezTo>
                <a:lnTo>
                  <a:pt x="280445" y="127855"/>
                </a:lnTo>
                <a:lnTo>
                  <a:pt x="276039" y="127855"/>
                </a:lnTo>
                <a:cubicBezTo>
                  <a:pt x="269344" y="127855"/>
                  <a:pt x="264486" y="129447"/>
                  <a:pt x="261463" y="132631"/>
                </a:cubicBezTo>
                <a:cubicBezTo>
                  <a:pt x="258443" y="135815"/>
                  <a:pt x="256934" y="140836"/>
                  <a:pt x="256934" y="147693"/>
                </a:cubicBezTo>
                <a:cubicBezTo>
                  <a:pt x="256934" y="153408"/>
                  <a:pt x="257832" y="157777"/>
                  <a:pt x="259628" y="160799"/>
                </a:cubicBezTo>
                <a:cubicBezTo>
                  <a:pt x="261425" y="163819"/>
                  <a:pt x="263955" y="165329"/>
                  <a:pt x="267219" y="165329"/>
                </a:cubicBezTo>
                <a:close/>
                <a:moveTo>
                  <a:pt x="390568" y="53149"/>
                </a:moveTo>
                <a:cubicBezTo>
                  <a:pt x="398080" y="53149"/>
                  <a:pt x="404855" y="54456"/>
                  <a:pt x="410895" y="57069"/>
                </a:cubicBezTo>
                <a:cubicBezTo>
                  <a:pt x="416937" y="59680"/>
                  <a:pt x="422572" y="63681"/>
                  <a:pt x="427799" y="69070"/>
                </a:cubicBezTo>
                <a:lnTo>
                  <a:pt x="412610" y="89401"/>
                </a:lnTo>
                <a:cubicBezTo>
                  <a:pt x="405916" y="84012"/>
                  <a:pt x="399548" y="81317"/>
                  <a:pt x="393509" y="81317"/>
                </a:cubicBezTo>
                <a:cubicBezTo>
                  <a:pt x="386814" y="81317"/>
                  <a:pt x="381833" y="84379"/>
                  <a:pt x="378567" y="90504"/>
                </a:cubicBezTo>
                <a:cubicBezTo>
                  <a:pt x="375301" y="96625"/>
                  <a:pt x="373667" y="107525"/>
                  <a:pt x="373667" y="123202"/>
                </a:cubicBezTo>
                <a:cubicBezTo>
                  <a:pt x="373667" y="138059"/>
                  <a:pt x="375381" y="148345"/>
                  <a:pt x="378810" y="154061"/>
                </a:cubicBezTo>
                <a:cubicBezTo>
                  <a:pt x="382241" y="159777"/>
                  <a:pt x="387058" y="162634"/>
                  <a:pt x="393262" y="162634"/>
                </a:cubicBezTo>
                <a:cubicBezTo>
                  <a:pt x="396529" y="162634"/>
                  <a:pt x="399550" y="162063"/>
                  <a:pt x="402325" y="160919"/>
                </a:cubicBezTo>
                <a:cubicBezTo>
                  <a:pt x="405101" y="159775"/>
                  <a:pt x="408285" y="157816"/>
                  <a:pt x="411878" y="155040"/>
                </a:cubicBezTo>
                <a:lnTo>
                  <a:pt x="427799" y="176351"/>
                </a:lnTo>
                <a:cubicBezTo>
                  <a:pt x="417185" y="186474"/>
                  <a:pt x="404938" y="191535"/>
                  <a:pt x="391057" y="191535"/>
                </a:cubicBezTo>
                <a:cubicBezTo>
                  <a:pt x="373422" y="191535"/>
                  <a:pt x="359706" y="185780"/>
                  <a:pt x="349909" y="174269"/>
                </a:cubicBezTo>
                <a:cubicBezTo>
                  <a:pt x="340112" y="162758"/>
                  <a:pt x="335214" y="145816"/>
                  <a:pt x="335214" y="123445"/>
                </a:cubicBezTo>
                <a:cubicBezTo>
                  <a:pt x="335214" y="108911"/>
                  <a:pt x="337459" y="96379"/>
                  <a:pt x="341948" y="85847"/>
                </a:cubicBezTo>
                <a:cubicBezTo>
                  <a:pt x="346438" y="75315"/>
                  <a:pt x="352847" y="67232"/>
                  <a:pt x="361173" y="61599"/>
                </a:cubicBezTo>
                <a:cubicBezTo>
                  <a:pt x="369503" y="55966"/>
                  <a:pt x="379301" y="53149"/>
                  <a:pt x="390568" y="53149"/>
                </a:cubicBezTo>
                <a:close/>
                <a:moveTo>
                  <a:pt x="475730" y="1715"/>
                </a:moveTo>
                <a:lnTo>
                  <a:pt x="475730" y="187372"/>
                </a:lnTo>
                <a:lnTo>
                  <a:pt x="438745" y="187372"/>
                </a:lnTo>
                <a:lnTo>
                  <a:pt x="438745" y="5632"/>
                </a:lnTo>
                <a:lnTo>
                  <a:pt x="475730" y="1715"/>
                </a:lnTo>
                <a:moveTo>
                  <a:pt x="543578" y="57312"/>
                </a:moveTo>
                <a:lnTo>
                  <a:pt x="512715" y="114628"/>
                </a:lnTo>
                <a:lnTo>
                  <a:pt x="545536" y="187372"/>
                </a:lnTo>
                <a:lnTo>
                  <a:pt x="506593" y="187372"/>
                </a:lnTo>
                <a:lnTo>
                  <a:pt x="476466" y="116344"/>
                </a:lnTo>
                <a:lnTo>
                  <a:pt x="508305" y="57312"/>
                </a:lnTo>
                <a:lnTo>
                  <a:pt x="543578" y="57312"/>
                </a:lnTo>
                <a:close/>
                <a:moveTo>
                  <a:pt x="643754" y="152835"/>
                </a:moveTo>
                <a:cubicBezTo>
                  <a:pt x="643754" y="156919"/>
                  <a:pt x="644243" y="159941"/>
                  <a:pt x="645223" y="161902"/>
                </a:cubicBezTo>
                <a:cubicBezTo>
                  <a:pt x="646202" y="163860"/>
                  <a:pt x="647916" y="165410"/>
                  <a:pt x="650365" y="166551"/>
                </a:cubicBezTo>
                <a:lnTo>
                  <a:pt x="642775" y="190803"/>
                </a:lnTo>
                <a:cubicBezTo>
                  <a:pt x="635753" y="190148"/>
                  <a:pt x="629997" y="188473"/>
                  <a:pt x="625504" y="185780"/>
                </a:cubicBezTo>
                <a:cubicBezTo>
                  <a:pt x="621015" y="183087"/>
                  <a:pt x="617545" y="178882"/>
                  <a:pt x="615096" y="173166"/>
                </a:cubicBezTo>
                <a:cubicBezTo>
                  <a:pt x="607584" y="185412"/>
                  <a:pt x="596889" y="191535"/>
                  <a:pt x="583011" y="191535"/>
                </a:cubicBezTo>
                <a:cubicBezTo>
                  <a:pt x="572232" y="191535"/>
                  <a:pt x="563659" y="187820"/>
                  <a:pt x="557290" y="180391"/>
                </a:cubicBezTo>
                <a:cubicBezTo>
                  <a:pt x="550924" y="172961"/>
                  <a:pt x="547741" y="163123"/>
                  <a:pt x="547741" y="150877"/>
                </a:cubicBezTo>
                <a:cubicBezTo>
                  <a:pt x="547741" y="136672"/>
                  <a:pt x="552150" y="125855"/>
                  <a:pt x="560968" y="118425"/>
                </a:cubicBezTo>
                <a:cubicBezTo>
                  <a:pt x="569785" y="110996"/>
                  <a:pt x="582684" y="107281"/>
                  <a:pt x="599664" y="107281"/>
                </a:cubicBezTo>
                <a:lnTo>
                  <a:pt x="607502" y="107281"/>
                </a:lnTo>
                <a:lnTo>
                  <a:pt x="607502" y="100423"/>
                </a:lnTo>
                <a:cubicBezTo>
                  <a:pt x="607502" y="92584"/>
                  <a:pt x="606318" y="87155"/>
                  <a:pt x="603951" y="84135"/>
                </a:cubicBezTo>
                <a:cubicBezTo>
                  <a:pt x="601584" y="81113"/>
                  <a:pt x="597380" y="79602"/>
                  <a:pt x="591338" y="79602"/>
                </a:cubicBezTo>
                <a:cubicBezTo>
                  <a:pt x="583825" y="79602"/>
                  <a:pt x="574518" y="81807"/>
                  <a:pt x="563416" y="86217"/>
                </a:cubicBezTo>
                <a:lnTo>
                  <a:pt x="555089" y="62702"/>
                </a:lnTo>
                <a:cubicBezTo>
                  <a:pt x="561784" y="59600"/>
                  <a:pt x="568927" y="57233"/>
                  <a:pt x="576519" y="55601"/>
                </a:cubicBezTo>
                <a:cubicBezTo>
                  <a:pt x="584113" y="53966"/>
                  <a:pt x="591339" y="53149"/>
                  <a:pt x="598196" y="53149"/>
                </a:cubicBezTo>
                <a:cubicBezTo>
                  <a:pt x="613544" y="53149"/>
                  <a:pt x="624974" y="56864"/>
                  <a:pt x="632486" y="64294"/>
                </a:cubicBezTo>
                <a:cubicBezTo>
                  <a:pt x="639998" y="71723"/>
                  <a:pt x="643754" y="83112"/>
                  <a:pt x="643754" y="98460"/>
                </a:cubicBezTo>
                <a:lnTo>
                  <a:pt x="643754" y="152835"/>
                </a:lnTo>
                <a:moveTo>
                  <a:pt x="594275" y="165329"/>
                </a:moveTo>
                <a:cubicBezTo>
                  <a:pt x="597053" y="165329"/>
                  <a:pt x="599585" y="164268"/>
                  <a:pt x="601869" y="162145"/>
                </a:cubicBezTo>
                <a:cubicBezTo>
                  <a:pt x="604157" y="160022"/>
                  <a:pt x="606034" y="157001"/>
                  <a:pt x="607502" y="153082"/>
                </a:cubicBezTo>
                <a:lnTo>
                  <a:pt x="607502" y="127855"/>
                </a:lnTo>
                <a:lnTo>
                  <a:pt x="603095" y="127855"/>
                </a:lnTo>
                <a:cubicBezTo>
                  <a:pt x="596400" y="127855"/>
                  <a:pt x="591542" y="129447"/>
                  <a:pt x="588520" y="132631"/>
                </a:cubicBezTo>
                <a:cubicBezTo>
                  <a:pt x="585500" y="135815"/>
                  <a:pt x="583990" y="140836"/>
                  <a:pt x="583990" y="147693"/>
                </a:cubicBezTo>
                <a:cubicBezTo>
                  <a:pt x="583990" y="153408"/>
                  <a:pt x="584888" y="157777"/>
                  <a:pt x="586685" y="160799"/>
                </a:cubicBezTo>
                <a:cubicBezTo>
                  <a:pt x="588481" y="163819"/>
                  <a:pt x="591011" y="165329"/>
                  <a:pt x="594275" y="165329"/>
                </a:cubicBezTo>
                <a:close/>
                <a:moveTo>
                  <a:pt x="768596" y="64660"/>
                </a:moveTo>
                <a:cubicBezTo>
                  <a:pt x="762554" y="67926"/>
                  <a:pt x="752429" y="69560"/>
                  <a:pt x="738222" y="69560"/>
                </a:cubicBezTo>
                <a:cubicBezTo>
                  <a:pt x="745408" y="72826"/>
                  <a:pt x="750715" y="77195"/>
                  <a:pt x="754143" y="82666"/>
                </a:cubicBezTo>
                <a:cubicBezTo>
                  <a:pt x="757572" y="88135"/>
                  <a:pt x="759286" y="95033"/>
                  <a:pt x="759286" y="103360"/>
                </a:cubicBezTo>
                <a:cubicBezTo>
                  <a:pt x="759286" y="116259"/>
                  <a:pt x="755082" y="126710"/>
                  <a:pt x="746672" y="134713"/>
                </a:cubicBezTo>
                <a:cubicBezTo>
                  <a:pt x="738263" y="142713"/>
                  <a:pt x="726792" y="146713"/>
                  <a:pt x="712259" y="146713"/>
                </a:cubicBezTo>
                <a:cubicBezTo>
                  <a:pt x="707687" y="146713"/>
                  <a:pt x="703769" y="146224"/>
                  <a:pt x="700505" y="145245"/>
                </a:cubicBezTo>
                <a:cubicBezTo>
                  <a:pt x="697891" y="147041"/>
                  <a:pt x="696585" y="149817"/>
                  <a:pt x="696585" y="153571"/>
                </a:cubicBezTo>
                <a:cubicBezTo>
                  <a:pt x="696585" y="156347"/>
                  <a:pt x="697442" y="158470"/>
                  <a:pt x="699156" y="159940"/>
                </a:cubicBezTo>
                <a:cubicBezTo>
                  <a:pt x="700870" y="161410"/>
                  <a:pt x="704013" y="162145"/>
                  <a:pt x="708585" y="162145"/>
                </a:cubicBezTo>
                <a:lnTo>
                  <a:pt x="721812" y="162145"/>
                </a:lnTo>
                <a:cubicBezTo>
                  <a:pt x="735854" y="162145"/>
                  <a:pt x="746834" y="165575"/>
                  <a:pt x="754753" y="172434"/>
                </a:cubicBezTo>
                <a:cubicBezTo>
                  <a:pt x="762673" y="179291"/>
                  <a:pt x="766634" y="188107"/>
                  <a:pt x="766634" y="198883"/>
                </a:cubicBezTo>
                <a:cubicBezTo>
                  <a:pt x="766634" y="211784"/>
                  <a:pt x="761612" y="222112"/>
                  <a:pt x="751568" y="229866"/>
                </a:cubicBezTo>
                <a:cubicBezTo>
                  <a:pt x="741527" y="237622"/>
                  <a:pt x="727200" y="241500"/>
                  <a:pt x="708585" y="241500"/>
                </a:cubicBezTo>
                <a:cubicBezTo>
                  <a:pt x="688501" y="241500"/>
                  <a:pt x="674621" y="237989"/>
                  <a:pt x="666947" y="230968"/>
                </a:cubicBezTo>
                <a:cubicBezTo>
                  <a:pt x="659273" y="223947"/>
                  <a:pt x="655436" y="213578"/>
                  <a:pt x="655436" y="199862"/>
                </a:cubicBezTo>
                <a:lnTo>
                  <a:pt x="688258" y="199862"/>
                </a:lnTo>
                <a:cubicBezTo>
                  <a:pt x="688258" y="206069"/>
                  <a:pt x="689687" y="210519"/>
                  <a:pt x="692544" y="213212"/>
                </a:cubicBezTo>
                <a:cubicBezTo>
                  <a:pt x="695402" y="215905"/>
                  <a:pt x="700831" y="217252"/>
                  <a:pt x="708832" y="217252"/>
                </a:cubicBezTo>
                <a:cubicBezTo>
                  <a:pt x="722874" y="217252"/>
                  <a:pt x="729896" y="212027"/>
                  <a:pt x="729896" y="201578"/>
                </a:cubicBezTo>
                <a:cubicBezTo>
                  <a:pt x="729896" y="196844"/>
                  <a:pt x="728548" y="193292"/>
                  <a:pt x="725852" y="190922"/>
                </a:cubicBezTo>
                <a:cubicBezTo>
                  <a:pt x="723158" y="188556"/>
                  <a:pt x="719036" y="187372"/>
                  <a:pt x="713485" y="187372"/>
                </a:cubicBezTo>
                <a:lnTo>
                  <a:pt x="703689" y="187372"/>
                </a:lnTo>
                <a:cubicBezTo>
                  <a:pt x="690788" y="187372"/>
                  <a:pt x="681398" y="185127"/>
                  <a:pt x="675521" y="180637"/>
                </a:cubicBezTo>
                <a:cubicBezTo>
                  <a:pt x="669643" y="176148"/>
                  <a:pt x="666704" y="169983"/>
                  <a:pt x="666704" y="162145"/>
                </a:cubicBezTo>
                <a:cubicBezTo>
                  <a:pt x="666704" y="157408"/>
                  <a:pt x="667929" y="152958"/>
                  <a:pt x="670378" y="148795"/>
                </a:cubicBezTo>
                <a:cubicBezTo>
                  <a:pt x="672827" y="144632"/>
                  <a:pt x="676175" y="141080"/>
                  <a:pt x="680420" y="138140"/>
                </a:cubicBezTo>
                <a:cubicBezTo>
                  <a:pt x="673399" y="133732"/>
                  <a:pt x="668297" y="128590"/>
                  <a:pt x="665112" y="122712"/>
                </a:cubicBezTo>
                <a:cubicBezTo>
                  <a:pt x="661928" y="116832"/>
                  <a:pt x="660336" y="109483"/>
                  <a:pt x="660336" y="100666"/>
                </a:cubicBezTo>
                <a:cubicBezTo>
                  <a:pt x="660336" y="85970"/>
                  <a:pt x="664826" y="74459"/>
                  <a:pt x="673805" y="66132"/>
                </a:cubicBezTo>
                <a:cubicBezTo>
                  <a:pt x="682787" y="57803"/>
                  <a:pt x="695035" y="53638"/>
                  <a:pt x="710547" y="53638"/>
                </a:cubicBezTo>
                <a:cubicBezTo>
                  <a:pt x="720832" y="53638"/>
                  <a:pt x="729527" y="52333"/>
                  <a:pt x="736630" y="49722"/>
                </a:cubicBezTo>
                <a:cubicBezTo>
                  <a:pt x="743734" y="47108"/>
                  <a:pt x="751368" y="43271"/>
                  <a:pt x="759533" y="38211"/>
                </a:cubicBezTo>
                <a:lnTo>
                  <a:pt x="768596" y="64660"/>
                </a:lnTo>
                <a:moveTo>
                  <a:pt x="710790" y="77643"/>
                </a:moveTo>
                <a:cubicBezTo>
                  <a:pt x="706056" y="77643"/>
                  <a:pt x="702504" y="79399"/>
                  <a:pt x="700135" y="82909"/>
                </a:cubicBezTo>
                <a:cubicBezTo>
                  <a:pt x="697768" y="86420"/>
                  <a:pt x="696585" y="92175"/>
                  <a:pt x="696585" y="100176"/>
                </a:cubicBezTo>
                <a:cubicBezTo>
                  <a:pt x="696585" y="115362"/>
                  <a:pt x="701239" y="122955"/>
                  <a:pt x="710547" y="122955"/>
                </a:cubicBezTo>
                <a:cubicBezTo>
                  <a:pt x="715119" y="122955"/>
                  <a:pt x="718548" y="121241"/>
                  <a:pt x="720832" y="117812"/>
                </a:cubicBezTo>
                <a:cubicBezTo>
                  <a:pt x="723120" y="114384"/>
                  <a:pt x="724263" y="108342"/>
                  <a:pt x="724263" y="99686"/>
                </a:cubicBezTo>
                <a:cubicBezTo>
                  <a:pt x="724263" y="91848"/>
                  <a:pt x="723161" y="86214"/>
                  <a:pt x="720956" y="82786"/>
                </a:cubicBezTo>
                <a:cubicBezTo>
                  <a:pt x="718751" y="79358"/>
                  <a:pt x="715362" y="77643"/>
                  <a:pt x="710790" y="77643"/>
                </a:cubicBezTo>
                <a:close/>
                <a:moveTo>
                  <a:pt x="876953" y="119771"/>
                </a:moveTo>
                <a:cubicBezTo>
                  <a:pt x="876953" y="124996"/>
                  <a:pt x="876708" y="129487"/>
                  <a:pt x="876217" y="133244"/>
                </a:cubicBezTo>
                <a:lnTo>
                  <a:pt x="810084" y="133244"/>
                </a:lnTo>
                <a:cubicBezTo>
                  <a:pt x="810902" y="144999"/>
                  <a:pt x="813065" y="153123"/>
                  <a:pt x="816576" y="157615"/>
                </a:cubicBezTo>
                <a:cubicBezTo>
                  <a:pt x="820087" y="162105"/>
                  <a:pt x="825189" y="164350"/>
                  <a:pt x="831884" y="164350"/>
                </a:cubicBezTo>
                <a:cubicBezTo>
                  <a:pt x="836294" y="164350"/>
                  <a:pt x="840540" y="163493"/>
                  <a:pt x="844621" y="161779"/>
                </a:cubicBezTo>
                <a:cubicBezTo>
                  <a:pt x="848702" y="160062"/>
                  <a:pt x="853111" y="157408"/>
                  <a:pt x="857848" y="153818"/>
                </a:cubicBezTo>
                <a:lnTo>
                  <a:pt x="873032" y="173903"/>
                </a:lnTo>
                <a:cubicBezTo>
                  <a:pt x="860948" y="185658"/>
                  <a:pt x="846334" y="191535"/>
                  <a:pt x="829190" y="191535"/>
                </a:cubicBezTo>
                <a:cubicBezTo>
                  <a:pt x="810902" y="191535"/>
                  <a:pt x="797022" y="185534"/>
                  <a:pt x="787552" y="173533"/>
                </a:cubicBezTo>
                <a:cubicBezTo>
                  <a:pt x="778081" y="161531"/>
                  <a:pt x="773346" y="144754"/>
                  <a:pt x="773346" y="123202"/>
                </a:cubicBezTo>
                <a:cubicBezTo>
                  <a:pt x="773346" y="101647"/>
                  <a:pt x="777877" y="84584"/>
                  <a:pt x="786939" y="72011"/>
                </a:cubicBezTo>
                <a:cubicBezTo>
                  <a:pt x="796001" y="59436"/>
                  <a:pt x="808942" y="53149"/>
                  <a:pt x="825762" y="53149"/>
                </a:cubicBezTo>
                <a:cubicBezTo>
                  <a:pt x="841763" y="53149"/>
                  <a:pt x="854295" y="58823"/>
                  <a:pt x="863356" y="70172"/>
                </a:cubicBezTo>
                <a:cubicBezTo>
                  <a:pt x="872421" y="81522"/>
                  <a:pt x="876953" y="98054"/>
                  <a:pt x="876953" y="119771"/>
                </a:cubicBezTo>
                <a:moveTo>
                  <a:pt x="840947" y="109239"/>
                </a:moveTo>
                <a:cubicBezTo>
                  <a:pt x="840947" y="98137"/>
                  <a:pt x="839845" y="90095"/>
                  <a:pt x="837640" y="85114"/>
                </a:cubicBezTo>
                <a:cubicBezTo>
                  <a:pt x="835435" y="80134"/>
                  <a:pt x="831557" y="77643"/>
                  <a:pt x="826005" y="77643"/>
                </a:cubicBezTo>
                <a:cubicBezTo>
                  <a:pt x="821107" y="77643"/>
                  <a:pt x="817392" y="80052"/>
                  <a:pt x="814861" y="84868"/>
                </a:cubicBezTo>
                <a:cubicBezTo>
                  <a:pt x="812329" y="89684"/>
                  <a:pt x="810737" y="98379"/>
                  <a:pt x="810084" y="110954"/>
                </a:cubicBezTo>
                <a:lnTo>
                  <a:pt x="840947" y="110954"/>
                </a:lnTo>
                <a:lnTo>
                  <a:pt x="840947" y="109239"/>
                </a:lnTo>
                <a:close/>
                <a:moveTo>
                  <a:pt x="1007402" y="53149"/>
                </a:moveTo>
                <a:cubicBezTo>
                  <a:pt x="1016708" y="53149"/>
                  <a:pt x="1024015" y="56496"/>
                  <a:pt x="1029322" y="63191"/>
                </a:cubicBezTo>
                <a:cubicBezTo>
                  <a:pt x="1034629" y="69886"/>
                  <a:pt x="1037282" y="78867"/>
                  <a:pt x="1037282" y="90134"/>
                </a:cubicBezTo>
                <a:lnTo>
                  <a:pt x="1037282" y="187372"/>
                </a:lnTo>
                <a:lnTo>
                  <a:pt x="1000297" y="187372"/>
                </a:lnTo>
                <a:lnTo>
                  <a:pt x="1000297" y="94054"/>
                </a:lnTo>
                <a:cubicBezTo>
                  <a:pt x="1000297" y="85563"/>
                  <a:pt x="997930" y="81317"/>
                  <a:pt x="993196" y="81317"/>
                </a:cubicBezTo>
                <a:cubicBezTo>
                  <a:pt x="988460" y="81317"/>
                  <a:pt x="983316" y="86542"/>
                  <a:pt x="977765" y="96992"/>
                </a:cubicBezTo>
                <a:lnTo>
                  <a:pt x="977765" y="187372"/>
                </a:lnTo>
                <a:lnTo>
                  <a:pt x="940780" y="187372"/>
                </a:lnTo>
                <a:lnTo>
                  <a:pt x="940780" y="57312"/>
                </a:lnTo>
                <a:lnTo>
                  <a:pt x="972865" y="57312"/>
                </a:lnTo>
                <a:lnTo>
                  <a:pt x="975560" y="72744"/>
                </a:lnTo>
                <a:cubicBezTo>
                  <a:pt x="979806" y="66213"/>
                  <a:pt x="984459" y="61315"/>
                  <a:pt x="989519" y="58049"/>
                </a:cubicBezTo>
                <a:cubicBezTo>
                  <a:pt x="994582" y="54782"/>
                  <a:pt x="1000543" y="53149"/>
                  <a:pt x="1007402" y="53149"/>
                </a:cubicBezTo>
                <a:close/>
                <a:moveTo>
                  <a:pt x="1107332" y="53149"/>
                </a:moveTo>
                <a:cubicBezTo>
                  <a:pt x="1124315" y="53149"/>
                  <a:pt x="1137582" y="58945"/>
                  <a:pt x="1147135" y="70539"/>
                </a:cubicBezTo>
                <a:cubicBezTo>
                  <a:pt x="1156688" y="82132"/>
                  <a:pt x="1161464" y="99441"/>
                  <a:pt x="1161464" y="122465"/>
                </a:cubicBezTo>
                <a:cubicBezTo>
                  <a:pt x="1161464" y="144508"/>
                  <a:pt x="1156688" y="161531"/>
                  <a:pt x="1147135" y="173533"/>
                </a:cubicBezTo>
                <a:cubicBezTo>
                  <a:pt x="1137582" y="185534"/>
                  <a:pt x="1124315" y="191535"/>
                  <a:pt x="1107332" y="191535"/>
                </a:cubicBezTo>
                <a:cubicBezTo>
                  <a:pt x="1090352" y="191535"/>
                  <a:pt x="1077086" y="185698"/>
                  <a:pt x="1067533" y="174022"/>
                </a:cubicBezTo>
                <a:cubicBezTo>
                  <a:pt x="1057980" y="162347"/>
                  <a:pt x="1053204" y="145079"/>
                  <a:pt x="1053204" y="122219"/>
                </a:cubicBezTo>
                <a:cubicBezTo>
                  <a:pt x="1053204" y="99850"/>
                  <a:pt x="1057980" y="82746"/>
                  <a:pt x="1067533" y="70909"/>
                </a:cubicBezTo>
                <a:cubicBezTo>
                  <a:pt x="1077086" y="59069"/>
                  <a:pt x="1090352" y="53149"/>
                  <a:pt x="1107332" y="53149"/>
                </a:cubicBezTo>
                <a:moveTo>
                  <a:pt x="1107332" y="80581"/>
                </a:moveTo>
                <a:cubicBezTo>
                  <a:pt x="1101619" y="80581"/>
                  <a:pt x="1097497" y="83725"/>
                  <a:pt x="1094965" y="90014"/>
                </a:cubicBezTo>
                <a:cubicBezTo>
                  <a:pt x="1092434" y="96300"/>
                  <a:pt x="1091168" y="107035"/>
                  <a:pt x="1091168" y="122219"/>
                </a:cubicBezTo>
                <a:cubicBezTo>
                  <a:pt x="1091168" y="137896"/>
                  <a:pt x="1092434" y="148837"/>
                  <a:pt x="1094965" y="155044"/>
                </a:cubicBezTo>
                <a:cubicBezTo>
                  <a:pt x="1097497" y="161248"/>
                  <a:pt x="1101619" y="164350"/>
                  <a:pt x="1107332" y="164350"/>
                </a:cubicBezTo>
                <a:cubicBezTo>
                  <a:pt x="1113048" y="164350"/>
                  <a:pt x="1117171" y="161207"/>
                  <a:pt x="1119703" y="154921"/>
                </a:cubicBezTo>
                <a:cubicBezTo>
                  <a:pt x="1122234" y="148632"/>
                  <a:pt x="1123500" y="137814"/>
                  <a:pt x="1123500" y="122465"/>
                </a:cubicBezTo>
                <a:cubicBezTo>
                  <a:pt x="1123500" y="106953"/>
                  <a:pt x="1122234" y="96095"/>
                  <a:pt x="1119703" y="89891"/>
                </a:cubicBezTo>
                <a:cubicBezTo>
                  <a:pt x="1117171" y="83684"/>
                  <a:pt x="1113048" y="80581"/>
                  <a:pt x="1107332" y="80581"/>
                </a:cubicBezTo>
                <a:close/>
                <a:moveTo>
                  <a:pt x="1250838" y="181250"/>
                </a:moveTo>
                <a:cubicBezTo>
                  <a:pt x="1246757" y="184679"/>
                  <a:pt x="1242022" y="187250"/>
                  <a:pt x="1236633" y="188964"/>
                </a:cubicBezTo>
                <a:cubicBezTo>
                  <a:pt x="1231243" y="190678"/>
                  <a:pt x="1225773" y="191535"/>
                  <a:pt x="1220222" y="191535"/>
                </a:cubicBezTo>
                <a:cubicBezTo>
                  <a:pt x="1207650" y="191535"/>
                  <a:pt x="1198179" y="187944"/>
                  <a:pt x="1191811" y="180761"/>
                </a:cubicBezTo>
                <a:cubicBezTo>
                  <a:pt x="1185442" y="173575"/>
                  <a:pt x="1182258" y="163940"/>
                  <a:pt x="1182258" y="151856"/>
                </a:cubicBezTo>
                <a:lnTo>
                  <a:pt x="1182258" y="83276"/>
                </a:lnTo>
                <a:lnTo>
                  <a:pt x="1168789" y="83276"/>
                </a:lnTo>
                <a:lnTo>
                  <a:pt x="1168789" y="57312"/>
                </a:lnTo>
                <a:lnTo>
                  <a:pt x="1182258" y="57312"/>
                </a:lnTo>
                <a:lnTo>
                  <a:pt x="1182258" y="28901"/>
                </a:lnTo>
                <a:lnTo>
                  <a:pt x="1219243" y="24738"/>
                </a:lnTo>
                <a:lnTo>
                  <a:pt x="1219243" y="57312"/>
                </a:lnTo>
                <a:lnTo>
                  <a:pt x="1243491" y="57312"/>
                </a:lnTo>
                <a:lnTo>
                  <a:pt x="1239570" y="83276"/>
                </a:lnTo>
                <a:lnTo>
                  <a:pt x="1219243" y="83276"/>
                </a:lnTo>
                <a:lnTo>
                  <a:pt x="1219243" y="151613"/>
                </a:lnTo>
                <a:cubicBezTo>
                  <a:pt x="1219243" y="158634"/>
                  <a:pt x="1222182" y="162145"/>
                  <a:pt x="1228059" y="162145"/>
                </a:cubicBezTo>
                <a:cubicBezTo>
                  <a:pt x="1231326" y="162145"/>
                  <a:pt x="1234836" y="161001"/>
                  <a:pt x="1238591" y="158714"/>
                </a:cubicBezTo>
                <a:lnTo>
                  <a:pt x="1250838" y="181250"/>
                </a:lnTo>
                <a:close/>
                <a:moveTo>
                  <a:pt x="1358118" y="28901"/>
                </a:moveTo>
                <a:cubicBezTo>
                  <a:pt x="1349953" y="28901"/>
                  <a:pt x="1345871" y="33473"/>
                  <a:pt x="1345871" y="42617"/>
                </a:cubicBezTo>
                <a:lnTo>
                  <a:pt x="1345871" y="57312"/>
                </a:lnTo>
                <a:lnTo>
                  <a:pt x="1369629" y="57312"/>
                </a:lnTo>
                <a:lnTo>
                  <a:pt x="1365466" y="83276"/>
                </a:lnTo>
                <a:lnTo>
                  <a:pt x="1345871" y="83276"/>
                </a:lnTo>
                <a:lnTo>
                  <a:pt x="1345871" y="187372"/>
                </a:lnTo>
                <a:lnTo>
                  <a:pt x="1308886" y="187372"/>
                </a:lnTo>
                <a:lnTo>
                  <a:pt x="1308886" y="83276"/>
                </a:lnTo>
                <a:lnTo>
                  <a:pt x="1294191" y="83276"/>
                </a:lnTo>
                <a:lnTo>
                  <a:pt x="1294191" y="57312"/>
                </a:lnTo>
                <a:lnTo>
                  <a:pt x="1308886" y="57312"/>
                </a:lnTo>
                <a:lnTo>
                  <a:pt x="1308886" y="44086"/>
                </a:lnTo>
                <a:cubicBezTo>
                  <a:pt x="1308886" y="31187"/>
                  <a:pt x="1312642" y="20900"/>
                  <a:pt x="1320154" y="13226"/>
                </a:cubicBezTo>
                <a:cubicBezTo>
                  <a:pt x="1327666" y="5552"/>
                  <a:pt x="1338443" y="1715"/>
                  <a:pt x="1352486" y="1715"/>
                </a:cubicBezTo>
                <a:cubicBezTo>
                  <a:pt x="1363588" y="1715"/>
                  <a:pt x="1373957" y="4328"/>
                  <a:pt x="1383592" y="9553"/>
                </a:cubicBezTo>
                <a:lnTo>
                  <a:pt x="1373793" y="33064"/>
                </a:lnTo>
                <a:cubicBezTo>
                  <a:pt x="1368241" y="30289"/>
                  <a:pt x="1363017" y="28901"/>
                  <a:pt x="1358118" y="289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ound”">
            <a:extLst xmlns:a="http://schemas.openxmlformats.org/drawingml/2006/main">
              <a:ext uri="{FF2B5EF4-FFF2-40B4-BE49-F238E27FC236}">
                <a16:creationId xmlns:a16="http://schemas.microsoft.com/office/drawing/2014/main" id="{61524C0C-F031-45D5-BEDD-12A3836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9332" y="4377621"/>
            <a:ext cx="566281" cy="191292"/>
          </a:xfrm>
          <a:custGeom xmlns:a="http://schemas.openxmlformats.org/drawingml/2006/main">
            <a:pathLst>
              <a:path w="566281" h="191292">
                <a:moveTo>
                  <a:pt x="54128" y="52906"/>
                </a:moveTo>
                <a:cubicBezTo>
                  <a:pt x="71111" y="52906"/>
                  <a:pt x="84378" y="58703"/>
                  <a:pt x="93931" y="70296"/>
                </a:cubicBezTo>
                <a:cubicBezTo>
                  <a:pt x="103483" y="81889"/>
                  <a:pt x="108260" y="99198"/>
                  <a:pt x="108260" y="122223"/>
                </a:cubicBezTo>
                <a:cubicBezTo>
                  <a:pt x="108260" y="144265"/>
                  <a:pt x="103483" y="161288"/>
                  <a:pt x="93931" y="173290"/>
                </a:cubicBezTo>
                <a:cubicBezTo>
                  <a:pt x="84378" y="185292"/>
                  <a:pt x="71111" y="191292"/>
                  <a:pt x="54128" y="191292"/>
                </a:cubicBezTo>
                <a:cubicBezTo>
                  <a:pt x="37148" y="191292"/>
                  <a:pt x="23882" y="185455"/>
                  <a:pt x="14329" y="173779"/>
                </a:cubicBezTo>
                <a:cubicBezTo>
                  <a:pt x="4776" y="162104"/>
                  <a:pt x="0" y="144836"/>
                  <a:pt x="0" y="121976"/>
                </a:cubicBezTo>
                <a:cubicBezTo>
                  <a:pt x="0" y="99607"/>
                  <a:pt x="4776" y="82503"/>
                  <a:pt x="14329" y="70666"/>
                </a:cubicBezTo>
                <a:cubicBezTo>
                  <a:pt x="23882" y="58826"/>
                  <a:pt x="37148" y="52906"/>
                  <a:pt x="54128" y="52906"/>
                </a:cubicBezTo>
                <a:moveTo>
                  <a:pt x="54128" y="80338"/>
                </a:moveTo>
                <a:cubicBezTo>
                  <a:pt x="48415" y="80338"/>
                  <a:pt x="44293" y="83482"/>
                  <a:pt x="41761" y="89771"/>
                </a:cubicBezTo>
                <a:cubicBezTo>
                  <a:pt x="39230" y="96057"/>
                  <a:pt x="37964" y="106792"/>
                  <a:pt x="37964" y="121976"/>
                </a:cubicBezTo>
                <a:cubicBezTo>
                  <a:pt x="37964" y="137653"/>
                  <a:pt x="39230" y="148595"/>
                  <a:pt x="41761" y="154801"/>
                </a:cubicBezTo>
                <a:cubicBezTo>
                  <a:pt x="44293" y="161005"/>
                  <a:pt x="48415" y="164107"/>
                  <a:pt x="54128" y="164107"/>
                </a:cubicBezTo>
                <a:cubicBezTo>
                  <a:pt x="59844" y="164107"/>
                  <a:pt x="63967" y="160964"/>
                  <a:pt x="66499" y="154678"/>
                </a:cubicBezTo>
                <a:cubicBezTo>
                  <a:pt x="69030" y="148389"/>
                  <a:pt x="70296" y="137571"/>
                  <a:pt x="70296" y="122223"/>
                </a:cubicBezTo>
                <a:cubicBezTo>
                  <a:pt x="70296" y="106710"/>
                  <a:pt x="69030" y="95852"/>
                  <a:pt x="66499" y="89648"/>
                </a:cubicBezTo>
                <a:cubicBezTo>
                  <a:pt x="63967" y="83441"/>
                  <a:pt x="59844" y="80338"/>
                  <a:pt x="54128" y="80338"/>
                </a:cubicBezTo>
                <a:close/>
                <a:moveTo>
                  <a:pt x="220903" y="187129"/>
                </a:moveTo>
                <a:lnTo>
                  <a:pt x="188571" y="187129"/>
                </a:lnTo>
                <a:lnTo>
                  <a:pt x="187102" y="172187"/>
                </a:lnTo>
                <a:cubicBezTo>
                  <a:pt x="179264" y="184924"/>
                  <a:pt x="168895" y="191292"/>
                  <a:pt x="155996" y="191292"/>
                </a:cubicBezTo>
                <a:cubicBezTo>
                  <a:pt x="146526" y="191292"/>
                  <a:pt x="139055" y="187864"/>
                  <a:pt x="133583" y="181007"/>
                </a:cubicBezTo>
                <a:cubicBezTo>
                  <a:pt x="128114" y="174148"/>
                  <a:pt x="125380" y="165085"/>
                  <a:pt x="125380" y="153818"/>
                </a:cubicBezTo>
                <a:lnTo>
                  <a:pt x="125380" y="57069"/>
                </a:lnTo>
                <a:lnTo>
                  <a:pt x="162365" y="57069"/>
                </a:lnTo>
                <a:lnTo>
                  <a:pt x="162365" y="152349"/>
                </a:lnTo>
                <a:cubicBezTo>
                  <a:pt x="162365" y="156104"/>
                  <a:pt x="163018" y="158962"/>
                  <a:pt x="164323" y="160923"/>
                </a:cubicBezTo>
                <a:cubicBezTo>
                  <a:pt x="165629" y="162881"/>
                  <a:pt x="167507" y="163860"/>
                  <a:pt x="169959" y="163860"/>
                </a:cubicBezTo>
                <a:cubicBezTo>
                  <a:pt x="175184" y="163860"/>
                  <a:pt x="179837" y="159288"/>
                  <a:pt x="183918" y="150144"/>
                </a:cubicBezTo>
                <a:lnTo>
                  <a:pt x="183918" y="57069"/>
                </a:lnTo>
                <a:lnTo>
                  <a:pt x="220903" y="57069"/>
                </a:lnTo>
                <a:lnTo>
                  <a:pt x="220903" y="187129"/>
                </a:lnTo>
                <a:close/>
                <a:moveTo>
                  <a:pt x="310107" y="52906"/>
                </a:moveTo>
                <a:cubicBezTo>
                  <a:pt x="319413" y="52906"/>
                  <a:pt x="326720" y="56253"/>
                  <a:pt x="332027" y="62948"/>
                </a:cubicBezTo>
                <a:cubicBezTo>
                  <a:pt x="337334" y="69643"/>
                  <a:pt x="339987" y="78624"/>
                  <a:pt x="339987" y="89891"/>
                </a:cubicBezTo>
                <a:lnTo>
                  <a:pt x="339987" y="187129"/>
                </a:lnTo>
                <a:lnTo>
                  <a:pt x="303002" y="187129"/>
                </a:lnTo>
                <a:lnTo>
                  <a:pt x="303002" y="93811"/>
                </a:lnTo>
                <a:cubicBezTo>
                  <a:pt x="303002" y="85320"/>
                  <a:pt x="300635" y="81074"/>
                  <a:pt x="295901" y="81074"/>
                </a:cubicBezTo>
                <a:cubicBezTo>
                  <a:pt x="291165" y="81074"/>
                  <a:pt x="286021" y="86299"/>
                  <a:pt x="280470" y="96749"/>
                </a:cubicBezTo>
                <a:lnTo>
                  <a:pt x="280470" y="187129"/>
                </a:lnTo>
                <a:lnTo>
                  <a:pt x="243485" y="187129"/>
                </a:lnTo>
                <a:lnTo>
                  <a:pt x="243485" y="57069"/>
                </a:lnTo>
                <a:lnTo>
                  <a:pt x="275570" y="57069"/>
                </a:lnTo>
                <a:lnTo>
                  <a:pt x="278265" y="72501"/>
                </a:lnTo>
                <a:cubicBezTo>
                  <a:pt x="282511" y="65970"/>
                  <a:pt x="287164" y="61072"/>
                  <a:pt x="292224" y="57806"/>
                </a:cubicBezTo>
                <a:cubicBezTo>
                  <a:pt x="297287" y="54539"/>
                  <a:pt x="303248" y="52906"/>
                  <a:pt x="310107" y="52906"/>
                </a:cubicBezTo>
                <a:close/>
                <a:moveTo>
                  <a:pt x="461228" y="5389"/>
                </a:moveTo>
                <a:lnTo>
                  <a:pt x="461228" y="187129"/>
                </a:lnTo>
                <a:lnTo>
                  <a:pt x="428163" y="187129"/>
                </a:lnTo>
                <a:lnTo>
                  <a:pt x="426938" y="173413"/>
                </a:lnTo>
                <a:cubicBezTo>
                  <a:pt x="423183" y="178964"/>
                  <a:pt x="418937" y="183332"/>
                  <a:pt x="414201" y="186516"/>
                </a:cubicBezTo>
                <a:cubicBezTo>
                  <a:pt x="409467" y="189700"/>
                  <a:pt x="403752" y="191292"/>
                  <a:pt x="397058" y="191292"/>
                </a:cubicBezTo>
                <a:cubicBezTo>
                  <a:pt x="383668" y="191292"/>
                  <a:pt x="373462" y="185292"/>
                  <a:pt x="366441" y="173290"/>
                </a:cubicBezTo>
                <a:cubicBezTo>
                  <a:pt x="359420" y="161288"/>
                  <a:pt x="355909" y="144183"/>
                  <a:pt x="355909" y="121976"/>
                </a:cubicBezTo>
                <a:cubicBezTo>
                  <a:pt x="355909" y="108098"/>
                  <a:pt x="357787" y="95934"/>
                  <a:pt x="361541" y="85484"/>
                </a:cubicBezTo>
                <a:cubicBezTo>
                  <a:pt x="365299" y="75032"/>
                  <a:pt x="370525" y="66990"/>
                  <a:pt x="377220" y="61356"/>
                </a:cubicBezTo>
                <a:cubicBezTo>
                  <a:pt x="383915" y="55723"/>
                  <a:pt x="391506" y="52906"/>
                  <a:pt x="399995" y="52906"/>
                </a:cubicBezTo>
                <a:cubicBezTo>
                  <a:pt x="409794" y="52906"/>
                  <a:pt x="417877" y="56907"/>
                  <a:pt x="424243" y="64910"/>
                </a:cubicBezTo>
                <a:lnTo>
                  <a:pt x="424243" y="1473"/>
                </a:lnTo>
                <a:lnTo>
                  <a:pt x="461228" y="5389"/>
                </a:lnTo>
                <a:moveTo>
                  <a:pt x="409058" y="164107"/>
                </a:moveTo>
                <a:cubicBezTo>
                  <a:pt x="414774" y="164107"/>
                  <a:pt x="419835" y="159861"/>
                  <a:pt x="424243" y="151370"/>
                </a:cubicBezTo>
                <a:lnTo>
                  <a:pt x="424243" y="90627"/>
                </a:lnTo>
                <a:cubicBezTo>
                  <a:pt x="422123" y="87034"/>
                  <a:pt x="420001" y="84381"/>
                  <a:pt x="417878" y="82666"/>
                </a:cubicBezTo>
                <a:cubicBezTo>
                  <a:pt x="415755" y="80952"/>
                  <a:pt x="413305" y="80095"/>
                  <a:pt x="410527" y="80095"/>
                </a:cubicBezTo>
                <a:cubicBezTo>
                  <a:pt x="399425" y="80095"/>
                  <a:pt x="393873" y="94055"/>
                  <a:pt x="393873" y="121976"/>
                </a:cubicBezTo>
                <a:cubicBezTo>
                  <a:pt x="393873" y="137815"/>
                  <a:pt x="395220" y="148796"/>
                  <a:pt x="397913" y="154921"/>
                </a:cubicBezTo>
                <a:cubicBezTo>
                  <a:pt x="400609" y="161045"/>
                  <a:pt x="404324" y="164107"/>
                  <a:pt x="409058" y="164107"/>
                </a:cubicBezTo>
                <a:close/>
                <a:moveTo>
                  <a:pt x="497943" y="0"/>
                </a:moveTo>
                <a:cubicBezTo>
                  <a:pt x="503497" y="0"/>
                  <a:pt x="507906" y="1796"/>
                  <a:pt x="511170" y="5389"/>
                </a:cubicBezTo>
                <a:cubicBezTo>
                  <a:pt x="514436" y="8982"/>
                  <a:pt x="516069" y="13554"/>
                  <a:pt x="516069" y="19105"/>
                </a:cubicBezTo>
                <a:cubicBezTo>
                  <a:pt x="516069" y="22043"/>
                  <a:pt x="515620" y="25023"/>
                  <a:pt x="514720" y="28045"/>
                </a:cubicBezTo>
                <a:cubicBezTo>
                  <a:pt x="513823" y="31065"/>
                  <a:pt x="512150" y="35515"/>
                  <a:pt x="509701" y="41395"/>
                </a:cubicBezTo>
                <a:lnTo>
                  <a:pt x="496964" y="73480"/>
                </a:lnTo>
                <a:lnTo>
                  <a:pt x="479331" y="73480"/>
                </a:lnTo>
                <a:lnTo>
                  <a:pt x="487658" y="35516"/>
                </a:lnTo>
                <a:cubicBezTo>
                  <a:pt x="482107" y="31270"/>
                  <a:pt x="479331" y="25800"/>
                  <a:pt x="479331" y="19105"/>
                </a:cubicBezTo>
                <a:cubicBezTo>
                  <a:pt x="479331" y="13554"/>
                  <a:pt x="481045" y="8982"/>
                  <a:pt x="484474" y="5389"/>
                </a:cubicBezTo>
                <a:cubicBezTo>
                  <a:pt x="487902" y="1796"/>
                  <a:pt x="492392" y="0"/>
                  <a:pt x="497943" y="0"/>
                </a:cubicBezTo>
                <a:moveTo>
                  <a:pt x="548154" y="0"/>
                </a:moveTo>
                <a:cubicBezTo>
                  <a:pt x="553708" y="0"/>
                  <a:pt x="558117" y="1796"/>
                  <a:pt x="561381" y="5389"/>
                </a:cubicBezTo>
                <a:cubicBezTo>
                  <a:pt x="564647" y="8982"/>
                  <a:pt x="566281" y="13554"/>
                  <a:pt x="566281" y="19105"/>
                </a:cubicBezTo>
                <a:cubicBezTo>
                  <a:pt x="566281" y="22043"/>
                  <a:pt x="565831" y="25023"/>
                  <a:pt x="564931" y="28045"/>
                </a:cubicBezTo>
                <a:cubicBezTo>
                  <a:pt x="564034" y="31065"/>
                  <a:pt x="562361" y="35515"/>
                  <a:pt x="559912" y="41395"/>
                </a:cubicBezTo>
                <a:lnTo>
                  <a:pt x="547175" y="73480"/>
                </a:lnTo>
                <a:lnTo>
                  <a:pt x="529542" y="73480"/>
                </a:lnTo>
                <a:lnTo>
                  <a:pt x="537869" y="35516"/>
                </a:lnTo>
                <a:cubicBezTo>
                  <a:pt x="532318" y="31270"/>
                  <a:pt x="529542" y="25800"/>
                  <a:pt x="529542" y="19105"/>
                </a:cubicBezTo>
                <a:cubicBezTo>
                  <a:pt x="529542" y="13554"/>
                  <a:pt x="531257" y="8982"/>
                  <a:pt x="534685" y="5389"/>
                </a:cubicBezTo>
                <a:cubicBezTo>
                  <a:pt x="538113" y="1796"/>
                  <a:pt x="542603" y="0"/>
                  <a:pt x="548154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F04C99-F657-41EA-9994-C880DDF6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042" y="3584298"/>
            <a:ext cx="2060653" cy="1030434"/>
          </a:xfrm>
          <a:custGeom xmlns:a="http://schemas.openxmlformats.org/drawingml/2006/main">
            <a:pathLst>
              <a:path w="2060653" h="1030434" fill="none">
                <a:moveTo>
                  <a:pt x="0" y="1030434"/>
                </a:moveTo>
                <a:lnTo>
                  <a:pt x="2060653" y="1030434"/>
                </a:lnTo>
                <a:lnTo>
                  <a:pt x="20606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FF0000"/>
            </a:solidFill>
            <a:custDash>
              <a:ds d="400000" sp="300000"/>
            </a:custDash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BEFE1-37A3-46AF-8BB2-BC9EC86C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1436" y="3413153"/>
            <a:ext cx="190151" cy="191140"/>
          </a:xfrm>
          <a:custGeom xmlns:a="http://schemas.openxmlformats.org/drawingml/2006/main">
            <a:pathLst>
              <a:path w="190151" h="191140">
                <a:moveTo>
                  <a:pt x="190151" y="191140"/>
                </a:moveTo>
                <a:lnTo>
                  <a:pt x="0" y="189175"/>
                </a:lnTo>
                <a:lnTo>
                  <a:pt x="97034" y="0"/>
                </a:lnTo>
                <a:lnTo>
                  <a:pt x="190151" y="19114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D714BD-5113-43D5-9CF1-155C0D8E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992" y="3430971"/>
            <a:ext cx="2226399" cy="1361408"/>
          </a:xfrm>
          <a:custGeom xmlns:a="http://schemas.openxmlformats.org/drawingml/2006/main">
            <a:pathLst>
              <a:path w="2226399" h="1361408" fill="none">
                <a:moveTo>
                  <a:pt x="2222685" y="0"/>
                </a:moveTo>
                <a:lnTo>
                  <a:pt x="2226399" y="0"/>
                </a:lnTo>
                <a:lnTo>
                  <a:pt x="2226399" y="1361408"/>
                </a:lnTo>
                <a:lnTo>
                  <a:pt x="0" y="1361408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rnd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B02BA-90D8-415B-AE51-815A5C2F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845" y="4697282"/>
            <a:ext cx="190176" cy="190164"/>
          </a:xfrm>
          <a:custGeom xmlns:a="http://schemas.openxmlformats.org/drawingml/2006/main">
            <a:pathLst>
              <a:path w="190176" h="190164">
                <a:moveTo>
                  <a:pt x="190164" y="0"/>
                </a:moveTo>
                <a:lnTo>
                  <a:pt x="190176" y="190164"/>
                </a:lnTo>
                <a:lnTo>
                  <a:pt x="0" y="95095"/>
                </a:lnTo>
                <a:lnTo>
                  <a:pt x="1901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Queriespackagerepository">
            <a:extLst xmlns:a="http://schemas.openxmlformats.org/drawingml/2006/main">
              <a:ext uri="{FF2B5EF4-FFF2-40B4-BE49-F238E27FC236}">
                <a16:creationId xmlns:a16="http://schemas.microsoft.com/office/drawing/2014/main" id="{5006EB59-AAFE-49BE-B412-5E79922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585" y="4884811"/>
            <a:ext cx="2594674" cy="251789"/>
          </a:xfrm>
          <a:custGeom xmlns:a="http://schemas.openxmlformats.org/drawingml/2006/main">
            <a:pathLst>
              <a:path w="2594674" h="251789">
                <a:moveTo>
                  <a:pt x="477131" y="167"/>
                </a:moveTo>
                <a:lnTo>
                  <a:pt x="476409" y="261"/>
                </a:lnTo>
                <a:lnTo>
                  <a:pt x="475699" y="375"/>
                </a:lnTo>
                <a:lnTo>
                  <a:pt x="475001" y="511"/>
                </a:lnTo>
                <a:lnTo>
                  <a:pt x="474314" y="667"/>
                </a:lnTo>
                <a:lnTo>
                  <a:pt x="473640" y="844"/>
                </a:lnTo>
                <a:lnTo>
                  <a:pt x="472977" y="1042"/>
                </a:lnTo>
                <a:lnTo>
                  <a:pt x="472326" y="1261"/>
                </a:lnTo>
                <a:lnTo>
                  <a:pt x="471687" y="1501"/>
                </a:lnTo>
                <a:lnTo>
                  <a:pt x="471060" y="1761"/>
                </a:lnTo>
                <a:lnTo>
                  <a:pt x="470445" y="2042"/>
                </a:lnTo>
                <a:lnTo>
                  <a:pt x="469842" y="2345"/>
                </a:lnTo>
                <a:lnTo>
                  <a:pt x="469251" y="2668"/>
                </a:lnTo>
                <a:lnTo>
                  <a:pt x="468672" y="3012"/>
                </a:lnTo>
                <a:lnTo>
                  <a:pt x="468105" y="3376"/>
                </a:lnTo>
                <a:lnTo>
                  <a:pt x="467549" y="3762"/>
                </a:lnTo>
                <a:lnTo>
                  <a:pt x="467006" y="4168"/>
                </a:lnTo>
                <a:lnTo>
                  <a:pt x="466474" y="4595"/>
                </a:lnTo>
                <a:lnTo>
                  <a:pt x="465954" y="5044"/>
                </a:lnTo>
                <a:lnTo>
                  <a:pt x="465447" y="5512"/>
                </a:lnTo>
                <a:lnTo>
                  <a:pt x="464951" y="6002"/>
                </a:lnTo>
                <a:lnTo>
                  <a:pt x="464471" y="6508"/>
                </a:lnTo>
                <a:lnTo>
                  <a:pt x="464012" y="7026"/>
                </a:lnTo>
                <a:lnTo>
                  <a:pt x="463574" y="7554"/>
                </a:lnTo>
                <a:lnTo>
                  <a:pt x="463156" y="8095"/>
                </a:lnTo>
                <a:lnTo>
                  <a:pt x="462758" y="8647"/>
                </a:lnTo>
                <a:lnTo>
                  <a:pt x="462380" y="9210"/>
                </a:lnTo>
                <a:lnTo>
                  <a:pt x="462023" y="9785"/>
                </a:lnTo>
                <a:lnTo>
                  <a:pt x="461687" y="10371"/>
                </a:lnTo>
                <a:lnTo>
                  <a:pt x="461371" y="10968"/>
                </a:lnTo>
                <a:lnTo>
                  <a:pt x="461075" y="11578"/>
                </a:lnTo>
                <a:lnTo>
                  <a:pt x="460799" y="12198"/>
                </a:lnTo>
                <a:lnTo>
                  <a:pt x="460544" y="12830"/>
                </a:lnTo>
                <a:lnTo>
                  <a:pt x="460310" y="13474"/>
                </a:lnTo>
                <a:lnTo>
                  <a:pt x="460096" y="14129"/>
                </a:lnTo>
                <a:lnTo>
                  <a:pt x="459902" y="14795"/>
                </a:lnTo>
                <a:lnTo>
                  <a:pt x="459728" y="15473"/>
                </a:lnTo>
                <a:lnTo>
                  <a:pt x="459575" y="16163"/>
                </a:lnTo>
                <a:lnTo>
                  <a:pt x="459443" y="16864"/>
                </a:lnTo>
                <a:lnTo>
                  <a:pt x="459331" y="17576"/>
                </a:lnTo>
                <a:lnTo>
                  <a:pt x="459239" y="18300"/>
                </a:lnTo>
                <a:lnTo>
                  <a:pt x="459167" y="19035"/>
                </a:lnTo>
                <a:lnTo>
                  <a:pt x="459116" y="19782"/>
                </a:lnTo>
                <a:lnTo>
                  <a:pt x="459086" y="20541"/>
                </a:lnTo>
                <a:lnTo>
                  <a:pt x="459076" y="21310"/>
                </a:lnTo>
                <a:lnTo>
                  <a:pt x="459086" y="22060"/>
                </a:lnTo>
                <a:lnTo>
                  <a:pt x="459116" y="22800"/>
                </a:lnTo>
                <a:lnTo>
                  <a:pt x="459167" y="23528"/>
                </a:lnTo>
                <a:lnTo>
                  <a:pt x="459239" y="24246"/>
                </a:lnTo>
                <a:lnTo>
                  <a:pt x="459331" y="24954"/>
                </a:lnTo>
                <a:lnTo>
                  <a:pt x="459443" y="25651"/>
                </a:lnTo>
                <a:lnTo>
                  <a:pt x="459575" y="26337"/>
                </a:lnTo>
                <a:lnTo>
                  <a:pt x="459728" y="27012"/>
                </a:lnTo>
                <a:lnTo>
                  <a:pt x="459902" y="27677"/>
                </a:lnTo>
                <a:lnTo>
                  <a:pt x="460096" y="28332"/>
                </a:lnTo>
                <a:lnTo>
                  <a:pt x="460310" y="28975"/>
                </a:lnTo>
                <a:lnTo>
                  <a:pt x="460544" y="29608"/>
                </a:lnTo>
                <a:lnTo>
                  <a:pt x="460799" y="30231"/>
                </a:lnTo>
                <a:lnTo>
                  <a:pt x="461075" y="30842"/>
                </a:lnTo>
                <a:lnTo>
                  <a:pt x="461371" y="31444"/>
                </a:lnTo>
                <a:lnTo>
                  <a:pt x="461687" y="32034"/>
                </a:lnTo>
                <a:lnTo>
                  <a:pt x="462023" y="32614"/>
                </a:lnTo>
                <a:lnTo>
                  <a:pt x="462380" y="33183"/>
                </a:lnTo>
                <a:lnTo>
                  <a:pt x="462758" y="33742"/>
                </a:lnTo>
                <a:lnTo>
                  <a:pt x="463156" y="34290"/>
                </a:lnTo>
                <a:lnTo>
                  <a:pt x="463574" y="34827"/>
                </a:lnTo>
                <a:lnTo>
                  <a:pt x="464012" y="35354"/>
                </a:lnTo>
                <a:lnTo>
                  <a:pt x="464471" y="35870"/>
                </a:lnTo>
                <a:lnTo>
                  <a:pt x="464951" y="36376"/>
                </a:lnTo>
                <a:lnTo>
                  <a:pt x="465447" y="36865"/>
                </a:lnTo>
                <a:lnTo>
                  <a:pt x="465954" y="37334"/>
                </a:lnTo>
                <a:lnTo>
                  <a:pt x="466474" y="37782"/>
                </a:lnTo>
                <a:lnTo>
                  <a:pt x="467006" y="38208"/>
                </a:lnTo>
                <a:lnTo>
                  <a:pt x="467549" y="38615"/>
                </a:lnTo>
                <a:lnTo>
                  <a:pt x="468105" y="39000"/>
                </a:lnTo>
                <a:lnTo>
                  <a:pt x="468672" y="39364"/>
                </a:lnTo>
                <a:lnTo>
                  <a:pt x="469251" y="39708"/>
                </a:lnTo>
                <a:lnTo>
                  <a:pt x="469842" y="40031"/>
                </a:lnTo>
                <a:lnTo>
                  <a:pt x="470445" y="40333"/>
                </a:lnTo>
                <a:lnTo>
                  <a:pt x="471060" y="40614"/>
                </a:lnTo>
                <a:lnTo>
                  <a:pt x="471687" y="40874"/>
                </a:lnTo>
                <a:lnTo>
                  <a:pt x="472326" y="41114"/>
                </a:lnTo>
                <a:lnTo>
                  <a:pt x="472977" y="41333"/>
                </a:lnTo>
                <a:lnTo>
                  <a:pt x="473640" y="41531"/>
                </a:lnTo>
                <a:lnTo>
                  <a:pt x="474314" y="41708"/>
                </a:lnTo>
                <a:lnTo>
                  <a:pt x="475001" y="41864"/>
                </a:lnTo>
                <a:lnTo>
                  <a:pt x="475699" y="41999"/>
                </a:lnTo>
                <a:lnTo>
                  <a:pt x="476409" y="42114"/>
                </a:lnTo>
                <a:lnTo>
                  <a:pt x="477131" y="42207"/>
                </a:lnTo>
                <a:lnTo>
                  <a:pt x="477866" y="42280"/>
                </a:lnTo>
                <a:lnTo>
                  <a:pt x="478612" y="42332"/>
                </a:lnTo>
                <a:lnTo>
                  <a:pt x="479369" y="42364"/>
                </a:lnTo>
                <a:lnTo>
                  <a:pt x="480139" y="42374"/>
                </a:lnTo>
                <a:lnTo>
                  <a:pt x="480909" y="42364"/>
                </a:lnTo>
                <a:lnTo>
                  <a:pt x="481667" y="42332"/>
                </a:lnTo>
                <a:lnTo>
                  <a:pt x="482412" y="42280"/>
                </a:lnTo>
                <a:lnTo>
                  <a:pt x="483146" y="42207"/>
                </a:lnTo>
                <a:lnTo>
                  <a:pt x="483868" y="42114"/>
                </a:lnTo>
                <a:lnTo>
                  <a:pt x="484578" y="41999"/>
                </a:lnTo>
                <a:lnTo>
                  <a:pt x="485276" y="41864"/>
                </a:lnTo>
                <a:lnTo>
                  <a:pt x="485963" y="41708"/>
                </a:lnTo>
                <a:lnTo>
                  <a:pt x="486637" y="41531"/>
                </a:lnTo>
                <a:lnTo>
                  <a:pt x="487299" y="41333"/>
                </a:lnTo>
                <a:lnTo>
                  <a:pt x="487950" y="41114"/>
                </a:lnTo>
                <a:lnTo>
                  <a:pt x="488589" y="40874"/>
                </a:lnTo>
                <a:lnTo>
                  <a:pt x="489215" y="40614"/>
                </a:lnTo>
                <a:lnTo>
                  <a:pt x="489830" y="40333"/>
                </a:lnTo>
                <a:lnTo>
                  <a:pt x="490433" y="40031"/>
                </a:lnTo>
                <a:lnTo>
                  <a:pt x="491024" y="39708"/>
                </a:lnTo>
                <a:lnTo>
                  <a:pt x="491603" y="39364"/>
                </a:lnTo>
                <a:lnTo>
                  <a:pt x="492171" y="39000"/>
                </a:lnTo>
                <a:lnTo>
                  <a:pt x="492726" y="38615"/>
                </a:lnTo>
                <a:lnTo>
                  <a:pt x="493269" y="38208"/>
                </a:lnTo>
                <a:lnTo>
                  <a:pt x="493801" y="37782"/>
                </a:lnTo>
                <a:lnTo>
                  <a:pt x="494321" y="37334"/>
                </a:lnTo>
                <a:lnTo>
                  <a:pt x="494828" y="36865"/>
                </a:lnTo>
                <a:lnTo>
                  <a:pt x="495324" y="36376"/>
                </a:lnTo>
                <a:lnTo>
                  <a:pt x="495804" y="35870"/>
                </a:lnTo>
                <a:lnTo>
                  <a:pt x="496263" y="35354"/>
                </a:lnTo>
                <a:lnTo>
                  <a:pt x="496702" y="34827"/>
                </a:lnTo>
                <a:lnTo>
                  <a:pt x="497121" y="34290"/>
                </a:lnTo>
                <a:lnTo>
                  <a:pt x="497519" y="33742"/>
                </a:lnTo>
                <a:lnTo>
                  <a:pt x="497896" y="33183"/>
                </a:lnTo>
                <a:lnTo>
                  <a:pt x="498253" y="32614"/>
                </a:lnTo>
                <a:lnTo>
                  <a:pt x="498590" y="32034"/>
                </a:lnTo>
                <a:lnTo>
                  <a:pt x="498907" y="31444"/>
                </a:lnTo>
                <a:lnTo>
                  <a:pt x="499203" y="30842"/>
                </a:lnTo>
                <a:lnTo>
                  <a:pt x="499478" y="30231"/>
                </a:lnTo>
                <a:lnTo>
                  <a:pt x="499733" y="29608"/>
                </a:lnTo>
                <a:lnTo>
                  <a:pt x="499968" y="28975"/>
                </a:lnTo>
                <a:lnTo>
                  <a:pt x="500182" y="28332"/>
                </a:lnTo>
                <a:lnTo>
                  <a:pt x="500376" y="27677"/>
                </a:lnTo>
                <a:lnTo>
                  <a:pt x="500550" y="27012"/>
                </a:lnTo>
                <a:lnTo>
                  <a:pt x="500703" y="26337"/>
                </a:lnTo>
                <a:lnTo>
                  <a:pt x="500836" y="25651"/>
                </a:lnTo>
                <a:lnTo>
                  <a:pt x="500948" y="24954"/>
                </a:lnTo>
                <a:lnTo>
                  <a:pt x="501040" y="24246"/>
                </a:lnTo>
                <a:lnTo>
                  <a:pt x="501111" y="23528"/>
                </a:lnTo>
                <a:lnTo>
                  <a:pt x="501162" y="22800"/>
                </a:lnTo>
                <a:lnTo>
                  <a:pt x="501193" y="22060"/>
                </a:lnTo>
                <a:lnTo>
                  <a:pt x="501203" y="21310"/>
                </a:lnTo>
                <a:lnTo>
                  <a:pt x="501193" y="20541"/>
                </a:lnTo>
                <a:lnTo>
                  <a:pt x="501163" y="19782"/>
                </a:lnTo>
                <a:lnTo>
                  <a:pt x="501113" y="19035"/>
                </a:lnTo>
                <a:lnTo>
                  <a:pt x="501043" y="18300"/>
                </a:lnTo>
                <a:lnTo>
                  <a:pt x="500953" y="17576"/>
                </a:lnTo>
                <a:lnTo>
                  <a:pt x="500843" y="16864"/>
                </a:lnTo>
                <a:lnTo>
                  <a:pt x="500713" y="16163"/>
                </a:lnTo>
                <a:lnTo>
                  <a:pt x="500564" y="15473"/>
                </a:lnTo>
                <a:lnTo>
                  <a:pt x="500394" y="14795"/>
                </a:lnTo>
                <a:lnTo>
                  <a:pt x="500204" y="14129"/>
                </a:lnTo>
                <a:lnTo>
                  <a:pt x="499994" y="13474"/>
                </a:lnTo>
                <a:lnTo>
                  <a:pt x="499764" y="12830"/>
                </a:lnTo>
                <a:lnTo>
                  <a:pt x="499514" y="12198"/>
                </a:lnTo>
                <a:lnTo>
                  <a:pt x="499245" y="11578"/>
                </a:lnTo>
                <a:lnTo>
                  <a:pt x="498955" y="10968"/>
                </a:lnTo>
                <a:lnTo>
                  <a:pt x="498645" y="10371"/>
                </a:lnTo>
                <a:lnTo>
                  <a:pt x="498315" y="9785"/>
                </a:lnTo>
                <a:lnTo>
                  <a:pt x="497966" y="9210"/>
                </a:lnTo>
                <a:lnTo>
                  <a:pt x="497596" y="8647"/>
                </a:lnTo>
                <a:lnTo>
                  <a:pt x="497206" y="8095"/>
                </a:lnTo>
                <a:lnTo>
                  <a:pt x="496796" y="7554"/>
                </a:lnTo>
                <a:lnTo>
                  <a:pt x="496367" y="7026"/>
                </a:lnTo>
                <a:lnTo>
                  <a:pt x="495917" y="6508"/>
                </a:lnTo>
                <a:lnTo>
                  <a:pt x="495448" y="6002"/>
                </a:lnTo>
                <a:lnTo>
                  <a:pt x="494961" y="5512"/>
                </a:lnTo>
                <a:lnTo>
                  <a:pt x="494462" y="5044"/>
                </a:lnTo>
                <a:lnTo>
                  <a:pt x="493949" y="4595"/>
                </a:lnTo>
                <a:lnTo>
                  <a:pt x="493424" y="4168"/>
                </a:lnTo>
                <a:lnTo>
                  <a:pt x="492885" y="3762"/>
                </a:lnTo>
                <a:lnTo>
                  <a:pt x="492332" y="3376"/>
                </a:lnTo>
                <a:lnTo>
                  <a:pt x="491767" y="3012"/>
                </a:lnTo>
                <a:lnTo>
                  <a:pt x="491189" y="2668"/>
                </a:lnTo>
                <a:lnTo>
                  <a:pt x="490597" y="2345"/>
                </a:lnTo>
                <a:lnTo>
                  <a:pt x="489992" y="2042"/>
                </a:lnTo>
                <a:lnTo>
                  <a:pt x="489374" y="1761"/>
                </a:lnTo>
                <a:lnTo>
                  <a:pt x="488743" y="1501"/>
                </a:lnTo>
                <a:lnTo>
                  <a:pt x="488098" y="1261"/>
                </a:lnTo>
                <a:lnTo>
                  <a:pt x="487441" y="1042"/>
                </a:lnTo>
                <a:lnTo>
                  <a:pt x="486770" y="844"/>
                </a:lnTo>
                <a:lnTo>
                  <a:pt x="486086" y="667"/>
                </a:lnTo>
                <a:lnTo>
                  <a:pt x="485389" y="511"/>
                </a:lnTo>
                <a:lnTo>
                  <a:pt x="484678" y="375"/>
                </a:lnTo>
                <a:lnTo>
                  <a:pt x="483955" y="261"/>
                </a:lnTo>
                <a:lnTo>
                  <a:pt x="483218" y="167"/>
                </a:lnTo>
                <a:lnTo>
                  <a:pt x="482468" y="94"/>
                </a:lnTo>
                <a:lnTo>
                  <a:pt x="481705" y="42"/>
                </a:lnTo>
                <a:lnTo>
                  <a:pt x="480929" y="10"/>
                </a:lnTo>
                <a:lnTo>
                  <a:pt x="480139" y="0"/>
                </a:lnTo>
                <a:lnTo>
                  <a:pt x="479369" y="10"/>
                </a:lnTo>
                <a:lnTo>
                  <a:pt x="478612" y="42"/>
                </a:lnTo>
                <a:lnTo>
                  <a:pt x="477866" y="94"/>
                </a:lnTo>
                <a:lnTo>
                  <a:pt x="477131" y="167"/>
                </a:lnTo>
                <a:close/>
                <a:moveTo>
                  <a:pt x="1113112" y="15921"/>
                </a:moveTo>
                <a:lnTo>
                  <a:pt x="1113112" y="197661"/>
                </a:lnTo>
                <a:lnTo>
                  <a:pt x="1150097" y="197661"/>
                </a:lnTo>
                <a:lnTo>
                  <a:pt x="1150097" y="12004"/>
                </a:lnTo>
                <a:lnTo>
                  <a:pt x="1113112" y="15921"/>
                </a:lnTo>
                <a:close/>
                <a:moveTo>
                  <a:pt x="100401" y="182390"/>
                </a:moveTo>
                <a:lnTo>
                  <a:pt x="101601" y="181417"/>
                </a:lnTo>
                <a:lnTo>
                  <a:pt x="102779" y="180420"/>
                </a:lnTo>
                <a:lnTo>
                  <a:pt x="103933" y="179399"/>
                </a:lnTo>
                <a:lnTo>
                  <a:pt x="105065" y="178352"/>
                </a:lnTo>
                <a:lnTo>
                  <a:pt x="106173" y="177281"/>
                </a:lnTo>
                <a:lnTo>
                  <a:pt x="107259" y="176185"/>
                </a:lnTo>
                <a:lnTo>
                  <a:pt x="108321" y="175065"/>
                </a:lnTo>
                <a:lnTo>
                  <a:pt x="109361" y="173920"/>
                </a:lnTo>
                <a:lnTo>
                  <a:pt x="110378" y="172750"/>
                </a:lnTo>
                <a:lnTo>
                  <a:pt x="111371" y="171556"/>
                </a:lnTo>
                <a:lnTo>
                  <a:pt x="112342" y="170337"/>
                </a:lnTo>
                <a:lnTo>
                  <a:pt x="113290" y="169093"/>
                </a:lnTo>
                <a:lnTo>
                  <a:pt x="114215" y="167825"/>
                </a:lnTo>
                <a:lnTo>
                  <a:pt x="115117" y="166532"/>
                </a:lnTo>
                <a:lnTo>
                  <a:pt x="115995" y="165214"/>
                </a:lnTo>
                <a:lnTo>
                  <a:pt x="116851" y="163872"/>
                </a:lnTo>
                <a:lnTo>
                  <a:pt x="117684" y="162505"/>
                </a:lnTo>
                <a:lnTo>
                  <a:pt x="118494" y="161113"/>
                </a:lnTo>
                <a:lnTo>
                  <a:pt x="119281" y="159697"/>
                </a:lnTo>
                <a:lnTo>
                  <a:pt x="120041" y="158246"/>
                </a:lnTo>
                <a:lnTo>
                  <a:pt x="120768" y="156751"/>
                </a:lnTo>
                <a:lnTo>
                  <a:pt x="121462" y="155211"/>
                </a:lnTo>
                <a:lnTo>
                  <a:pt x="122125" y="153628"/>
                </a:lnTo>
                <a:lnTo>
                  <a:pt x="122755" y="152000"/>
                </a:lnTo>
                <a:lnTo>
                  <a:pt x="123353" y="150328"/>
                </a:lnTo>
                <a:lnTo>
                  <a:pt x="123918" y="148611"/>
                </a:lnTo>
                <a:lnTo>
                  <a:pt x="124451" y="146851"/>
                </a:lnTo>
                <a:lnTo>
                  <a:pt x="124952" y="145046"/>
                </a:lnTo>
                <a:lnTo>
                  <a:pt x="125421" y="143197"/>
                </a:lnTo>
                <a:lnTo>
                  <a:pt x="125857" y="141304"/>
                </a:lnTo>
                <a:lnTo>
                  <a:pt x="126261" y="139367"/>
                </a:lnTo>
                <a:lnTo>
                  <a:pt x="126632" y="137385"/>
                </a:lnTo>
                <a:lnTo>
                  <a:pt x="126972" y="135359"/>
                </a:lnTo>
                <a:lnTo>
                  <a:pt x="127279" y="133289"/>
                </a:lnTo>
                <a:lnTo>
                  <a:pt x="127553" y="131175"/>
                </a:lnTo>
                <a:lnTo>
                  <a:pt x="127796" y="129017"/>
                </a:lnTo>
                <a:lnTo>
                  <a:pt x="128006" y="126814"/>
                </a:lnTo>
                <a:lnTo>
                  <a:pt x="128183" y="124567"/>
                </a:lnTo>
                <a:lnTo>
                  <a:pt x="128329" y="122276"/>
                </a:lnTo>
                <a:lnTo>
                  <a:pt x="128442" y="119941"/>
                </a:lnTo>
                <a:lnTo>
                  <a:pt x="128523" y="117561"/>
                </a:lnTo>
                <a:lnTo>
                  <a:pt x="128571" y="115138"/>
                </a:lnTo>
                <a:lnTo>
                  <a:pt x="128587" y="112670"/>
                </a:lnTo>
                <a:lnTo>
                  <a:pt x="128559" y="109034"/>
                </a:lnTo>
                <a:lnTo>
                  <a:pt x="128472" y="105473"/>
                </a:lnTo>
                <a:lnTo>
                  <a:pt x="128329" y="101987"/>
                </a:lnTo>
                <a:lnTo>
                  <a:pt x="128128" y="98577"/>
                </a:lnTo>
                <a:lnTo>
                  <a:pt x="127870" y="95241"/>
                </a:lnTo>
                <a:lnTo>
                  <a:pt x="127554" y="91982"/>
                </a:lnTo>
                <a:lnTo>
                  <a:pt x="127181" y="88797"/>
                </a:lnTo>
                <a:lnTo>
                  <a:pt x="126750" y="85687"/>
                </a:lnTo>
                <a:lnTo>
                  <a:pt x="126262" y="82653"/>
                </a:lnTo>
                <a:lnTo>
                  <a:pt x="125717" y="79694"/>
                </a:lnTo>
                <a:lnTo>
                  <a:pt x="125114" y="76811"/>
                </a:lnTo>
                <a:lnTo>
                  <a:pt x="124454" y="74002"/>
                </a:lnTo>
                <a:lnTo>
                  <a:pt x="123736" y="71269"/>
                </a:lnTo>
                <a:lnTo>
                  <a:pt x="122961" y="68611"/>
                </a:lnTo>
                <a:lnTo>
                  <a:pt x="122129" y="66029"/>
                </a:lnTo>
                <a:lnTo>
                  <a:pt x="121239" y="63521"/>
                </a:lnTo>
                <a:lnTo>
                  <a:pt x="120292" y="61089"/>
                </a:lnTo>
                <a:lnTo>
                  <a:pt x="119287" y="58732"/>
                </a:lnTo>
                <a:lnTo>
                  <a:pt x="118225" y="56451"/>
                </a:lnTo>
                <a:lnTo>
                  <a:pt x="117105" y="54244"/>
                </a:lnTo>
                <a:lnTo>
                  <a:pt x="115928" y="52113"/>
                </a:lnTo>
                <a:lnTo>
                  <a:pt x="114694" y="50057"/>
                </a:lnTo>
                <a:lnTo>
                  <a:pt x="113402" y="48077"/>
                </a:lnTo>
                <a:lnTo>
                  <a:pt x="112053" y="46171"/>
                </a:lnTo>
                <a:lnTo>
                  <a:pt x="110650" y="44342"/>
                </a:lnTo>
                <a:lnTo>
                  <a:pt x="109195" y="42591"/>
                </a:lnTo>
                <a:lnTo>
                  <a:pt x="107689" y="40918"/>
                </a:lnTo>
                <a:lnTo>
                  <a:pt x="106131" y="39323"/>
                </a:lnTo>
                <a:lnTo>
                  <a:pt x="104522" y="37805"/>
                </a:lnTo>
                <a:lnTo>
                  <a:pt x="102862" y="36366"/>
                </a:lnTo>
                <a:lnTo>
                  <a:pt x="101150" y="35004"/>
                </a:lnTo>
                <a:lnTo>
                  <a:pt x="99386" y="33720"/>
                </a:lnTo>
                <a:lnTo>
                  <a:pt x="97571" y="32513"/>
                </a:lnTo>
                <a:lnTo>
                  <a:pt x="95705" y="31385"/>
                </a:lnTo>
                <a:lnTo>
                  <a:pt x="93787" y="30334"/>
                </a:lnTo>
                <a:lnTo>
                  <a:pt x="91817" y="29362"/>
                </a:lnTo>
                <a:lnTo>
                  <a:pt x="89796" y="28467"/>
                </a:lnTo>
                <a:lnTo>
                  <a:pt x="87724" y="27649"/>
                </a:lnTo>
                <a:lnTo>
                  <a:pt x="85600" y="26910"/>
                </a:lnTo>
                <a:lnTo>
                  <a:pt x="83425" y="26249"/>
                </a:lnTo>
                <a:lnTo>
                  <a:pt x="81198" y="25665"/>
                </a:lnTo>
                <a:lnTo>
                  <a:pt x="78920" y="25159"/>
                </a:lnTo>
                <a:lnTo>
                  <a:pt x="76591" y="24731"/>
                </a:lnTo>
                <a:lnTo>
                  <a:pt x="74209" y="24381"/>
                </a:lnTo>
                <a:lnTo>
                  <a:pt x="71777" y="24109"/>
                </a:lnTo>
                <a:lnTo>
                  <a:pt x="69293" y="23914"/>
                </a:lnTo>
                <a:lnTo>
                  <a:pt x="66757" y="23797"/>
                </a:lnTo>
                <a:lnTo>
                  <a:pt x="64170" y="23758"/>
                </a:lnTo>
                <a:lnTo>
                  <a:pt x="61623" y="23798"/>
                </a:lnTo>
                <a:lnTo>
                  <a:pt x="59126" y="23916"/>
                </a:lnTo>
                <a:lnTo>
                  <a:pt x="56677" y="24112"/>
                </a:lnTo>
                <a:lnTo>
                  <a:pt x="54278" y="24388"/>
                </a:lnTo>
                <a:lnTo>
                  <a:pt x="51929" y="24742"/>
                </a:lnTo>
                <a:lnTo>
                  <a:pt x="49628" y="25175"/>
                </a:lnTo>
                <a:lnTo>
                  <a:pt x="47377" y="25686"/>
                </a:lnTo>
                <a:lnTo>
                  <a:pt x="45175" y="26276"/>
                </a:lnTo>
                <a:lnTo>
                  <a:pt x="43023" y="26945"/>
                </a:lnTo>
                <a:lnTo>
                  <a:pt x="40920" y="27692"/>
                </a:lnTo>
                <a:lnTo>
                  <a:pt x="38866" y="28518"/>
                </a:lnTo>
                <a:lnTo>
                  <a:pt x="36861" y="29423"/>
                </a:lnTo>
                <a:lnTo>
                  <a:pt x="34906" y="30407"/>
                </a:lnTo>
                <a:lnTo>
                  <a:pt x="33000" y="31469"/>
                </a:lnTo>
                <a:lnTo>
                  <a:pt x="31144" y="32610"/>
                </a:lnTo>
                <a:lnTo>
                  <a:pt x="29337" y="33829"/>
                </a:lnTo>
                <a:lnTo>
                  <a:pt x="27579" y="35127"/>
                </a:lnTo>
                <a:lnTo>
                  <a:pt x="25870" y="36504"/>
                </a:lnTo>
                <a:lnTo>
                  <a:pt x="24211" y="37960"/>
                </a:lnTo>
                <a:lnTo>
                  <a:pt x="22601" y="39494"/>
                </a:lnTo>
                <a:lnTo>
                  <a:pt x="21040" y="41107"/>
                </a:lnTo>
                <a:lnTo>
                  <a:pt x="19528" y="42799"/>
                </a:lnTo>
                <a:lnTo>
                  <a:pt x="18066" y="44569"/>
                </a:lnTo>
                <a:lnTo>
                  <a:pt x="16654" y="46418"/>
                </a:lnTo>
                <a:lnTo>
                  <a:pt x="15295" y="48342"/>
                </a:lnTo>
                <a:lnTo>
                  <a:pt x="13994" y="50339"/>
                </a:lnTo>
                <a:lnTo>
                  <a:pt x="12750" y="52409"/>
                </a:lnTo>
                <a:lnTo>
                  <a:pt x="11565" y="54551"/>
                </a:lnTo>
                <a:lnTo>
                  <a:pt x="10437" y="56767"/>
                </a:lnTo>
                <a:lnTo>
                  <a:pt x="9368" y="59055"/>
                </a:lnTo>
                <a:lnTo>
                  <a:pt x="8356" y="61415"/>
                </a:lnTo>
                <a:lnTo>
                  <a:pt x="7402" y="63848"/>
                </a:lnTo>
                <a:lnTo>
                  <a:pt x="6505" y="66354"/>
                </a:lnTo>
                <a:lnTo>
                  <a:pt x="5667" y="68933"/>
                </a:lnTo>
                <a:lnTo>
                  <a:pt x="4886" y="71585"/>
                </a:lnTo>
                <a:lnTo>
                  <a:pt x="4163" y="74309"/>
                </a:lnTo>
                <a:lnTo>
                  <a:pt x="3498" y="77106"/>
                </a:lnTo>
                <a:lnTo>
                  <a:pt x="2891" y="79975"/>
                </a:lnTo>
                <a:lnTo>
                  <a:pt x="2342" y="82917"/>
                </a:lnTo>
                <a:lnTo>
                  <a:pt x="1850" y="85932"/>
                </a:lnTo>
                <a:lnTo>
                  <a:pt x="1417" y="89020"/>
                </a:lnTo>
                <a:lnTo>
                  <a:pt x="1041" y="92181"/>
                </a:lnTo>
                <a:lnTo>
                  <a:pt x="723" y="95414"/>
                </a:lnTo>
                <a:lnTo>
                  <a:pt x="463" y="98719"/>
                </a:lnTo>
                <a:lnTo>
                  <a:pt x="260" y="102098"/>
                </a:lnTo>
                <a:lnTo>
                  <a:pt x="116" y="105549"/>
                </a:lnTo>
                <a:lnTo>
                  <a:pt x="29" y="109073"/>
                </a:lnTo>
                <a:lnTo>
                  <a:pt x="0" y="112670"/>
                </a:lnTo>
                <a:lnTo>
                  <a:pt x="28" y="116226"/>
                </a:lnTo>
                <a:lnTo>
                  <a:pt x="113" y="119711"/>
                </a:lnTo>
                <a:lnTo>
                  <a:pt x="254" y="123125"/>
                </a:lnTo>
                <a:lnTo>
                  <a:pt x="452" y="126467"/>
                </a:lnTo>
                <a:lnTo>
                  <a:pt x="707" y="129738"/>
                </a:lnTo>
                <a:lnTo>
                  <a:pt x="1018" y="132938"/>
                </a:lnTo>
                <a:lnTo>
                  <a:pt x="1386" y="136065"/>
                </a:lnTo>
                <a:lnTo>
                  <a:pt x="1810" y="139122"/>
                </a:lnTo>
                <a:lnTo>
                  <a:pt x="2290" y="142107"/>
                </a:lnTo>
                <a:lnTo>
                  <a:pt x="2828" y="145021"/>
                </a:lnTo>
                <a:lnTo>
                  <a:pt x="3421" y="147863"/>
                </a:lnTo>
                <a:lnTo>
                  <a:pt x="4072" y="150634"/>
                </a:lnTo>
                <a:lnTo>
                  <a:pt x="4779" y="153333"/>
                </a:lnTo>
                <a:lnTo>
                  <a:pt x="5542" y="155961"/>
                </a:lnTo>
                <a:lnTo>
                  <a:pt x="6362" y="158518"/>
                </a:lnTo>
                <a:lnTo>
                  <a:pt x="7239" y="161003"/>
                </a:lnTo>
                <a:lnTo>
                  <a:pt x="8172" y="163417"/>
                </a:lnTo>
                <a:lnTo>
                  <a:pt x="9162" y="165759"/>
                </a:lnTo>
                <a:lnTo>
                  <a:pt x="10208" y="168030"/>
                </a:lnTo>
                <a:lnTo>
                  <a:pt x="11311" y="170229"/>
                </a:lnTo>
                <a:lnTo>
                  <a:pt x="12470" y="172357"/>
                </a:lnTo>
                <a:lnTo>
                  <a:pt x="13686" y="174414"/>
                </a:lnTo>
                <a:lnTo>
                  <a:pt x="14958" y="176399"/>
                </a:lnTo>
                <a:lnTo>
                  <a:pt x="16287" y="178313"/>
                </a:lnTo>
                <a:lnTo>
                  <a:pt x="17667" y="180151"/>
                </a:lnTo>
                <a:lnTo>
                  <a:pt x="19091" y="181912"/>
                </a:lnTo>
                <a:lnTo>
                  <a:pt x="20560" y="183594"/>
                </a:lnTo>
                <a:lnTo>
                  <a:pt x="22074" y="185198"/>
                </a:lnTo>
                <a:lnTo>
                  <a:pt x="23632" y="186723"/>
                </a:lnTo>
                <a:lnTo>
                  <a:pt x="25235" y="188171"/>
                </a:lnTo>
                <a:lnTo>
                  <a:pt x="26882" y="189540"/>
                </a:lnTo>
                <a:lnTo>
                  <a:pt x="28575" y="190831"/>
                </a:lnTo>
                <a:lnTo>
                  <a:pt x="30311" y="192043"/>
                </a:lnTo>
                <a:lnTo>
                  <a:pt x="32093" y="193178"/>
                </a:lnTo>
                <a:lnTo>
                  <a:pt x="33919" y="194234"/>
                </a:lnTo>
                <a:lnTo>
                  <a:pt x="35790" y="195212"/>
                </a:lnTo>
                <a:lnTo>
                  <a:pt x="37705" y="196112"/>
                </a:lnTo>
                <a:lnTo>
                  <a:pt x="39665" y="196933"/>
                </a:lnTo>
                <a:lnTo>
                  <a:pt x="41670" y="197677"/>
                </a:lnTo>
                <a:lnTo>
                  <a:pt x="43720" y="198342"/>
                </a:lnTo>
                <a:lnTo>
                  <a:pt x="45814" y="198928"/>
                </a:lnTo>
                <a:lnTo>
                  <a:pt x="47952" y="199437"/>
                </a:lnTo>
                <a:lnTo>
                  <a:pt x="50136" y="199867"/>
                </a:lnTo>
                <a:lnTo>
                  <a:pt x="52364" y="200219"/>
                </a:lnTo>
                <a:lnTo>
                  <a:pt x="54636" y="200493"/>
                </a:lnTo>
                <a:lnTo>
                  <a:pt x="56954" y="200689"/>
                </a:lnTo>
                <a:lnTo>
                  <a:pt x="59316" y="200806"/>
                </a:lnTo>
                <a:lnTo>
                  <a:pt x="61722" y="200845"/>
                </a:lnTo>
                <a:lnTo>
                  <a:pt x="63223" y="200860"/>
                </a:lnTo>
                <a:lnTo>
                  <a:pt x="64706" y="200904"/>
                </a:lnTo>
                <a:lnTo>
                  <a:pt x="66170" y="200977"/>
                </a:lnTo>
                <a:lnTo>
                  <a:pt x="67615" y="201080"/>
                </a:lnTo>
                <a:lnTo>
                  <a:pt x="69041" y="201212"/>
                </a:lnTo>
                <a:lnTo>
                  <a:pt x="70448" y="201373"/>
                </a:lnTo>
                <a:lnTo>
                  <a:pt x="71837" y="201564"/>
                </a:lnTo>
                <a:lnTo>
                  <a:pt x="73207" y="201784"/>
                </a:lnTo>
                <a:lnTo>
                  <a:pt x="74559" y="202033"/>
                </a:lnTo>
                <a:lnTo>
                  <a:pt x="75891" y="202312"/>
                </a:lnTo>
                <a:lnTo>
                  <a:pt x="77205" y="202620"/>
                </a:lnTo>
                <a:lnTo>
                  <a:pt x="78500" y="202958"/>
                </a:lnTo>
                <a:lnTo>
                  <a:pt x="79777" y="203324"/>
                </a:lnTo>
                <a:lnTo>
                  <a:pt x="81034" y="203721"/>
                </a:lnTo>
                <a:lnTo>
                  <a:pt x="82273" y="204146"/>
                </a:lnTo>
                <a:lnTo>
                  <a:pt x="83494" y="204601"/>
                </a:lnTo>
                <a:lnTo>
                  <a:pt x="84695" y="205085"/>
                </a:lnTo>
                <a:lnTo>
                  <a:pt x="85878" y="205598"/>
                </a:lnTo>
                <a:lnTo>
                  <a:pt x="87042" y="206141"/>
                </a:lnTo>
                <a:lnTo>
                  <a:pt x="88187" y="206713"/>
                </a:lnTo>
                <a:lnTo>
                  <a:pt x="89314" y="207315"/>
                </a:lnTo>
                <a:lnTo>
                  <a:pt x="90422" y="207946"/>
                </a:lnTo>
                <a:lnTo>
                  <a:pt x="91511" y="208606"/>
                </a:lnTo>
                <a:lnTo>
                  <a:pt x="92582" y="209295"/>
                </a:lnTo>
                <a:lnTo>
                  <a:pt x="93639" y="210011"/>
                </a:lnTo>
                <a:lnTo>
                  <a:pt x="94687" y="210749"/>
                </a:lnTo>
                <a:lnTo>
                  <a:pt x="95728" y="211509"/>
                </a:lnTo>
                <a:lnTo>
                  <a:pt x="96759" y="212292"/>
                </a:lnTo>
                <a:lnTo>
                  <a:pt x="97782" y="213098"/>
                </a:lnTo>
                <a:lnTo>
                  <a:pt x="98797" y="213926"/>
                </a:lnTo>
                <a:lnTo>
                  <a:pt x="99803" y="214777"/>
                </a:lnTo>
                <a:lnTo>
                  <a:pt x="100801" y="215650"/>
                </a:lnTo>
                <a:lnTo>
                  <a:pt x="101790" y="216546"/>
                </a:lnTo>
                <a:lnTo>
                  <a:pt x="102771" y="217464"/>
                </a:lnTo>
                <a:lnTo>
                  <a:pt x="103743" y="218405"/>
                </a:lnTo>
                <a:lnTo>
                  <a:pt x="104707" y="219368"/>
                </a:lnTo>
                <a:lnTo>
                  <a:pt x="105662" y="220354"/>
                </a:lnTo>
                <a:lnTo>
                  <a:pt x="106608" y="221363"/>
                </a:lnTo>
                <a:lnTo>
                  <a:pt x="107546" y="222394"/>
                </a:lnTo>
                <a:lnTo>
                  <a:pt x="108476" y="223447"/>
                </a:lnTo>
                <a:lnTo>
                  <a:pt x="109397" y="224524"/>
                </a:lnTo>
                <a:lnTo>
                  <a:pt x="110310" y="225622"/>
                </a:lnTo>
                <a:lnTo>
                  <a:pt x="111214" y="226743"/>
                </a:lnTo>
                <a:lnTo>
                  <a:pt x="112110" y="227887"/>
                </a:lnTo>
                <a:lnTo>
                  <a:pt x="112997" y="229053"/>
                </a:lnTo>
                <a:lnTo>
                  <a:pt x="113876" y="230242"/>
                </a:lnTo>
                <a:lnTo>
                  <a:pt x="114746" y="231453"/>
                </a:lnTo>
                <a:lnTo>
                  <a:pt x="115607" y="232687"/>
                </a:lnTo>
                <a:lnTo>
                  <a:pt x="138630" y="203783"/>
                </a:lnTo>
                <a:lnTo>
                  <a:pt x="137853" y="203057"/>
                </a:lnTo>
                <a:lnTo>
                  <a:pt x="137073" y="202347"/>
                </a:lnTo>
                <a:lnTo>
                  <a:pt x="136290" y="201655"/>
                </a:lnTo>
                <a:lnTo>
                  <a:pt x="135504" y="200980"/>
                </a:lnTo>
                <a:lnTo>
                  <a:pt x="134715" y="200322"/>
                </a:lnTo>
                <a:lnTo>
                  <a:pt x="133923" y="199681"/>
                </a:lnTo>
                <a:lnTo>
                  <a:pt x="133128" y="199057"/>
                </a:lnTo>
                <a:lnTo>
                  <a:pt x="132330" y="198450"/>
                </a:lnTo>
                <a:lnTo>
                  <a:pt x="131529" y="197859"/>
                </a:lnTo>
                <a:lnTo>
                  <a:pt x="130725" y="197286"/>
                </a:lnTo>
                <a:lnTo>
                  <a:pt x="129918" y="196730"/>
                </a:lnTo>
                <a:lnTo>
                  <a:pt x="129109" y="196191"/>
                </a:lnTo>
                <a:lnTo>
                  <a:pt x="128296" y="195669"/>
                </a:lnTo>
                <a:lnTo>
                  <a:pt x="127480" y="195164"/>
                </a:lnTo>
                <a:lnTo>
                  <a:pt x="126661" y="194676"/>
                </a:lnTo>
                <a:lnTo>
                  <a:pt x="125839" y="194205"/>
                </a:lnTo>
                <a:lnTo>
                  <a:pt x="125015" y="193751"/>
                </a:lnTo>
                <a:lnTo>
                  <a:pt x="124187" y="193314"/>
                </a:lnTo>
                <a:lnTo>
                  <a:pt x="123356" y="192894"/>
                </a:lnTo>
                <a:lnTo>
                  <a:pt x="122523" y="192491"/>
                </a:lnTo>
                <a:lnTo>
                  <a:pt x="121686" y="192105"/>
                </a:lnTo>
                <a:lnTo>
                  <a:pt x="120846" y="191736"/>
                </a:lnTo>
                <a:lnTo>
                  <a:pt x="120004" y="191384"/>
                </a:lnTo>
                <a:lnTo>
                  <a:pt x="119158" y="191050"/>
                </a:lnTo>
                <a:lnTo>
                  <a:pt x="118303" y="190729"/>
                </a:lnTo>
                <a:lnTo>
                  <a:pt x="117431" y="190422"/>
                </a:lnTo>
                <a:lnTo>
                  <a:pt x="116543" y="190127"/>
                </a:lnTo>
                <a:lnTo>
                  <a:pt x="115638" y="189845"/>
                </a:lnTo>
                <a:lnTo>
                  <a:pt x="114716" y="189575"/>
                </a:lnTo>
                <a:lnTo>
                  <a:pt x="113778" y="189319"/>
                </a:lnTo>
                <a:lnTo>
                  <a:pt x="112824" y="189075"/>
                </a:lnTo>
                <a:lnTo>
                  <a:pt x="111852" y="188844"/>
                </a:lnTo>
                <a:lnTo>
                  <a:pt x="110864" y="188626"/>
                </a:lnTo>
                <a:lnTo>
                  <a:pt x="109860" y="188420"/>
                </a:lnTo>
                <a:lnTo>
                  <a:pt x="108839" y="188228"/>
                </a:lnTo>
                <a:lnTo>
                  <a:pt x="107801" y="188048"/>
                </a:lnTo>
                <a:lnTo>
                  <a:pt x="106747" y="187880"/>
                </a:lnTo>
                <a:lnTo>
                  <a:pt x="105676" y="187726"/>
                </a:lnTo>
                <a:lnTo>
                  <a:pt x="104588" y="187584"/>
                </a:lnTo>
                <a:lnTo>
                  <a:pt x="103484" y="187455"/>
                </a:lnTo>
                <a:lnTo>
                  <a:pt x="102364" y="187339"/>
                </a:lnTo>
                <a:lnTo>
                  <a:pt x="101226" y="187235"/>
                </a:lnTo>
                <a:lnTo>
                  <a:pt x="100072" y="187145"/>
                </a:lnTo>
                <a:lnTo>
                  <a:pt x="98902" y="187067"/>
                </a:lnTo>
                <a:lnTo>
                  <a:pt x="97715" y="187001"/>
                </a:lnTo>
                <a:lnTo>
                  <a:pt x="96511" y="186949"/>
                </a:lnTo>
                <a:lnTo>
                  <a:pt x="95291" y="186909"/>
                </a:lnTo>
                <a:lnTo>
                  <a:pt x="94054" y="186882"/>
                </a:lnTo>
                <a:lnTo>
                  <a:pt x="95369" y="186033"/>
                </a:lnTo>
                <a:lnTo>
                  <a:pt x="96662" y="185159"/>
                </a:lnTo>
                <a:lnTo>
                  <a:pt x="97931" y="184261"/>
                </a:lnTo>
                <a:lnTo>
                  <a:pt x="99177" y="183338"/>
                </a:lnTo>
                <a:lnTo>
                  <a:pt x="100401" y="182390"/>
                </a:lnTo>
                <a:close/>
                <a:moveTo>
                  <a:pt x="40034" y="103593"/>
                </a:moveTo>
                <a:lnTo>
                  <a:pt x="40083" y="101877"/>
                </a:lnTo>
                <a:lnTo>
                  <a:pt x="40141" y="100195"/>
                </a:lnTo>
                <a:lnTo>
                  <a:pt x="40208" y="98545"/>
                </a:lnTo>
                <a:lnTo>
                  <a:pt x="40284" y="96929"/>
                </a:lnTo>
                <a:lnTo>
                  <a:pt x="40369" y="95346"/>
                </a:lnTo>
                <a:lnTo>
                  <a:pt x="40463" y="93796"/>
                </a:lnTo>
                <a:lnTo>
                  <a:pt x="40565" y="92279"/>
                </a:lnTo>
                <a:lnTo>
                  <a:pt x="40677" y="90795"/>
                </a:lnTo>
                <a:lnTo>
                  <a:pt x="40797" y="89345"/>
                </a:lnTo>
                <a:lnTo>
                  <a:pt x="40927" y="87927"/>
                </a:lnTo>
                <a:lnTo>
                  <a:pt x="41065" y="86543"/>
                </a:lnTo>
                <a:lnTo>
                  <a:pt x="41212" y="85192"/>
                </a:lnTo>
                <a:lnTo>
                  <a:pt x="41369" y="83875"/>
                </a:lnTo>
                <a:lnTo>
                  <a:pt x="41534" y="82590"/>
                </a:lnTo>
                <a:lnTo>
                  <a:pt x="41708" y="81338"/>
                </a:lnTo>
                <a:lnTo>
                  <a:pt x="41891" y="80120"/>
                </a:lnTo>
                <a:lnTo>
                  <a:pt x="42083" y="78935"/>
                </a:lnTo>
                <a:lnTo>
                  <a:pt x="42284" y="77783"/>
                </a:lnTo>
                <a:lnTo>
                  <a:pt x="42494" y="76664"/>
                </a:lnTo>
                <a:lnTo>
                  <a:pt x="42713" y="75575"/>
                </a:lnTo>
                <a:lnTo>
                  <a:pt x="42942" y="74512"/>
                </a:lnTo>
                <a:lnTo>
                  <a:pt x="43179" y="73474"/>
                </a:lnTo>
                <a:lnTo>
                  <a:pt x="43427" y="72463"/>
                </a:lnTo>
                <a:lnTo>
                  <a:pt x="43683" y="71477"/>
                </a:lnTo>
                <a:lnTo>
                  <a:pt x="43949" y="70518"/>
                </a:lnTo>
                <a:lnTo>
                  <a:pt x="44225" y="69584"/>
                </a:lnTo>
                <a:lnTo>
                  <a:pt x="44509" y="68677"/>
                </a:lnTo>
                <a:lnTo>
                  <a:pt x="44803" y="67795"/>
                </a:lnTo>
                <a:lnTo>
                  <a:pt x="45107" y="66939"/>
                </a:lnTo>
                <a:lnTo>
                  <a:pt x="45419" y="66109"/>
                </a:lnTo>
                <a:lnTo>
                  <a:pt x="45741" y="65306"/>
                </a:lnTo>
                <a:lnTo>
                  <a:pt x="46073" y="64528"/>
                </a:lnTo>
                <a:lnTo>
                  <a:pt x="46414" y="63776"/>
                </a:lnTo>
                <a:lnTo>
                  <a:pt x="46764" y="63049"/>
                </a:lnTo>
                <a:lnTo>
                  <a:pt x="47123" y="62349"/>
                </a:lnTo>
                <a:lnTo>
                  <a:pt x="47492" y="61675"/>
                </a:lnTo>
                <a:lnTo>
                  <a:pt x="47870" y="61027"/>
                </a:lnTo>
                <a:lnTo>
                  <a:pt x="48257" y="60405"/>
                </a:lnTo>
                <a:lnTo>
                  <a:pt x="48654" y="59808"/>
                </a:lnTo>
                <a:lnTo>
                  <a:pt x="49060" y="59238"/>
                </a:lnTo>
                <a:lnTo>
                  <a:pt x="49476" y="58693"/>
                </a:lnTo>
                <a:lnTo>
                  <a:pt x="49900" y="58175"/>
                </a:lnTo>
                <a:lnTo>
                  <a:pt x="50335" y="57682"/>
                </a:lnTo>
                <a:lnTo>
                  <a:pt x="50779" y="57213"/>
                </a:lnTo>
                <a:lnTo>
                  <a:pt x="51235" y="56763"/>
                </a:lnTo>
                <a:lnTo>
                  <a:pt x="51703" y="56333"/>
                </a:lnTo>
                <a:lnTo>
                  <a:pt x="52182" y="55924"/>
                </a:lnTo>
                <a:lnTo>
                  <a:pt x="52672" y="55534"/>
                </a:lnTo>
                <a:lnTo>
                  <a:pt x="53174" y="55164"/>
                </a:lnTo>
                <a:lnTo>
                  <a:pt x="53687" y="54814"/>
                </a:lnTo>
                <a:lnTo>
                  <a:pt x="54212" y="54485"/>
                </a:lnTo>
                <a:lnTo>
                  <a:pt x="54749" y="54175"/>
                </a:lnTo>
                <a:lnTo>
                  <a:pt x="55296" y="53885"/>
                </a:lnTo>
                <a:lnTo>
                  <a:pt x="55856" y="53615"/>
                </a:lnTo>
                <a:lnTo>
                  <a:pt x="56427" y="53366"/>
                </a:lnTo>
                <a:lnTo>
                  <a:pt x="57009" y="53136"/>
                </a:lnTo>
                <a:lnTo>
                  <a:pt x="57602" y="52926"/>
                </a:lnTo>
                <a:lnTo>
                  <a:pt x="58208" y="52736"/>
                </a:lnTo>
                <a:lnTo>
                  <a:pt x="58824" y="52566"/>
                </a:lnTo>
                <a:lnTo>
                  <a:pt x="59452" y="52416"/>
                </a:lnTo>
                <a:lnTo>
                  <a:pt x="60092" y="52286"/>
                </a:lnTo>
                <a:lnTo>
                  <a:pt x="60743" y="52177"/>
                </a:lnTo>
                <a:lnTo>
                  <a:pt x="61405" y="52087"/>
                </a:lnTo>
                <a:lnTo>
                  <a:pt x="62079" y="52017"/>
                </a:lnTo>
                <a:lnTo>
                  <a:pt x="62765" y="51967"/>
                </a:lnTo>
                <a:lnTo>
                  <a:pt x="63462" y="51937"/>
                </a:lnTo>
                <a:lnTo>
                  <a:pt x="64170" y="51927"/>
                </a:lnTo>
                <a:lnTo>
                  <a:pt x="64879" y="51937"/>
                </a:lnTo>
                <a:lnTo>
                  <a:pt x="65577" y="51967"/>
                </a:lnTo>
                <a:lnTo>
                  <a:pt x="66264" y="52017"/>
                </a:lnTo>
                <a:lnTo>
                  <a:pt x="66940" y="52087"/>
                </a:lnTo>
                <a:lnTo>
                  <a:pt x="67604" y="52177"/>
                </a:lnTo>
                <a:lnTo>
                  <a:pt x="68258" y="52286"/>
                </a:lnTo>
                <a:lnTo>
                  <a:pt x="68901" y="52416"/>
                </a:lnTo>
                <a:lnTo>
                  <a:pt x="69532" y="52566"/>
                </a:lnTo>
                <a:lnTo>
                  <a:pt x="70153" y="52736"/>
                </a:lnTo>
                <a:lnTo>
                  <a:pt x="70762" y="52926"/>
                </a:lnTo>
                <a:lnTo>
                  <a:pt x="71360" y="53136"/>
                </a:lnTo>
                <a:lnTo>
                  <a:pt x="71948" y="53366"/>
                </a:lnTo>
                <a:lnTo>
                  <a:pt x="72524" y="53615"/>
                </a:lnTo>
                <a:lnTo>
                  <a:pt x="73089" y="53885"/>
                </a:lnTo>
                <a:lnTo>
                  <a:pt x="73643" y="54175"/>
                </a:lnTo>
                <a:lnTo>
                  <a:pt x="74186" y="54485"/>
                </a:lnTo>
                <a:lnTo>
                  <a:pt x="74718" y="54814"/>
                </a:lnTo>
                <a:lnTo>
                  <a:pt x="75239" y="55164"/>
                </a:lnTo>
                <a:lnTo>
                  <a:pt x="75749" y="55534"/>
                </a:lnTo>
                <a:lnTo>
                  <a:pt x="76248" y="55924"/>
                </a:lnTo>
                <a:lnTo>
                  <a:pt x="76736" y="56333"/>
                </a:lnTo>
                <a:lnTo>
                  <a:pt x="77213" y="56763"/>
                </a:lnTo>
                <a:lnTo>
                  <a:pt x="77678" y="57213"/>
                </a:lnTo>
                <a:lnTo>
                  <a:pt x="78133" y="57682"/>
                </a:lnTo>
                <a:lnTo>
                  <a:pt x="78577" y="58175"/>
                </a:lnTo>
                <a:lnTo>
                  <a:pt x="79012" y="58693"/>
                </a:lnTo>
                <a:lnTo>
                  <a:pt x="79436" y="59238"/>
                </a:lnTo>
                <a:lnTo>
                  <a:pt x="79851" y="59808"/>
                </a:lnTo>
                <a:lnTo>
                  <a:pt x="80256" y="60405"/>
                </a:lnTo>
                <a:lnTo>
                  <a:pt x="80652" y="61027"/>
                </a:lnTo>
                <a:lnTo>
                  <a:pt x="81037" y="61675"/>
                </a:lnTo>
                <a:lnTo>
                  <a:pt x="81413" y="62349"/>
                </a:lnTo>
                <a:lnTo>
                  <a:pt x="81779" y="63049"/>
                </a:lnTo>
                <a:lnTo>
                  <a:pt x="82135" y="63776"/>
                </a:lnTo>
                <a:lnTo>
                  <a:pt x="82481" y="64528"/>
                </a:lnTo>
                <a:lnTo>
                  <a:pt x="82818" y="65306"/>
                </a:lnTo>
                <a:lnTo>
                  <a:pt x="83145" y="66109"/>
                </a:lnTo>
                <a:lnTo>
                  <a:pt x="83462" y="66939"/>
                </a:lnTo>
                <a:lnTo>
                  <a:pt x="83769" y="67795"/>
                </a:lnTo>
                <a:lnTo>
                  <a:pt x="84066" y="68677"/>
                </a:lnTo>
                <a:lnTo>
                  <a:pt x="84354" y="69584"/>
                </a:lnTo>
                <a:lnTo>
                  <a:pt x="84632" y="70518"/>
                </a:lnTo>
                <a:lnTo>
                  <a:pt x="84900" y="71477"/>
                </a:lnTo>
                <a:lnTo>
                  <a:pt x="85158" y="72463"/>
                </a:lnTo>
                <a:lnTo>
                  <a:pt x="85407" y="73474"/>
                </a:lnTo>
                <a:lnTo>
                  <a:pt x="85645" y="74512"/>
                </a:lnTo>
                <a:lnTo>
                  <a:pt x="85874" y="75575"/>
                </a:lnTo>
                <a:lnTo>
                  <a:pt x="86094" y="76664"/>
                </a:lnTo>
                <a:lnTo>
                  <a:pt x="86303" y="77783"/>
                </a:lnTo>
                <a:lnTo>
                  <a:pt x="86504" y="78935"/>
                </a:lnTo>
                <a:lnTo>
                  <a:pt x="86696" y="80120"/>
                </a:lnTo>
                <a:lnTo>
                  <a:pt x="86879" y="81338"/>
                </a:lnTo>
                <a:lnTo>
                  <a:pt x="87053" y="82590"/>
                </a:lnTo>
                <a:lnTo>
                  <a:pt x="87219" y="83875"/>
                </a:lnTo>
                <a:lnTo>
                  <a:pt x="87375" y="85192"/>
                </a:lnTo>
                <a:lnTo>
                  <a:pt x="87522" y="86543"/>
                </a:lnTo>
                <a:lnTo>
                  <a:pt x="87660" y="87927"/>
                </a:lnTo>
                <a:lnTo>
                  <a:pt x="87790" y="89345"/>
                </a:lnTo>
                <a:lnTo>
                  <a:pt x="87910" y="90795"/>
                </a:lnTo>
                <a:lnTo>
                  <a:pt x="88022" y="92279"/>
                </a:lnTo>
                <a:lnTo>
                  <a:pt x="88125" y="93796"/>
                </a:lnTo>
                <a:lnTo>
                  <a:pt x="88218" y="95346"/>
                </a:lnTo>
                <a:lnTo>
                  <a:pt x="88303" y="96929"/>
                </a:lnTo>
                <a:lnTo>
                  <a:pt x="88379" y="98545"/>
                </a:lnTo>
                <a:lnTo>
                  <a:pt x="88446" y="100195"/>
                </a:lnTo>
                <a:lnTo>
                  <a:pt x="88504" y="101877"/>
                </a:lnTo>
                <a:lnTo>
                  <a:pt x="88553" y="103593"/>
                </a:lnTo>
                <a:lnTo>
                  <a:pt x="88593" y="105342"/>
                </a:lnTo>
                <a:lnTo>
                  <a:pt x="88625" y="107124"/>
                </a:lnTo>
                <a:lnTo>
                  <a:pt x="88647" y="108940"/>
                </a:lnTo>
                <a:lnTo>
                  <a:pt x="88660" y="110788"/>
                </a:lnTo>
                <a:lnTo>
                  <a:pt x="88665" y="112670"/>
                </a:lnTo>
                <a:lnTo>
                  <a:pt x="88660" y="114571"/>
                </a:lnTo>
                <a:lnTo>
                  <a:pt x="88647" y="116439"/>
                </a:lnTo>
                <a:lnTo>
                  <a:pt x="88625" y="118272"/>
                </a:lnTo>
                <a:lnTo>
                  <a:pt x="88593" y="120072"/>
                </a:lnTo>
                <a:lnTo>
                  <a:pt x="88553" y="121837"/>
                </a:lnTo>
                <a:lnTo>
                  <a:pt x="88504" y="123569"/>
                </a:lnTo>
                <a:lnTo>
                  <a:pt x="88446" y="125266"/>
                </a:lnTo>
                <a:lnTo>
                  <a:pt x="88379" y="126930"/>
                </a:lnTo>
                <a:lnTo>
                  <a:pt x="88303" y="128559"/>
                </a:lnTo>
                <a:lnTo>
                  <a:pt x="88218" y="130154"/>
                </a:lnTo>
                <a:lnTo>
                  <a:pt x="88125" y="131716"/>
                </a:lnTo>
                <a:lnTo>
                  <a:pt x="88022" y="133243"/>
                </a:lnTo>
                <a:lnTo>
                  <a:pt x="87910" y="134736"/>
                </a:lnTo>
                <a:lnTo>
                  <a:pt x="87790" y="136196"/>
                </a:lnTo>
                <a:lnTo>
                  <a:pt x="87660" y="137621"/>
                </a:lnTo>
                <a:lnTo>
                  <a:pt x="87522" y="139012"/>
                </a:lnTo>
                <a:lnTo>
                  <a:pt x="87375" y="140370"/>
                </a:lnTo>
                <a:lnTo>
                  <a:pt x="87219" y="141693"/>
                </a:lnTo>
                <a:lnTo>
                  <a:pt x="87053" y="142982"/>
                </a:lnTo>
                <a:lnTo>
                  <a:pt x="86879" y="144238"/>
                </a:lnTo>
                <a:lnTo>
                  <a:pt x="86696" y="145459"/>
                </a:lnTo>
                <a:lnTo>
                  <a:pt x="86504" y="146646"/>
                </a:lnTo>
                <a:lnTo>
                  <a:pt x="86303" y="147799"/>
                </a:lnTo>
                <a:lnTo>
                  <a:pt x="86094" y="148918"/>
                </a:lnTo>
                <a:lnTo>
                  <a:pt x="85875" y="150007"/>
                </a:lnTo>
                <a:lnTo>
                  <a:pt x="85646" y="151070"/>
                </a:lnTo>
                <a:lnTo>
                  <a:pt x="85409" y="152106"/>
                </a:lnTo>
                <a:lnTo>
                  <a:pt x="85162" y="153116"/>
                </a:lnTo>
                <a:lnTo>
                  <a:pt x="84905" y="154100"/>
                </a:lnTo>
                <a:lnTo>
                  <a:pt x="84640" y="155057"/>
                </a:lnTo>
                <a:lnTo>
                  <a:pt x="84364" y="155988"/>
                </a:lnTo>
                <a:lnTo>
                  <a:pt x="84080" y="156893"/>
                </a:lnTo>
                <a:lnTo>
                  <a:pt x="83786" y="157771"/>
                </a:lnTo>
                <a:lnTo>
                  <a:pt x="83483" y="158623"/>
                </a:lnTo>
                <a:lnTo>
                  <a:pt x="83171" y="159448"/>
                </a:lnTo>
                <a:lnTo>
                  <a:pt x="82849" y="160247"/>
                </a:lnTo>
                <a:lnTo>
                  <a:pt x="82517" y="161020"/>
                </a:lnTo>
                <a:lnTo>
                  <a:pt x="82177" y="161766"/>
                </a:lnTo>
                <a:lnTo>
                  <a:pt x="81827" y="162486"/>
                </a:lnTo>
                <a:lnTo>
                  <a:pt x="81468" y="163180"/>
                </a:lnTo>
                <a:lnTo>
                  <a:pt x="81099" y="163847"/>
                </a:lnTo>
                <a:lnTo>
                  <a:pt x="80721" y="164488"/>
                </a:lnTo>
                <a:lnTo>
                  <a:pt x="80334" y="165103"/>
                </a:lnTo>
                <a:lnTo>
                  <a:pt x="79937" y="165691"/>
                </a:lnTo>
                <a:lnTo>
                  <a:pt x="79531" y="166253"/>
                </a:lnTo>
                <a:lnTo>
                  <a:pt x="79115" y="166789"/>
                </a:lnTo>
                <a:lnTo>
                  <a:pt x="78691" y="167298"/>
                </a:lnTo>
                <a:lnTo>
                  <a:pt x="78256" y="167781"/>
                </a:lnTo>
                <a:lnTo>
                  <a:pt x="77811" y="168240"/>
                </a:lnTo>
                <a:lnTo>
                  <a:pt x="77354" y="168680"/>
                </a:lnTo>
                <a:lnTo>
                  <a:pt x="76884" y="169101"/>
                </a:lnTo>
                <a:lnTo>
                  <a:pt x="76402" y="169502"/>
                </a:lnTo>
                <a:lnTo>
                  <a:pt x="75908" y="169883"/>
                </a:lnTo>
                <a:lnTo>
                  <a:pt x="75401" y="170245"/>
                </a:lnTo>
                <a:lnTo>
                  <a:pt x="74882" y="170587"/>
                </a:lnTo>
                <a:lnTo>
                  <a:pt x="74351" y="170910"/>
                </a:lnTo>
                <a:lnTo>
                  <a:pt x="73807" y="171213"/>
                </a:lnTo>
                <a:lnTo>
                  <a:pt x="73251" y="171497"/>
                </a:lnTo>
                <a:lnTo>
                  <a:pt x="72683" y="171761"/>
                </a:lnTo>
                <a:lnTo>
                  <a:pt x="72102" y="172005"/>
                </a:lnTo>
                <a:lnTo>
                  <a:pt x="71509" y="172230"/>
                </a:lnTo>
                <a:lnTo>
                  <a:pt x="70903" y="172435"/>
                </a:lnTo>
                <a:lnTo>
                  <a:pt x="70286" y="172621"/>
                </a:lnTo>
                <a:lnTo>
                  <a:pt x="69655" y="172787"/>
                </a:lnTo>
                <a:lnTo>
                  <a:pt x="69013" y="172934"/>
                </a:lnTo>
                <a:lnTo>
                  <a:pt x="68358" y="173061"/>
                </a:lnTo>
                <a:lnTo>
                  <a:pt x="67691" y="173169"/>
                </a:lnTo>
                <a:lnTo>
                  <a:pt x="67012" y="173257"/>
                </a:lnTo>
                <a:lnTo>
                  <a:pt x="66320" y="173325"/>
                </a:lnTo>
                <a:lnTo>
                  <a:pt x="65616" y="173374"/>
                </a:lnTo>
                <a:lnTo>
                  <a:pt x="64899" y="173403"/>
                </a:lnTo>
                <a:lnTo>
                  <a:pt x="64170" y="173413"/>
                </a:lnTo>
                <a:lnTo>
                  <a:pt x="63462" y="173403"/>
                </a:lnTo>
                <a:lnTo>
                  <a:pt x="62765" y="173374"/>
                </a:lnTo>
                <a:lnTo>
                  <a:pt x="62079" y="173325"/>
                </a:lnTo>
                <a:lnTo>
                  <a:pt x="61405" y="173257"/>
                </a:lnTo>
                <a:lnTo>
                  <a:pt x="60743" y="173169"/>
                </a:lnTo>
                <a:lnTo>
                  <a:pt x="60092" y="173061"/>
                </a:lnTo>
                <a:lnTo>
                  <a:pt x="59452" y="172934"/>
                </a:lnTo>
                <a:lnTo>
                  <a:pt x="58824" y="172787"/>
                </a:lnTo>
                <a:lnTo>
                  <a:pt x="58208" y="172621"/>
                </a:lnTo>
                <a:lnTo>
                  <a:pt x="57602" y="172435"/>
                </a:lnTo>
                <a:lnTo>
                  <a:pt x="57009" y="172230"/>
                </a:lnTo>
                <a:lnTo>
                  <a:pt x="56427" y="172005"/>
                </a:lnTo>
                <a:lnTo>
                  <a:pt x="55856" y="171761"/>
                </a:lnTo>
                <a:lnTo>
                  <a:pt x="55296" y="171497"/>
                </a:lnTo>
                <a:lnTo>
                  <a:pt x="54749" y="171213"/>
                </a:lnTo>
                <a:lnTo>
                  <a:pt x="54212" y="170910"/>
                </a:lnTo>
                <a:lnTo>
                  <a:pt x="53687" y="170587"/>
                </a:lnTo>
                <a:lnTo>
                  <a:pt x="53174" y="170245"/>
                </a:lnTo>
                <a:lnTo>
                  <a:pt x="52672" y="169883"/>
                </a:lnTo>
                <a:lnTo>
                  <a:pt x="52182" y="169502"/>
                </a:lnTo>
                <a:lnTo>
                  <a:pt x="51703" y="169101"/>
                </a:lnTo>
                <a:lnTo>
                  <a:pt x="51235" y="168680"/>
                </a:lnTo>
                <a:lnTo>
                  <a:pt x="50779" y="168240"/>
                </a:lnTo>
                <a:lnTo>
                  <a:pt x="50335" y="167781"/>
                </a:lnTo>
                <a:lnTo>
                  <a:pt x="49900" y="167298"/>
                </a:lnTo>
                <a:lnTo>
                  <a:pt x="49476" y="166788"/>
                </a:lnTo>
                <a:lnTo>
                  <a:pt x="49060" y="166251"/>
                </a:lnTo>
                <a:lnTo>
                  <a:pt x="48654" y="165688"/>
                </a:lnTo>
                <a:lnTo>
                  <a:pt x="48257" y="165098"/>
                </a:lnTo>
                <a:lnTo>
                  <a:pt x="47870" y="164481"/>
                </a:lnTo>
                <a:lnTo>
                  <a:pt x="47492" y="163837"/>
                </a:lnTo>
                <a:lnTo>
                  <a:pt x="47123" y="163167"/>
                </a:lnTo>
                <a:lnTo>
                  <a:pt x="46764" y="162470"/>
                </a:lnTo>
                <a:lnTo>
                  <a:pt x="46414" y="161746"/>
                </a:lnTo>
                <a:lnTo>
                  <a:pt x="46073" y="160995"/>
                </a:lnTo>
                <a:lnTo>
                  <a:pt x="45741" y="160217"/>
                </a:lnTo>
                <a:lnTo>
                  <a:pt x="45419" y="159413"/>
                </a:lnTo>
                <a:lnTo>
                  <a:pt x="45107" y="158582"/>
                </a:lnTo>
                <a:lnTo>
                  <a:pt x="44803" y="157724"/>
                </a:lnTo>
                <a:lnTo>
                  <a:pt x="44509" y="156840"/>
                </a:lnTo>
                <a:lnTo>
                  <a:pt x="44225" y="155928"/>
                </a:lnTo>
                <a:lnTo>
                  <a:pt x="43949" y="154990"/>
                </a:lnTo>
                <a:lnTo>
                  <a:pt x="43683" y="154025"/>
                </a:lnTo>
                <a:lnTo>
                  <a:pt x="43427" y="153033"/>
                </a:lnTo>
                <a:lnTo>
                  <a:pt x="43179" y="152015"/>
                </a:lnTo>
                <a:lnTo>
                  <a:pt x="42942" y="150970"/>
                </a:lnTo>
                <a:lnTo>
                  <a:pt x="42713" y="149898"/>
                </a:lnTo>
                <a:lnTo>
                  <a:pt x="42494" y="148799"/>
                </a:lnTo>
                <a:lnTo>
                  <a:pt x="42284" y="147670"/>
                </a:lnTo>
                <a:lnTo>
                  <a:pt x="42083" y="146508"/>
                </a:lnTo>
                <a:lnTo>
                  <a:pt x="41891" y="145314"/>
                </a:lnTo>
                <a:lnTo>
                  <a:pt x="41708" y="144087"/>
                </a:lnTo>
                <a:lnTo>
                  <a:pt x="41534" y="142827"/>
                </a:lnTo>
                <a:lnTo>
                  <a:pt x="41369" y="141535"/>
                </a:lnTo>
                <a:lnTo>
                  <a:pt x="41212" y="140209"/>
                </a:lnTo>
                <a:lnTo>
                  <a:pt x="41065" y="138851"/>
                </a:lnTo>
                <a:lnTo>
                  <a:pt x="40927" y="137460"/>
                </a:lnTo>
                <a:lnTo>
                  <a:pt x="40797" y="136037"/>
                </a:lnTo>
                <a:lnTo>
                  <a:pt x="40677" y="134581"/>
                </a:lnTo>
                <a:lnTo>
                  <a:pt x="40565" y="133092"/>
                </a:lnTo>
                <a:lnTo>
                  <a:pt x="40463" y="131570"/>
                </a:lnTo>
                <a:lnTo>
                  <a:pt x="40369" y="130015"/>
                </a:lnTo>
                <a:lnTo>
                  <a:pt x="40284" y="128428"/>
                </a:lnTo>
                <a:lnTo>
                  <a:pt x="40208" y="126808"/>
                </a:lnTo>
                <a:lnTo>
                  <a:pt x="40141" y="125156"/>
                </a:lnTo>
                <a:lnTo>
                  <a:pt x="40083" y="123470"/>
                </a:lnTo>
                <a:lnTo>
                  <a:pt x="40034" y="121752"/>
                </a:lnTo>
                <a:lnTo>
                  <a:pt x="39994" y="120001"/>
                </a:lnTo>
                <a:lnTo>
                  <a:pt x="39963" y="118217"/>
                </a:lnTo>
                <a:lnTo>
                  <a:pt x="39940" y="116401"/>
                </a:lnTo>
                <a:lnTo>
                  <a:pt x="39927" y="114552"/>
                </a:lnTo>
                <a:lnTo>
                  <a:pt x="39922" y="112670"/>
                </a:lnTo>
                <a:lnTo>
                  <a:pt x="39927" y="110788"/>
                </a:lnTo>
                <a:lnTo>
                  <a:pt x="39940" y="108940"/>
                </a:lnTo>
                <a:lnTo>
                  <a:pt x="39963" y="107124"/>
                </a:lnTo>
                <a:lnTo>
                  <a:pt x="39994" y="105342"/>
                </a:lnTo>
                <a:lnTo>
                  <a:pt x="40034" y="103593"/>
                </a:lnTo>
                <a:close/>
                <a:moveTo>
                  <a:pt x="435368" y="65012"/>
                </a:moveTo>
                <a:lnTo>
                  <a:pt x="433979" y="65489"/>
                </a:lnTo>
                <a:lnTo>
                  <a:pt x="432623" y="66053"/>
                </a:lnTo>
                <a:lnTo>
                  <a:pt x="431300" y="66703"/>
                </a:lnTo>
                <a:lnTo>
                  <a:pt x="430011" y="67441"/>
                </a:lnTo>
                <a:lnTo>
                  <a:pt x="428754" y="68265"/>
                </a:lnTo>
                <a:lnTo>
                  <a:pt x="427531" y="69176"/>
                </a:lnTo>
                <a:lnTo>
                  <a:pt x="426340" y="70173"/>
                </a:lnTo>
                <a:lnTo>
                  <a:pt x="425183" y="71258"/>
                </a:lnTo>
                <a:lnTo>
                  <a:pt x="424059" y="72429"/>
                </a:lnTo>
                <a:lnTo>
                  <a:pt x="422968" y="73687"/>
                </a:lnTo>
                <a:lnTo>
                  <a:pt x="421911" y="75031"/>
                </a:lnTo>
                <a:lnTo>
                  <a:pt x="420886" y="76463"/>
                </a:lnTo>
                <a:lnTo>
                  <a:pt x="419895" y="77981"/>
                </a:lnTo>
                <a:lnTo>
                  <a:pt x="418937" y="79586"/>
                </a:lnTo>
                <a:lnTo>
                  <a:pt x="418012" y="81277"/>
                </a:lnTo>
                <a:lnTo>
                  <a:pt x="417120" y="83056"/>
                </a:lnTo>
                <a:lnTo>
                  <a:pt x="416261" y="84921"/>
                </a:lnTo>
                <a:lnTo>
                  <a:pt x="415436" y="86873"/>
                </a:lnTo>
                <a:lnTo>
                  <a:pt x="414643" y="88912"/>
                </a:lnTo>
                <a:lnTo>
                  <a:pt x="411949" y="67601"/>
                </a:lnTo>
                <a:lnTo>
                  <a:pt x="379864" y="67601"/>
                </a:lnTo>
                <a:lnTo>
                  <a:pt x="379864" y="197661"/>
                </a:lnTo>
                <a:lnTo>
                  <a:pt x="416848" y="197661"/>
                </a:lnTo>
                <a:lnTo>
                  <a:pt x="416848" y="127855"/>
                </a:lnTo>
                <a:lnTo>
                  <a:pt x="417096" y="126704"/>
                </a:lnTo>
                <a:lnTo>
                  <a:pt x="417349" y="125577"/>
                </a:lnTo>
                <a:lnTo>
                  <a:pt x="417608" y="124474"/>
                </a:lnTo>
                <a:lnTo>
                  <a:pt x="417872" y="123396"/>
                </a:lnTo>
                <a:lnTo>
                  <a:pt x="418141" y="122341"/>
                </a:lnTo>
                <a:lnTo>
                  <a:pt x="418417" y="121311"/>
                </a:lnTo>
                <a:lnTo>
                  <a:pt x="418697" y="120306"/>
                </a:lnTo>
                <a:lnTo>
                  <a:pt x="418984" y="119324"/>
                </a:lnTo>
                <a:lnTo>
                  <a:pt x="419275" y="118367"/>
                </a:lnTo>
                <a:lnTo>
                  <a:pt x="419573" y="117434"/>
                </a:lnTo>
                <a:lnTo>
                  <a:pt x="419876" y="116525"/>
                </a:lnTo>
                <a:lnTo>
                  <a:pt x="420184" y="115640"/>
                </a:lnTo>
                <a:lnTo>
                  <a:pt x="420498" y="114780"/>
                </a:lnTo>
                <a:lnTo>
                  <a:pt x="420817" y="113944"/>
                </a:lnTo>
                <a:lnTo>
                  <a:pt x="421142" y="113132"/>
                </a:lnTo>
                <a:lnTo>
                  <a:pt x="421473" y="112344"/>
                </a:lnTo>
                <a:lnTo>
                  <a:pt x="421809" y="111580"/>
                </a:lnTo>
                <a:lnTo>
                  <a:pt x="422150" y="110841"/>
                </a:lnTo>
                <a:lnTo>
                  <a:pt x="422497" y="110126"/>
                </a:lnTo>
                <a:lnTo>
                  <a:pt x="422850" y="109435"/>
                </a:lnTo>
                <a:lnTo>
                  <a:pt x="423208" y="108769"/>
                </a:lnTo>
                <a:lnTo>
                  <a:pt x="423572" y="108126"/>
                </a:lnTo>
                <a:lnTo>
                  <a:pt x="423941" y="107508"/>
                </a:lnTo>
                <a:lnTo>
                  <a:pt x="424316" y="106914"/>
                </a:lnTo>
                <a:lnTo>
                  <a:pt x="424701" y="106345"/>
                </a:lnTo>
                <a:lnTo>
                  <a:pt x="425103" y="105799"/>
                </a:lnTo>
                <a:lnTo>
                  <a:pt x="425520" y="105278"/>
                </a:lnTo>
                <a:lnTo>
                  <a:pt x="425952" y="104781"/>
                </a:lnTo>
                <a:lnTo>
                  <a:pt x="426401" y="104308"/>
                </a:lnTo>
                <a:lnTo>
                  <a:pt x="426865" y="103860"/>
                </a:lnTo>
                <a:lnTo>
                  <a:pt x="427345" y="103436"/>
                </a:lnTo>
                <a:lnTo>
                  <a:pt x="427841" y="103036"/>
                </a:lnTo>
                <a:lnTo>
                  <a:pt x="428353" y="102660"/>
                </a:lnTo>
                <a:lnTo>
                  <a:pt x="428880" y="102309"/>
                </a:lnTo>
                <a:lnTo>
                  <a:pt x="429423" y="101981"/>
                </a:lnTo>
                <a:lnTo>
                  <a:pt x="429981" y="101678"/>
                </a:lnTo>
                <a:lnTo>
                  <a:pt x="430556" y="101400"/>
                </a:lnTo>
                <a:lnTo>
                  <a:pt x="431146" y="101145"/>
                </a:lnTo>
                <a:lnTo>
                  <a:pt x="431752" y="100915"/>
                </a:lnTo>
                <a:lnTo>
                  <a:pt x="432373" y="100709"/>
                </a:lnTo>
                <a:lnTo>
                  <a:pt x="433011" y="100527"/>
                </a:lnTo>
                <a:lnTo>
                  <a:pt x="433664" y="100369"/>
                </a:lnTo>
                <a:lnTo>
                  <a:pt x="434332" y="100236"/>
                </a:lnTo>
                <a:lnTo>
                  <a:pt x="435017" y="100127"/>
                </a:lnTo>
                <a:lnTo>
                  <a:pt x="435717" y="100042"/>
                </a:lnTo>
                <a:lnTo>
                  <a:pt x="436433" y="99981"/>
                </a:lnTo>
                <a:lnTo>
                  <a:pt x="437165" y="99945"/>
                </a:lnTo>
                <a:lnTo>
                  <a:pt x="437912" y="99933"/>
                </a:lnTo>
                <a:lnTo>
                  <a:pt x="438299" y="99936"/>
                </a:lnTo>
                <a:lnTo>
                  <a:pt x="438686" y="99943"/>
                </a:lnTo>
                <a:lnTo>
                  <a:pt x="439071" y="99956"/>
                </a:lnTo>
                <a:lnTo>
                  <a:pt x="439456" y="99974"/>
                </a:lnTo>
                <a:lnTo>
                  <a:pt x="439840" y="99997"/>
                </a:lnTo>
                <a:lnTo>
                  <a:pt x="440223" y="100025"/>
                </a:lnTo>
                <a:lnTo>
                  <a:pt x="440606" y="100058"/>
                </a:lnTo>
                <a:lnTo>
                  <a:pt x="440987" y="100096"/>
                </a:lnTo>
                <a:lnTo>
                  <a:pt x="441368" y="100140"/>
                </a:lnTo>
                <a:lnTo>
                  <a:pt x="441747" y="100188"/>
                </a:lnTo>
                <a:lnTo>
                  <a:pt x="442126" y="100242"/>
                </a:lnTo>
                <a:lnTo>
                  <a:pt x="442504" y="100300"/>
                </a:lnTo>
                <a:lnTo>
                  <a:pt x="442881" y="100364"/>
                </a:lnTo>
                <a:lnTo>
                  <a:pt x="443258" y="100433"/>
                </a:lnTo>
                <a:lnTo>
                  <a:pt x="443633" y="100507"/>
                </a:lnTo>
                <a:lnTo>
                  <a:pt x="444008" y="100586"/>
                </a:lnTo>
                <a:lnTo>
                  <a:pt x="444382" y="100670"/>
                </a:lnTo>
                <a:lnTo>
                  <a:pt x="444755" y="100759"/>
                </a:lnTo>
                <a:lnTo>
                  <a:pt x="445127" y="100854"/>
                </a:lnTo>
                <a:lnTo>
                  <a:pt x="445498" y="100953"/>
                </a:lnTo>
                <a:lnTo>
                  <a:pt x="445869" y="101058"/>
                </a:lnTo>
                <a:lnTo>
                  <a:pt x="446238" y="101167"/>
                </a:lnTo>
                <a:lnTo>
                  <a:pt x="446607" y="101282"/>
                </a:lnTo>
                <a:lnTo>
                  <a:pt x="446975" y="101402"/>
                </a:lnTo>
                <a:lnTo>
                  <a:pt x="453097" y="65889"/>
                </a:lnTo>
                <a:lnTo>
                  <a:pt x="452668" y="65729"/>
                </a:lnTo>
                <a:lnTo>
                  <a:pt x="452240" y="65576"/>
                </a:lnTo>
                <a:lnTo>
                  <a:pt x="451811" y="65430"/>
                </a:lnTo>
                <a:lnTo>
                  <a:pt x="451383" y="65290"/>
                </a:lnTo>
                <a:lnTo>
                  <a:pt x="450954" y="65157"/>
                </a:lnTo>
                <a:lnTo>
                  <a:pt x="450526" y="65031"/>
                </a:lnTo>
                <a:lnTo>
                  <a:pt x="450097" y="64912"/>
                </a:lnTo>
                <a:lnTo>
                  <a:pt x="449668" y="64799"/>
                </a:lnTo>
                <a:lnTo>
                  <a:pt x="449240" y="64694"/>
                </a:lnTo>
                <a:lnTo>
                  <a:pt x="448811" y="64595"/>
                </a:lnTo>
                <a:lnTo>
                  <a:pt x="448383" y="64503"/>
                </a:lnTo>
                <a:lnTo>
                  <a:pt x="447954" y="64418"/>
                </a:lnTo>
                <a:lnTo>
                  <a:pt x="447526" y="64340"/>
                </a:lnTo>
                <a:lnTo>
                  <a:pt x="447097" y="64268"/>
                </a:lnTo>
                <a:lnTo>
                  <a:pt x="446669" y="64203"/>
                </a:lnTo>
                <a:lnTo>
                  <a:pt x="446240" y="64145"/>
                </a:lnTo>
                <a:lnTo>
                  <a:pt x="445812" y="64094"/>
                </a:lnTo>
                <a:lnTo>
                  <a:pt x="445383" y="64050"/>
                </a:lnTo>
                <a:lnTo>
                  <a:pt x="444954" y="64013"/>
                </a:lnTo>
                <a:lnTo>
                  <a:pt x="444526" y="63982"/>
                </a:lnTo>
                <a:lnTo>
                  <a:pt x="444097" y="63958"/>
                </a:lnTo>
                <a:lnTo>
                  <a:pt x="443669" y="63941"/>
                </a:lnTo>
                <a:lnTo>
                  <a:pt x="443240" y="63931"/>
                </a:lnTo>
                <a:lnTo>
                  <a:pt x="442812" y="63927"/>
                </a:lnTo>
                <a:lnTo>
                  <a:pt x="441257" y="63971"/>
                </a:lnTo>
                <a:lnTo>
                  <a:pt x="439735" y="64101"/>
                </a:lnTo>
                <a:lnTo>
                  <a:pt x="438246" y="64318"/>
                </a:lnTo>
                <a:lnTo>
                  <a:pt x="436791" y="64621"/>
                </a:lnTo>
                <a:lnTo>
                  <a:pt x="435368" y="65012"/>
                </a:lnTo>
                <a:close/>
                <a:moveTo>
                  <a:pt x="362620" y="117162"/>
                </a:moveTo>
                <a:lnTo>
                  <a:pt x="362360" y="114744"/>
                </a:lnTo>
                <a:lnTo>
                  <a:pt x="362053" y="112381"/>
                </a:lnTo>
                <a:lnTo>
                  <a:pt x="361699" y="110071"/>
                </a:lnTo>
                <a:lnTo>
                  <a:pt x="361298" y="107816"/>
                </a:lnTo>
                <a:lnTo>
                  <a:pt x="360850" y="105614"/>
                </a:lnTo>
                <a:lnTo>
                  <a:pt x="360354" y="103466"/>
                </a:lnTo>
                <a:lnTo>
                  <a:pt x="359811" y="101373"/>
                </a:lnTo>
                <a:lnTo>
                  <a:pt x="359221" y="99333"/>
                </a:lnTo>
                <a:lnTo>
                  <a:pt x="358583" y="97348"/>
                </a:lnTo>
                <a:lnTo>
                  <a:pt x="357899" y="95416"/>
                </a:lnTo>
                <a:lnTo>
                  <a:pt x="357167" y="93538"/>
                </a:lnTo>
                <a:lnTo>
                  <a:pt x="356388" y="91715"/>
                </a:lnTo>
                <a:lnTo>
                  <a:pt x="355562" y="89945"/>
                </a:lnTo>
                <a:lnTo>
                  <a:pt x="354689" y="88230"/>
                </a:lnTo>
                <a:lnTo>
                  <a:pt x="353768" y="86568"/>
                </a:lnTo>
                <a:lnTo>
                  <a:pt x="352800" y="84960"/>
                </a:lnTo>
                <a:lnTo>
                  <a:pt x="351785" y="83407"/>
                </a:lnTo>
                <a:lnTo>
                  <a:pt x="350723" y="81907"/>
                </a:lnTo>
                <a:lnTo>
                  <a:pt x="349614" y="80461"/>
                </a:lnTo>
                <a:lnTo>
                  <a:pt x="348463" y="79072"/>
                </a:lnTo>
                <a:lnTo>
                  <a:pt x="347276" y="77742"/>
                </a:lnTo>
                <a:lnTo>
                  <a:pt x="346053" y="76471"/>
                </a:lnTo>
                <a:lnTo>
                  <a:pt x="344793" y="75260"/>
                </a:lnTo>
                <a:lnTo>
                  <a:pt x="343498" y="74107"/>
                </a:lnTo>
                <a:lnTo>
                  <a:pt x="342167" y="73014"/>
                </a:lnTo>
                <a:lnTo>
                  <a:pt x="340799" y="71979"/>
                </a:lnTo>
                <a:lnTo>
                  <a:pt x="339395" y="71004"/>
                </a:lnTo>
                <a:lnTo>
                  <a:pt x="337955" y="70088"/>
                </a:lnTo>
                <a:lnTo>
                  <a:pt x="336479" y="69231"/>
                </a:lnTo>
                <a:lnTo>
                  <a:pt x="334967" y="68433"/>
                </a:lnTo>
                <a:lnTo>
                  <a:pt x="333419" y="67694"/>
                </a:lnTo>
                <a:lnTo>
                  <a:pt x="331834" y="67014"/>
                </a:lnTo>
                <a:lnTo>
                  <a:pt x="330214" y="66393"/>
                </a:lnTo>
                <a:lnTo>
                  <a:pt x="328557" y="65832"/>
                </a:lnTo>
                <a:lnTo>
                  <a:pt x="326864" y="65329"/>
                </a:lnTo>
                <a:lnTo>
                  <a:pt x="325135" y="64886"/>
                </a:lnTo>
                <a:lnTo>
                  <a:pt x="323370" y="64502"/>
                </a:lnTo>
                <a:lnTo>
                  <a:pt x="321568" y="64177"/>
                </a:lnTo>
                <a:lnTo>
                  <a:pt x="319731" y="63911"/>
                </a:lnTo>
                <a:lnTo>
                  <a:pt x="317857" y="63704"/>
                </a:lnTo>
                <a:lnTo>
                  <a:pt x="315947" y="63556"/>
                </a:lnTo>
                <a:lnTo>
                  <a:pt x="314002" y="63467"/>
                </a:lnTo>
                <a:lnTo>
                  <a:pt x="312020" y="63438"/>
                </a:lnTo>
                <a:lnTo>
                  <a:pt x="309937" y="63471"/>
                </a:lnTo>
                <a:lnTo>
                  <a:pt x="307895" y="63569"/>
                </a:lnTo>
                <a:lnTo>
                  <a:pt x="305894" y="63732"/>
                </a:lnTo>
                <a:lnTo>
                  <a:pt x="303933" y="63962"/>
                </a:lnTo>
                <a:lnTo>
                  <a:pt x="302012" y="64256"/>
                </a:lnTo>
                <a:lnTo>
                  <a:pt x="300131" y="64617"/>
                </a:lnTo>
                <a:lnTo>
                  <a:pt x="298292" y="65042"/>
                </a:lnTo>
                <a:lnTo>
                  <a:pt x="296492" y="65534"/>
                </a:lnTo>
                <a:lnTo>
                  <a:pt x="294733" y="66090"/>
                </a:lnTo>
                <a:lnTo>
                  <a:pt x="293014" y="66712"/>
                </a:lnTo>
                <a:lnTo>
                  <a:pt x="291336" y="67400"/>
                </a:lnTo>
                <a:lnTo>
                  <a:pt x="289698" y="68153"/>
                </a:lnTo>
                <a:lnTo>
                  <a:pt x="288101" y="68972"/>
                </a:lnTo>
                <a:lnTo>
                  <a:pt x="286544" y="69856"/>
                </a:lnTo>
                <a:lnTo>
                  <a:pt x="285027" y="70806"/>
                </a:lnTo>
                <a:lnTo>
                  <a:pt x="283551" y="71821"/>
                </a:lnTo>
                <a:lnTo>
                  <a:pt x="282115" y="72902"/>
                </a:lnTo>
                <a:lnTo>
                  <a:pt x="280720" y="74048"/>
                </a:lnTo>
                <a:lnTo>
                  <a:pt x="279365" y="75260"/>
                </a:lnTo>
                <a:lnTo>
                  <a:pt x="278050" y="76537"/>
                </a:lnTo>
                <a:lnTo>
                  <a:pt x="276776" y="77879"/>
                </a:lnTo>
                <a:lnTo>
                  <a:pt x="275542" y="79287"/>
                </a:lnTo>
                <a:lnTo>
                  <a:pt x="274349" y="80761"/>
                </a:lnTo>
                <a:lnTo>
                  <a:pt x="273196" y="82300"/>
                </a:lnTo>
                <a:lnTo>
                  <a:pt x="272087" y="83895"/>
                </a:lnTo>
                <a:lnTo>
                  <a:pt x="271025" y="85537"/>
                </a:lnTo>
                <a:lnTo>
                  <a:pt x="270010" y="87225"/>
                </a:lnTo>
                <a:lnTo>
                  <a:pt x="269043" y="88961"/>
                </a:lnTo>
                <a:lnTo>
                  <a:pt x="268122" y="90743"/>
                </a:lnTo>
                <a:lnTo>
                  <a:pt x="267249" y="92572"/>
                </a:lnTo>
                <a:lnTo>
                  <a:pt x="266423" y="94447"/>
                </a:lnTo>
                <a:lnTo>
                  <a:pt x="265644" y="96370"/>
                </a:lnTo>
                <a:lnTo>
                  <a:pt x="264913" y="98339"/>
                </a:lnTo>
                <a:lnTo>
                  <a:pt x="264229" y="100355"/>
                </a:lnTo>
                <a:lnTo>
                  <a:pt x="263591" y="102418"/>
                </a:lnTo>
                <a:lnTo>
                  <a:pt x="263001" y="104527"/>
                </a:lnTo>
                <a:lnTo>
                  <a:pt x="262459" y="106683"/>
                </a:lnTo>
                <a:lnTo>
                  <a:pt x="261963" y="108887"/>
                </a:lnTo>
                <a:lnTo>
                  <a:pt x="261515" y="111136"/>
                </a:lnTo>
                <a:lnTo>
                  <a:pt x="261114" y="113433"/>
                </a:lnTo>
                <a:lnTo>
                  <a:pt x="260760" y="115777"/>
                </a:lnTo>
                <a:lnTo>
                  <a:pt x="260453" y="118167"/>
                </a:lnTo>
                <a:lnTo>
                  <a:pt x="260193" y="120604"/>
                </a:lnTo>
                <a:lnTo>
                  <a:pt x="259981" y="123088"/>
                </a:lnTo>
                <a:lnTo>
                  <a:pt x="259816" y="125618"/>
                </a:lnTo>
                <a:lnTo>
                  <a:pt x="259698" y="128196"/>
                </a:lnTo>
                <a:lnTo>
                  <a:pt x="259627" y="130820"/>
                </a:lnTo>
                <a:lnTo>
                  <a:pt x="259603" y="133491"/>
                </a:lnTo>
                <a:lnTo>
                  <a:pt x="259628" y="136160"/>
                </a:lnTo>
                <a:lnTo>
                  <a:pt x="259702" y="138779"/>
                </a:lnTo>
                <a:lnTo>
                  <a:pt x="259825" y="141349"/>
                </a:lnTo>
                <a:lnTo>
                  <a:pt x="259998" y="143869"/>
                </a:lnTo>
                <a:lnTo>
                  <a:pt x="260220" y="146339"/>
                </a:lnTo>
                <a:lnTo>
                  <a:pt x="260491" y="148759"/>
                </a:lnTo>
                <a:lnTo>
                  <a:pt x="260812" y="151130"/>
                </a:lnTo>
                <a:lnTo>
                  <a:pt x="261182" y="153451"/>
                </a:lnTo>
                <a:lnTo>
                  <a:pt x="261601" y="155722"/>
                </a:lnTo>
                <a:lnTo>
                  <a:pt x="262069" y="157944"/>
                </a:lnTo>
                <a:lnTo>
                  <a:pt x="262587" y="160115"/>
                </a:lnTo>
                <a:lnTo>
                  <a:pt x="263155" y="162237"/>
                </a:lnTo>
                <a:lnTo>
                  <a:pt x="263771" y="164310"/>
                </a:lnTo>
                <a:lnTo>
                  <a:pt x="264437" y="166332"/>
                </a:lnTo>
                <a:lnTo>
                  <a:pt x="265152" y="168305"/>
                </a:lnTo>
                <a:lnTo>
                  <a:pt x="265917" y="170228"/>
                </a:lnTo>
                <a:lnTo>
                  <a:pt x="266731" y="172101"/>
                </a:lnTo>
                <a:lnTo>
                  <a:pt x="267594" y="173925"/>
                </a:lnTo>
                <a:lnTo>
                  <a:pt x="268506" y="175699"/>
                </a:lnTo>
                <a:lnTo>
                  <a:pt x="269468" y="177423"/>
                </a:lnTo>
                <a:lnTo>
                  <a:pt x="270479" y="179097"/>
                </a:lnTo>
                <a:lnTo>
                  <a:pt x="271540" y="180722"/>
                </a:lnTo>
                <a:lnTo>
                  <a:pt x="272650" y="182296"/>
                </a:lnTo>
                <a:lnTo>
                  <a:pt x="273809" y="183822"/>
                </a:lnTo>
                <a:lnTo>
                  <a:pt x="275016" y="185291"/>
                </a:lnTo>
                <a:lnTo>
                  <a:pt x="276268" y="186697"/>
                </a:lnTo>
                <a:lnTo>
                  <a:pt x="277567" y="188041"/>
                </a:lnTo>
                <a:lnTo>
                  <a:pt x="278911" y="189322"/>
                </a:lnTo>
                <a:lnTo>
                  <a:pt x="280302" y="190541"/>
                </a:lnTo>
                <a:lnTo>
                  <a:pt x="281738" y="191698"/>
                </a:lnTo>
                <a:lnTo>
                  <a:pt x="283221" y="192792"/>
                </a:lnTo>
                <a:lnTo>
                  <a:pt x="284749" y="193823"/>
                </a:lnTo>
                <a:lnTo>
                  <a:pt x="286323" y="194792"/>
                </a:lnTo>
                <a:lnTo>
                  <a:pt x="287943" y="195698"/>
                </a:lnTo>
                <a:lnTo>
                  <a:pt x="289609" y="196542"/>
                </a:lnTo>
                <a:lnTo>
                  <a:pt x="291321" y="197324"/>
                </a:lnTo>
                <a:lnTo>
                  <a:pt x="293079" y="198043"/>
                </a:lnTo>
                <a:lnTo>
                  <a:pt x="294883" y="198699"/>
                </a:lnTo>
                <a:lnTo>
                  <a:pt x="296733" y="199293"/>
                </a:lnTo>
                <a:lnTo>
                  <a:pt x="298628" y="199824"/>
                </a:lnTo>
                <a:lnTo>
                  <a:pt x="300570" y="200293"/>
                </a:lnTo>
                <a:lnTo>
                  <a:pt x="302557" y="200699"/>
                </a:lnTo>
                <a:lnTo>
                  <a:pt x="304591" y="201043"/>
                </a:lnTo>
                <a:lnTo>
                  <a:pt x="306670" y="201324"/>
                </a:lnTo>
                <a:lnTo>
                  <a:pt x="308795" y="201543"/>
                </a:lnTo>
                <a:lnTo>
                  <a:pt x="310967" y="201699"/>
                </a:lnTo>
                <a:lnTo>
                  <a:pt x="313184" y="201793"/>
                </a:lnTo>
                <a:lnTo>
                  <a:pt x="315447" y="201824"/>
                </a:lnTo>
                <a:lnTo>
                  <a:pt x="317577" y="201794"/>
                </a:lnTo>
                <a:lnTo>
                  <a:pt x="319680" y="201702"/>
                </a:lnTo>
                <a:lnTo>
                  <a:pt x="321757" y="201549"/>
                </a:lnTo>
                <a:lnTo>
                  <a:pt x="323808" y="201335"/>
                </a:lnTo>
                <a:lnTo>
                  <a:pt x="325833" y="201059"/>
                </a:lnTo>
                <a:lnTo>
                  <a:pt x="327831" y="200722"/>
                </a:lnTo>
                <a:lnTo>
                  <a:pt x="329802" y="200324"/>
                </a:lnTo>
                <a:lnTo>
                  <a:pt x="331748" y="199865"/>
                </a:lnTo>
                <a:lnTo>
                  <a:pt x="333667" y="199345"/>
                </a:lnTo>
                <a:lnTo>
                  <a:pt x="335559" y="198763"/>
                </a:lnTo>
                <a:lnTo>
                  <a:pt x="337426" y="198120"/>
                </a:lnTo>
                <a:lnTo>
                  <a:pt x="339266" y="197416"/>
                </a:lnTo>
                <a:lnTo>
                  <a:pt x="341079" y="196651"/>
                </a:lnTo>
                <a:lnTo>
                  <a:pt x="342867" y="195824"/>
                </a:lnTo>
                <a:lnTo>
                  <a:pt x="344627" y="194937"/>
                </a:lnTo>
                <a:lnTo>
                  <a:pt x="346362" y="193988"/>
                </a:lnTo>
                <a:lnTo>
                  <a:pt x="348070" y="192977"/>
                </a:lnTo>
                <a:lnTo>
                  <a:pt x="349752" y="191906"/>
                </a:lnTo>
                <a:lnTo>
                  <a:pt x="351408" y="190773"/>
                </a:lnTo>
                <a:lnTo>
                  <a:pt x="353037" y="189579"/>
                </a:lnTo>
                <a:lnTo>
                  <a:pt x="354639" y="188324"/>
                </a:lnTo>
                <a:lnTo>
                  <a:pt x="356216" y="187008"/>
                </a:lnTo>
                <a:lnTo>
                  <a:pt x="357766" y="185630"/>
                </a:lnTo>
                <a:lnTo>
                  <a:pt x="359290" y="184192"/>
                </a:lnTo>
                <a:lnTo>
                  <a:pt x="344105" y="164107"/>
                </a:lnTo>
                <a:lnTo>
                  <a:pt x="343514" y="164551"/>
                </a:lnTo>
                <a:lnTo>
                  <a:pt x="342927" y="164985"/>
                </a:lnTo>
                <a:lnTo>
                  <a:pt x="342344" y="165409"/>
                </a:lnTo>
                <a:lnTo>
                  <a:pt x="341764" y="165824"/>
                </a:lnTo>
                <a:lnTo>
                  <a:pt x="341187" y="166229"/>
                </a:lnTo>
                <a:lnTo>
                  <a:pt x="340614" y="166624"/>
                </a:lnTo>
                <a:lnTo>
                  <a:pt x="340044" y="167009"/>
                </a:lnTo>
                <a:lnTo>
                  <a:pt x="339477" y="167385"/>
                </a:lnTo>
                <a:lnTo>
                  <a:pt x="338914" y="167751"/>
                </a:lnTo>
                <a:lnTo>
                  <a:pt x="338355" y="168107"/>
                </a:lnTo>
                <a:lnTo>
                  <a:pt x="337799" y="168453"/>
                </a:lnTo>
                <a:lnTo>
                  <a:pt x="337246" y="168790"/>
                </a:lnTo>
                <a:lnTo>
                  <a:pt x="336696" y="169117"/>
                </a:lnTo>
                <a:lnTo>
                  <a:pt x="336150" y="169434"/>
                </a:lnTo>
                <a:lnTo>
                  <a:pt x="335608" y="169741"/>
                </a:lnTo>
                <a:lnTo>
                  <a:pt x="335069" y="170039"/>
                </a:lnTo>
                <a:lnTo>
                  <a:pt x="334533" y="170326"/>
                </a:lnTo>
                <a:lnTo>
                  <a:pt x="334001" y="170604"/>
                </a:lnTo>
                <a:lnTo>
                  <a:pt x="333472" y="170873"/>
                </a:lnTo>
                <a:lnTo>
                  <a:pt x="332946" y="171131"/>
                </a:lnTo>
                <a:lnTo>
                  <a:pt x="332424" y="171380"/>
                </a:lnTo>
                <a:lnTo>
                  <a:pt x="331905" y="171619"/>
                </a:lnTo>
                <a:lnTo>
                  <a:pt x="331390" y="171848"/>
                </a:lnTo>
                <a:lnTo>
                  <a:pt x="330878" y="172068"/>
                </a:lnTo>
                <a:lnTo>
                  <a:pt x="330367" y="172277"/>
                </a:lnTo>
                <a:lnTo>
                  <a:pt x="329854" y="172478"/>
                </a:lnTo>
                <a:lnTo>
                  <a:pt x="329340" y="172670"/>
                </a:lnTo>
                <a:lnTo>
                  <a:pt x="328824" y="172853"/>
                </a:lnTo>
                <a:lnTo>
                  <a:pt x="328306" y="173027"/>
                </a:lnTo>
                <a:lnTo>
                  <a:pt x="327786" y="173193"/>
                </a:lnTo>
                <a:lnTo>
                  <a:pt x="327265" y="173349"/>
                </a:lnTo>
                <a:lnTo>
                  <a:pt x="326742" y="173496"/>
                </a:lnTo>
                <a:lnTo>
                  <a:pt x="326217" y="173634"/>
                </a:lnTo>
                <a:lnTo>
                  <a:pt x="325691" y="173764"/>
                </a:lnTo>
                <a:lnTo>
                  <a:pt x="325163" y="173884"/>
                </a:lnTo>
                <a:lnTo>
                  <a:pt x="324633" y="173996"/>
                </a:lnTo>
                <a:lnTo>
                  <a:pt x="324102" y="174099"/>
                </a:lnTo>
                <a:lnTo>
                  <a:pt x="323568" y="174192"/>
                </a:lnTo>
                <a:lnTo>
                  <a:pt x="323033" y="174277"/>
                </a:lnTo>
                <a:lnTo>
                  <a:pt x="322497" y="174353"/>
                </a:lnTo>
                <a:lnTo>
                  <a:pt x="321958" y="174420"/>
                </a:lnTo>
                <a:lnTo>
                  <a:pt x="321418" y="174478"/>
                </a:lnTo>
                <a:lnTo>
                  <a:pt x="320876" y="174527"/>
                </a:lnTo>
                <a:lnTo>
                  <a:pt x="320333" y="174567"/>
                </a:lnTo>
                <a:lnTo>
                  <a:pt x="319787" y="174599"/>
                </a:lnTo>
                <a:lnTo>
                  <a:pt x="319240" y="174621"/>
                </a:lnTo>
                <a:lnTo>
                  <a:pt x="318692" y="174634"/>
                </a:lnTo>
                <a:lnTo>
                  <a:pt x="318141" y="174639"/>
                </a:lnTo>
                <a:lnTo>
                  <a:pt x="317313" y="174627"/>
                </a:lnTo>
                <a:lnTo>
                  <a:pt x="316501" y="174592"/>
                </a:lnTo>
                <a:lnTo>
                  <a:pt x="315705" y="174534"/>
                </a:lnTo>
                <a:lnTo>
                  <a:pt x="314927" y="174452"/>
                </a:lnTo>
                <a:lnTo>
                  <a:pt x="314164" y="174347"/>
                </a:lnTo>
                <a:lnTo>
                  <a:pt x="313419" y="174218"/>
                </a:lnTo>
                <a:lnTo>
                  <a:pt x="312690" y="174066"/>
                </a:lnTo>
                <a:lnTo>
                  <a:pt x="311977" y="173891"/>
                </a:lnTo>
                <a:lnTo>
                  <a:pt x="311281" y="173692"/>
                </a:lnTo>
                <a:lnTo>
                  <a:pt x="310602" y="173470"/>
                </a:lnTo>
                <a:lnTo>
                  <a:pt x="309939" y="173224"/>
                </a:lnTo>
                <a:lnTo>
                  <a:pt x="309293" y="172955"/>
                </a:lnTo>
                <a:lnTo>
                  <a:pt x="308664" y="172663"/>
                </a:lnTo>
                <a:lnTo>
                  <a:pt x="308051" y="172347"/>
                </a:lnTo>
                <a:lnTo>
                  <a:pt x="307454" y="172008"/>
                </a:lnTo>
                <a:lnTo>
                  <a:pt x="306874" y="171646"/>
                </a:lnTo>
                <a:lnTo>
                  <a:pt x="306311" y="171260"/>
                </a:lnTo>
                <a:lnTo>
                  <a:pt x="305765" y="170851"/>
                </a:lnTo>
                <a:lnTo>
                  <a:pt x="305235" y="170418"/>
                </a:lnTo>
                <a:lnTo>
                  <a:pt x="304721" y="169962"/>
                </a:lnTo>
                <a:lnTo>
                  <a:pt x="304224" y="169483"/>
                </a:lnTo>
                <a:lnTo>
                  <a:pt x="303744" y="168980"/>
                </a:lnTo>
                <a:lnTo>
                  <a:pt x="303280" y="168454"/>
                </a:lnTo>
                <a:lnTo>
                  <a:pt x="302833" y="167904"/>
                </a:lnTo>
                <a:lnTo>
                  <a:pt x="302401" y="167324"/>
                </a:lnTo>
                <a:lnTo>
                  <a:pt x="301984" y="166705"/>
                </a:lnTo>
                <a:lnTo>
                  <a:pt x="301580" y="166049"/>
                </a:lnTo>
                <a:lnTo>
                  <a:pt x="301190" y="165355"/>
                </a:lnTo>
                <a:lnTo>
                  <a:pt x="300814" y="164624"/>
                </a:lnTo>
                <a:lnTo>
                  <a:pt x="300453" y="163854"/>
                </a:lnTo>
                <a:lnTo>
                  <a:pt x="300105" y="163047"/>
                </a:lnTo>
                <a:lnTo>
                  <a:pt x="299771" y="162201"/>
                </a:lnTo>
                <a:lnTo>
                  <a:pt x="299452" y="161318"/>
                </a:lnTo>
                <a:lnTo>
                  <a:pt x="299146" y="160397"/>
                </a:lnTo>
                <a:lnTo>
                  <a:pt x="298855" y="159439"/>
                </a:lnTo>
                <a:lnTo>
                  <a:pt x="298577" y="158442"/>
                </a:lnTo>
                <a:lnTo>
                  <a:pt x="298314" y="157408"/>
                </a:lnTo>
                <a:lnTo>
                  <a:pt x="298064" y="156336"/>
                </a:lnTo>
                <a:lnTo>
                  <a:pt x="297829" y="155225"/>
                </a:lnTo>
                <a:lnTo>
                  <a:pt x="297607" y="154078"/>
                </a:lnTo>
                <a:lnTo>
                  <a:pt x="297400" y="152892"/>
                </a:lnTo>
                <a:lnTo>
                  <a:pt x="297207" y="151668"/>
                </a:lnTo>
                <a:lnTo>
                  <a:pt x="297027" y="150407"/>
                </a:lnTo>
                <a:lnTo>
                  <a:pt x="296862" y="149108"/>
                </a:lnTo>
                <a:lnTo>
                  <a:pt x="296711" y="147771"/>
                </a:lnTo>
                <a:lnTo>
                  <a:pt x="296574" y="146396"/>
                </a:lnTo>
                <a:lnTo>
                  <a:pt x="296451" y="144983"/>
                </a:lnTo>
                <a:lnTo>
                  <a:pt x="296341" y="143533"/>
                </a:lnTo>
                <a:lnTo>
                  <a:pt x="362474" y="143533"/>
                </a:lnTo>
                <a:lnTo>
                  <a:pt x="362534" y="143059"/>
                </a:lnTo>
                <a:lnTo>
                  <a:pt x="362591" y="142578"/>
                </a:lnTo>
                <a:lnTo>
                  <a:pt x="362646" y="142090"/>
                </a:lnTo>
                <a:lnTo>
                  <a:pt x="362699" y="141593"/>
                </a:lnTo>
                <a:lnTo>
                  <a:pt x="362749" y="141089"/>
                </a:lnTo>
                <a:lnTo>
                  <a:pt x="362796" y="140577"/>
                </a:lnTo>
                <a:lnTo>
                  <a:pt x="362841" y="140058"/>
                </a:lnTo>
                <a:lnTo>
                  <a:pt x="362883" y="139531"/>
                </a:lnTo>
                <a:lnTo>
                  <a:pt x="362922" y="138996"/>
                </a:lnTo>
                <a:lnTo>
                  <a:pt x="362959" y="138454"/>
                </a:lnTo>
                <a:lnTo>
                  <a:pt x="362994" y="137904"/>
                </a:lnTo>
                <a:lnTo>
                  <a:pt x="363026" y="137347"/>
                </a:lnTo>
                <a:lnTo>
                  <a:pt x="363055" y="136781"/>
                </a:lnTo>
                <a:lnTo>
                  <a:pt x="363082" y="136209"/>
                </a:lnTo>
                <a:lnTo>
                  <a:pt x="363106" y="135628"/>
                </a:lnTo>
                <a:lnTo>
                  <a:pt x="363128" y="135040"/>
                </a:lnTo>
                <a:lnTo>
                  <a:pt x="363147" y="134444"/>
                </a:lnTo>
                <a:lnTo>
                  <a:pt x="363164" y="133841"/>
                </a:lnTo>
                <a:lnTo>
                  <a:pt x="363178" y="133230"/>
                </a:lnTo>
                <a:lnTo>
                  <a:pt x="363190" y="132611"/>
                </a:lnTo>
                <a:lnTo>
                  <a:pt x="363198" y="131985"/>
                </a:lnTo>
                <a:lnTo>
                  <a:pt x="363205" y="131351"/>
                </a:lnTo>
                <a:lnTo>
                  <a:pt x="363209" y="130709"/>
                </a:lnTo>
                <a:lnTo>
                  <a:pt x="363210" y="130060"/>
                </a:lnTo>
                <a:lnTo>
                  <a:pt x="363186" y="127372"/>
                </a:lnTo>
                <a:lnTo>
                  <a:pt x="363116" y="124739"/>
                </a:lnTo>
                <a:lnTo>
                  <a:pt x="362998" y="122159"/>
                </a:lnTo>
                <a:lnTo>
                  <a:pt x="362832" y="119633"/>
                </a:lnTo>
                <a:lnTo>
                  <a:pt x="362620" y="117162"/>
                </a:lnTo>
                <a:close/>
                <a:moveTo>
                  <a:pt x="296630" y="116710"/>
                </a:moveTo>
                <a:lnTo>
                  <a:pt x="296746" y="115279"/>
                </a:lnTo>
                <a:lnTo>
                  <a:pt x="296872" y="113889"/>
                </a:lnTo>
                <a:lnTo>
                  <a:pt x="297007" y="112540"/>
                </a:lnTo>
                <a:lnTo>
                  <a:pt x="297152" y="111230"/>
                </a:lnTo>
                <a:lnTo>
                  <a:pt x="297307" y="109962"/>
                </a:lnTo>
                <a:lnTo>
                  <a:pt x="297472" y="108733"/>
                </a:lnTo>
                <a:lnTo>
                  <a:pt x="297647" y="107545"/>
                </a:lnTo>
                <a:lnTo>
                  <a:pt x="297831" y="106398"/>
                </a:lnTo>
                <a:lnTo>
                  <a:pt x="298025" y="105290"/>
                </a:lnTo>
                <a:lnTo>
                  <a:pt x="298229" y="104224"/>
                </a:lnTo>
                <a:lnTo>
                  <a:pt x="298443" y="103197"/>
                </a:lnTo>
                <a:lnTo>
                  <a:pt x="298666" y="102211"/>
                </a:lnTo>
                <a:lnTo>
                  <a:pt x="298899" y="101266"/>
                </a:lnTo>
                <a:lnTo>
                  <a:pt x="299142" y="100361"/>
                </a:lnTo>
                <a:lnTo>
                  <a:pt x="299395" y="99496"/>
                </a:lnTo>
                <a:lnTo>
                  <a:pt x="299658" y="98672"/>
                </a:lnTo>
                <a:lnTo>
                  <a:pt x="299930" y="97888"/>
                </a:lnTo>
                <a:lnTo>
                  <a:pt x="300212" y="97145"/>
                </a:lnTo>
                <a:lnTo>
                  <a:pt x="300504" y="96442"/>
                </a:lnTo>
                <a:lnTo>
                  <a:pt x="300806" y="95779"/>
                </a:lnTo>
                <a:lnTo>
                  <a:pt x="301118" y="95157"/>
                </a:lnTo>
                <a:lnTo>
                  <a:pt x="301440" y="94567"/>
                </a:lnTo>
                <a:lnTo>
                  <a:pt x="301775" y="94003"/>
                </a:lnTo>
                <a:lnTo>
                  <a:pt x="302122" y="93463"/>
                </a:lnTo>
                <a:lnTo>
                  <a:pt x="302482" y="92949"/>
                </a:lnTo>
                <a:lnTo>
                  <a:pt x="302854" y="92460"/>
                </a:lnTo>
                <a:lnTo>
                  <a:pt x="303238" y="91996"/>
                </a:lnTo>
                <a:lnTo>
                  <a:pt x="303635" y="91557"/>
                </a:lnTo>
                <a:lnTo>
                  <a:pt x="304044" y="91143"/>
                </a:lnTo>
                <a:lnTo>
                  <a:pt x="304465" y="90754"/>
                </a:lnTo>
                <a:lnTo>
                  <a:pt x="304898" y="90391"/>
                </a:lnTo>
                <a:lnTo>
                  <a:pt x="305344" y="90052"/>
                </a:lnTo>
                <a:lnTo>
                  <a:pt x="305802" y="89738"/>
                </a:lnTo>
                <a:lnTo>
                  <a:pt x="306273" y="89450"/>
                </a:lnTo>
                <a:lnTo>
                  <a:pt x="306756" y="89187"/>
                </a:lnTo>
                <a:lnTo>
                  <a:pt x="307251" y="88948"/>
                </a:lnTo>
                <a:lnTo>
                  <a:pt x="307759" y="88735"/>
                </a:lnTo>
                <a:lnTo>
                  <a:pt x="308278" y="88547"/>
                </a:lnTo>
                <a:lnTo>
                  <a:pt x="308811" y="88384"/>
                </a:lnTo>
                <a:lnTo>
                  <a:pt x="309355" y="88246"/>
                </a:lnTo>
                <a:lnTo>
                  <a:pt x="309912" y="88133"/>
                </a:lnTo>
                <a:lnTo>
                  <a:pt x="310481" y="88045"/>
                </a:lnTo>
                <a:lnTo>
                  <a:pt x="311063" y="87983"/>
                </a:lnTo>
                <a:lnTo>
                  <a:pt x="311656" y="87945"/>
                </a:lnTo>
                <a:lnTo>
                  <a:pt x="312262" y="87932"/>
                </a:lnTo>
                <a:lnTo>
                  <a:pt x="312948" y="87945"/>
                </a:lnTo>
                <a:lnTo>
                  <a:pt x="313615" y="87984"/>
                </a:lnTo>
                <a:lnTo>
                  <a:pt x="314266" y="88049"/>
                </a:lnTo>
                <a:lnTo>
                  <a:pt x="314899" y="88140"/>
                </a:lnTo>
                <a:lnTo>
                  <a:pt x="315514" y="88257"/>
                </a:lnTo>
                <a:lnTo>
                  <a:pt x="316112" y="88399"/>
                </a:lnTo>
                <a:lnTo>
                  <a:pt x="316693" y="88568"/>
                </a:lnTo>
                <a:lnTo>
                  <a:pt x="317256" y="88762"/>
                </a:lnTo>
                <a:lnTo>
                  <a:pt x="317802" y="88983"/>
                </a:lnTo>
                <a:lnTo>
                  <a:pt x="318330" y="89229"/>
                </a:lnTo>
                <a:lnTo>
                  <a:pt x="318841" y="89502"/>
                </a:lnTo>
                <a:lnTo>
                  <a:pt x="319334" y="89800"/>
                </a:lnTo>
                <a:lnTo>
                  <a:pt x="319811" y="90124"/>
                </a:lnTo>
                <a:lnTo>
                  <a:pt x="320269" y="90475"/>
                </a:lnTo>
                <a:lnTo>
                  <a:pt x="320710" y="90851"/>
                </a:lnTo>
                <a:lnTo>
                  <a:pt x="321134" y="91253"/>
                </a:lnTo>
                <a:lnTo>
                  <a:pt x="321540" y="91681"/>
                </a:lnTo>
                <a:lnTo>
                  <a:pt x="321929" y="92135"/>
                </a:lnTo>
                <a:lnTo>
                  <a:pt x="322301" y="92615"/>
                </a:lnTo>
                <a:lnTo>
                  <a:pt x="322655" y="93121"/>
                </a:lnTo>
                <a:lnTo>
                  <a:pt x="322992" y="93652"/>
                </a:lnTo>
                <a:lnTo>
                  <a:pt x="323311" y="94210"/>
                </a:lnTo>
                <a:lnTo>
                  <a:pt x="323612" y="94794"/>
                </a:lnTo>
                <a:lnTo>
                  <a:pt x="323897" y="95403"/>
                </a:lnTo>
                <a:lnTo>
                  <a:pt x="324167" y="96042"/>
                </a:lnTo>
                <a:lnTo>
                  <a:pt x="324425" y="96712"/>
                </a:lnTo>
                <a:lnTo>
                  <a:pt x="324672" y="97415"/>
                </a:lnTo>
                <a:lnTo>
                  <a:pt x="324907" y="98149"/>
                </a:lnTo>
                <a:lnTo>
                  <a:pt x="325131" y="98915"/>
                </a:lnTo>
                <a:lnTo>
                  <a:pt x="325344" y="99713"/>
                </a:lnTo>
                <a:lnTo>
                  <a:pt x="325545" y="100543"/>
                </a:lnTo>
                <a:lnTo>
                  <a:pt x="325734" y="101404"/>
                </a:lnTo>
                <a:lnTo>
                  <a:pt x="325912" y="102298"/>
                </a:lnTo>
                <a:lnTo>
                  <a:pt x="326079" y="103223"/>
                </a:lnTo>
                <a:lnTo>
                  <a:pt x="326234" y="104181"/>
                </a:lnTo>
                <a:lnTo>
                  <a:pt x="326377" y="105170"/>
                </a:lnTo>
                <a:lnTo>
                  <a:pt x="326510" y="106191"/>
                </a:lnTo>
                <a:lnTo>
                  <a:pt x="326630" y="107244"/>
                </a:lnTo>
                <a:lnTo>
                  <a:pt x="326739" y="108329"/>
                </a:lnTo>
                <a:lnTo>
                  <a:pt x="326837" y="109446"/>
                </a:lnTo>
                <a:lnTo>
                  <a:pt x="326923" y="110594"/>
                </a:lnTo>
                <a:lnTo>
                  <a:pt x="326998" y="111775"/>
                </a:lnTo>
                <a:lnTo>
                  <a:pt x="327061" y="112987"/>
                </a:lnTo>
                <a:lnTo>
                  <a:pt x="327113" y="114232"/>
                </a:lnTo>
                <a:lnTo>
                  <a:pt x="327153" y="115508"/>
                </a:lnTo>
                <a:lnTo>
                  <a:pt x="327181" y="116816"/>
                </a:lnTo>
                <a:lnTo>
                  <a:pt x="327199" y="118156"/>
                </a:lnTo>
                <a:lnTo>
                  <a:pt x="327204" y="119528"/>
                </a:lnTo>
                <a:lnTo>
                  <a:pt x="327204" y="121243"/>
                </a:lnTo>
                <a:lnTo>
                  <a:pt x="296341" y="121243"/>
                </a:lnTo>
                <a:lnTo>
                  <a:pt x="296428" y="119692"/>
                </a:lnTo>
                <a:lnTo>
                  <a:pt x="296524" y="118180"/>
                </a:lnTo>
                <a:lnTo>
                  <a:pt x="296630" y="116710"/>
                </a:lnTo>
                <a:close/>
                <a:moveTo>
                  <a:pt x="619649" y="117162"/>
                </a:moveTo>
                <a:lnTo>
                  <a:pt x="619389" y="114744"/>
                </a:lnTo>
                <a:lnTo>
                  <a:pt x="619083" y="112381"/>
                </a:lnTo>
                <a:lnTo>
                  <a:pt x="618729" y="110071"/>
                </a:lnTo>
                <a:lnTo>
                  <a:pt x="618327" y="107816"/>
                </a:lnTo>
                <a:lnTo>
                  <a:pt x="617879" y="105614"/>
                </a:lnTo>
                <a:lnTo>
                  <a:pt x="617383" y="103466"/>
                </a:lnTo>
                <a:lnTo>
                  <a:pt x="616840" y="101373"/>
                </a:lnTo>
                <a:lnTo>
                  <a:pt x="616250" y="99333"/>
                </a:lnTo>
                <a:lnTo>
                  <a:pt x="615613" y="97348"/>
                </a:lnTo>
                <a:lnTo>
                  <a:pt x="614928" y="95416"/>
                </a:lnTo>
                <a:lnTo>
                  <a:pt x="614196" y="93538"/>
                </a:lnTo>
                <a:lnTo>
                  <a:pt x="613417" y="91715"/>
                </a:lnTo>
                <a:lnTo>
                  <a:pt x="612591" y="89945"/>
                </a:lnTo>
                <a:lnTo>
                  <a:pt x="611718" y="88230"/>
                </a:lnTo>
                <a:lnTo>
                  <a:pt x="610797" y="86568"/>
                </a:lnTo>
                <a:lnTo>
                  <a:pt x="609829" y="84960"/>
                </a:lnTo>
                <a:lnTo>
                  <a:pt x="608814" y="83407"/>
                </a:lnTo>
                <a:lnTo>
                  <a:pt x="607752" y="81907"/>
                </a:lnTo>
                <a:lnTo>
                  <a:pt x="606643" y="80461"/>
                </a:lnTo>
                <a:lnTo>
                  <a:pt x="605492" y="79072"/>
                </a:lnTo>
                <a:lnTo>
                  <a:pt x="604305" y="77742"/>
                </a:lnTo>
                <a:lnTo>
                  <a:pt x="603082" y="76471"/>
                </a:lnTo>
                <a:lnTo>
                  <a:pt x="601823" y="75260"/>
                </a:lnTo>
                <a:lnTo>
                  <a:pt x="600527" y="74107"/>
                </a:lnTo>
                <a:lnTo>
                  <a:pt x="599196" y="73014"/>
                </a:lnTo>
                <a:lnTo>
                  <a:pt x="597828" y="71979"/>
                </a:lnTo>
                <a:lnTo>
                  <a:pt x="596424" y="71004"/>
                </a:lnTo>
                <a:lnTo>
                  <a:pt x="594985" y="70088"/>
                </a:lnTo>
                <a:lnTo>
                  <a:pt x="593508" y="69231"/>
                </a:lnTo>
                <a:lnTo>
                  <a:pt x="591996" y="68433"/>
                </a:lnTo>
                <a:lnTo>
                  <a:pt x="590448" y="67694"/>
                </a:lnTo>
                <a:lnTo>
                  <a:pt x="588863" y="67014"/>
                </a:lnTo>
                <a:lnTo>
                  <a:pt x="587243" y="66393"/>
                </a:lnTo>
                <a:lnTo>
                  <a:pt x="585586" y="65832"/>
                </a:lnTo>
                <a:lnTo>
                  <a:pt x="583893" y="65329"/>
                </a:lnTo>
                <a:lnTo>
                  <a:pt x="582164" y="64886"/>
                </a:lnTo>
                <a:lnTo>
                  <a:pt x="580399" y="64502"/>
                </a:lnTo>
                <a:lnTo>
                  <a:pt x="578598" y="64177"/>
                </a:lnTo>
                <a:lnTo>
                  <a:pt x="576760" y="63911"/>
                </a:lnTo>
                <a:lnTo>
                  <a:pt x="574886" y="63704"/>
                </a:lnTo>
                <a:lnTo>
                  <a:pt x="572977" y="63556"/>
                </a:lnTo>
                <a:lnTo>
                  <a:pt x="571031" y="63467"/>
                </a:lnTo>
                <a:lnTo>
                  <a:pt x="569049" y="63438"/>
                </a:lnTo>
                <a:lnTo>
                  <a:pt x="566966" y="63471"/>
                </a:lnTo>
                <a:lnTo>
                  <a:pt x="564924" y="63569"/>
                </a:lnTo>
                <a:lnTo>
                  <a:pt x="562923" y="63732"/>
                </a:lnTo>
                <a:lnTo>
                  <a:pt x="560962" y="63962"/>
                </a:lnTo>
                <a:lnTo>
                  <a:pt x="559041" y="64256"/>
                </a:lnTo>
                <a:lnTo>
                  <a:pt x="557161" y="64617"/>
                </a:lnTo>
                <a:lnTo>
                  <a:pt x="555321" y="65042"/>
                </a:lnTo>
                <a:lnTo>
                  <a:pt x="553521" y="65534"/>
                </a:lnTo>
                <a:lnTo>
                  <a:pt x="551762" y="66090"/>
                </a:lnTo>
                <a:lnTo>
                  <a:pt x="550044" y="66712"/>
                </a:lnTo>
                <a:lnTo>
                  <a:pt x="548365" y="67400"/>
                </a:lnTo>
                <a:lnTo>
                  <a:pt x="546727" y="68153"/>
                </a:lnTo>
                <a:lnTo>
                  <a:pt x="545130" y="68972"/>
                </a:lnTo>
                <a:lnTo>
                  <a:pt x="543573" y="69856"/>
                </a:lnTo>
                <a:lnTo>
                  <a:pt x="542056" y="70806"/>
                </a:lnTo>
                <a:lnTo>
                  <a:pt x="540580" y="71821"/>
                </a:lnTo>
                <a:lnTo>
                  <a:pt x="539144" y="72902"/>
                </a:lnTo>
                <a:lnTo>
                  <a:pt x="537749" y="74048"/>
                </a:lnTo>
                <a:lnTo>
                  <a:pt x="536394" y="75260"/>
                </a:lnTo>
                <a:lnTo>
                  <a:pt x="535079" y="76537"/>
                </a:lnTo>
                <a:lnTo>
                  <a:pt x="533805" y="77879"/>
                </a:lnTo>
                <a:lnTo>
                  <a:pt x="532571" y="79287"/>
                </a:lnTo>
                <a:lnTo>
                  <a:pt x="531378" y="80761"/>
                </a:lnTo>
                <a:lnTo>
                  <a:pt x="530225" y="82300"/>
                </a:lnTo>
                <a:lnTo>
                  <a:pt x="529116" y="83895"/>
                </a:lnTo>
                <a:lnTo>
                  <a:pt x="528054" y="85537"/>
                </a:lnTo>
                <a:lnTo>
                  <a:pt x="527039" y="87225"/>
                </a:lnTo>
                <a:lnTo>
                  <a:pt x="526072" y="88961"/>
                </a:lnTo>
                <a:lnTo>
                  <a:pt x="525152" y="90743"/>
                </a:lnTo>
                <a:lnTo>
                  <a:pt x="524278" y="92572"/>
                </a:lnTo>
                <a:lnTo>
                  <a:pt x="523452" y="94447"/>
                </a:lnTo>
                <a:lnTo>
                  <a:pt x="522674" y="96370"/>
                </a:lnTo>
                <a:lnTo>
                  <a:pt x="521942" y="98339"/>
                </a:lnTo>
                <a:lnTo>
                  <a:pt x="521258" y="100355"/>
                </a:lnTo>
                <a:lnTo>
                  <a:pt x="520621" y="102418"/>
                </a:lnTo>
                <a:lnTo>
                  <a:pt x="520031" y="104527"/>
                </a:lnTo>
                <a:lnTo>
                  <a:pt x="519488" y="106683"/>
                </a:lnTo>
                <a:lnTo>
                  <a:pt x="518992" y="108887"/>
                </a:lnTo>
                <a:lnTo>
                  <a:pt x="518544" y="111136"/>
                </a:lnTo>
                <a:lnTo>
                  <a:pt x="518143" y="113433"/>
                </a:lnTo>
                <a:lnTo>
                  <a:pt x="517789" y="115777"/>
                </a:lnTo>
                <a:lnTo>
                  <a:pt x="517482" y="118167"/>
                </a:lnTo>
                <a:lnTo>
                  <a:pt x="517222" y="120604"/>
                </a:lnTo>
                <a:lnTo>
                  <a:pt x="517010" y="123088"/>
                </a:lnTo>
                <a:lnTo>
                  <a:pt x="516845" y="125618"/>
                </a:lnTo>
                <a:lnTo>
                  <a:pt x="516727" y="128196"/>
                </a:lnTo>
                <a:lnTo>
                  <a:pt x="516656" y="130820"/>
                </a:lnTo>
                <a:lnTo>
                  <a:pt x="516632" y="133491"/>
                </a:lnTo>
                <a:lnTo>
                  <a:pt x="516657" y="136160"/>
                </a:lnTo>
                <a:lnTo>
                  <a:pt x="516731" y="138779"/>
                </a:lnTo>
                <a:lnTo>
                  <a:pt x="516854" y="141349"/>
                </a:lnTo>
                <a:lnTo>
                  <a:pt x="517027" y="143869"/>
                </a:lnTo>
                <a:lnTo>
                  <a:pt x="517249" y="146339"/>
                </a:lnTo>
                <a:lnTo>
                  <a:pt x="517520" y="148759"/>
                </a:lnTo>
                <a:lnTo>
                  <a:pt x="517841" y="151130"/>
                </a:lnTo>
                <a:lnTo>
                  <a:pt x="518211" y="153451"/>
                </a:lnTo>
                <a:lnTo>
                  <a:pt x="518630" y="155722"/>
                </a:lnTo>
                <a:lnTo>
                  <a:pt x="519099" y="157944"/>
                </a:lnTo>
                <a:lnTo>
                  <a:pt x="519617" y="160115"/>
                </a:lnTo>
                <a:lnTo>
                  <a:pt x="520184" y="162237"/>
                </a:lnTo>
                <a:lnTo>
                  <a:pt x="520800" y="164310"/>
                </a:lnTo>
                <a:lnTo>
                  <a:pt x="521466" y="166332"/>
                </a:lnTo>
                <a:lnTo>
                  <a:pt x="522182" y="168305"/>
                </a:lnTo>
                <a:lnTo>
                  <a:pt x="522946" y="170228"/>
                </a:lnTo>
                <a:lnTo>
                  <a:pt x="523760" y="172101"/>
                </a:lnTo>
                <a:lnTo>
                  <a:pt x="524623" y="173925"/>
                </a:lnTo>
                <a:lnTo>
                  <a:pt x="525536" y="175699"/>
                </a:lnTo>
                <a:lnTo>
                  <a:pt x="526498" y="177423"/>
                </a:lnTo>
                <a:lnTo>
                  <a:pt x="527509" y="179097"/>
                </a:lnTo>
                <a:lnTo>
                  <a:pt x="528569" y="180722"/>
                </a:lnTo>
                <a:lnTo>
                  <a:pt x="529679" y="182296"/>
                </a:lnTo>
                <a:lnTo>
                  <a:pt x="530838" y="183822"/>
                </a:lnTo>
                <a:lnTo>
                  <a:pt x="532045" y="185291"/>
                </a:lnTo>
                <a:lnTo>
                  <a:pt x="533298" y="186697"/>
                </a:lnTo>
                <a:lnTo>
                  <a:pt x="534596" y="188041"/>
                </a:lnTo>
                <a:lnTo>
                  <a:pt x="535941" y="189322"/>
                </a:lnTo>
                <a:lnTo>
                  <a:pt x="537331" y="190541"/>
                </a:lnTo>
                <a:lnTo>
                  <a:pt x="538768" y="191698"/>
                </a:lnTo>
                <a:lnTo>
                  <a:pt x="540250" y="192792"/>
                </a:lnTo>
                <a:lnTo>
                  <a:pt x="541778" y="193823"/>
                </a:lnTo>
                <a:lnTo>
                  <a:pt x="543352" y="194792"/>
                </a:lnTo>
                <a:lnTo>
                  <a:pt x="544972" y="195698"/>
                </a:lnTo>
                <a:lnTo>
                  <a:pt x="546638" y="196542"/>
                </a:lnTo>
                <a:lnTo>
                  <a:pt x="548350" y="197324"/>
                </a:lnTo>
                <a:lnTo>
                  <a:pt x="550108" y="198043"/>
                </a:lnTo>
                <a:lnTo>
                  <a:pt x="551912" y="198699"/>
                </a:lnTo>
                <a:lnTo>
                  <a:pt x="553762" y="199293"/>
                </a:lnTo>
                <a:lnTo>
                  <a:pt x="555657" y="199824"/>
                </a:lnTo>
                <a:lnTo>
                  <a:pt x="557599" y="200293"/>
                </a:lnTo>
                <a:lnTo>
                  <a:pt x="559587" y="200699"/>
                </a:lnTo>
                <a:lnTo>
                  <a:pt x="561620" y="201043"/>
                </a:lnTo>
                <a:lnTo>
                  <a:pt x="563699" y="201324"/>
                </a:lnTo>
                <a:lnTo>
                  <a:pt x="565825" y="201543"/>
                </a:lnTo>
                <a:lnTo>
                  <a:pt x="567996" y="201699"/>
                </a:lnTo>
                <a:lnTo>
                  <a:pt x="570213" y="201793"/>
                </a:lnTo>
                <a:lnTo>
                  <a:pt x="572476" y="201824"/>
                </a:lnTo>
                <a:lnTo>
                  <a:pt x="574606" y="201794"/>
                </a:lnTo>
                <a:lnTo>
                  <a:pt x="576709" y="201702"/>
                </a:lnTo>
                <a:lnTo>
                  <a:pt x="578787" y="201549"/>
                </a:lnTo>
                <a:lnTo>
                  <a:pt x="580837" y="201335"/>
                </a:lnTo>
                <a:lnTo>
                  <a:pt x="582862" y="201059"/>
                </a:lnTo>
                <a:lnTo>
                  <a:pt x="584860" y="200722"/>
                </a:lnTo>
                <a:lnTo>
                  <a:pt x="586832" y="200324"/>
                </a:lnTo>
                <a:lnTo>
                  <a:pt x="588777" y="199865"/>
                </a:lnTo>
                <a:lnTo>
                  <a:pt x="590696" y="199345"/>
                </a:lnTo>
                <a:lnTo>
                  <a:pt x="592589" y="198763"/>
                </a:lnTo>
                <a:lnTo>
                  <a:pt x="594455" y="198120"/>
                </a:lnTo>
                <a:lnTo>
                  <a:pt x="596295" y="197416"/>
                </a:lnTo>
                <a:lnTo>
                  <a:pt x="598109" y="196651"/>
                </a:lnTo>
                <a:lnTo>
                  <a:pt x="599896" y="195824"/>
                </a:lnTo>
                <a:lnTo>
                  <a:pt x="601657" y="194937"/>
                </a:lnTo>
                <a:lnTo>
                  <a:pt x="603391" y="193988"/>
                </a:lnTo>
                <a:lnTo>
                  <a:pt x="605099" y="192977"/>
                </a:lnTo>
                <a:lnTo>
                  <a:pt x="606781" y="191906"/>
                </a:lnTo>
                <a:lnTo>
                  <a:pt x="608437" y="190773"/>
                </a:lnTo>
                <a:lnTo>
                  <a:pt x="610066" y="189579"/>
                </a:lnTo>
                <a:lnTo>
                  <a:pt x="611669" y="188324"/>
                </a:lnTo>
                <a:lnTo>
                  <a:pt x="613245" y="187008"/>
                </a:lnTo>
                <a:lnTo>
                  <a:pt x="614795" y="185630"/>
                </a:lnTo>
                <a:lnTo>
                  <a:pt x="616319" y="184192"/>
                </a:lnTo>
                <a:lnTo>
                  <a:pt x="601134" y="164107"/>
                </a:lnTo>
                <a:lnTo>
                  <a:pt x="600544" y="164551"/>
                </a:lnTo>
                <a:lnTo>
                  <a:pt x="599957" y="164985"/>
                </a:lnTo>
                <a:lnTo>
                  <a:pt x="599373" y="165409"/>
                </a:lnTo>
                <a:lnTo>
                  <a:pt x="598793" y="165824"/>
                </a:lnTo>
                <a:lnTo>
                  <a:pt x="598216" y="166229"/>
                </a:lnTo>
                <a:lnTo>
                  <a:pt x="597643" y="166624"/>
                </a:lnTo>
                <a:lnTo>
                  <a:pt x="597073" y="167009"/>
                </a:lnTo>
                <a:lnTo>
                  <a:pt x="596507" y="167385"/>
                </a:lnTo>
                <a:lnTo>
                  <a:pt x="595944" y="167751"/>
                </a:lnTo>
                <a:lnTo>
                  <a:pt x="595384" y="168107"/>
                </a:lnTo>
                <a:lnTo>
                  <a:pt x="594828" y="168453"/>
                </a:lnTo>
                <a:lnTo>
                  <a:pt x="594275" y="168790"/>
                </a:lnTo>
                <a:lnTo>
                  <a:pt x="593726" y="169117"/>
                </a:lnTo>
                <a:lnTo>
                  <a:pt x="593180" y="169434"/>
                </a:lnTo>
                <a:lnTo>
                  <a:pt x="592637" y="169741"/>
                </a:lnTo>
                <a:lnTo>
                  <a:pt x="592098" y="170039"/>
                </a:lnTo>
                <a:lnTo>
                  <a:pt x="591562" y="170326"/>
                </a:lnTo>
                <a:lnTo>
                  <a:pt x="591030" y="170604"/>
                </a:lnTo>
                <a:lnTo>
                  <a:pt x="590501" y="170873"/>
                </a:lnTo>
                <a:lnTo>
                  <a:pt x="589975" y="171131"/>
                </a:lnTo>
                <a:lnTo>
                  <a:pt x="589453" y="171380"/>
                </a:lnTo>
                <a:lnTo>
                  <a:pt x="588935" y="171619"/>
                </a:lnTo>
                <a:lnTo>
                  <a:pt x="588419" y="171848"/>
                </a:lnTo>
                <a:lnTo>
                  <a:pt x="587907" y="172068"/>
                </a:lnTo>
                <a:lnTo>
                  <a:pt x="587396" y="172277"/>
                </a:lnTo>
                <a:lnTo>
                  <a:pt x="586884" y="172478"/>
                </a:lnTo>
                <a:lnTo>
                  <a:pt x="586369" y="172670"/>
                </a:lnTo>
                <a:lnTo>
                  <a:pt x="585853" y="172853"/>
                </a:lnTo>
                <a:lnTo>
                  <a:pt x="585335" y="173027"/>
                </a:lnTo>
                <a:lnTo>
                  <a:pt x="584816" y="173193"/>
                </a:lnTo>
                <a:lnTo>
                  <a:pt x="584294" y="173349"/>
                </a:lnTo>
                <a:lnTo>
                  <a:pt x="583771" y="173496"/>
                </a:lnTo>
                <a:lnTo>
                  <a:pt x="583247" y="173634"/>
                </a:lnTo>
                <a:lnTo>
                  <a:pt x="582720" y="173764"/>
                </a:lnTo>
                <a:lnTo>
                  <a:pt x="582192" y="173884"/>
                </a:lnTo>
                <a:lnTo>
                  <a:pt x="581662" y="173996"/>
                </a:lnTo>
                <a:lnTo>
                  <a:pt x="581131" y="174099"/>
                </a:lnTo>
                <a:lnTo>
                  <a:pt x="580598" y="174192"/>
                </a:lnTo>
                <a:lnTo>
                  <a:pt x="580063" y="174277"/>
                </a:lnTo>
                <a:lnTo>
                  <a:pt x="579526" y="174353"/>
                </a:lnTo>
                <a:lnTo>
                  <a:pt x="578987" y="174420"/>
                </a:lnTo>
                <a:lnTo>
                  <a:pt x="578447" y="174478"/>
                </a:lnTo>
                <a:lnTo>
                  <a:pt x="577905" y="174527"/>
                </a:lnTo>
                <a:lnTo>
                  <a:pt x="577362" y="174567"/>
                </a:lnTo>
                <a:lnTo>
                  <a:pt x="576817" y="174599"/>
                </a:lnTo>
                <a:lnTo>
                  <a:pt x="576270" y="174621"/>
                </a:lnTo>
                <a:lnTo>
                  <a:pt x="575721" y="174634"/>
                </a:lnTo>
                <a:lnTo>
                  <a:pt x="575171" y="174639"/>
                </a:lnTo>
                <a:lnTo>
                  <a:pt x="574342" y="174627"/>
                </a:lnTo>
                <a:lnTo>
                  <a:pt x="573530" y="174592"/>
                </a:lnTo>
                <a:lnTo>
                  <a:pt x="572735" y="174534"/>
                </a:lnTo>
                <a:lnTo>
                  <a:pt x="571956" y="174452"/>
                </a:lnTo>
                <a:lnTo>
                  <a:pt x="571194" y="174347"/>
                </a:lnTo>
                <a:lnTo>
                  <a:pt x="570448" y="174218"/>
                </a:lnTo>
                <a:lnTo>
                  <a:pt x="569719" y="174066"/>
                </a:lnTo>
                <a:lnTo>
                  <a:pt x="569006" y="173891"/>
                </a:lnTo>
                <a:lnTo>
                  <a:pt x="568311" y="173692"/>
                </a:lnTo>
                <a:lnTo>
                  <a:pt x="567631" y="173470"/>
                </a:lnTo>
                <a:lnTo>
                  <a:pt x="566969" y="173224"/>
                </a:lnTo>
                <a:lnTo>
                  <a:pt x="566322" y="172955"/>
                </a:lnTo>
                <a:lnTo>
                  <a:pt x="565693" y="172663"/>
                </a:lnTo>
                <a:lnTo>
                  <a:pt x="565080" y="172347"/>
                </a:lnTo>
                <a:lnTo>
                  <a:pt x="564484" y="172008"/>
                </a:lnTo>
                <a:lnTo>
                  <a:pt x="563904" y="171646"/>
                </a:lnTo>
                <a:lnTo>
                  <a:pt x="563340" y="171260"/>
                </a:lnTo>
                <a:lnTo>
                  <a:pt x="562794" y="170851"/>
                </a:lnTo>
                <a:lnTo>
                  <a:pt x="562264" y="170418"/>
                </a:lnTo>
                <a:lnTo>
                  <a:pt x="561750" y="169962"/>
                </a:lnTo>
                <a:lnTo>
                  <a:pt x="561253" y="169483"/>
                </a:lnTo>
                <a:lnTo>
                  <a:pt x="560773" y="168980"/>
                </a:lnTo>
                <a:lnTo>
                  <a:pt x="560310" y="168454"/>
                </a:lnTo>
                <a:lnTo>
                  <a:pt x="559862" y="167904"/>
                </a:lnTo>
                <a:lnTo>
                  <a:pt x="559431" y="167324"/>
                </a:lnTo>
                <a:lnTo>
                  <a:pt x="559013" y="166705"/>
                </a:lnTo>
                <a:lnTo>
                  <a:pt x="558609" y="166049"/>
                </a:lnTo>
                <a:lnTo>
                  <a:pt x="558219" y="165355"/>
                </a:lnTo>
                <a:lnTo>
                  <a:pt x="557844" y="164624"/>
                </a:lnTo>
                <a:lnTo>
                  <a:pt x="557482" y="163854"/>
                </a:lnTo>
                <a:lnTo>
                  <a:pt x="557134" y="163047"/>
                </a:lnTo>
                <a:lnTo>
                  <a:pt x="556801" y="162201"/>
                </a:lnTo>
                <a:lnTo>
                  <a:pt x="556481" y="161318"/>
                </a:lnTo>
                <a:lnTo>
                  <a:pt x="556176" y="160397"/>
                </a:lnTo>
                <a:lnTo>
                  <a:pt x="555884" y="159439"/>
                </a:lnTo>
                <a:lnTo>
                  <a:pt x="555606" y="158442"/>
                </a:lnTo>
                <a:lnTo>
                  <a:pt x="555343" y="157408"/>
                </a:lnTo>
                <a:lnTo>
                  <a:pt x="555094" y="156336"/>
                </a:lnTo>
                <a:lnTo>
                  <a:pt x="554858" y="155225"/>
                </a:lnTo>
                <a:lnTo>
                  <a:pt x="554637" y="154078"/>
                </a:lnTo>
                <a:lnTo>
                  <a:pt x="554429" y="152892"/>
                </a:lnTo>
                <a:lnTo>
                  <a:pt x="554236" y="151668"/>
                </a:lnTo>
                <a:lnTo>
                  <a:pt x="554057" y="150407"/>
                </a:lnTo>
                <a:lnTo>
                  <a:pt x="553891" y="149108"/>
                </a:lnTo>
                <a:lnTo>
                  <a:pt x="553740" y="147771"/>
                </a:lnTo>
                <a:lnTo>
                  <a:pt x="553603" y="146396"/>
                </a:lnTo>
                <a:lnTo>
                  <a:pt x="553480" y="144983"/>
                </a:lnTo>
                <a:lnTo>
                  <a:pt x="553371" y="143533"/>
                </a:lnTo>
                <a:lnTo>
                  <a:pt x="619503" y="143533"/>
                </a:lnTo>
                <a:lnTo>
                  <a:pt x="619563" y="143059"/>
                </a:lnTo>
                <a:lnTo>
                  <a:pt x="619621" y="142578"/>
                </a:lnTo>
                <a:lnTo>
                  <a:pt x="619676" y="142090"/>
                </a:lnTo>
                <a:lnTo>
                  <a:pt x="619728" y="141593"/>
                </a:lnTo>
                <a:lnTo>
                  <a:pt x="619778" y="141089"/>
                </a:lnTo>
                <a:lnTo>
                  <a:pt x="619825" y="140577"/>
                </a:lnTo>
                <a:lnTo>
                  <a:pt x="619870" y="140058"/>
                </a:lnTo>
                <a:lnTo>
                  <a:pt x="619912" y="139531"/>
                </a:lnTo>
                <a:lnTo>
                  <a:pt x="619952" y="138996"/>
                </a:lnTo>
                <a:lnTo>
                  <a:pt x="619989" y="138454"/>
                </a:lnTo>
                <a:lnTo>
                  <a:pt x="620023" y="137904"/>
                </a:lnTo>
                <a:lnTo>
                  <a:pt x="620055" y="137347"/>
                </a:lnTo>
                <a:lnTo>
                  <a:pt x="620085" y="136781"/>
                </a:lnTo>
                <a:lnTo>
                  <a:pt x="620111" y="136209"/>
                </a:lnTo>
                <a:lnTo>
                  <a:pt x="620136" y="135628"/>
                </a:lnTo>
                <a:lnTo>
                  <a:pt x="620157" y="135040"/>
                </a:lnTo>
                <a:lnTo>
                  <a:pt x="620177" y="134444"/>
                </a:lnTo>
                <a:lnTo>
                  <a:pt x="620193" y="133841"/>
                </a:lnTo>
                <a:lnTo>
                  <a:pt x="620207" y="133230"/>
                </a:lnTo>
                <a:lnTo>
                  <a:pt x="620219" y="132611"/>
                </a:lnTo>
                <a:lnTo>
                  <a:pt x="620228" y="131985"/>
                </a:lnTo>
                <a:lnTo>
                  <a:pt x="620234" y="131351"/>
                </a:lnTo>
                <a:lnTo>
                  <a:pt x="620238" y="130709"/>
                </a:lnTo>
                <a:lnTo>
                  <a:pt x="620239" y="130060"/>
                </a:lnTo>
                <a:lnTo>
                  <a:pt x="620216" y="127372"/>
                </a:lnTo>
                <a:lnTo>
                  <a:pt x="620145" y="124739"/>
                </a:lnTo>
                <a:lnTo>
                  <a:pt x="620027" y="122159"/>
                </a:lnTo>
                <a:lnTo>
                  <a:pt x="619862" y="119633"/>
                </a:lnTo>
                <a:lnTo>
                  <a:pt x="619649" y="117162"/>
                </a:lnTo>
                <a:close/>
                <a:moveTo>
                  <a:pt x="553659" y="116710"/>
                </a:moveTo>
                <a:lnTo>
                  <a:pt x="553775" y="115279"/>
                </a:lnTo>
                <a:lnTo>
                  <a:pt x="553901" y="113889"/>
                </a:lnTo>
                <a:lnTo>
                  <a:pt x="554036" y="112540"/>
                </a:lnTo>
                <a:lnTo>
                  <a:pt x="554182" y="111230"/>
                </a:lnTo>
                <a:lnTo>
                  <a:pt x="554337" y="109962"/>
                </a:lnTo>
                <a:lnTo>
                  <a:pt x="554501" y="108733"/>
                </a:lnTo>
                <a:lnTo>
                  <a:pt x="554676" y="107545"/>
                </a:lnTo>
                <a:lnTo>
                  <a:pt x="554860" y="106398"/>
                </a:lnTo>
                <a:lnTo>
                  <a:pt x="555054" y="105290"/>
                </a:lnTo>
                <a:lnTo>
                  <a:pt x="555258" y="104224"/>
                </a:lnTo>
                <a:lnTo>
                  <a:pt x="555472" y="103197"/>
                </a:lnTo>
                <a:lnTo>
                  <a:pt x="555695" y="102211"/>
                </a:lnTo>
                <a:lnTo>
                  <a:pt x="555929" y="101266"/>
                </a:lnTo>
                <a:lnTo>
                  <a:pt x="556172" y="100361"/>
                </a:lnTo>
                <a:lnTo>
                  <a:pt x="556424" y="99496"/>
                </a:lnTo>
                <a:lnTo>
                  <a:pt x="556687" y="98672"/>
                </a:lnTo>
                <a:lnTo>
                  <a:pt x="556960" y="97888"/>
                </a:lnTo>
                <a:lnTo>
                  <a:pt x="557242" y="97145"/>
                </a:lnTo>
                <a:lnTo>
                  <a:pt x="557534" y="96442"/>
                </a:lnTo>
                <a:lnTo>
                  <a:pt x="557835" y="95779"/>
                </a:lnTo>
                <a:lnTo>
                  <a:pt x="558147" y="95157"/>
                </a:lnTo>
                <a:lnTo>
                  <a:pt x="558470" y="94567"/>
                </a:lnTo>
                <a:lnTo>
                  <a:pt x="558804" y="94003"/>
                </a:lnTo>
                <a:lnTo>
                  <a:pt x="559152" y="93463"/>
                </a:lnTo>
                <a:lnTo>
                  <a:pt x="559511" y="92949"/>
                </a:lnTo>
                <a:lnTo>
                  <a:pt x="559883" y="92460"/>
                </a:lnTo>
                <a:lnTo>
                  <a:pt x="560267" y="91996"/>
                </a:lnTo>
                <a:lnTo>
                  <a:pt x="560664" y="91557"/>
                </a:lnTo>
                <a:lnTo>
                  <a:pt x="561073" y="91143"/>
                </a:lnTo>
                <a:lnTo>
                  <a:pt x="561494" y="90754"/>
                </a:lnTo>
                <a:lnTo>
                  <a:pt x="561928" y="90391"/>
                </a:lnTo>
                <a:lnTo>
                  <a:pt x="562374" y="90052"/>
                </a:lnTo>
                <a:lnTo>
                  <a:pt x="562832" y="89738"/>
                </a:lnTo>
                <a:lnTo>
                  <a:pt x="563302" y="89450"/>
                </a:lnTo>
                <a:lnTo>
                  <a:pt x="563785" y="89187"/>
                </a:lnTo>
                <a:lnTo>
                  <a:pt x="564280" y="88948"/>
                </a:lnTo>
                <a:lnTo>
                  <a:pt x="564788" y="88735"/>
                </a:lnTo>
                <a:lnTo>
                  <a:pt x="565308" y="88547"/>
                </a:lnTo>
                <a:lnTo>
                  <a:pt x="565840" y="88384"/>
                </a:lnTo>
                <a:lnTo>
                  <a:pt x="566384" y="88246"/>
                </a:lnTo>
                <a:lnTo>
                  <a:pt x="566941" y="88133"/>
                </a:lnTo>
                <a:lnTo>
                  <a:pt x="567510" y="88045"/>
                </a:lnTo>
                <a:lnTo>
                  <a:pt x="568092" y="87983"/>
                </a:lnTo>
                <a:lnTo>
                  <a:pt x="568686" y="87945"/>
                </a:lnTo>
                <a:lnTo>
                  <a:pt x="569292" y="87932"/>
                </a:lnTo>
                <a:lnTo>
                  <a:pt x="569977" y="87945"/>
                </a:lnTo>
                <a:lnTo>
                  <a:pt x="570645" y="87984"/>
                </a:lnTo>
                <a:lnTo>
                  <a:pt x="571295" y="88049"/>
                </a:lnTo>
                <a:lnTo>
                  <a:pt x="571928" y="88140"/>
                </a:lnTo>
                <a:lnTo>
                  <a:pt x="572543" y="88257"/>
                </a:lnTo>
                <a:lnTo>
                  <a:pt x="573141" y="88399"/>
                </a:lnTo>
                <a:lnTo>
                  <a:pt x="573722" y="88568"/>
                </a:lnTo>
                <a:lnTo>
                  <a:pt x="574285" y="88762"/>
                </a:lnTo>
                <a:lnTo>
                  <a:pt x="574831" y="88983"/>
                </a:lnTo>
                <a:lnTo>
                  <a:pt x="575359" y="89229"/>
                </a:lnTo>
                <a:lnTo>
                  <a:pt x="575870" y="89502"/>
                </a:lnTo>
                <a:lnTo>
                  <a:pt x="576364" y="89800"/>
                </a:lnTo>
                <a:lnTo>
                  <a:pt x="576840" y="90124"/>
                </a:lnTo>
                <a:lnTo>
                  <a:pt x="577298" y="90475"/>
                </a:lnTo>
                <a:lnTo>
                  <a:pt x="577740" y="90851"/>
                </a:lnTo>
                <a:lnTo>
                  <a:pt x="578163" y="91253"/>
                </a:lnTo>
                <a:lnTo>
                  <a:pt x="578570" y="91681"/>
                </a:lnTo>
                <a:lnTo>
                  <a:pt x="578959" y="92135"/>
                </a:lnTo>
                <a:lnTo>
                  <a:pt x="579330" y="92615"/>
                </a:lnTo>
                <a:lnTo>
                  <a:pt x="579684" y="93121"/>
                </a:lnTo>
                <a:lnTo>
                  <a:pt x="580021" y="93652"/>
                </a:lnTo>
                <a:lnTo>
                  <a:pt x="580340" y="94210"/>
                </a:lnTo>
                <a:lnTo>
                  <a:pt x="580642" y="94794"/>
                </a:lnTo>
                <a:lnTo>
                  <a:pt x="580926" y="95403"/>
                </a:lnTo>
                <a:lnTo>
                  <a:pt x="581196" y="96042"/>
                </a:lnTo>
                <a:lnTo>
                  <a:pt x="581454" y="96712"/>
                </a:lnTo>
                <a:lnTo>
                  <a:pt x="581701" y="97415"/>
                </a:lnTo>
                <a:lnTo>
                  <a:pt x="581937" y="98149"/>
                </a:lnTo>
                <a:lnTo>
                  <a:pt x="582161" y="98915"/>
                </a:lnTo>
                <a:lnTo>
                  <a:pt x="582373" y="99713"/>
                </a:lnTo>
                <a:lnTo>
                  <a:pt x="582574" y="100543"/>
                </a:lnTo>
                <a:lnTo>
                  <a:pt x="582764" y="101404"/>
                </a:lnTo>
                <a:lnTo>
                  <a:pt x="582942" y="102298"/>
                </a:lnTo>
                <a:lnTo>
                  <a:pt x="583108" y="103223"/>
                </a:lnTo>
                <a:lnTo>
                  <a:pt x="583263" y="104181"/>
                </a:lnTo>
                <a:lnTo>
                  <a:pt x="583407" y="105170"/>
                </a:lnTo>
                <a:lnTo>
                  <a:pt x="583539" y="106191"/>
                </a:lnTo>
                <a:lnTo>
                  <a:pt x="583659" y="107244"/>
                </a:lnTo>
                <a:lnTo>
                  <a:pt x="583769" y="108329"/>
                </a:lnTo>
                <a:lnTo>
                  <a:pt x="583866" y="109446"/>
                </a:lnTo>
                <a:lnTo>
                  <a:pt x="583952" y="110594"/>
                </a:lnTo>
                <a:lnTo>
                  <a:pt x="584027" y="111775"/>
                </a:lnTo>
                <a:lnTo>
                  <a:pt x="584090" y="112987"/>
                </a:lnTo>
                <a:lnTo>
                  <a:pt x="584142" y="114232"/>
                </a:lnTo>
                <a:lnTo>
                  <a:pt x="584182" y="115508"/>
                </a:lnTo>
                <a:lnTo>
                  <a:pt x="584211" y="116816"/>
                </a:lnTo>
                <a:lnTo>
                  <a:pt x="584228" y="118156"/>
                </a:lnTo>
                <a:lnTo>
                  <a:pt x="584234" y="119528"/>
                </a:lnTo>
                <a:lnTo>
                  <a:pt x="584234" y="121243"/>
                </a:lnTo>
                <a:lnTo>
                  <a:pt x="553371" y="121243"/>
                </a:lnTo>
                <a:lnTo>
                  <a:pt x="553457" y="119692"/>
                </a:lnTo>
                <a:lnTo>
                  <a:pt x="553553" y="118180"/>
                </a:lnTo>
                <a:lnTo>
                  <a:pt x="553659" y="116710"/>
                </a:lnTo>
                <a:close/>
                <a:moveTo>
                  <a:pt x="668086" y="63927"/>
                </a:moveTo>
                <a:lnTo>
                  <a:pt x="666483" y="64142"/>
                </a:lnTo>
                <a:lnTo>
                  <a:pt x="664912" y="64396"/>
                </a:lnTo>
                <a:lnTo>
                  <a:pt x="663372" y="64690"/>
                </a:lnTo>
                <a:lnTo>
                  <a:pt x="661864" y="65022"/>
                </a:lnTo>
                <a:lnTo>
                  <a:pt x="660387" y="65394"/>
                </a:lnTo>
                <a:lnTo>
                  <a:pt x="658942" y="65805"/>
                </a:lnTo>
                <a:lnTo>
                  <a:pt x="657528" y="66255"/>
                </a:lnTo>
                <a:lnTo>
                  <a:pt x="656145" y="66744"/>
                </a:lnTo>
                <a:lnTo>
                  <a:pt x="654794" y="67272"/>
                </a:lnTo>
                <a:lnTo>
                  <a:pt x="653475" y="67839"/>
                </a:lnTo>
                <a:lnTo>
                  <a:pt x="652186" y="68446"/>
                </a:lnTo>
                <a:lnTo>
                  <a:pt x="650930" y="69091"/>
                </a:lnTo>
                <a:lnTo>
                  <a:pt x="649705" y="69776"/>
                </a:lnTo>
                <a:lnTo>
                  <a:pt x="648511" y="70500"/>
                </a:lnTo>
                <a:lnTo>
                  <a:pt x="647349" y="71263"/>
                </a:lnTo>
                <a:lnTo>
                  <a:pt x="646218" y="72065"/>
                </a:lnTo>
                <a:lnTo>
                  <a:pt x="645119" y="72906"/>
                </a:lnTo>
                <a:lnTo>
                  <a:pt x="644051" y="73786"/>
                </a:lnTo>
                <a:lnTo>
                  <a:pt x="643015" y="74706"/>
                </a:lnTo>
                <a:lnTo>
                  <a:pt x="642016" y="75656"/>
                </a:lnTo>
                <a:lnTo>
                  <a:pt x="641059" y="76628"/>
                </a:lnTo>
                <a:lnTo>
                  <a:pt x="640145" y="77622"/>
                </a:lnTo>
                <a:lnTo>
                  <a:pt x="639273" y="78639"/>
                </a:lnTo>
                <a:lnTo>
                  <a:pt x="638444" y="79677"/>
                </a:lnTo>
                <a:lnTo>
                  <a:pt x="637658" y="80738"/>
                </a:lnTo>
                <a:lnTo>
                  <a:pt x="636914" y="81820"/>
                </a:lnTo>
                <a:lnTo>
                  <a:pt x="636213" y="82925"/>
                </a:lnTo>
                <a:lnTo>
                  <a:pt x="635554" y="84052"/>
                </a:lnTo>
                <a:lnTo>
                  <a:pt x="634937" y="85201"/>
                </a:lnTo>
                <a:lnTo>
                  <a:pt x="634363" y="86372"/>
                </a:lnTo>
                <a:lnTo>
                  <a:pt x="633832" y="87565"/>
                </a:lnTo>
                <a:lnTo>
                  <a:pt x="633343" y="88780"/>
                </a:lnTo>
                <a:lnTo>
                  <a:pt x="632897" y="90018"/>
                </a:lnTo>
                <a:lnTo>
                  <a:pt x="632493" y="91277"/>
                </a:lnTo>
                <a:lnTo>
                  <a:pt x="632131" y="92559"/>
                </a:lnTo>
                <a:lnTo>
                  <a:pt x="631813" y="93862"/>
                </a:lnTo>
                <a:lnTo>
                  <a:pt x="631536" y="95188"/>
                </a:lnTo>
                <a:lnTo>
                  <a:pt x="631302" y="96536"/>
                </a:lnTo>
                <a:lnTo>
                  <a:pt x="631111" y="97906"/>
                </a:lnTo>
                <a:lnTo>
                  <a:pt x="630962" y="99298"/>
                </a:lnTo>
                <a:lnTo>
                  <a:pt x="630856" y="100712"/>
                </a:lnTo>
                <a:lnTo>
                  <a:pt x="630792" y="102148"/>
                </a:lnTo>
                <a:lnTo>
                  <a:pt x="630771" y="103607"/>
                </a:lnTo>
                <a:lnTo>
                  <a:pt x="630784" y="104762"/>
                </a:lnTo>
                <a:lnTo>
                  <a:pt x="630822" y="105899"/>
                </a:lnTo>
                <a:lnTo>
                  <a:pt x="630886" y="107019"/>
                </a:lnTo>
                <a:lnTo>
                  <a:pt x="630975" y="108122"/>
                </a:lnTo>
                <a:lnTo>
                  <a:pt x="631090" y="109207"/>
                </a:lnTo>
                <a:lnTo>
                  <a:pt x="631230" y="110274"/>
                </a:lnTo>
                <a:lnTo>
                  <a:pt x="631396" y="111324"/>
                </a:lnTo>
                <a:lnTo>
                  <a:pt x="631587" y="112357"/>
                </a:lnTo>
                <a:lnTo>
                  <a:pt x="631804" y="113372"/>
                </a:lnTo>
                <a:lnTo>
                  <a:pt x="632047" y="114370"/>
                </a:lnTo>
                <a:lnTo>
                  <a:pt x="632315" y="115351"/>
                </a:lnTo>
                <a:lnTo>
                  <a:pt x="632608" y="116314"/>
                </a:lnTo>
                <a:lnTo>
                  <a:pt x="632927" y="117259"/>
                </a:lnTo>
                <a:lnTo>
                  <a:pt x="633271" y="118187"/>
                </a:lnTo>
                <a:lnTo>
                  <a:pt x="633641" y="119098"/>
                </a:lnTo>
                <a:lnTo>
                  <a:pt x="634037" y="119991"/>
                </a:lnTo>
                <a:lnTo>
                  <a:pt x="634458" y="120867"/>
                </a:lnTo>
                <a:lnTo>
                  <a:pt x="634904" y="121725"/>
                </a:lnTo>
                <a:lnTo>
                  <a:pt x="635376" y="122566"/>
                </a:lnTo>
                <a:lnTo>
                  <a:pt x="635874" y="123390"/>
                </a:lnTo>
                <a:lnTo>
                  <a:pt x="636397" y="124196"/>
                </a:lnTo>
                <a:lnTo>
                  <a:pt x="636945" y="124984"/>
                </a:lnTo>
                <a:lnTo>
                  <a:pt x="637519" y="125756"/>
                </a:lnTo>
                <a:lnTo>
                  <a:pt x="638119" y="126509"/>
                </a:lnTo>
                <a:lnTo>
                  <a:pt x="638747" y="127251"/>
                </a:lnTo>
                <a:lnTo>
                  <a:pt x="639408" y="127985"/>
                </a:lnTo>
                <a:lnTo>
                  <a:pt x="640101" y="128712"/>
                </a:lnTo>
                <a:lnTo>
                  <a:pt x="640826" y="129431"/>
                </a:lnTo>
                <a:lnTo>
                  <a:pt x="641584" y="130144"/>
                </a:lnTo>
                <a:lnTo>
                  <a:pt x="642374" y="130849"/>
                </a:lnTo>
                <a:lnTo>
                  <a:pt x="643196" y="131547"/>
                </a:lnTo>
                <a:lnTo>
                  <a:pt x="644051" y="132238"/>
                </a:lnTo>
                <a:lnTo>
                  <a:pt x="644938" y="132921"/>
                </a:lnTo>
                <a:lnTo>
                  <a:pt x="645857" y="133598"/>
                </a:lnTo>
                <a:lnTo>
                  <a:pt x="646809" y="134267"/>
                </a:lnTo>
                <a:lnTo>
                  <a:pt x="647793" y="134929"/>
                </a:lnTo>
                <a:lnTo>
                  <a:pt x="648809" y="135583"/>
                </a:lnTo>
                <a:lnTo>
                  <a:pt x="649857" y="136231"/>
                </a:lnTo>
                <a:lnTo>
                  <a:pt x="650938" y="136871"/>
                </a:lnTo>
                <a:lnTo>
                  <a:pt x="652051" y="137504"/>
                </a:lnTo>
                <a:lnTo>
                  <a:pt x="653197" y="138129"/>
                </a:lnTo>
                <a:lnTo>
                  <a:pt x="654375" y="138748"/>
                </a:lnTo>
                <a:lnTo>
                  <a:pt x="655585" y="139359"/>
                </a:lnTo>
                <a:lnTo>
                  <a:pt x="656827" y="139963"/>
                </a:lnTo>
                <a:lnTo>
                  <a:pt x="658102" y="140560"/>
                </a:lnTo>
                <a:lnTo>
                  <a:pt x="659409" y="141150"/>
                </a:lnTo>
                <a:lnTo>
                  <a:pt x="660748" y="141732"/>
                </a:lnTo>
                <a:lnTo>
                  <a:pt x="662120" y="142307"/>
                </a:lnTo>
                <a:lnTo>
                  <a:pt x="663207" y="142754"/>
                </a:lnTo>
                <a:lnTo>
                  <a:pt x="664262" y="143196"/>
                </a:lnTo>
                <a:lnTo>
                  <a:pt x="665287" y="143633"/>
                </a:lnTo>
                <a:lnTo>
                  <a:pt x="666280" y="144066"/>
                </a:lnTo>
                <a:lnTo>
                  <a:pt x="667243" y="144494"/>
                </a:lnTo>
                <a:lnTo>
                  <a:pt x="668174" y="144917"/>
                </a:lnTo>
                <a:lnTo>
                  <a:pt x="669075" y="145336"/>
                </a:lnTo>
                <a:lnTo>
                  <a:pt x="669944" y="145750"/>
                </a:lnTo>
                <a:lnTo>
                  <a:pt x="670783" y="146159"/>
                </a:lnTo>
                <a:lnTo>
                  <a:pt x="671590" y="146564"/>
                </a:lnTo>
                <a:lnTo>
                  <a:pt x="672366" y="146964"/>
                </a:lnTo>
                <a:lnTo>
                  <a:pt x="673111" y="147359"/>
                </a:lnTo>
                <a:lnTo>
                  <a:pt x="673826" y="147750"/>
                </a:lnTo>
                <a:lnTo>
                  <a:pt x="674509" y="148135"/>
                </a:lnTo>
                <a:lnTo>
                  <a:pt x="675161" y="148517"/>
                </a:lnTo>
                <a:lnTo>
                  <a:pt x="675782" y="148893"/>
                </a:lnTo>
                <a:lnTo>
                  <a:pt x="676372" y="149265"/>
                </a:lnTo>
                <a:lnTo>
                  <a:pt x="676931" y="149632"/>
                </a:lnTo>
                <a:lnTo>
                  <a:pt x="677459" y="149994"/>
                </a:lnTo>
                <a:lnTo>
                  <a:pt x="677956" y="150352"/>
                </a:lnTo>
                <a:lnTo>
                  <a:pt x="678422" y="150705"/>
                </a:lnTo>
                <a:lnTo>
                  <a:pt x="678857" y="151054"/>
                </a:lnTo>
                <a:lnTo>
                  <a:pt x="679260" y="151397"/>
                </a:lnTo>
                <a:lnTo>
                  <a:pt x="679633" y="151736"/>
                </a:lnTo>
                <a:lnTo>
                  <a:pt x="679983" y="152078"/>
                </a:lnTo>
                <a:lnTo>
                  <a:pt x="680318" y="152429"/>
                </a:lnTo>
                <a:lnTo>
                  <a:pt x="680638" y="152790"/>
                </a:lnTo>
                <a:lnTo>
                  <a:pt x="680943" y="153161"/>
                </a:lnTo>
                <a:lnTo>
                  <a:pt x="681233" y="153542"/>
                </a:lnTo>
                <a:lnTo>
                  <a:pt x="681509" y="153933"/>
                </a:lnTo>
                <a:lnTo>
                  <a:pt x="681769" y="154333"/>
                </a:lnTo>
                <a:lnTo>
                  <a:pt x="682015" y="154743"/>
                </a:lnTo>
                <a:lnTo>
                  <a:pt x="682245" y="155163"/>
                </a:lnTo>
                <a:lnTo>
                  <a:pt x="682461" y="155592"/>
                </a:lnTo>
                <a:lnTo>
                  <a:pt x="682662" y="156032"/>
                </a:lnTo>
                <a:lnTo>
                  <a:pt x="682848" y="156481"/>
                </a:lnTo>
                <a:lnTo>
                  <a:pt x="683019" y="156940"/>
                </a:lnTo>
                <a:lnTo>
                  <a:pt x="683176" y="157409"/>
                </a:lnTo>
                <a:lnTo>
                  <a:pt x="683317" y="157887"/>
                </a:lnTo>
                <a:lnTo>
                  <a:pt x="683444" y="158376"/>
                </a:lnTo>
                <a:lnTo>
                  <a:pt x="683555" y="158874"/>
                </a:lnTo>
                <a:lnTo>
                  <a:pt x="683652" y="159382"/>
                </a:lnTo>
                <a:lnTo>
                  <a:pt x="683734" y="159899"/>
                </a:lnTo>
                <a:lnTo>
                  <a:pt x="683801" y="160427"/>
                </a:lnTo>
                <a:lnTo>
                  <a:pt x="683853" y="160964"/>
                </a:lnTo>
                <a:lnTo>
                  <a:pt x="683890" y="161511"/>
                </a:lnTo>
                <a:lnTo>
                  <a:pt x="683912" y="162068"/>
                </a:lnTo>
                <a:lnTo>
                  <a:pt x="683920" y="162635"/>
                </a:lnTo>
                <a:lnTo>
                  <a:pt x="683913" y="163140"/>
                </a:lnTo>
                <a:lnTo>
                  <a:pt x="683893" y="163637"/>
                </a:lnTo>
                <a:lnTo>
                  <a:pt x="683861" y="164124"/>
                </a:lnTo>
                <a:lnTo>
                  <a:pt x="683814" y="164601"/>
                </a:lnTo>
                <a:lnTo>
                  <a:pt x="683755" y="165070"/>
                </a:lnTo>
                <a:lnTo>
                  <a:pt x="683683" y="165529"/>
                </a:lnTo>
                <a:lnTo>
                  <a:pt x="683597" y="165978"/>
                </a:lnTo>
                <a:lnTo>
                  <a:pt x="683498" y="166419"/>
                </a:lnTo>
                <a:lnTo>
                  <a:pt x="683386" y="166850"/>
                </a:lnTo>
                <a:lnTo>
                  <a:pt x="683261" y="167271"/>
                </a:lnTo>
                <a:lnTo>
                  <a:pt x="683122" y="167683"/>
                </a:lnTo>
                <a:lnTo>
                  <a:pt x="682971" y="168086"/>
                </a:lnTo>
                <a:lnTo>
                  <a:pt x="682806" y="168480"/>
                </a:lnTo>
                <a:lnTo>
                  <a:pt x="682628" y="168864"/>
                </a:lnTo>
                <a:lnTo>
                  <a:pt x="682437" y="169239"/>
                </a:lnTo>
                <a:lnTo>
                  <a:pt x="682232" y="169604"/>
                </a:lnTo>
                <a:lnTo>
                  <a:pt x="682015" y="169960"/>
                </a:lnTo>
                <a:lnTo>
                  <a:pt x="681784" y="170307"/>
                </a:lnTo>
                <a:lnTo>
                  <a:pt x="681540" y="170644"/>
                </a:lnTo>
                <a:lnTo>
                  <a:pt x="681283" y="170972"/>
                </a:lnTo>
                <a:lnTo>
                  <a:pt x="681013" y="171291"/>
                </a:lnTo>
                <a:lnTo>
                  <a:pt x="680729" y="171600"/>
                </a:lnTo>
                <a:lnTo>
                  <a:pt x="680433" y="171900"/>
                </a:lnTo>
                <a:lnTo>
                  <a:pt x="680123" y="172191"/>
                </a:lnTo>
                <a:lnTo>
                  <a:pt x="679801" y="172471"/>
                </a:lnTo>
                <a:lnTo>
                  <a:pt x="679470" y="172738"/>
                </a:lnTo>
                <a:lnTo>
                  <a:pt x="679129" y="172994"/>
                </a:lnTo>
                <a:lnTo>
                  <a:pt x="678779" y="173238"/>
                </a:lnTo>
                <a:lnTo>
                  <a:pt x="678418" y="173470"/>
                </a:lnTo>
                <a:lnTo>
                  <a:pt x="678048" y="173690"/>
                </a:lnTo>
                <a:lnTo>
                  <a:pt x="677668" y="173899"/>
                </a:lnTo>
                <a:lnTo>
                  <a:pt x="677279" y="174095"/>
                </a:lnTo>
                <a:lnTo>
                  <a:pt x="676879" y="174279"/>
                </a:lnTo>
                <a:lnTo>
                  <a:pt x="676470" y="174452"/>
                </a:lnTo>
                <a:lnTo>
                  <a:pt x="676051" y="174613"/>
                </a:lnTo>
                <a:lnTo>
                  <a:pt x="675622" y="174761"/>
                </a:lnTo>
                <a:lnTo>
                  <a:pt x="675183" y="174898"/>
                </a:lnTo>
                <a:lnTo>
                  <a:pt x="674735" y="175023"/>
                </a:lnTo>
                <a:lnTo>
                  <a:pt x="674277" y="175136"/>
                </a:lnTo>
                <a:lnTo>
                  <a:pt x="673809" y="175237"/>
                </a:lnTo>
                <a:lnTo>
                  <a:pt x="673331" y="175327"/>
                </a:lnTo>
                <a:lnTo>
                  <a:pt x="672844" y="175404"/>
                </a:lnTo>
                <a:lnTo>
                  <a:pt x="672347" y="175469"/>
                </a:lnTo>
                <a:lnTo>
                  <a:pt x="671840" y="175523"/>
                </a:lnTo>
                <a:lnTo>
                  <a:pt x="671323" y="175565"/>
                </a:lnTo>
                <a:lnTo>
                  <a:pt x="670797" y="175594"/>
                </a:lnTo>
                <a:lnTo>
                  <a:pt x="670260" y="175612"/>
                </a:lnTo>
                <a:lnTo>
                  <a:pt x="669714" y="175618"/>
                </a:lnTo>
                <a:lnTo>
                  <a:pt x="668689" y="175597"/>
                </a:lnTo>
                <a:lnTo>
                  <a:pt x="667656" y="175535"/>
                </a:lnTo>
                <a:lnTo>
                  <a:pt x="666614" y="175430"/>
                </a:lnTo>
                <a:lnTo>
                  <a:pt x="665564" y="175285"/>
                </a:lnTo>
                <a:lnTo>
                  <a:pt x="664505" y="175097"/>
                </a:lnTo>
                <a:lnTo>
                  <a:pt x="663438" y="174868"/>
                </a:lnTo>
                <a:lnTo>
                  <a:pt x="662362" y="174597"/>
                </a:lnTo>
                <a:lnTo>
                  <a:pt x="661277" y="174284"/>
                </a:lnTo>
                <a:lnTo>
                  <a:pt x="660184" y="173930"/>
                </a:lnTo>
                <a:lnTo>
                  <a:pt x="659083" y="173534"/>
                </a:lnTo>
                <a:lnTo>
                  <a:pt x="657973" y="173096"/>
                </a:lnTo>
                <a:lnTo>
                  <a:pt x="656855" y="172617"/>
                </a:lnTo>
                <a:lnTo>
                  <a:pt x="655728" y="172096"/>
                </a:lnTo>
                <a:lnTo>
                  <a:pt x="654593" y="171533"/>
                </a:lnTo>
                <a:lnTo>
                  <a:pt x="653449" y="170929"/>
                </a:lnTo>
                <a:lnTo>
                  <a:pt x="652296" y="170283"/>
                </a:lnTo>
                <a:lnTo>
                  <a:pt x="651136" y="169595"/>
                </a:lnTo>
                <a:lnTo>
                  <a:pt x="649966" y="168866"/>
                </a:lnTo>
                <a:lnTo>
                  <a:pt x="648788" y="168094"/>
                </a:lnTo>
                <a:lnTo>
                  <a:pt x="647602" y="167282"/>
                </a:lnTo>
                <a:lnTo>
                  <a:pt x="646407" y="166427"/>
                </a:lnTo>
                <a:lnTo>
                  <a:pt x="645204" y="165531"/>
                </a:lnTo>
                <a:lnTo>
                  <a:pt x="643992" y="164593"/>
                </a:lnTo>
                <a:lnTo>
                  <a:pt x="642772" y="163614"/>
                </a:lnTo>
                <a:lnTo>
                  <a:pt x="625382" y="182719"/>
                </a:lnTo>
                <a:lnTo>
                  <a:pt x="626102" y="183467"/>
                </a:lnTo>
                <a:lnTo>
                  <a:pt x="626834" y="184201"/>
                </a:lnTo>
                <a:lnTo>
                  <a:pt x="627579" y="184922"/>
                </a:lnTo>
                <a:lnTo>
                  <a:pt x="628335" y="185628"/>
                </a:lnTo>
                <a:lnTo>
                  <a:pt x="629103" y="186320"/>
                </a:lnTo>
                <a:lnTo>
                  <a:pt x="629883" y="186998"/>
                </a:lnTo>
                <a:lnTo>
                  <a:pt x="630674" y="187662"/>
                </a:lnTo>
                <a:lnTo>
                  <a:pt x="631478" y="188312"/>
                </a:lnTo>
                <a:lnTo>
                  <a:pt x="632294" y="188948"/>
                </a:lnTo>
                <a:lnTo>
                  <a:pt x="633121" y="189570"/>
                </a:lnTo>
                <a:lnTo>
                  <a:pt x="633961" y="190178"/>
                </a:lnTo>
                <a:lnTo>
                  <a:pt x="634812" y="190772"/>
                </a:lnTo>
                <a:lnTo>
                  <a:pt x="635675" y="191352"/>
                </a:lnTo>
                <a:lnTo>
                  <a:pt x="636550" y="191918"/>
                </a:lnTo>
                <a:lnTo>
                  <a:pt x="637437" y="192470"/>
                </a:lnTo>
                <a:lnTo>
                  <a:pt x="638336" y="193008"/>
                </a:lnTo>
                <a:lnTo>
                  <a:pt x="639247" y="193531"/>
                </a:lnTo>
                <a:lnTo>
                  <a:pt x="640170" y="194041"/>
                </a:lnTo>
                <a:lnTo>
                  <a:pt x="641104" y="194537"/>
                </a:lnTo>
                <a:lnTo>
                  <a:pt x="642051" y="195019"/>
                </a:lnTo>
                <a:lnTo>
                  <a:pt x="643009" y="195486"/>
                </a:lnTo>
                <a:lnTo>
                  <a:pt x="643980" y="195940"/>
                </a:lnTo>
                <a:lnTo>
                  <a:pt x="644962" y="196379"/>
                </a:lnTo>
                <a:lnTo>
                  <a:pt x="645956" y="196805"/>
                </a:lnTo>
                <a:lnTo>
                  <a:pt x="646959" y="197215"/>
                </a:lnTo>
                <a:lnTo>
                  <a:pt x="647968" y="197607"/>
                </a:lnTo>
                <a:lnTo>
                  <a:pt x="648983" y="197981"/>
                </a:lnTo>
                <a:lnTo>
                  <a:pt x="650004" y="198339"/>
                </a:lnTo>
                <a:lnTo>
                  <a:pt x="651031" y="198679"/>
                </a:lnTo>
                <a:lnTo>
                  <a:pt x="652063" y="199001"/>
                </a:lnTo>
                <a:lnTo>
                  <a:pt x="653102" y="199306"/>
                </a:lnTo>
                <a:lnTo>
                  <a:pt x="654147" y="199594"/>
                </a:lnTo>
                <a:lnTo>
                  <a:pt x="655198" y="199864"/>
                </a:lnTo>
                <a:lnTo>
                  <a:pt x="656254" y="200116"/>
                </a:lnTo>
                <a:lnTo>
                  <a:pt x="657317" y="200352"/>
                </a:lnTo>
                <a:lnTo>
                  <a:pt x="658385" y="200570"/>
                </a:lnTo>
                <a:lnTo>
                  <a:pt x="659460" y="200770"/>
                </a:lnTo>
                <a:lnTo>
                  <a:pt x="660540" y="200953"/>
                </a:lnTo>
                <a:lnTo>
                  <a:pt x="661627" y="201119"/>
                </a:lnTo>
                <a:lnTo>
                  <a:pt x="662719" y="201267"/>
                </a:lnTo>
                <a:lnTo>
                  <a:pt x="663817" y="201397"/>
                </a:lnTo>
                <a:lnTo>
                  <a:pt x="664922" y="201511"/>
                </a:lnTo>
                <a:lnTo>
                  <a:pt x="666032" y="201606"/>
                </a:lnTo>
                <a:lnTo>
                  <a:pt x="667148" y="201685"/>
                </a:lnTo>
                <a:lnTo>
                  <a:pt x="668270" y="201746"/>
                </a:lnTo>
                <a:lnTo>
                  <a:pt x="669398" y="201789"/>
                </a:lnTo>
                <a:lnTo>
                  <a:pt x="670533" y="201816"/>
                </a:lnTo>
                <a:lnTo>
                  <a:pt x="671673" y="201824"/>
                </a:lnTo>
                <a:lnTo>
                  <a:pt x="673495" y="201805"/>
                </a:lnTo>
                <a:lnTo>
                  <a:pt x="675289" y="201745"/>
                </a:lnTo>
                <a:lnTo>
                  <a:pt x="677055" y="201646"/>
                </a:lnTo>
                <a:lnTo>
                  <a:pt x="678792" y="201508"/>
                </a:lnTo>
                <a:lnTo>
                  <a:pt x="680501" y="201330"/>
                </a:lnTo>
                <a:lnTo>
                  <a:pt x="682181" y="201113"/>
                </a:lnTo>
                <a:lnTo>
                  <a:pt x="683833" y="200856"/>
                </a:lnTo>
                <a:lnTo>
                  <a:pt x="685456" y="200559"/>
                </a:lnTo>
                <a:lnTo>
                  <a:pt x="687051" y="200223"/>
                </a:lnTo>
                <a:lnTo>
                  <a:pt x="688617" y="199847"/>
                </a:lnTo>
                <a:lnTo>
                  <a:pt x="690155" y="199432"/>
                </a:lnTo>
                <a:lnTo>
                  <a:pt x="691665" y="198977"/>
                </a:lnTo>
                <a:lnTo>
                  <a:pt x="693145" y="198483"/>
                </a:lnTo>
                <a:lnTo>
                  <a:pt x="694598" y="197949"/>
                </a:lnTo>
                <a:lnTo>
                  <a:pt x="696022" y="197376"/>
                </a:lnTo>
                <a:lnTo>
                  <a:pt x="697417" y="196763"/>
                </a:lnTo>
                <a:lnTo>
                  <a:pt x="698784" y="196111"/>
                </a:lnTo>
                <a:lnTo>
                  <a:pt x="700122" y="195419"/>
                </a:lnTo>
                <a:lnTo>
                  <a:pt x="701432" y="194687"/>
                </a:lnTo>
                <a:lnTo>
                  <a:pt x="702714" y="193916"/>
                </a:lnTo>
                <a:lnTo>
                  <a:pt x="703967" y="193106"/>
                </a:lnTo>
                <a:lnTo>
                  <a:pt x="705191" y="192256"/>
                </a:lnTo>
                <a:lnTo>
                  <a:pt x="706387" y="191366"/>
                </a:lnTo>
                <a:lnTo>
                  <a:pt x="707555" y="190437"/>
                </a:lnTo>
                <a:lnTo>
                  <a:pt x="708684" y="189473"/>
                </a:lnTo>
                <a:lnTo>
                  <a:pt x="709765" y="188481"/>
                </a:lnTo>
                <a:lnTo>
                  <a:pt x="710798" y="187461"/>
                </a:lnTo>
                <a:lnTo>
                  <a:pt x="711784" y="186412"/>
                </a:lnTo>
                <a:lnTo>
                  <a:pt x="712721" y="185334"/>
                </a:lnTo>
                <a:lnTo>
                  <a:pt x="713610" y="184228"/>
                </a:lnTo>
                <a:lnTo>
                  <a:pt x="714451" y="183094"/>
                </a:lnTo>
                <a:lnTo>
                  <a:pt x="715243" y="181931"/>
                </a:lnTo>
                <a:lnTo>
                  <a:pt x="715988" y="180739"/>
                </a:lnTo>
                <a:lnTo>
                  <a:pt x="716685" y="179520"/>
                </a:lnTo>
                <a:lnTo>
                  <a:pt x="717334" y="178271"/>
                </a:lnTo>
                <a:lnTo>
                  <a:pt x="717934" y="176994"/>
                </a:lnTo>
                <a:lnTo>
                  <a:pt x="718487" y="175689"/>
                </a:lnTo>
                <a:lnTo>
                  <a:pt x="718992" y="174355"/>
                </a:lnTo>
                <a:lnTo>
                  <a:pt x="719448" y="172993"/>
                </a:lnTo>
                <a:lnTo>
                  <a:pt x="719857" y="171602"/>
                </a:lnTo>
                <a:lnTo>
                  <a:pt x="720217" y="170183"/>
                </a:lnTo>
                <a:lnTo>
                  <a:pt x="720529" y="168735"/>
                </a:lnTo>
                <a:lnTo>
                  <a:pt x="720794" y="167259"/>
                </a:lnTo>
                <a:lnTo>
                  <a:pt x="721010" y="165754"/>
                </a:lnTo>
                <a:lnTo>
                  <a:pt x="721178" y="164221"/>
                </a:lnTo>
                <a:lnTo>
                  <a:pt x="721298" y="162659"/>
                </a:lnTo>
                <a:lnTo>
                  <a:pt x="721370" y="161069"/>
                </a:lnTo>
                <a:lnTo>
                  <a:pt x="721394" y="159450"/>
                </a:lnTo>
                <a:lnTo>
                  <a:pt x="721381" y="158196"/>
                </a:lnTo>
                <a:lnTo>
                  <a:pt x="721340" y="156962"/>
                </a:lnTo>
                <a:lnTo>
                  <a:pt x="721272" y="155750"/>
                </a:lnTo>
                <a:lnTo>
                  <a:pt x="721177" y="154559"/>
                </a:lnTo>
                <a:lnTo>
                  <a:pt x="721054" y="153389"/>
                </a:lnTo>
                <a:lnTo>
                  <a:pt x="720904" y="152240"/>
                </a:lnTo>
                <a:lnTo>
                  <a:pt x="720728" y="151113"/>
                </a:lnTo>
                <a:lnTo>
                  <a:pt x="720523" y="150007"/>
                </a:lnTo>
                <a:lnTo>
                  <a:pt x="720292" y="148923"/>
                </a:lnTo>
                <a:lnTo>
                  <a:pt x="720034" y="147859"/>
                </a:lnTo>
                <a:lnTo>
                  <a:pt x="719748" y="146817"/>
                </a:lnTo>
                <a:lnTo>
                  <a:pt x="719435" y="145796"/>
                </a:lnTo>
                <a:lnTo>
                  <a:pt x="719095" y="144796"/>
                </a:lnTo>
                <a:lnTo>
                  <a:pt x="718727" y="143818"/>
                </a:lnTo>
                <a:lnTo>
                  <a:pt x="718333" y="142861"/>
                </a:lnTo>
                <a:lnTo>
                  <a:pt x="717911" y="141925"/>
                </a:lnTo>
                <a:lnTo>
                  <a:pt x="717462" y="141010"/>
                </a:lnTo>
                <a:lnTo>
                  <a:pt x="716986" y="140117"/>
                </a:lnTo>
                <a:lnTo>
                  <a:pt x="716482" y="139244"/>
                </a:lnTo>
                <a:lnTo>
                  <a:pt x="715952" y="138393"/>
                </a:lnTo>
                <a:lnTo>
                  <a:pt x="715394" y="137564"/>
                </a:lnTo>
                <a:lnTo>
                  <a:pt x="714809" y="136755"/>
                </a:lnTo>
                <a:lnTo>
                  <a:pt x="714197" y="135968"/>
                </a:lnTo>
                <a:lnTo>
                  <a:pt x="713557" y="135202"/>
                </a:lnTo>
                <a:lnTo>
                  <a:pt x="712889" y="134451"/>
                </a:lnTo>
                <a:lnTo>
                  <a:pt x="712191" y="133707"/>
                </a:lnTo>
                <a:lnTo>
                  <a:pt x="711464" y="132971"/>
                </a:lnTo>
                <a:lnTo>
                  <a:pt x="710706" y="132243"/>
                </a:lnTo>
                <a:lnTo>
                  <a:pt x="709919" y="131522"/>
                </a:lnTo>
                <a:lnTo>
                  <a:pt x="709103" y="130809"/>
                </a:lnTo>
                <a:lnTo>
                  <a:pt x="708256" y="130103"/>
                </a:lnTo>
                <a:lnTo>
                  <a:pt x="707380" y="129405"/>
                </a:lnTo>
                <a:lnTo>
                  <a:pt x="706473" y="128715"/>
                </a:lnTo>
                <a:lnTo>
                  <a:pt x="705538" y="128033"/>
                </a:lnTo>
                <a:lnTo>
                  <a:pt x="704572" y="127358"/>
                </a:lnTo>
                <a:lnTo>
                  <a:pt x="703576" y="126691"/>
                </a:lnTo>
                <a:lnTo>
                  <a:pt x="702551" y="126031"/>
                </a:lnTo>
                <a:lnTo>
                  <a:pt x="701496" y="125379"/>
                </a:lnTo>
                <a:lnTo>
                  <a:pt x="700411" y="124735"/>
                </a:lnTo>
                <a:lnTo>
                  <a:pt x="699297" y="124098"/>
                </a:lnTo>
                <a:lnTo>
                  <a:pt x="698153" y="123469"/>
                </a:lnTo>
                <a:lnTo>
                  <a:pt x="696979" y="122848"/>
                </a:lnTo>
                <a:lnTo>
                  <a:pt x="695775" y="122234"/>
                </a:lnTo>
                <a:lnTo>
                  <a:pt x="694541" y="121629"/>
                </a:lnTo>
                <a:lnTo>
                  <a:pt x="693278" y="121030"/>
                </a:lnTo>
                <a:lnTo>
                  <a:pt x="691985" y="120440"/>
                </a:lnTo>
                <a:lnTo>
                  <a:pt x="690662" y="119857"/>
                </a:lnTo>
                <a:lnTo>
                  <a:pt x="689309" y="119281"/>
                </a:lnTo>
                <a:lnTo>
                  <a:pt x="688183" y="118816"/>
                </a:lnTo>
                <a:lnTo>
                  <a:pt x="687089" y="118357"/>
                </a:lnTo>
                <a:lnTo>
                  <a:pt x="686029" y="117906"/>
                </a:lnTo>
                <a:lnTo>
                  <a:pt x="685002" y="117462"/>
                </a:lnTo>
                <a:lnTo>
                  <a:pt x="684009" y="117025"/>
                </a:lnTo>
                <a:lnTo>
                  <a:pt x="683048" y="116595"/>
                </a:lnTo>
                <a:lnTo>
                  <a:pt x="682121" y="116173"/>
                </a:lnTo>
                <a:lnTo>
                  <a:pt x="681226" y="115758"/>
                </a:lnTo>
                <a:lnTo>
                  <a:pt x="680365" y="115350"/>
                </a:lnTo>
                <a:lnTo>
                  <a:pt x="679537" y="114949"/>
                </a:lnTo>
                <a:lnTo>
                  <a:pt x="678743" y="114556"/>
                </a:lnTo>
                <a:lnTo>
                  <a:pt x="677981" y="114169"/>
                </a:lnTo>
                <a:lnTo>
                  <a:pt x="677253" y="113790"/>
                </a:lnTo>
                <a:lnTo>
                  <a:pt x="676558" y="113419"/>
                </a:lnTo>
                <a:lnTo>
                  <a:pt x="675896" y="113054"/>
                </a:lnTo>
                <a:lnTo>
                  <a:pt x="675267" y="112697"/>
                </a:lnTo>
                <a:lnTo>
                  <a:pt x="674671" y="112347"/>
                </a:lnTo>
                <a:lnTo>
                  <a:pt x="674108" y="112004"/>
                </a:lnTo>
                <a:lnTo>
                  <a:pt x="673579" y="111668"/>
                </a:lnTo>
                <a:lnTo>
                  <a:pt x="673083" y="111340"/>
                </a:lnTo>
                <a:lnTo>
                  <a:pt x="672620" y="111019"/>
                </a:lnTo>
                <a:lnTo>
                  <a:pt x="672190" y="110705"/>
                </a:lnTo>
                <a:lnTo>
                  <a:pt x="671793" y="110398"/>
                </a:lnTo>
                <a:lnTo>
                  <a:pt x="671430" y="110099"/>
                </a:lnTo>
                <a:lnTo>
                  <a:pt x="671090" y="109799"/>
                </a:lnTo>
                <a:lnTo>
                  <a:pt x="670765" y="109492"/>
                </a:lnTo>
                <a:lnTo>
                  <a:pt x="670454" y="109178"/>
                </a:lnTo>
                <a:lnTo>
                  <a:pt x="670157" y="108857"/>
                </a:lnTo>
                <a:lnTo>
                  <a:pt x="669876" y="108529"/>
                </a:lnTo>
                <a:lnTo>
                  <a:pt x="669608" y="108193"/>
                </a:lnTo>
                <a:lnTo>
                  <a:pt x="669355" y="107850"/>
                </a:lnTo>
                <a:lnTo>
                  <a:pt x="669117" y="107500"/>
                </a:lnTo>
                <a:lnTo>
                  <a:pt x="668893" y="107142"/>
                </a:lnTo>
                <a:lnTo>
                  <a:pt x="668683" y="106778"/>
                </a:lnTo>
                <a:lnTo>
                  <a:pt x="668488" y="106406"/>
                </a:lnTo>
                <a:lnTo>
                  <a:pt x="668307" y="106027"/>
                </a:lnTo>
                <a:lnTo>
                  <a:pt x="668141" y="105640"/>
                </a:lnTo>
                <a:lnTo>
                  <a:pt x="667989" y="105247"/>
                </a:lnTo>
                <a:lnTo>
                  <a:pt x="667852" y="104846"/>
                </a:lnTo>
                <a:lnTo>
                  <a:pt x="667729" y="104438"/>
                </a:lnTo>
                <a:lnTo>
                  <a:pt x="667620" y="104022"/>
                </a:lnTo>
                <a:lnTo>
                  <a:pt x="667526" y="103600"/>
                </a:lnTo>
                <a:lnTo>
                  <a:pt x="667447" y="103170"/>
                </a:lnTo>
                <a:lnTo>
                  <a:pt x="667382" y="102733"/>
                </a:lnTo>
                <a:lnTo>
                  <a:pt x="667331" y="102289"/>
                </a:lnTo>
                <a:lnTo>
                  <a:pt x="667295" y="101837"/>
                </a:lnTo>
                <a:lnTo>
                  <a:pt x="667273" y="101378"/>
                </a:lnTo>
                <a:lnTo>
                  <a:pt x="667266" y="100912"/>
                </a:lnTo>
                <a:lnTo>
                  <a:pt x="667272" y="100487"/>
                </a:lnTo>
                <a:lnTo>
                  <a:pt x="667289" y="100070"/>
                </a:lnTo>
                <a:lnTo>
                  <a:pt x="667318" y="99661"/>
                </a:lnTo>
                <a:lnTo>
                  <a:pt x="667358" y="99259"/>
                </a:lnTo>
                <a:lnTo>
                  <a:pt x="667410" y="98865"/>
                </a:lnTo>
                <a:lnTo>
                  <a:pt x="667473" y="98479"/>
                </a:lnTo>
                <a:lnTo>
                  <a:pt x="667547" y="98100"/>
                </a:lnTo>
                <a:lnTo>
                  <a:pt x="667633" y="97729"/>
                </a:lnTo>
                <a:lnTo>
                  <a:pt x="667731" y="97365"/>
                </a:lnTo>
                <a:lnTo>
                  <a:pt x="667840" y="97009"/>
                </a:lnTo>
                <a:lnTo>
                  <a:pt x="667960" y="96661"/>
                </a:lnTo>
                <a:lnTo>
                  <a:pt x="668092" y="96321"/>
                </a:lnTo>
                <a:lnTo>
                  <a:pt x="668236" y="95988"/>
                </a:lnTo>
                <a:lnTo>
                  <a:pt x="668390" y="95663"/>
                </a:lnTo>
                <a:lnTo>
                  <a:pt x="668557" y="95345"/>
                </a:lnTo>
                <a:lnTo>
                  <a:pt x="668735" y="95035"/>
                </a:lnTo>
                <a:lnTo>
                  <a:pt x="668924" y="94733"/>
                </a:lnTo>
                <a:lnTo>
                  <a:pt x="669125" y="94439"/>
                </a:lnTo>
                <a:lnTo>
                  <a:pt x="669337" y="94152"/>
                </a:lnTo>
                <a:lnTo>
                  <a:pt x="669561" y="93872"/>
                </a:lnTo>
                <a:lnTo>
                  <a:pt x="669796" y="93601"/>
                </a:lnTo>
                <a:lnTo>
                  <a:pt x="670042" y="93337"/>
                </a:lnTo>
                <a:lnTo>
                  <a:pt x="670300" y="93081"/>
                </a:lnTo>
                <a:lnTo>
                  <a:pt x="670570" y="92832"/>
                </a:lnTo>
                <a:lnTo>
                  <a:pt x="670850" y="92592"/>
                </a:lnTo>
                <a:lnTo>
                  <a:pt x="671139" y="92362"/>
                </a:lnTo>
                <a:lnTo>
                  <a:pt x="671437" y="92143"/>
                </a:lnTo>
                <a:lnTo>
                  <a:pt x="671744" y="91933"/>
                </a:lnTo>
                <a:lnTo>
                  <a:pt x="672060" y="91734"/>
                </a:lnTo>
                <a:lnTo>
                  <a:pt x="672385" y="91545"/>
                </a:lnTo>
                <a:lnTo>
                  <a:pt x="672718" y="91366"/>
                </a:lnTo>
                <a:lnTo>
                  <a:pt x="673061" y="91198"/>
                </a:lnTo>
                <a:lnTo>
                  <a:pt x="673412" y="91040"/>
                </a:lnTo>
                <a:lnTo>
                  <a:pt x="673773" y="90892"/>
                </a:lnTo>
                <a:lnTo>
                  <a:pt x="674142" y="90754"/>
                </a:lnTo>
                <a:lnTo>
                  <a:pt x="674520" y="90626"/>
                </a:lnTo>
                <a:lnTo>
                  <a:pt x="674908" y="90509"/>
                </a:lnTo>
                <a:lnTo>
                  <a:pt x="675304" y="90401"/>
                </a:lnTo>
                <a:lnTo>
                  <a:pt x="675709" y="90304"/>
                </a:lnTo>
                <a:lnTo>
                  <a:pt x="676123" y="90218"/>
                </a:lnTo>
                <a:lnTo>
                  <a:pt x="676546" y="90141"/>
                </a:lnTo>
                <a:lnTo>
                  <a:pt x="676978" y="90075"/>
                </a:lnTo>
                <a:lnTo>
                  <a:pt x="677419" y="90018"/>
                </a:lnTo>
                <a:lnTo>
                  <a:pt x="677868" y="89972"/>
                </a:lnTo>
                <a:lnTo>
                  <a:pt x="678327" y="89937"/>
                </a:lnTo>
                <a:lnTo>
                  <a:pt x="678794" y="89911"/>
                </a:lnTo>
                <a:lnTo>
                  <a:pt x="679271" y="89896"/>
                </a:lnTo>
                <a:lnTo>
                  <a:pt x="679756" y="89891"/>
                </a:lnTo>
                <a:lnTo>
                  <a:pt x="680659" y="89907"/>
                </a:lnTo>
                <a:lnTo>
                  <a:pt x="681572" y="89955"/>
                </a:lnTo>
                <a:lnTo>
                  <a:pt x="682493" y="90036"/>
                </a:lnTo>
                <a:lnTo>
                  <a:pt x="683424" y="90149"/>
                </a:lnTo>
                <a:lnTo>
                  <a:pt x="684364" y="90295"/>
                </a:lnTo>
                <a:lnTo>
                  <a:pt x="685314" y="90473"/>
                </a:lnTo>
                <a:lnTo>
                  <a:pt x="686273" y="90683"/>
                </a:lnTo>
                <a:lnTo>
                  <a:pt x="687241" y="90925"/>
                </a:lnTo>
                <a:lnTo>
                  <a:pt x="688219" y="91200"/>
                </a:lnTo>
                <a:lnTo>
                  <a:pt x="689206" y="91507"/>
                </a:lnTo>
                <a:lnTo>
                  <a:pt x="690202" y="91846"/>
                </a:lnTo>
                <a:lnTo>
                  <a:pt x="691208" y="92218"/>
                </a:lnTo>
                <a:lnTo>
                  <a:pt x="692223" y="92622"/>
                </a:lnTo>
                <a:lnTo>
                  <a:pt x="693247" y="93059"/>
                </a:lnTo>
                <a:lnTo>
                  <a:pt x="694281" y="93527"/>
                </a:lnTo>
                <a:lnTo>
                  <a:pt x="695324" y="94028"/>
                </a:lnTo>
                <a:lnTo>
                  <a:pt x="696376" y="94562"/>
                </a:lnTo>
                <a:lnTo>
                  <a:pt x="697438" y="95127"/>
                </a:lnTo>
                <a:lnTo>
                  <a:pt x="698509" y="95725"/>
                </a:lnTo>
                <a:lnTo>
                  <a:pt x="699589" y="96356"/>
                </a:lnTo>
                <a:lnTo>
                  <a:pt x="700679" y="97018"/>
                </a:lnTo>
                <a:lnTo>
                  <a:pt x="701778" y="97713"/>
                </a:lnTo>
                <a:lnTo>
                  <a:pt x="702887" y="98441"/>
                </a:lnTo>
                <a:lnTo>
                  <a:pt x="704004" y="99200"/>
                </a:lnTo>
                <a:lnTo>
                  <a:pt x="717474" y="79359"/>
                </a:lnTo>
                <a:lnTo>
                  <a:pt x="716816" y="78732"/>
                </a:lnTo>
                <a:lnTo>
                  <a:pt x="716149" y="78117"/>
                </a:lnTo>
                <a:lnTo>
                  <a:pt x="715472" y="77514"/>
                </a:lnTo>
                <a:lnTo>
                  <a:pt x="714787" y="76923"/>
                </a:lnTo>
                <a:lnTo>
                  <a:pt x="714091" y="76344"/>
                </a:lnTo>
                <a:lnTo>
                  <a:pt x="713387" y="75776"/>
                </a:lnTo>
                <a:lnTo>
                  <a:pt x="712673" y="75221"/>
                </a:lnTo>
                <a:lnTo>
                  <a:pt x="711950" y="74677"/>
                </a:lnTo>
                <a:lnTo>
                  <a:pt x="711217" y="74146"/>
                </a:lnTo>
                <a:lnTo>
                  <a:pt x="710475" y="73626"/>
                </a:lnTo>
                <a:lnTo>
                  <a:pt x="709724" y="73118"/>
                </a:lnTo>
                <a:lnTo>
                  <a:pt x="708963" y="72622"/>
                </a:lnTo>
                <a:lnTo>
                  <a:pt x="708193" y="72138"/>
                </a:lnTo>
                <a:lnTo>
                  <a:pt x="707413" y="71666"/>
                </a:lnTo>
                <a:lnTo>
                  <a:pt x="706625" y="71206"/>
                </a:lnTo>
                <a:lnTo>
                  <a:pt x="705827" y="70758"/>
                </a:lnTo>
                <a:lnTo>
                  <a:pt x="705019" y="70322"/>
                </a:lnTo>
                <a:lnTo>
                  <a:pt x="704202" y="69897"/>
                </a:lnTo>
                <a:lnTo>
                  <a:pt x="703376" y="69485"/>
                </a:lnTo>
                <a:lnTo>
                  <a:pt x="702540" y="69084"/>
                </a:lnTo>
                <a:lnTo>
                  <a:pt x="701696" y="68696"/>
                </a:lnTo>
                <a:lnTo>
                  <a:pt x="700841" y="68319"/>
                </a:lnTo>
                <a:lnTo>
                  <a:pt x="699978" y="67954"/>
                </a:lnTo>
                <a:lnTo>
                  <a:pt x="699105" y="67601"/>
                </a:lnTo>
                <a:lnTo>
                  <a:pt x="698224" y="67261"/>
                </a:lnTo>
                <a:lnTo>
                  <a:pt x="697339" y="66936"/>
                </a:lnTo>
                <a:lnTo>
                  <a:pt x="696449" y="66625"/>
                </a:lnTo>
                <a:lnTo>
                  <a:pt x="695553" y="66329"/>
                </a:lnTo>
                <a:lnTo>
                  <a:pt x="694653" y="66047"/>
                </a:lnTo>
                <a:lnTo>
                  <a:pt x="693747" y="65780"/>
                </a:lnTo>
                <a:lnTo>
                  <a:pt x="692836" y="65527"/>
                </a:lnTo>
                <a:lnTo>
                  <a:pt x="691920" y="65288"/>
                </a:lnTo>
                <a:lnTo>
                  <a:pt x="690999" y="65064"/>
                </a:lnTo>
                <a:lnTo>
                  <a:pt x="690073" y="64854"/>
                </a:lnTo>
                <a:lnTo>
                  <a:pt x="689142" y="64659"/>
                </a:lnTo>
                <a:lnTo>
                  <a:pt x="688206" y="64479"/>
                </a:lnTo>
                <a:lnTo>
                  <a:pt x="687264" y="64312"/>
                </a:lnTo>
                <a:lnTo>
                  <a:pt x="686318" y="64161"/>
                </a:lnTo>
                <a:lnTo>
                  <a:pt x="685366" y="64023"/>
                </a:lnTo>
                <a:lnTo>
                  <a:pt x="684409" y="63900"/>
                </a:lnTo>
                <a:lnTo>
                  <a:pt x="683448" y="63792"/>
                </a:lnTo>
                <a:lnTo>
                  <a:pt x="682481" y="63698"/>
                </a:lnTo>
                <a:lnTo>
                  <a:pt x="681509" y="63618"/>
                </a:lnTo>
                <a:lnTo>
                  <a:pt x="680532" y="63553"/>
                </a:lnTo>
                <a:lnTo>
                  <a:pt x="679549" y="63503"/>
                </a:lnTo>
                <a:lnTo>
                  <a:pt x="678562" y="63467"/>
                </a:lnTo>
                <a:lnTo>
                  <a:pt x="677570" y="63445"/>
                </a:lnTo>
                <a:lnTo>
                  <a:pt x="676572" y="63438"/>
                </a:lnTo>
                <a:lnTo>
                  <a:pt x="674812" y="63457"/>
                </a:lnTo>
                <a:lnTo>
                  <a:pt x="673083" y="63516"/>
                </a:lnTo>
                <a:lnTo>
                  <a:pt x="671386" y="63614"/>
                </a:lnTo>
                <a:lnTo>
                  <a:pt x="669721" y="63751"/>
                </a:lnTo>
                <a:lnTo>
                  <a:pt x="668086" y="63927"/>
                </a:lnTo>
                <a:close/>
                <a:moveTo>
                  <a:pt x="990864" y="103179"/>
                </a:moveTo>
                <a:lnTo>
                  <a:pt x="990727" y="101405"/>
                </a:lnTo>
                <a:lnTo>
                  <a:pt x="990551" y="99672"/>
                </a:lnTo>
                <a:lnTo>
                  <a:pt x="990336" y="97981"/>
                </a:lnTo>
                <a:lnTo>
                  <a:pt x="990081" y="96330"/>
                </a:lnTo>
                <a:lnTo>
                  <a:pt x="989788" y="94721"/>
                </a:lnTo>
                <a:lnTo>
                  <a:pt x="989455" y="93153"/>
                </a:lnTo>
                <a:lnTo>
                  <a:pt x="989084" y="91626"/>
                </a:lnTo>
                <a:lnTo>
                  <a:pt x="988673" y="90141"/>
                </a:lnTo>
                <a:lnTo>
                  <a:pt x="988223" y="88697"/>
                </a:lnTo>
                <a:lnTo>
                  <a:pt x="987734" y="87294"/>
                </a:lnTo>
                <a:lnTo>
                  <a:pt x="987206" y="85932"/>
                </a:lnTo>
                <a:lnTo>
                  <a:pt x="986638" y="84611"/>
                </a:lnTo>
                <a:lnTo>
                  <a:pt x="986032" y="83332"/>
                </a:lnTo>
                <a:lnTo>
                  <a:pt x="985386" y="82094"/>
                </a:lnTo>
                <a:lnTo>
                  <a:pt x="984702" y="80897"/>
                </a:lnTo>
                <a:lnTo>
                  <a:pt x="983978" y="79742"/>
                </a:lnTo>
                <a:lnTo>
                  <a:pt x="983215" y="78627"/>
                </a:lnTo>
                <a:lnTo>
                  <a:pt x="982413" y="77554"/>
                </a:lnTo>
                <a:lnTo>
                  <a:pt x="981572" y="76522"/>
                </a:lnTo>
                <a:lnTo>
                  <a:pt x="980691" y="75532"/>
                </a:lnTo>
                <a:lnTo>
                  <a:pt x="979772" y="74583"/>
                </a:lnTo>
                <a:lnTo>
                  <a:pt x="978812" y="73673"/>
                </a:lnTo>
                <a:lnTo>
                  <a:pt x="977812" y="72802"/>
                </a:lnTo>
                <a:lnTo>
                  <a:pt x="976771" y="71970"/>
                </a:lnTo>
                <a:lnTo>
                  <a:pt x="975689" y="71177"/>
                </a:lnTo>
                <a:lnTo>
                  <a:pt x="974567" y="70423"/>
                </a:lnTo>
                <a:lnTo>
                  <a:pt x="973403" y="69707"/>
                </a:lnTo>
                <a:lnTo>
                  <a:pt x="972199" y="69030"/>
                </a:lnTo>
                <a:lnTo>
                  <a:pt x="970954" y="68391"/>
                </a:lnTo>
                <a:lnTo>
                  <a:pt x="969668" y="67791"/>
                </a:lnTo>
                <a:lnTo>
                  <a:pt x="968341" y="67230"/>
                </a:lnTo>
                <a:lnTo>
                  <a:pt x="966973" y="66708"/>
                </a:lnTo>
                <a:lnTo>
                  <a:pt x="965565" y="66224"/>
                </a:lnTo>
                <a:lnTo>
                  <a:pt x="964116" y="65779"/>
                </a:lnTo>
                <a:lnTo>
                  <a:pt x="962626" y="65373"/>
                </a:lnTo>
                <a:lnTo>
                  <a:pt x="961095" y="65005"/>
                </a:lnTo>
                <a:lnTo>
                  <a:pt x="959524" y="64676"/>
                </a:lnTo>
                <a:lnTo>
                  <a:pt x="957911" y="64386"/>
                </a:lnTo>
                <a:lnTo>
                  <a:pt x="956258" y="64134"/>
                </a:lnTo>
                <a:lnTo>
                  <a:pt x="954564" y="63921"/>
                </a:lnTo>
                <a:lnTo>
                  <a:pt x="952829" y="63747"/>
                </a:lnTo>
                <a:lnTo>
                  <a:pt x="951053" y="63612"/>
                </a:lnTo>
                <a:lnTo>
                  <a:pt x="949237" y="63515"/>
                </a:lnTo>
                <a:lnTo>
                  <a:pt x="947380" y="63457"/>
                </a:lnTo>
                <a:lnTo>
                  <a:pt x="945482" y="63438"/>
                </a:lnTo>
                <a:lnTo>
                  <a:pt x="944623" y="63442"/>
                </a:lnTo>
                <a:lnTo>
                  <a:pt x="943760" y="63455"/>
                </a:lnTo>
                <a:lnTo>
                  <a:pt x="942893" y="63476"/>
                </a:lnTo>
                <a:lnTo>
                  <a:pt x="942022" y="63506"/>
                </a:lnTo>
                <a:lnTo>
                  <a:pt x="941148" y="63544"/>
                </a:lnTo>
                <a:lnTo>
                  <a:pt x="940270" y="63591"/>
                </a:lnTo>
                <a:lnTo>
                  <a:pt x="939388" y="63646"/>
                </a:lnTo>
                <a:lnTo>
                  <a:pt x="938502" y="63710"/>
                </a:lnTo>
                <a:lnTo>
                  <a:pt x="937612" y="63783"/>
                </a:lnTo>
                <a:lnTo>
                  <a:pt x="936719" y="63863"/>
                </a:lnTo>
                <a:lnTo>
                  <a:pt x="935821" y="63953"/>
                </a:lnTo>
                <a:lnTo>
                  <a:pt x="934920" y="64051"/>
                </a:lnTo>
                <a:lnTo>
                  <a:pt x="934015" y="64157"/>
                </a:lnTo>
                <a:lnTo>
                  <a:pt x="933106" y="64272"/>
                </a:lnTo>
                <a:lnTo>
                  <a:pt x="932193" y="64395"/>
                </a:lnTo>
                <a:lnTo>
                  <a:pt x="931276" y="64527"/>
                </a:lnTo>
                <a:lnTo>
                  <a:pt x="930356" y="64668"/>
                </a:lnTo>
                <a:lnTo>
                  <a:pt x="929432" y="64817"/>
                </a:lnTo>
                <a:lnTo>
                  <a:pt x="928503" y="64974"/>
                </a:lnTo>
                <a:lnTo>
                  <a:pt x="927571" y="65140"/>
                </a:lnTo>
                <a:lnTo>
                  <a:pt x="926636" y="65315"/>
                </a:lnTo>
                <a:lnTo>
                  <a:pt x="925696" y="65498"/>
                </a:lnTo>
                <a:lnTo>
                  <a:pt x="924752" y="65689"/>
                </a:lnTo>
                <a:lnTo>
                  <a:pt x="923805" y="65889"/>
                </a:lnTo>
                <a:lnTo>
                  <a:pt x="922858" y="66097"/>
                </a:lnTo>
                <a:lnTo>
                  <a:pt x="921916" y="66313"/>
                </a:lnTo>
                <a:lnTo>
                  <a:pt x="920979" y="66536"/>
                </a:lnTo>
                <a:lnTo>
                  <a:pt x="920046" y="66767"/>
                </a:lnTo>
                <a:lnTo>
                  <a:pt x="919118" y="67005"/>
                </a:lnTo>
                <a:lnTo>
                  <a:pt x="918195" y="67251"/>
                </a:lnTo>
                <a:lnTo>
                  <a:pt x="917277" y="67505"/>
                </a:lnTo>
                <a:lnTo>
                  <a:pt x="916363" y="67766"/>
                </a:lnTo>
                <a:lnTo>
                  <a:pt x="915453" y="68036"/>
                </a:lnTo>
                <a:lnTo>
                  <a:pt x="914549" y="68312"/>
                </a:lnTo>
                <a:lnTo>
                  <a:pt x="913649" y="68597"/>
                </a:lnTo>
                <a:lnTo>
                  <a:pt x="912754" y="68889"/>
                </a:lnTo>
                <a:lnTo>
                  <a:pt x="911863" y="69188"/>
                </a:lnTo>
                <a:lnTo>
                  <a:pt x="910977" y="69496"/>
                </a:lnTo>
                <a:lnTo>
                  <a:pt x="910096" y="69811"/>
                </a:lnTo>
                <a:lnTo>
                  <a:pt x="909219" y="70133"/>
                </a:lnTo>
                <a:lnTo>
                  <a:pt x="908347" y="70464"/>
                </a:lnTo>
                <a:lnTo>
                  <a:pt x="907480" y="70802"/>
                </a:lnTo>
                <a:lnTo>
                  <a:pt x="906618" y="71147"/>
                </a:lnTo>
                <a:lnTo>
                  <a:pt x="905760" y="71501"/>
                </a:lnTo>
                <a:lnTo>
                  <a:pt x="904907" y="71862"/>
                </a:lnTo>
                <a:lnTo>
                  <a:pt x="904058" y="72230"/>
                </a:lnTo>
                <a:lnTo>
                  <a:pt x="903214" y="72607"/>
                </a:lnTo>
                <a:lnTo>
                  <a:pt x="902375" y="72990"/>
                </a:lnTo>
                <a:lnTo>
                  <a:pt x="910702" y="96506"/>
                </a:lnTo>
                <a:lnTo>
                  <a:pt x="912080" y="95966"/>
                </a:lnTo>
                <a:lnTo>
                  <a:pt x="913440" y="95449"/>
                </a:lnTo>
                <a:lnTo>
                  <a:pt x="914781" y="94955"/>
                </a:lnTo>
                <a:lnTo>
                  <a:pt x="916103" y="94485"/>
                </a:lnTo>
                <a:lnTo>
                  <a:pt x="917407" y="94037"/>
                </a:lnTo>
                <a:lnTo>
                  <a:pt x="918692" y="93612"/>
                </a:lnTo>
                <a:lnTo>
                  <a:pt x="919958" y="93210"/>
                </a:lnTo>
                <a:lnTo>
                  <a:pt x="921206" y="92831"/>
                </a:lnTo>
                <a:lnTo>
                  <a:pt x="922435" y="92475"/>
                </a:lnTo>
                <a:lnTo>
                  <a:pt x="923645" y="92142"/>
                </a:lnTo>
                <a:lnTo>
                  <a:pt x="924836" y="91832"/>
                </a:lnTo>
                <a:lnTo>
                  <a:pt x="926009" y="91545"/>
                </a:lnTo>
                <a:lnTo>
                  <a:pt x="927163" y="91280"/>
                </a:lnTo>
                <a:lnTo>
                  <a:pt x="928298" y="91039"/>
                </a:lnTo>
                <a:lnTo>
                  <a:pt x="929415" y="90821"/>
                </a:lnTo>
                <a:lnTo>
                  <a:pt x="930513" y="90626"/>
                </a:lnTo>
                <a:lnTo>
                  <a:pt x="931592" y="90453"/>
                </a:lnTo>
                <a:lnTo>
                  <a:pt x="932653" y="90304"/>
                </a:lnTo>
                <a:lnTo>
                  <a:pt x="933695" y="90178"/>
                </a:lnTo>
                <a:lnTo>
                  <a:pt x="934718" y="90074"/>
                </a:lnTo>
                <a:lnTo>
                  <a:pt x="935722" y="89994"/>
                </a:lnTo>
                <a:lnTo>
                  <a:pt x="936708" y="89937"/>
                </a:lnTo>
                <a:lnTo>
                  <a:pt x="937675" y="89902"/>
                </a:lnTo>
                <a:lnTo>
                  <a:pt x="938624" y="89891"/>
                </a:lnTo>
                <a:lnTo>
                  <a:pt x="939369" y="89899"/>
                </a:lnTo>
                <a:lnTo>
                  <a:pt x="940096" y="89922"/>
                </a:lnTo>
                <a:lnTo>
                  <a:pt x="940803" y="89962"/>
                </a:lnTo>
                <a:lnTo>
                  <a:pt x="941491" y="90017"/>
                </a:lnTo>
                <a:lnTo>
                  <a:pt x="942161" y="90087"/>
                </a:lnTo>
                <a:lnTo>
                  <a:pt x="942811" y="90174"/>
                </a:lnTo>
                <a:lnTo>
                  <a:pt x="943441" y="90276"/>
                </a:lnTo>
                <a:lnTo>
                  <a:pt x="944053" y="90394"/>
                </a:lnTo>
                <a:lnTo>
                  <a:pt x="944646" y="90528"/>
                </a:lnTo>
                <a:lnTo>
                  <a:pt x="945219" y="90678"/>
                </a:lnTo>
                <a:lnTo>
                  <a:pt x="945773" y="90843"/>
                </a:lnTo>
                <a:lnTo>
                  <a:pt x="946308" y="91024"/>
                </a:lnTo>
                <a:lnTo>
                  <a:pt x="946824" y="91221"/>
                </a:lnTo>
                <a:lnTo>
                  <a:pt x="947321" y="91433"/>
                </a:lnTo>
                <a:lnTo>
                  <a:pt x="947799" y="91662"/>
                </a:lnTo>
                <a:lnTo>
                  <a:pt x="948258" y="91906"/>
                </a:lnTo>
                <a:lnTo>
                  <a:pt x="948697" y="92165"/>
                </a:lnTo>
                <a:lnTo>
                  <a:pt x="949117" y="92441"/>
                </a:lnTo>
                <a:lnTo>
                  <a:pt x="949518" y="92732"/>
                </a:lnTo>
                <a:lnTo>
                  <a:pt x="949900" y="93039"/>
                </a:lnTo>
                <a:lnTo>
                  <a:pt x="950263" y="93362"/>
                </a:lnTo>
                <a:lnTo>
                  <a:pt x="950607" y="93700"/>
                </a:lnTo>
                <a:lnTo>
                  <a:pt x="950932" y="94054"/>
                </a:lnTo>
                <a:lnTo>
                  <a:pt x="951237" y="94424"/>
                </a:lnTo>
                <a:lnTo>
                  <a:pt x="951527" y="94814"/>
                </a:lnTo>
                <a:lnTo>
                  <a:pt x="951804" y="95229"/>
                </a:lnTo>
                <a:lnTo>
                  <a:pt x="952069" y="95669"/>
                </a:lnTo>
                <a:lnTo>
                  <a:pt x="952322" y="96135"/>
                </a:lnTo>
                <a:lnTo>
                  <a:pt x="952562" y="96625"/>
                </a:lnTo>
                <a:lnTo>
                  <a:pt x="952790" y="97141"/>
                </a:lnTo>
                <a:lnTo>
                  <a:pt x="953006" y="97681"/>
                </a:lnTo>
                <a:lnTo>
                  <a:pt x="953210" y="98247"/>
                </a:lnTo>
                <a:lnTo>
                  <a:pt x="953401" y="98838"/>
                </a:lnTo>
                <a:lnTo>
                  <a:pt x="953579" y="99454"/>
                </a:lnTo>
                <a:lnTo>
                  <a:pt x="953746" y="100095"/>
                </a:lnTo>
                <a:lnTo>
                  <a:pt x="953900" y="100761"/>
                </a:lnTo>
                <a:lnTo>
                  <a:pt x="954042" y="101452"/>
                </a:lnTo>
                <a:lnTo>
                  <a:pt x="954171" y="102168"/>
                </a:lnTo>
                <a:lnTo>
                  <a:pt x="954288" y="102910"/>
                </a:lnTo>
                <a:lnTo>
                  <a:pt x="954393" y="103676"/>
                </a:lnTo>
                <a:lnTo>
                  <a:pt x="954486" y="104468"/>
                </a:lnTo>
                <a:lnTo>
                  <a:pt x="954566" y="105284"/>
                </a:lnTo>
                <a:lnTo>
                  <a:pt x="954633" y="106126"/>
                </a:lnTo>
                <a:lnTo>
                  <a:pt x="954689" y="106993"/>
                </a:lnTo>
                <a:lnTo>
                  <a:pt x="954732" y="107885"/>
                </a:lnTo>
                <a:lnTo>
                  <a:pt x="954763" y="108802"/>
                </a:lnTo>
                <a:lnTo>
                  <a:pt x="954781" y="109744"/>
                </a:lnTo>
                <a:lnTo>
                  <a:pt x="954788" y="110712"/>
                </a:lnTo>
                <a:lnTo>
                  <a:pt x="954788" y="117570"/>
                </a:lnTo>
                <a:lnTo>
                  <a:pt x="946950" y="117570"/>
                </a:lnTo>
                <a:lnTo>
                  <a:pt x="944849" y="117589"/>
                </a:lnTo>
                <a:lnTo>
                  <a:pt x="942790" y="117647"/>
                </a:lnTo>
                <a:lnTo>
                  <a:pt x="940774" y="117744"/>
                </a:lnTo>
                <a:lnTo>
                  <a:pt x="938800" y="117879"/>
                </a:lnTo>
                <a:lnTo>
                  <a:pt x="936869" y="118053"/>
                </a:lnTo>
                <a:lnTo>
                  <a:pt x="934981" y="118266"/>
                </a:lnTo>
                <a:lnTo>
                  <a:pt x="933134" y="118518"/>
                </a:lnTo>
                <a:lnTo>
                  <a:pt x="931331" y="118808"/>
                </a:lnTo>
                <a:lnTo>
                  <a:pt x="929570" y="119137"/>
                </a:lnTo>
                <a:lnTo>
                  <a:pt x="927851" y="119504"/>
                </a:lnTo>
                <a:lnTo>
                  <a:pt x="926175" y="119911"/>
                </a:lnTo>
                <a:lnTo>
                  <a:pt x="924541" y="120356"/>
                </a:lnTo>
                <a:lnTo>
                  <a:pt x="922950" y="120839"/>
                </a:lnTo>
                <a:lnTo>
                  <a:pt x="921402" y="121362"/>
                </a:lnTo>
                <a:lnTo>
                  <a:pt x="919895" y="121923"/>
                </a:lnTo>
                <a:lnTo>
                  <a:pt x="918432" y="122523"/>
                </a:lnTo>
                <a:lnTo>
                  <a:pt x="917011" y="123161"/>
                </a:lnTo>
                <a:lnTo>
                  <a:pt x="915632" y="123838"/>
                </a:lnTo>
                <a:lnTo>
                  <a:pt x="914296" y="124554"/>
                </a:lnTo>
                <a:lnTo>
                  <a:pt x="913003" y="125309"/>
                </a:lnTo>
                <a:lnTo>
                  <a:pt x="911752" y="126102"/>
                </a:lnTo>
                <a:lnTo>
                  <a:pt x="910543" y="126934"/>
                </a:lnTo>
                <a:lnTo>
                  <a:pt x="909377" y="127805"/>
                </a:lnTo>
                <a:lnTo>
                  <a:pt x="908254" y="128714"/>
                </a:lnTo>
                <a:lnTo>
                  <a:pt x="907175" y="129661"/>
                </a:lnTo>
                <a:lnTo>
                  <a:pt x="906141" y="130642"/>
                </a:lnTo>
                <a:lnTo>
                  <a:pt x="905154" y="131659"/>
                </a:lnTo>
                <a:lnTo>
                  <a:pt x="904212" y="132712"/>
                </a:lnTo>
                <a:lnTo>
                  <a:pt x="903317" y="133799"/>
                </a:lnTo>
                <a:lnTo>
                  <a:pt x="902467" y="134922"/>
                </a:lnTo>
                <a:lnTo>
                  <a:pt x="901664" y="136080"/>
                </a:lnTo>
                <a:lnTo>
                  <a:pt x="900906" y="137273"/>
                </a:lnTo>
                <a:lnTo>
                  <a:pt x="900194" y="138502"/>
                </a:lnTo>
                <a:lnTo>
                  <a:pt x="899528" y="139766"/>
                </a:lnTo>
                <a:lnTo>
                  <a:pt x="898908" y="141065"/>
                </a:lnTo>
                <a:lnTo>
                  <a:pt x="898334" y="142400"/>
                </a:lnTo>
                <a:lnTo>
                  <a:pt x="897806" y="143769"/>
                </a:lnTo>
                <a:lnTo>
                  <a:pt x="897324" y="145174"/>
                </a:lnTo>
                <a:lnTo>
                  <a:pt x="896887" y="146615"/>
                </a:lnTo>
                <a:lnTo>
                  <a:pt x="896497" y="148090"/>
                </a:lnTo>
                <a:lnTo>
                  <a:pt x="896153" y="149601"/>
                </a:lnTo>
                <a:lnTo>
                  <a:pt x="895854" y="151148"/>
                </a:lnTo>
                <a:lnTo>
                  <a:pt x="895601" y="152729"/>
                </a:lnTo>
                <a:lnTo>
                  <a:pt x="895395" y="154346"/>
                </a:lnTo>
                <a:lnTo>
                  <a:pt x="895234" y="155998"/>
                </a:lnTo>
                <a:lnTo>
                  <a:pt x="895119" y="157685"/>
                </a:lnTo>
                <a:lnTo>
                  <a:pt x="895050" y="159408"/>
                </a:lnTo>
                <a:lnTo>
                  <a:pt x="895027" y="161166"/>
                </a:lnTo>
                <a:lnTo>
                  <a:pt x="895044" y="162684"/>
                </a:lnTo>
                <a:lnTo>
                  <a:pt x="895094" y="164177"/>
                </a:lnTo>
                <a:lnTo>
                  <a:pt x="895177" y="165645"/>
                </a:lnTo>
                <a:lnTo>
                  <a:pt x="895293" y="167088"/>
                </a:lnTo>
                <a:lnTo>
                  <a:pt x="895442" y="168506"/>
                </a:lnTo>
                <a:lnTo>
                  <a:pt x="895624" y="169899"/>
                </a:lnTo>
                <a:lnTo>
                  <a:pt x="895840" y="171266"/>
                </a:lnTo>
                <a:lnTo>
                  <a:pt x="896088" y="172609"/>
                </a:lnTo>
                <a:lnTo>
                  <a:pt x="896370" y="173927"/>
                </a:lnTo>
                <a:lnTo>
                  <a:pt x="896685" y="175219"/>
                </a:lnTo>
                <a:lnTo>
                  <a:pt x="897033" y="176486"/>
                </a:lnTo>
                <a:lnTo>
                  <a:pt x="897415" y="177729"/>
                </a:lnTo>
                <a:lnTo>
                  <a:pt x="897829" y="178946"/>
                </a:lnTo>
                <a:lnTo>
                  <a:pt x="898277" y="180138"/>
                </a:lnTo>
                <a:lnTo>
                  <a:pt x="898757" y="181305"/>
                </a:lnTo>
                <a:lnTo>
                  <a:pt x="899271" y="182447"/>
                </a:lnTo>
                <a:lnTo>
                  <a:pt x="899818" y="183564"/>
                </a:lnTo>
                <a:lnTo>
                  <a:pt x="900399" y="184656"/>
                </a:lnTo>
                <a:lnTo>
                  <a:pt x="901012" y="185722"/>
                </a:lnTo>
                <a:lnTo>
                  <a:pt x="901659" y="186764"/>
                </a:lnTo>
                <a:lnTo>
                  <a:pt x="902338" y="187780"/>
                </a:lnTo>
                <a:lnTo>
                  <a:pt x="903051" y="188772"/>
                </a:lnTo>
                <a:lnTo>
                  <a:pt x="903797" y="189738"/>
                </a:lnTo>
                <a:lnTo>
                  <a:pt x="904576" y="190680"/>
                </a:lnTo>
                <a:lnTo>
                  <a:pt x="905384" y="191589"/>
                </a:lnTo>
                <a:lnTo>
                  <a:pt x="906214" y="192460"/>
                </a:lnTo>
                <a:lnTo>
                  <a:pt x="907068" y="193292"/>
                </a:lnTo>
                <a:lnTo>
                  <a:pt x="907944" y="194085"/>
                </a:lnTo>
                <a:lnTo>
                  <a:pt x="908844" y="194840"/>
                </a:lnTo>
                <a:lnTo>
                  <a:pt x="909766" y="195555"/>
                </a:lnTo>
                <a:lnTo>
                  <a:pt x="910711" y="196233"/>
                </a:lnTo>
                <a:lnTo>
                  <a:pt x="911680" y="196871"/>
                </a:lnTo>
                <a:lnTo>
                  <a:pt x="912671" y="197471"/>
                </a:lnTo>
                <a:lnTo>
                  <a:pt x="913685" y="198032"/>
                </a:lnTo>
                <a:lnTo>
                  <a:pt x="914723" y="198554"/>
                </a:lnTo>
                <a:lnTo>
                  <a:pt x="915783" y="199038"/>
                </a:lnTo>
                <a:lnTo>
                  <a:pt x="916866" y="199483"/>
                </a:lnTo>
                <a:lnTo>
                  <a:pt x="917972" y="199889"/>
                </a:lnTo>
                <a:lnTo>
                  <a:pt x="919101" y="200257"/>
                </a:lnTo>
                <a:lnTo>
                  <a:pt x="920253" y="200586"/>
                </a:lnTo>
                <a:lnTo>
                  <a:pt x="921428" y="200876"/>
                </a:lnTo>
                <a:lnTo>
                  <a:pt x="922626" y="201128"/>
                </a:lnTo>
                <a:lnTo>
                  <a:pt x="923847" y="201341"/>
                </a:lnTo>
                <a:lnTo>
                  <a:pt x="925091" y="201515"/>
                </a:lnTo>
                <a:lnTo>
                  <a:pt x="926358" y="201650"/>
                </a:lnTo>
                <a:lnTo>
                  <a:pt x="927648" y="201747"/>
                </a:lnTo>
                <a:lnTo>
                  <a:pt x="928961" y="201805"/>
                </a:lnTo>
                <a:lnTo>
                  <a:pt x="930297" y="201824"/>
                </a:lnTo>
                <a:lnTo>
                  <a:pt x="932015" y="201792"/>
                </a:lnTo>
                <a:lnTo>
                  <a:pt x="933700" y="201697"/>
                </a:lnTo>
                <a:lnTo>
                  <a:pt x="935352" y="201537"/>
                </a:lnTo>
                <a:lnTo>
                  <a:pt x="936970" y="201314"/>
                </a:lnTo>
                <a:lnTo>
                  <a:pt x="938556" y="201027"/>
                </a:lnTo>
                <a:lnTo>
                  <a:pt x="940108" y="200676"/>
                </a:lnTo>
                <a:lnTo>
                  <a:pt x="941628" y="200262"/>
                </a:lnTo>
                <a:lnTo>
                  <a:pt x="943114" y="199783"/>
                </a:lnTo>
                <a:lnTo>
                  <a:pt x="944567" y="199241"/>
                </a:lnTo>
                <a:lnTo>
                  <a:pt x="945986" y="198635"/>
                </a:lnTo>
                <a:lnTo>
                  <a:pt x="947373" y="197966"/>
                </a:lnTo>
                <a:lnTo>
                  <a:pt x="948727" y="197232"/>
                </a:lnTo>
                <a:lnTo>
                  <a:pt x="950047" y="196435"/>
                </a:lnTo>
                <a:lnTo>
                  <a:pt x="951334" y="195574"/>
                </a:lnTo>
                <a:lnTo>
                  <a:pt x="952588" y="194649"/>
                </a:lnTo>
                <a:lnTo>
                  <a:pt x="953809" y="193660"/>
                </a:lnTo>
                <a:lnTo>
                  <a:pt x="954996" y="192608"/>
                </a:lnTo>
                <a:lnTo>
                  <a:pt x="956151" y="191492"/>
                </a:lnTo>
                <a:lnTo>
                  <a:pt x="957272" y="190312"/>
                </a:lnTo>
                <a:lnTo>
                  <a:pt x="958361" y="189068"/>
                </a:lnTo>
                <a:lnTo>
                  <a:pt x="959416" y="187761"/>
                </a:lnTo>
                <a:lnTo>
                  <a:pt x="960438" y="186389"/>
                </a:lnTo>
                <a:lnTo>
                  <a:pt x="961426" y="184954"/>
                </a:lnTo>
                <a:lnTo>
                  <a:pt x="962382" y="183455"/>
                </a:lnTo>
                <a:lnTo>
                  <a:pt x="962693" y="184162"/>
                </a:lnTo>
                <a:lnTo>
                  <a:pt x="963015" y="184853"/>
                </a:lnTo>
                <a:lnTo>
                  <a:pt x="963348" y="185528"/>
                </a:lnTo>
                <a:lnTo>
                  <a:pt x="963691" y="186187"/>
                </a:lnTo>
                <a:lnTo>
                  <a:pt x="964045" y="186831"/>
                </a:lnTo>
                <a:lnTo>
                  <a:pt x="964410" y="187459"/>
                </a:lnTo>
                <a:lnTo>
                  <a:pt x="964785" y="188071"/>
                </a:lnTo>
                <a:lnTo>
                  <a:pt x="965171" y="188667"/>
                </a:lnTo>
                <a:lnTo>
                  <a:pt x="965568" y="189248"/>
                </a:lnTo>
                <a:lnTo>
                  <a:pt x="965975" y="189813"/>
                </a:lnTo>
                <a:lnTo>
                  <a:pt x="966393" y="190362"/>
                </a:lnTo>
                <a:lnTo>
                  <a:pt x="966821" y="190895"/>
                </a:lnTo>
                <a:lnTo>
                  <a:pt x="967260" y="191413"/>
                </a:lnTo>
                <a:lnTo>
                  <a:pt x="967710" y="191915"/>
                </a:lnTo>
                <a:lnTo>
                  <a:pt x="968170" y="192401"/>
                </a:lnTo>
                <a:lnTo>
                  <a:pt x="968641" y="192872"/>
                </a:lnTo>
                <a:lnTo>
                  <a:pt x="969122" y="193326"/>
                </a:lnTo>
                <a:lnTo>
                  <a:pt x="969614" y="193765"/>
                </a:lnTo>
                <a:lnTo>
                  <a:pt x="970117" y="194189"/>
                </a:lnTo>
                <a:lnTo>
                  <a:pt x="970631" y="194596"/>
                </a:lnTo>
                <a:lnTo>
                  <a:pt x="971155" y="194988"/>
                </a:lnTo>
                <a:lnTo>
                  <a:pt x="971689" y="195364"/>
                </a:lnTo>
                <a:lnTo>
                  <a:pt x="972234" y="195724"/>
                </a:lnTo>
                <a:lnTo>
                  <a:pt x="972790" y="196069"/>
                </a:lnTo>
                <a:lnTo>
                  <a:pt x="973359" y="196400"/>
                </a:lnTo>
                <a:lnTo>
                  <a:pt x="973940" y="196721"/>
                </a:lnTo>
                <a:lnTo>
                  <a:pt x="974534" y="197031"/>
                </a:lnTo>
                <a:lnTo>
                  <a:pt x="975142" y="197331"/>
                </a:lnTo>
                <a:lnTo>
                  <a:pt x="975763" y="197620"/>
                </a:lnTo>
                <a:lnTo>
                  <a:pt x="976397" y="197898"/>
                </a:lnTo>
                <a:lnTo>
                  <a:pt x="977044" y="198165"/>
                </a:lnTo>
                <a:lnTo>
                  <a:pt x="977704" y="198423"/>
                </a:lnTo>
                <a:lnTo>
                  <a:pt x="978378" y="198669"/>
                </a:lnTo>
                <a:lnTo>
                  <a:pt x="979064" y="198905"/>
                </a:lnTo>
                <a:lnTo>
                  <a:pt x="979764" y="199130"/>
                </a:lnTo>
                <a:lnTo>
                  <a:pt x="980477" y="199345"/>
                </a:lnTo>
                <a:lnTo>
                  <a:pt x="981203" y="199549"/>
                </a:lnTo>
                <a:lnTo>
                  <a:pt x="981943" y="199742"/>
                </a:lnTo>
                <a:lnTo>
                  <a:pt x="982695" y="199925"/>
                </a:lnTo>
                <a:lnTo>
                  <a:pt x="983461" y="200097"/>
                </a:lnTo>
                <a:lnTo>
                  <a:pt x="984240" y="200258"/>
                </a:lnTo>
                <a:lnTo>
                  <a:pt x="985032" y="200409"/>
                </a:lnTo>
                <a:lnTo>
                  <a:pt x="985837" y="200550"/>
                </a:lnTo>
                <a:lnTo>
                  <a:pt x="986655" y="200679"/>
                </a:lnTo>
                <a:lnTo>
                  <a:pt x="987487" y="200798"/>
                </a:lnTo>
                <a:lnTo>
                  <a:pt x="988332" y="200907"/>
                </a:lnTo>
                <a:lnTo>
                  <a:pt x="989190" y="201005"/>
                </a:lnTo>
                <a:lnTo>
                  <a:pt x="990061" y="201092"/>
                </a:lnTo>
                <a:lnTo>
                  <a:pt x="997651" y="176840"/>
                </a:lnTo>
                <a:lnTo>
                  <a:pt x="997349" y="176695"/>
                </a:lnTo>
                <a:lnTo>
                  <a:pt x="997054" y="176546"/>
                </a:lnTo>
                <a:lnTo>
                  <a:pt x="996767" y="176393"/>
                </a:lnTo>
                <a:lnTo>
                  <a:pt x="996488" y="176236"/>
                </a:lnTo>
                <a:lnTo>
                  <a:pt x="996216" y="176074"/>
                </a:lnTo>
                <a:lnTo>
                  <a:pt x="995952" y="175908"/>
                </a:lnTo>
                <a:lnTo>
                  <a:pt x="995696" y="175737"/>
                </a:lnTo>
                <a:lnTo>
                  <a:pt x="995447" y="175563"/>
                </a:lnTo>
                <a:lnTo>
                  <a:pt x="995206" y="175384"/>
                </a:lnTo>
                <a:lnTo>
                  <a:pt x="994973" y="175201"/>
                </a:lnTo>
                <a:lnTo>
                  <a:pt x="994747" y="175014"/>
                </a:lnTo>
                <a:lnTo>
                  <a:pt x="994529" y="174822"/>
                </a:lnTo>
                <a:lnTo>
                  <a:pt x="994318" y="174626"/>
                </a:lnTo>
                <a:lnTo>
                  <a:pt x="994115" y="174426"/>
                </a:lnTo>
                <a:lnTo>
                  <a:pt x="993920" y="174222"/>
                </a:lnTo>
                <a:lnTo>
                  <a:pt x="993733" y="174013"/>
                </a:lnTo>
                <a:lnTo>
                  <a:pt x="993553" y="173800"/>
                </a:lnTo>
                <a:lnTo>
                  <a:pt x="993381" y="173583"/>
                </a:lnTo>
                <a:lnTo>
                  <a:pt x="993216" y="173362"/>
                </a:lnTo>
                <a:lnTo>
                  <a:pt x="993059" y="173136"/>
                </a:lnTo>
                <a:lnTo>
                  <a:pt x="992910" y="172906"/>
                </a:lnTo>
                <a:lnTo>
                  <a:pt x="992769" y="172672"/>
                </a:lnTo>
                <a:lnTo>
                  <a:pt x="992635" y="172434"/>
                </a:lnTo>
                <a:lnTo>
                  <a:pt x="992509" y="172191"/>
                </a:lnTo>
                <a:lnTo>
                  <a:pt x="992389" y="171940"/>
                </a:lnTo>
                <a:lnTo>
                  <a:pt x="992274" y="171679"/>
                </a:lnTo>
                <a:lnTo>
                  <a:pt x="992164" y="171406"/>
                </a:lnTo>
                <a:lnTo>
                  <a:pt x="992060" y="171122"/>
                </a:lnTo>
                <a:lnTo>
                  <a:pt x="991960" y="170827"/>
                </a:lnTo>
                <a:lnTo>
                  <a:pt x="991866" y="170521"/>
                </a:lnTo>
                <a:lnTo>
                  <a:pt x="991777" y="170204"/>
                </a:lnTo>
                <a:lnTo>
                  <a:pt x="991693" y="169876"/>
                </a:lnTo>
                <a:lnTo>
                  <a:pt x="991614" y="169537"/>
                </a:lnTo>
                <a:lnTo>
                  <a:pt x="991540" y="169187"/>
                </a:lnTo>
                <a:lnTo>
                  <a:pt x="991471" y="168826"/>
                </a:lnTo>
                <a:lnTo>
                  <a:pt x="991407" y="168454"/>
                </a:lnTo>
                <a:lnTo>
                  <a:pt x="991348" y="168070"/>
                </a:lnTo>
                <a:lnTo>
                  <a:pt x="991295" y="167676"/>
                </a:lnTo>
                <a:lnTo>
                  <a:pt x="991246" y="167270"/>
                </a:lnTo>
                <a:lnTo>
                  <a:pt x="991203" y="166854"/>
                </a:lnTo>
                <a:lnTo>
                  <a:pt x="991165" y="166426"/>
                </a:lnTo>
                <a:lnTo>
                  <a:pt x="991132" y="165988"/>
                </a:lnTo>
                <a:lnTo>
                  <a:pt x="991104" y="165538"/>
                </a:lnTo>
                <a:lnTo>
                  <a:pt x="991081" y="165077"/>
                </a:lnTo>
                <a:lnTo>
                  <a:pt x="991063" y="164606"/>
                </a:lnTo>
                <a:lnTo>
                  <a:pt x="991050" y="164123"/>
                </a:lnTo>
                <a:lnTo>
                  <a:pt x="991042" y="163629"/>
                </a:lnTo>
                <a:lnTo>
                  <a:pt x="991040" y="163124"/>
                </a:lnTo>
                <a:lnTo>
                  <a:pt x="991040" y="108749"/>
                </a:lnTo>
                <a:lnTo>
                  <a:pt x="991020" y="106852"/>
                </a:lnTo>
                <a:lnTo>
                  <a:pt x="990962" y="104995"/>
                </a:lnTo>
                <a:lnTo>
                  <a:pt x="990864" y="103179"/>
                </a:lnTo>
                <a:close/>
                <a:moveTo>
                  <a:pt x="939990" y="175492"/>
                </a:moveTo>
                <a:lnTo>
                  <a:pt x="939617" y="175421"/>
                </a:lnTo>
                <a:lnTo>
                  <a:pt x="939251" y="175335"/>
                </a:lnTo>
                <a:lnTo>
                  <a:pt x="938892" y="175233"/>
                </a:lnTo>
                <a:lnTo>
                  <a:pt x="938542" y="175115"/>
                </a:lnTo>
                <a:lnTo>
                  <a:pt x="938199" y="174981"/>
                </a:lnTo>
                <a:lnTo>
                  <a:pt x="937863" y="174832"/>
                </a:lnTo>
                <a:lnTo>
                  <a:pt x="937536" y="174667"/>
                </a:lnTo>
                <a:lnTo>
                  <a:pt x="937215" y="174486"/>
                </a:lnTo>
                <a:lnTo>
                  <a:pt x="936903" y="174289"/>
                </a:lnTo>
                <a:lnTo>
                  <a:pt x="936598" y="174077"/>
                </a:lnTo>
                <a:lnTo>
                  <a:pt x="936301" y="173849"/>
                </a:lnTo>
                <a:lnTo>
                  <a:pt x="936012" y="173605"/>
                </a:lnTo>
                <a:lnTo>
                  <a:pt x="935730" y="173345"/>
                </a:lnTo>
                <a:lnTo>
                  <a:pt x="935455" y="173070"/>
                </a:lnTo>
                <a:lnTo>
                  <a:pt x="935189" y="172779"/>
                </a:lnTo>
                <a:lnTo>
                  <a:pt x="934930" y="172472"/>
                </a:lnTo>
                <a:lnTo>
                  <a:pt x="934679" y="172150"/>
                </a:lnTo>
                <a:lnTo>
                  <a:pt x="934435" y="171812"/>
                </a:lnTo>
                <a:lnTo>
                  <a:pt x="934199" y="171458"/>
                </a:lnTo>
                <a:lnTo>
                  <a:pt x="933971" y="171088"/>
                </a:lnTo>
                <a:lnTo>
                  <a:pt x="933751" y="170704"/>
                </a:lnTo>
                <a:lnTo>
                  <a:pt x="933540" y="170305"/>
                </a:lnTo>
                <a:lnTo>
                  <a:pt x="933339" y="169892"/>
                </a:lnTo>
                <a:lnTo>
                  <a:pt x="933147" y="169465"/>
                </a:lnTo>
                <a:lnTo>
                  <a:pt x="932965" y="169024"/>
                </a:lnTo>
                <a:lnTo>
                  <a:pt x="932792" y="168569"/>
                </a:lnTo>
                <a:lnTo>
                  <a:pt x="932628" y="168100"/>
                </a:lnTo>
                <a:lnTo>
                  <a:pt x="932474" y="167617"/>
                </a:lnTo>
                <a:lnTo>
                  <a:pt x="932328" y="167120"/>
                </a:lnTo>
                <a:lnTo>
                  <a:pt x="932193" y="166609"/>
                </a:lnTo>
                <a:lnTo>
                  <a:pt x="932067" y="166084"/>
                </a:lnTo>
                <a:lnTo>
                  <a:pt x="931950" y="165545"/>
                </a:lnTo>
                <a:lnTo>
                  <a:pt x="931842" y="164992"/>
                </a:lnTo>
                <a:lnTo>
                  <a:pt x="931744" y="164425"/>
                </a:lnTo>
                <a:lnTo>
                  <a:pt x="931655" y="163843"/>
                </a:lnTo>
                <a:lnTo>
                  <a:pt x="931575" y="163248"/>
                </a:lnTo>
                <a:lnTo>
                  <a:pt x="931505" y="162639"/>
                </a:lnTo>
                <a:lnTo>
                  <a:pt x="931444" y="162016"/>
                </a:lnTo>
                <a:lnTo>
                  <a:pt x="931393" y="161378"/>
                </a:lnTo>
                <a:lnTo>
                  <a:pt x="931351" y="160727"/>
                </a:lnTo>
                <a:lnTo>
                  <a:pt x="931318" y="160062"/>
                </a:lnTo>
                <a:lnTo>
                  <a:pt x="931295" y="159382"/>
                </a:lnTo>
                <a:lnTo>
                  <a:pt x="931281" y="158689"/>
                </a:lnTo>
                <a:lnTo>
                  <a:pt x="931276" y="157981"/>
                </a:lnTo>
                <a:lnTo>
                  <a:pt x="931284" y="157134"/>
                </a:lnTo>
                <a:lnTo>
                  <a:pt x="931307" y="156306"/>
                </a:lnTo>
                <a:lnTo>
                  <a:pt x="931347" y="155496"/>
                </a:lnTo>
                <a:lnTo>
                  <a:pt x="931402" y="154706"/>
                </a:lnTo>
                <a:lnTo>
                  <a:pt x="931473" y="153935"/>
                </a:lnTo>
                <a:lnTo>
                  <a:pt x="931559" y="153183"/>
                </a:lnTo>
                <a:lnTo>
                  <a:pt x="931661" y="152450"/>
                </a:lnTo>
                <a:lnTo>
                  <a:pt x="931779" y="151737"/>
                </a:lnTo>
                <a:lnTo>
                  <a:pt x="931913" y="151042"/>
                </a:lnTo>
                <a:lnTo>
                  <a:pt x="932062" y="150367"/>
                </a:lnTo>
                <a:lnTo>
                  <a:pt x="932227" y="149711"/>
                </a:lnTo>
                <a:lnTo>
                  <a:pt x="932408" y="149074"/>
                </a:lnTo>
                <a:lnTo>
                  <a:pt x="932605" y="148456"/>
                </a:lnTo>
                <a:lnTo>
                  <a:pt x="932817" y="147857"/>
                </a:lnTo>
                <a:lnTo>
                  <a:pt x="933045" y="147277"/>
                </a:lnTo>
                <a:lnTo>
                  <a:pt x="933289" y="146716"/>
                </a:lnTo>
                <a:lnTo>
                  <a:pt x="933549" y="146175"/>
                </a:lnTo>
                <a:lnTo>
                  <a:pt x="933824" y="145652"/>
                </a:lnTo>
                <a:lnTo>
                  <a:pt x="934115" y="145149"/>
                </a:lnTo>
                <a:lnTo>
                  <a:pt x="934422" y="144665"/>
                </a:lnTo>
                <a:lnTo>
                  <a:pt x="934744" y="144200"/>
                </a:lnTo>
                <a:lnTo>
                  <a:pt x="935082" y="143754"/>
                </a:lnTo>
                <a:lnTo>
                  <a:pt x="935436" y="143328"/>
                </a:lnTo>
                <a:lnTo>
                  <a:pt x="935806" y="142920"/>
                </a:lnTo>
                <a:lnTo>
                  <a:pt x="936193" y="142530"/>
                </a:lnTo>
                <a:lnTo>
                  <a:pt x="936599" y="142157"/>
                </a:lnTo>
                <a:lnTo>
                  <a:pt x="937025" y="141801"/>
                </a:lnTo>
                <a:lnTo>
                  <a:pt x="937470" y="141461"/>
                </a:lnTo>
                <a:lnTo>
                  <a:pt x="937934" y="141137"/>
                </a:lnTo>
                <a:lnTo>
                  <a:pt x="938417" y="140830"/>
                </a:lnTo>
                <a:lnTo>
                  <a:pt x="938919" y="140540"/>
                </a:lnTo>
                <a:lnTo>
                  <a:pt x="939440" y="140266"/>
                </a:lnTo>
                <a:lnTo>
                  <a:pt x="939980" y="140009"/>
                </a:lnTo>
                <a:lnTo>
                  <a:pt x="940540" y="139769"/>
                </a:lnTo>
                <a:lnTo>
                  <a:pt x="941118" y="139545"/>
                </a:lnTo>
                <a:lnTo>
                  <a:pt x="941716" y="139338"/>
                </a:lnTo>
                <a:lnTo>
                  <a:pt x="942333" y="139147"/>
                </a:lnTo>
                <a:lnTo>
                  <a:pt x="942969" y="138973"/>
                </a:lnTo>
                <a:lnTo>
                  <a:pt x="943624" y="138815"/>
                </a:lnTo>
                <a:lnTo>
                  <a:pt x="944298" y="138674"/>
                </a:lnTo>
                <a:lnTo>
                  <a:pt x="944992" y="138550"/>
                </a:lnTo>
                <a:lnTo>
                  <a:pt x="945704" y="138442"/>
                </a:lnTo>
                <a:lnTo>
                  <a:pt x="946436" y="138351"/>
                </a:lnTo>
                <a:lnTo>
                  <a:pt x="947187" y="138276"/>
                </a:lnTo>
                <a:lnTo>
                  <a:pt x="947957" y="138218"/>
                </a:lnTo>
                <a:lnTo>
                  <a:pt x="948746" y="138177"/>
                </a:lnTo>
                <a:lnTo>
                  <a:pt x="949554" y="138152"/>
                </a:lnTo>
                <a:lnTo>
                  <a:pt x="950381" y="138144"/>
                </a:lnTo>
                <a:lnTo>
                  <a:pt x="954788" y="138144"/>
                </a:lnTo>
                <a:lnTo>
                  <a:pt x="954788" y="163371"/>
                </a:lnTo>
                <a:lnTo>
                  <a:pt x="954602" y="163856"/>
                </a:lnTo>
                <a:lnTo>
                  <a:pt x="954412" y="164332"/>
                </a:lnTo>
                <a:lnTo>
                  <a:pt x="954218" y="164798"/>
                </a:lnTo>
                <a:lnTo>
                  <a:pt x="954020" y="165256"/>
                </a:lnTo>
                <a:lnTo>
                  <a:pt x="953817" y="165703"/>
                </a:lnTo>
                <a:lnTo>
                  <a:pt x="953610" y="166142"/>
                </a:lnTo>
                <a:lnTo>
                  <a:pt x="953399" y="166571"/>
                </a:lnTo>
                <a:lnTo>
                  <a:pt x="953183" y="166991"/>
                </a:lnTo>
                <a:lnTo>
                  <a:pt x="952964" y="167401"/>
                </a:lnTo>
                <a:lnTo>
                  <a:pt x="952740" y="167802"/>
                </a:lnTo>
                <a:lnTo>
                  <a:pt x="952511" y="168194"/>
                </a:lnTo>
                <a:lnTo>
                  <a:pt x="952279" y="168576"/>
                </a:lnTo>
                <a:lnTo>
                  <a:pt x="952042" y="168949"/>
                </a:lnTo>
                <a:lnTo>
                  <a:pt x="951801" y="169312"/>
                </a:lnTo>
                <a:lnTo>
                  <a:pt x="951556" y="169667"/>
                </a:lnTo>
                <a:lnTo>
                  <a:pt x="951306" y="170012"/>
                </a:lnTo>
                <a:lnTo>
                  <a:pt x="951052" y="170347"/>
                </a:lnTo>
                <a:lnTo>
                  <a:pt x="950794" y="170673"/>
                </a:lnTo>
                <a:lnTo>
                  <a:pt x="950532" y="170990"/>
                </a:lnTo>
                <a:lnTo>
                  <a:pt x="950265" y="171298"/>
                </a:lnTo>
                <a:lnTo>
                  <a:pt x="949994" y="171596"/>
                </a:lnTo>
                <a:lnTo>
                  <a:pt x="949719" y="171884"/>
                </a:lnTo>
                <a:lnTo>
                  <a:pt x="949439" y="172164"/>
                </a:lnTo>
                <a:lnTo>
                  <a:pt x="949155" y="172434"/>
                </a:lnTo>
                <a:lnTo>
                  <a:pt x="948869" y="172694"/>
                </a:lnTo>
                <a:lnTo>
                  <a:pt x="948579" y="172942"/>
                </a:lnTo>
                <a:lnTo>
                  <a:pt x="948287" y="173180"/>
                </a:lnTo>
                <a:lnTo>
                  <a:pt x="947992" y="173407"/>
                </a:lnTo>
                <a:lnTo>
                  <a:pt x="947695" y="173622"/>
                </a:lnTo>
                <a:lnTo>
                  <a:pt x="947396" y="173827"/>
                </a:lnTo>
                <a:lnTo>
                  <a:pt x="947093" y="174020"/>
                </a:lnTo>
                <a:lnTo>
                  <a:pt x="946788" y="174203"/>
                </a:lnTo>
                <a:lnTo>
                  <a:pt x="946481" y="174374"/>
                </a:lnTo>
                <a:lnTo>
                  <a:pt x="946171" y="174535"/>
                </a:lnTo>
                <a:lnTo>
                  <a:pt x="945858" y="174684"/>
                </a:lnTo>
                <a:lnTo>
                  <a:pt x="945543" y="174822"/>
                </a:lnTo>
                <a:lnTo>
                  <a:pt x="945226" y="174949"/>
                </a:lnTo>
                <a:lnTo>
                  <a:pt x="944905" y="175065"/>
                </a:lnTo>
                <a:lnTo>
                  <a:pt x="944582" y="175170"/>
                </a:lnTo>
                <a:lnTo>
                  <a:pt x="944257" y="175264"/>
                </a:lnTo>
                <a:lnTo>
                  <a:pt x="943929" y="175347"/>
                </a:lnTo>
                <a:lnTo>
                  <a:pt x="943598" y="175419"/>
                </a:lnTo>
                <a:lnTo>
                  <a:pt x="943265" y="175480"/>
                </a:lnTo>
                <a:lnTo>
                  <a:pt x="942930" y="175530"/>
                </a:lnTo>
                <a:lnTo>
                  <a:pt x="942591" y="175568"/>
                </a:lnTo>
                <a:lnTo>
                  <a:pt x="942250" y="175596"/>
                </a:lnTo>
                <a:lnTo>
                  <a:pt x="941907" y="175613"/>
                </a:lnTo>
                <a:lnTo>
                  <a:pt x="941561" y="175618"/>
                </a:lnTo>
                <a:lnTo>
                  <a:pt x="941157" y="175610"/>
                </a:lnTo>
                <a:lnTo>
                  <a:pt x="940760" y="175587"/>
                </a:lnTo>
                <a:lnTo>
                  <a:pt x="940372" y="175547"/>
                </a:lnTo>
                <a:lnTo>
                  <a:pt x="939990" y="175492"/>
                </a:lnTo>
                <a:close/>
                <a:moveTo>
                  <a:pt x="1058059" y="63805"/>
                </a:moveTo>
                <a:lnTo>
                  <a:pt x="1056735" y="63966"/>
                </a:lnTo>
                <a:lnTo>
                  <a:pt x="1055426" y="64157"/>
                </a:lnTo>
                <a:lnTo>
                  <a:pt x="1054132" y="64377"/>
                </a:lnTo>
                <a:lnTo>
                  <a:pt x="1052854" y="64626"/>
                </a:lnTo>
                <a:lnTo>
                  <a:pt x="1051591" y="64905"/>
                </a:lnTo>
                <a:lnTo>
                  <a:pt x="1050343" y="65213"/>
                </a:lnTo>
                <a:lnTo>
                  <a:pt x="1049111" y="65550"/>
                </a:lnTo>
                <a:lnTo>
                  <a:pt x="1047894" y="65917"/>
                </a:lnTo>
                <a:lnTo>
                  <a:pt x="1046692" y="66313"/>
                </a:lnTo>
                <a:lnTo>
                  <a:pt x="1045506" y="66739"/>
                </a:lnTo>
                <a:lnTo>
                  <a:pt x="1044334" y="67193"/>
                </a:lnTo>
                <a:lnTo>
                  <a:pt x="1043178" y="67678"/>
                </a:lnTo>
                <a:lnTo>
                  <a:pt x="1042038" y="68191"/>
                </a:lnTo>
                <a:lnTo>
                  <a:pt x="1040912" y="68734"/>
                </a:lnTo>
                <a:lnTo>
                  <a:pt x="1039802" y="69306"/>
                </a:lnTo>
                <a:lnTo>
                  <a:pt x="1038708" y="69907"/>
                </a:lnTo>
                <a:lnTo>
                  <a:pt x="1037628" y="70538"/>
                </a:lnTo>
                <a:lnTo>
                  <a:pt x="1036564" y="71198"/>
                </a:lnTo>
                <a:lnTo>
                  <a:pt x="1035515" y="71888"/>
                </a:lnTo>
                <a:lnTo>
                  <a:pt x="1034485" y="72605"/>
                </a:lnTo>
                <a:lnTo>
                  <a:pt x="1033474" y="73347"/>
                </a:lnTo>
                <a:lnTo>
                  <a:pt x="1032483" y="74115"/>
                </a:lnTo>
                <a:lnTo>
                  <a:pt x="1031512" y="74909"/>
                </a:lnTo>
                <a:lnTo>
                  <a:pt x="1030561" y="75728"/>
                </a:lnTo>
                <a:lnTo>
                  <a:pt x="1029630" y="76572"/>
                </a:lnTo>
                <a:lnTo>
                  <a:pt x="1028719" y="77442"/>
                </a:lnTo>
                <a:lnTo>
                  <a:pt x="1027828" y="78338"/>
                </a:lnTo>
                <a:lnTo>
                  <a:pt x="1026957" y="79259"/>
                </a:lnTo>
                <a:lnTo>
                  <a:pt x="1026106" y="80205"/>
                </a:lnTo>
                <a:lnTo>
                  <a:pt x="1025275" y="81177"/>
                </a:lnTo>
                <a:lnTo>
                  <a:pt x="1024464" y="82175"/>
                </a:lnTo>
                <a:lnTo>
                  <a:pt x="1023673" y="83198"/>
                </a:lnTo>
                <a:lnTo>
                  <a:pt x="1022902" y="84247"/>
                </a:lnTo>
                <a:lnTo>
                  <a:pt x="1022151" y="85321"/>
                </a:lnTo>
                <a:lnTo>
                  <a:pt x="1021420" y="86420"/>
                </a:lnTo>
                <a:lnTo>
                  <a:pt x="1020709" y="87546"/>
                </a:lnTo>
                <a:lnTo>
                  <a:pt x="1020018" y="88696"/>
                </a:lnTo>
                <a:lnTo>
                  <a:pt x="1019346" y="89872"/>
                </a:lnTo>
                <a:lnTo>
                  <a:pt x="1018695" y="91074"/>
                </a:lnTo>
                <a:lnTo>
                  <a:pt x="1018064" y="92301"/>
                </a:lnTo>
                <a:lnTo>
                  <a:pt x="1017453" y="93554"/>
                </a:lnTo>
                <a:lnTo>
                  <a:pt x="1016862" y="94832"/>
                </a:lnTo>
                <a:lnTo>
                  <a:pt x="1016290" y="96136"/>
                </a:lnTo>
                <a:lnTo>
                  <a:pt x="1015741" y="97463"/>
                </a:lnTo>
                <a:lnTo>
                  <a:pt x="1015215" y="98810"/>
                </a:lnTo>
                <a:lnTo>
                  <a:pt x="1014712" y="100179"/>
                </a:lnTo>
                <a:lnTo>
                  <a:pt x="1014233" y="101568"/>
                </a:lnTo>
                <a:lnTo>
                  <a:pt x="1013777" y="102979"/>
                </a:lnTo>
                <a:lnTo>
                  <a:pt x="1013344" y="104410"/>
                </a:lnTo>
                <a:lnTo>
                  <a:pt x="1012935" y="105862"/>
                </a:lnTo>
                <a:lnTo>
                  <a:pt x="1012549" y="107335"/>
                </a:lnTo>
                <a:lnTo>
                  <a:pt x="1012187" y="108828"/>
                </a:lnTo>
                <a:lnTo>
                  <a:pt x="1011847" y="110343"/>
                </a:lnTo>
                <a:lnTo>
                  <a:pt x="1011532" y="111878"/>
                </a:lnTo>
                <a:lnTo>
                  <a:pt x="1011239" y="113434"/>
                </a:lnTo>
                <a:lnTo>
                  <a:pt x="1010971" y="115011"/>
                </a:lnTo>
                <a:lnTo>
                  <a:pt x="1010725" y="116609"/>
                </a:lnTo>
                <a:lnTo>
                  <a:pt x="1010503" y="118228"/>
                </a:lnTo>
                <a:lnTo>
                  <a:pt x="1010304" y="119867"/>
                </a:lnTo>
                <a:lnTo>
                  <a:pt x="1010129" y="121528"/>
                </a:lnTo>
                <a:lnTo>
                  <a:pt x="1009977" y="123209"/>
                </a:lnTo>
                <a:lnTo>
                  <a:pt x="1009848" y="124911"/>
                </a:lnTo>
                <a:lnTo>
                  <a:pt x="1009743" y="126634"/>
                </a:lnTo>
                <a:lnTo>
                  <a:pt x="1009661" y="128377"/>
                </a:lnTo>
                <a:lnTo>
                  <a:pt x="1009603" y="130142"/>
                </a:lnTo>
                <a:lnTo>
                  <a:pt x="1009567" y="131927"/>
                </a:lnTo>
                <a:lnTo>
                  <a:pt x="1009556" y="133734"/>
                </a:lnTo>
                <a:lnTo>
                  <a:pt x="1009581" y="136502"/>
                </a:lnTo>
                <a:lnTo>
                  <a:pt x="1009658" y="139213"/>
                </a:lnTo>
                <a:lnTo>
                  <a:pt x="1009785" y="141868"/>
                </a:lnTo>
                <a:lnTo>
                  <a:pt x="1009964" y="144467"/>
                </a:lnTo>
                <a:lnTo>
                  <a:pt x="1010194" y="147009"/>
                </a:lnTo>
                <a:lnTo>
                  <a:pt x="1010474" y="149494"/>
                </a:lnTo>
                <a:lnTo>
                  <a:pt x="1010806" y="151923"/>
                </a:lnTo>
                <a:lnTo>
                  <a:pt x="1011189" y="154295"/>
                </a:lnTo>
                <a:lnTo>
                  <a:pt x="1011622" y="156611"/>
                </a:lnTo>
                <a:lnTo>
                  <a:pt x="1012107" y="158870"/>
                </a:lnTo>
                <a:lnTo>
                  <a:pt x="1012643" y="161073"/>
                </a:lnTo>
                <a:lnTo>
                  <a:pt x="1013230" y="163218"/>
                </a:lnTo>
                <a:lnTo>
                  <a:pt x="1013867" y="165308"/>
                </a:lnTo>
                <a:lnTo>
                  <a:pt x="1014556" y="167341"/>
                </a:lnTo>
                <a:lnTo>
                  <a:pt x="1015296" y="169317"/>
                </a:lnTo>
                <a:lnTo>
                  <a:pt x="1016087" y="171237"/>
                </a:lnTo>
                <a:lnTo>
                  <a:pt x="1016929" y="173100"/>
                </a:lnTo>
                <a:lnTo>
                  <a:pt x="1017822" y="174906"/>
                </a:lnTo>
                <a:lnTo>
                  <a:pt x="1018766" y="176656"/>
                </a:lnTo>
                <a:lnTo>
                  <a:pt x="1019761" y="178350"/>
                </a:lnTo>
                <a:lnTo>
                  <a:pt x="1020807" y="179987"/>
                </a:lnTo>
                <a:lnTo>
                  <a:pt x="1021904" y="181567"/>
                </a:lnTo>
                <a:lnTo>
                  <a:pt x="1023052" y="183091"/>
                </a:lnTo>
                <a:lnTo>
                  <a:pt x="1024251" y="184558"/>
                </a:lnTo>
                <a:lnTo>
                  <a:pt x="1025496" y="185967"/>
                </a:lnTo>
                <a:lnTo>
                  <a:pt x="1026782" y="187316"/>
                </a:lnTo>
                <a:lnTo>
                  <a:pt x="1028109" y="188605"/>
                </a:lnTo>
                <a:lnTo>
                  <a:pt x="1029476" y="189834"/>
                </a:lnTo>
                <a:lnTo>
                  <a:pt x="1030884" y="191003"/>
                </a:lnTo>
                <a:lnTo>
                  <a:pt x="1032334" y="192112"/>
                </a:lnTo>
                <a:lnTo>
                  <a:pt x="1033824" y="193161"/>
                </a:lnTo>
                <a:lnTo>
                  <a:pt x="1035354" y="194150"/>
                </a:lnTo>
                <a:lnTo>
                  <a:pt x="1036926" y="195080"/>
                </a:lnTo>
                <a:lnTo>
                  <a:pt x="1038538" y="195949"/>
                </a:lnTo>
                <a:lnTo>
                  <a:pt x="1040192" y="196758"/>
                </a:lnTo>
                <a:lnTo>
                  <a:pt x="1041886" y="197508"/>
                </a:lnTo>
                <a:lnTo>
                  <a:pt x="1043621" y="198197"/>
                </a:lnTo>
                <a:lnTo>
                  <a:pt x="1045396" y="198827"/>
                </a:lnTo>
                <a:lnTo>
                  <a:pt x="1047213" y="199396"/>
                </a:lnTo>
                <a:lnTo>
                  <a:pt x="1049070" y="199906"/>
                </a:lnTo>
                <a:lnTo>
                  <a:pt x="1050969" y="200355"/>
                </a:lnTo>
                <a:lnTo>
                  <a:pt x="1052908" y="200745"/>
                </a:lnTo>
                <a:lnTo>
                  <a:pt x="1054888" y="201075"/>
                </a:lnTo>
                <a:lnTo>
                  <a:pt x="1056908" y="201345"/>
                </a:lnTo>
                <a:lnTo>
                  <a:pt x="1058970" y="201555"/>
                </a:lnTo>
                <a:lnTo>
                  <a:pt x="1061072" y="201704"/>
                </a:lnTo>
                <a:lnTo>
                  <a:pt x="1063215" y="201794"/>
                </a:lnTo>
                <a:lnTo>
                  <a:pt x="1065399" y="201824"/>
                </a:lnTo>
                <a:lnTo>
                  <a:pt x="1067126" y="201798"/>
                </a:lnTo>
                <a:lnTo>
                  <a:pt x="1068835" y="201719"/>
                </a:lnTo>
                <a:lnTo>
                  <a:pt x="1070528" y="201587"/>
                </a:lnTo>
                <a:lnTo>
                  <a:pt x="1072203" y="201403"/>
                </a:lnTo>
                <a:lnTo>
                  <a:pt x="1073862" y="201165"/>
                </a:lnTo>
                <a:lnTo>
                  <a:pt x="1075503" y="200875"/>
                </a:lnTo>
                <a:lnTo>
                  <a:pt x="1077128" y="200533"/>
                </a:lnTo>
                <a:lnTo>
                  <a:pt x="1078735" y="200137"/>
                </a:lnTo>
                <a:lnTo>
                  <a:pt x="1080326" y="199689"/>
                </a:lnTo>
                <a:lnTo>
                  <a:pt x="1081899" y="199188"/>
                </a:lnTo>
                <a:lnTo>
                  <a:pt x="1083456" y="198634"/>
                </a:lnTo>
                <a:lnTo>
                  <a:pt x="1084995" y="198028"/>
                </a:lnTo>
                <a:lnTo>
                  <a:pt x="1086518" y="197369"/>
                </a:lnTo>
                <a:lnTo>
                  <a:pt x="1088023" y="196657"/>
                </a:lnTo>
                <a:lnTo>
                  <a:pt x="1089511" y="195893"/>
                </a:lnTo>
                <a:lnTo>
                  <a:pt x="1090983" y="195076"/>
                </a:lnTo>
                <a:lnTo>
                  <a:pt x="1092437" y="194206"/>
                </a:lnTo>
                <a:lnTo>
                  <a:pt x="1093874" y="193283"/>
                </a:lnTo>
                <a:lnTo>
                  <a:pt x="1095295" y="192307"/>
                </a:lnTo>
                <a:lnTo>
                  <a:pt x="1096698" y="191279"/>
                </a:lnTo>
                <a:lnTo>
                  <a:pt x="1098084" y="190198"/>
                </a:lnTo>
                <a:lnTo>
                  <a:pt x="1099454" y="189065"/>
                </a:lnTo>
                <a:lnTo>
                  <a:pt x="1100806" y="187879"/>
                </a:lnTo>
                <a:lnTo>
                  <a:pt x="1102141" y="186639"/>
                </a:lnTo>
                <a:lnTo>
                  <a:pt x="1086220" y="165329"/>
                </a:lnTo>
                <a:lnTo>
                  <a:pt x="1085773" y="165672"/>
                </a:lnTo>
                <a:lnTo>
                  <a:pt x="1085330" y="166006"/>
                </a:lnTo>
                <a:lnTo>
                  <a:pt x="1084892" y="166332"/>
                </a:lnTo>
                <a:lnTo>
                  <a:pt x="1084458" y="166649"/>
                </a:lnTo>
                <a:lnTo>
                  <a:pt x="1084028" y="166958"/>
                </a:lnTo>
                <a:lnTo>
                  <a:pt x="1083602" y="167258"/>
                </a:lnTo>
                <a:lnTo>
                  <a:pt x="1083181" y="167550"/>
                </a:lnTo>
                <a:lnTo>
                  <a:pt x="1082763" y="167833"/>
                </a:lnTo>
                <a:lnTo>
                  <a:pt x="1082350" y="168107"/>
                </a:lnTo>
                <a:lnTo>
                  <a:pt x="1081942" y="168374"/>
                </a:lnTo>
                <a:lnTo>
                  <a:pt x="1081537" y="168631"/>
                </a:lnTo>
                <a:lnTo>
                  <a:pt x="1081137" y="168881"/>
                </a:lnTo>
                <a:lnTo>
                  <a:pt x="1080741" y="169121"/>
                </a:lnTo>
                <a:lnTo>
                  <a:pt x="1080350" y="169353"/>
                </a:lnTo>
                <a:lnTo>
                  <a:pt x="1079962" y="169577"/>
                </a:lnTo>
                <a:lnTo>
                  <a:pt x="1079579" y="169792"/>
                </a:lnTo>
                <a:lnTo>
                  <a:pt x="1079200" y="169999"/>
                </a:lnTo>
                <a:lnTo>
                  <a:pt x="1078826" y="170197"/>
                </a:lnTo>
                <a:lnTo>
                  <a:pt x="1078455" y="170387"/>
                </a:lnTo>
                <a:lnTo>
                  <a:pt x="1078089" y="170568"/>
                </a:lnTo>
                <a:lnTo>
                  <a:pt x="1077727" y="170741"/>
                </a:lnTo>
                <a:lnTo>
                  <a:pt x="1077370" y="170905"/>
                </a:lnTo>
                <a:lnTo>
                  <a:pt x="1077016" y="171061"/>
                </a:lnTo>
                <a:lnTo>
                  <a:pt x="1076667" y="171208"/>
                </a:lnTo>
                <a:lnTo>
                  <a:pt x="1076319" y="171348"/>
                </a:lnTo>
                <a:lnTo>
                  <a:pt x="1075968" y="171482"/>
                </a:lnTo>
                <a:lnTo>
                  <a:pt x="1075615" y="171610"/>
                </a:lnTo>
                <a:lnTo>
                  <a:pt x="1075259" y="171732"/>
                </a:lnTo>
                <a:lnTo>
                  <a:pt x="1074901" y="171848"/>
                </a:lnTo>
                <a:lnTo>
                  <a:pt x="1074540" y="171958"/>
                </a:lnTo>
                <a:lnTo>
                  <a:pt x="1074176" y="172063"/>
                </a:lnTo>
                <a:lnTo>
                  <a:pt x="1073810" y="172161"/>
                </a:lnTo>
                <a:lnTo>
                  <a:pt x="1073441" y="172253"/>
                </a:lnTo>
                <a:lnTo>
                  <a:pt x="1073070" y="172340"/>
                </a:lnTo>
                <a:lnTo>
                  <a:pt x="1072696" y="172420"/>
                </a:lnTo>
                <a:lnTo>
                  <a:pt x="1072320" y="172495"/>
                </a:lnTo>
                <a:lnTo>
                  <a:pt x="1071941" y="172563"/>
                </a:lnTo>
                <a:lnTo>
                  <a:pt x="1071560" y="172626"/>
                </a:lnTo>
                <a:lnTo>
                  <a:pt x="1071176" y="172682"/>
                </a:lnTo>
                <a:lnTo>
                  <a:pt x="1070789" y="172733"/>
                </a:lnTo>
                <a:lnTo>
                  <a:pt x="1070400" y="172777"/>
                </a:lnTo>
                <a:lnTo>
                  <a:pt x="1070008" y="172816"/>
                </a:lnTo>
                <a:lnTo>
                  <a:pt x="1069614" y="172849"/>
                </a:lnTo>
                <a:lnTo>
                  <a:pt x="1069217" y="172876"/>
                </a:lnTo>
                <a:lnTo>
                  <a:pt x="1068818" y="172897"/>
                </a:lnTo>
                <a:lnTo>
                  <a:pt x="1068416" y="172912"/>
                </a:lnTo>
                <a:lnTo>
                  <a:pt x="1068011" y="172920"/>
                </a:lnTo>
                <a:lnTo>
                  <a:pt x="1067604" y="172923"/>
                </a:lnTo>
                <a:lnTo>
                  <a:pt x="1066836" y="172909"/>
                </a:lnTo>
                <a:lnTo>
                  <a:pt x="1066082" y="172864"/>
                </a:lnTo>
                <a:lnTo>
                  <a:pt x="1065343" y="172789"/>
                </a:lnTo>
                <a:lnTo>
                  <a:pt x="1064618" y="172685"/>
                </a:lnTo>
                <a:lnTo>
                  <a:pt x="1063907" y="172551"/>
                </a:lnTo>
                <a:lnTo>
                  <a:pt x="1063211" y="172388"/>
                </a:lnTo>
                <a:lnTo>
                  <a:pt x="1062530" y="172194"/>
                </a:lnTo>
                <a:lnTo>
                  <a:pt x="1061862" y="171971"/>
                </a:lnTo>
                <a:lnTo>
                  <a:pt x="1061210" y="171718"/>
                </a:lnTo>
                <a:lnTo>
                  <a:pt x="1060571" y="171435"/>
                </a:lnTo>
                <a:lnTo>
                  <a:pt x="1059948" y="171122"/>
                </a:lnTo>
                <a:lnTo>
                  <a:pt x="1059338" y="170780"/>
                </a:lnTo>
                <a:lnTo>
                  <a:pt x="1058743" y="170408"/>
                </a:lnTo>
                <a:lnTo>
                  <a:pt x="1058163" y="170006"/>
                </a:lnTo>
                <a:lnTo>
                  <a:pt x="1057597" y="169574"/>
                </a:lnTo>
                <a:lnTo>
                  <a:pt x="1057045" y="169113"/>
                </a:lnTo>
                <a:lnTo>
                  <a:pt x="1056508" y="168622"/>
                </a:lnTo>
                <a:lnTo>
                  <a:pt x="1055985" y="168101"/>
                </a:lnTo>
                <a:lnTo>
                  <a:pt x="1055477" y="167550"/>
                </a:lnTo>
                <a:lnTo>
                  <a:pt x="1054983" y="166970"/>
                </a:lnTo>
                <a:lnTo>
                  <a:pt x="1054504" y="166359"/>
                </a:lnTo>
                <a:lnTo>
                  <a:pt x="1054039" y="165719"/>
                </a:lnTo>
                <a:lnTo>
                  <a:pt x="1053588" y="165050"/>
                </a:lnTo>
                <a:lnTo>
                  <a:pt x="1053152" y="164350"/>
                </a:lnTo>
                <a:lnTo>
                  <a:pt x="1052732" y="163612"/>
                </a:lnTo>
                <a:lnTo>
                  <a:pt x="1052331" y="162826"/>
                </a:lnTo>
                <a:lnTo>
                  <a:pt x="1051947" y="161992"/>
                </a:lnTo>
                <a:lnTo>
                  <a:pt x="1051581" y="161111"/>
                </a:lnTo>
                <a:lnTo>
                  <a:pt x="1051232" y="160183"/>
                </a:lnTo>
                <a:lnTo>
                  <a:pt x="1050902" y="159206"/>
                </a:lnTo>
                <a:lnTo>
                  <a:pt x="1050590" y="158182"/>
                </a:lnTo>
                <a:lnTo>
                  <a:pt x="1050295" y="157111"/>
                </a:lnTo>
                <a:lnTo>
                  <a:pt x="1050018" y="155992"/>
                </a:lnTo>
                <a:lnTo>
                  <a:pt x="1049759" y="154825"/>
                </a:lnTo>
                <a:lnTo>
                  <a:pt x="1049518" y="153610"/>
                </a:lnTo>
                <a:lnTo>
                  <a:pt x="1049295" y="152348"/>
                </a:lnTo>
                <a:lnTo>
                  <a:pt x="1049090" y="151039"/>
                </a:lnTo>
                <a:lnTo>
                  <a:pt x="1048902" y="149682"/>
                </a:lnTo>
                <a:lnTo>
                  <a:pt x="1048733" y="148277"/>
                </a:lnTo>
                <a:lnTo>
                  <a:pt x="1048581" y="146824"/>
                </a:lnTo>
                <a:lnTo>
                  <a:pt x="1048447" y="145324"/>
                </a:lnTo>
                <a:lnTo>
                  <a:pt x="1048331" y="143777"/>
                </a:lnTo>
                <a:lnTo>
                  <a:pt x="1048233" y="142181"/>
                </a:lnTo>
                <a:lnTo>
                  <a:pt x="1048152" y="140538"/>
                </a:lnTo>
                <a:lnTo>
                  <a:pt x="1048090" y="138848"/>
                </a:lnTo>
                <a:lnTo>
                  <a:pt x="1048045" y="137110"/>
                </a:lnTo>
                <a:lnTo>
                  <a:pt x="1048018" y="135324"/>
                </a:lnTo>
                <a:lnTo>
                  <a:pt x="1048009" y="133491"/>
                </a:lnTo>
                <a:lnTo>
                  <a:pt x="1048018" y="131556"/>
                </a:lnTo>
                <a:lnTo>
                  <a:pt x="1048043" y="129671"/>
                </a:lnTo>
                <a:lnTo>
                  <a:pt x="1048086" y="127836"/>
                </a:lnTo>
                <a:lnTo>
                  <a:pt x="1048145" y="126050"/>
                </a:lnTo>
                <a:lnTo>
                  <a:pt x="1048222" y="124315"/>
                </a:lnTo>
                <a:lnTo>
                  <a:pt x="1048316" y="122629"/>
                </a:lnTo>
                <a:lnTo>
                  <a:pt x="1048426" y="120993"/>
                </a:lnTo>
                <a:lnTo>
                  <a:pt x="1048554" y="119406"/>
                </a:lnTo>
                <a:lnTo>
                  <a:pt x="1048698" y="117870"/>
                </a:lnTo>
                <a:lnTo>
                  <a:pt x="1048860" y="116383"/>
                </a:lnTo>
                <a:lnTo>
                  <a:pt x="1049039" y="114946"/>
                </a:lnTo>
                <a:lnTo>
                  <a:pt x="1049234" y="113558"/>
                </a:lnTo>
                <a:lnTo>
                  <a:pt x="1049447" y="112221"/>
                </a:lnTo>
                <a:lnTo>
                  <a:pt x="1049677" y="110933"/>
                </a:lnTo>
                <a:lnTo>
                  <a:pt x="1049923" y="109695"/>
                </a:lnTo>
                <a:lnTo>
                  <a:pt x="1050187" y="108507"/>
                </a:lnTo>
                <a:lnTo>
                  <a:pt x="1050468" y="107368"/>
                </a:lnTo>
                <a:lnTo>
                  <a:pt x="1050765" y="106280"/>
                </a:lnTo>
                <a:lnTo>
                  <a:pt x="1051080" y="105241"/>
                </a:lnTo>
                <a:lnTo>
                  <a:pt x="1051412" y="104252"/>
                </a:lnTo>
                <a:lnTo>
                  <a:pt x="1051761" y="103312"/>
                </a:lnTo>
                <a:lnTo>
                  <a:pt x="1052126" y="102423"/>
                </a:lnTo>
                <a:lnTo>
                  <a:pt x="1052509" y="101583"/>
                </a:lnTo>
                <a:lnTo>
                  <a:pt x="1052909" y="100793"/>
                </a:lnTo>
                <a:lnTo>
                  <a:pt x="1053326" y="100043"/>
                </a:lnTo>
                <a:lnTo>
                  <a:pt x="1053761" y="99325"/>
                </a:lnTo>
                <a:lnTo>
                  <a:pt x="1054214" y="98640"/>
                </a:lnTo>
                <a:lnTo>
                  <a:pt x="1054685" y="97986"/>
                </a:lnTo>
                <a:lnTo>
                  <a:pt x="1055174" y="97364"/>
                </a:lnTo>
                <a:lnTo>
                  <a:pt x="1055680" y="96774"/>
                </a:lnTo>
                <a:lnTo>
                  <a:pt x="1056205" y="96215"/>
                </a:lnTo>
                <a:lnTo>
                  <a:pt x="1056747" y="95689"/>
                </a:lnTo>
                <a:lnTo>
                  <a:pt x="1057307" y="95195"/>
                </a:lnTo>
                <a:lnTo>
                  <a:pt x="1057885" y="94732"/>
                </a:lnTo>
                <a:lnTo>
                  <a:pt x="1058481" y="94301"/>
                </a:lnTo>
                <a:lnTo>
                  <a:pt x="1059094" y="93903"/>
                </a:lnTo>
                <a:lnTo>
                  <a:pt x="1059726" y="93536"/>
                </a:lnTo>
                <a:lnTo>
                  <a:pt x="1060375" y="93201"/>
                </a:lnTo>
                <a:lnTo>
                  <a:pt x="1061042" y="92898"/>
                </a:lnTo>
                <a:lnTo>
                  <a:pt x="1061728" y="92627"/>
                </a:lnTo>
                <a:lnTo>
                  <a:pt x="1062430" y="92388"/>
                </a:lnTo>
                <a:lnTo>
                  <a:pt x="1063151" y="92180"/>
                </a:lnTo>
                <a:lnTo>
                  <a:pt x="1063890" y="92005"/>
                </a:lnTo>
                <a:lnTo>
                  <a:pt x="1064646" y="91861"/>
                </a:lnTo>
                <a:lnTo>
                  <a:pt x="1065421" y="91750"/>
                </a:lnTo>
                <a:lnTo>
                  <a:pt x="1066213" y="91670"/>
                </a:lnTo>
                <a:lnTo>
                  <a:pt x="1067023" y="91622"/>
                </a:lnTo>
                <a:lnTo>
                  <a:pt x="1067851" y="91606"/>
                </a:lnTo>
                <a:lnTo>
                  <a:pt x="1068608" y="91620"/>
                </a:lnTo>
                <a:lnTo>
                  <a:pt x="1069368" y="91662"/>
                </a:lnTo>
                <a:lnTo>
                  <a:pt x="1070131" y="91732"/>
                </a:lnTo>
                <a:lnTo>
                  <a:pt x="1070898" y="91831"/>
                </a:lnTo>
                <a:lnTo>
                  <a:pt x="1071668" y="91957"/>
                </a:lnTo>
                <a:lnTo>
                  <a:pt x="1072442" y="92111"/>
                </a:lnTo>
                <a:lnTo>
                  <a:pt x="1073219" y="92294"/>
                </a:lnTo>
                <a:lnTo>
                  <a:pt x="1074000" y="92504"/>
                </a:lnTo>
                <a:lnTo>
                  <a:pt x="1074784" y="92743"/>
                </a:lnTo>
                <a:lnTo>
                  <a:pt x="1075571" y="93010"/>
                </a:lnTo>
                <a:lnTo>
                  <a:pt x="1076362" y="93304"/>
                </a:lnTo>
                <a:lnTo>
                  <a:pt x="1077156" y="93627"/>
                </a:lnTo>
                <a:lnTo>
                  <a:pt x="1077954" y="93978"/>
                </a:lnTo>
                <a:lnTo>
                  <a:pt x="1078755" y="94357"/>
                </a:lnTo>
                <a:lnTo>
                  <a:pt x="1079559" y="94764"/>
                </a:lnTo>
                <a:lnTo>
                  <a:pt x="1080367" y="95199"/>
                </a:lnTo>
                <a:lnTo>
                  <a:pt x="1081178" y="95662"/>
                </a:lnTo>
                <a:lnTo>
                  <a:pt x="1081993" y="96153"/>
                </a:lnTo>
                <a:lnTo>
                  <a:pt x="1082811" y="96673"/>
                </a:lnTo>
                <a:lnTo>
                  <a:pt x="1083632" y="97220"/>
                </a:lnTo>
                <a:lnTo>
                  <a:pt x="1084457" y="97795"/>
                </a:lnTo>
                <a:lnTo>
                  <a:pt x="1085286" y="98399"/>
                </a:lnTo>
                <a:lnTo>
                  <a:pt x="1086117" y="99030"/>
                </a:lnTo>
                <a:lnTo>
                  <a:pt x="1086953" y="99690"/>
                </a:lnTo>
                <a:lnTo>
                  <a:pt x="1102141" y="79359"/>
                </a:lnTo>
                <a:lnTo>
                  <a:pt x="1101486" y="78692"/>
                </a:lnTo>
                <a:lnTo>
                  <a:pt x="1100826" y="78041"/>
                </a:lnTo>
                <a:lnTo>
                  <a:pt x="1100162" y="77403"/>
                </a:lnTo>
                <a:lnTo>
                  <a:pt x="1099494" y="76780"/>
                </a:lnTo>
                <a:lnTo>
                  <a:pt x="1098821" y="76171"/>
                </a:lnTo>
                <a:lnTo>
                  <a:pt x="1098144" y="75577"/>
                </a:lnTo>
                <a:lnTo>
                  <a:pt x="1097463" y="74998"/>
                </a:lnTo>
                <a:lnTo>
                  <a:pt x="1096778" y="74433"/>
                </a:lnTo>
                <a:lnTo>
                  <a:pt x="1096089" y="73882"/>
                </a:lnTo>
                <a:lnTo>
                  <a:pt x="1095395" y="73346"/>
                </a:lnTo>
                <a:lnTo>
                  <a:pt x="1094697" y="72824"/>
                </a:lnTo>
                <a:lnTo>
                  <a:pt x="1093995" y="72317"/>
                </a:lnTo>
                <a:lnTo>
                  <a:pt x="1093288" y="71824"/>
                </a:lnTo>
                <a:lnTo>
                  <a:pt x="1092578" y="71346"/>
                </a:lnTo>
                <a:lnTo>
                  <a:pt x="1091863" y="70882"/>
                </a:lnTo>
                <a:lnTo>
                  <a:pt x="1091143" y="70432"/>
                </a:lnTo>
                <a:lnTo>
                  <a:pt x="1090420" y="69998"/>
                </a:lnTo>
                <a:lnTo>
                  <a:pt x="1089692" y="69577"/>
                </a:lnTo>
                <a:lnTo>
                  <a:pt x="1088960" y="69171"/>
                </a:lnTo>
                <a:lnTo>
                  <a:pt x="1088224" y="68780"/>
                </a:lnTo>
                <a:lnTo>
                  <a:pt x="1087484" y="68403"/>
                </a:lnTo>
                <a:lnTo>
                  <a:pt x="1086739" y="68040"/>
                </a:lnTo>
                <a:lnTo>
                  <a:pt x="1085990" y="67692"/>
                </a:lnTo>
                <a:lnTo>
                  <a:pt x="1085237" y="67358"/>
                </a:lnTo>
                <a:lnTo>
                  <a:pt x="1084478" y="67038"/>
                </a:lnTo>
                <a:lnTo>
                  <a:pt x="1083712" y="66732"/>
                </a:lnTo>
                <a:lnTo>
                  <a:pt x="1082938" y="66439"/>
                </a:lnTo>
                <a:lnTo>
                  <a:pt x="1082156" y="66160"/>
                </a:lnTo>
                <a:lnTo>
                  <a:pt x="1081367" y="65895"/>
                </a:lnTo>
                <a:lnTo>
                  <a:pt x="1080569" y="65643"/>
                </a:lnTo>
                <a:lnTo>
                  <a:pt x="1079765" y="65405"/>
                </a:lnTo>
                <a:lnTo>
                  <a:pt x="1078952" y="65180"/>
                </a:lnTo>
                <a:lnTo>
                  <a:pt x="1078132" y="64969"/>
                </a:lnTo>
                <a:lnTo>
                  <a:pt x="1077304" y="64772"/>
                </a:lnTo>
                <a:lnTo>
                  <a:pt x="1076469" y="64588"/>
                </a:lnTo>
                <a:lnTo>
                  <a:pt x="1075626" y="64418"/>
                </a:lnTo>
                <a:lnTo>
                  <a:pt x="1074775" y="64261"/>
                </a:lnTo>
                <a:lnTo>
                  <a:pt x="1073916" y="64118"/>
                </a:lnTo>
                <a:lnTo>
                  <a:pt x="1073050" y="63989"/>
                </a:lnTo>
                <a:lnTo>
                  <a:pt x="1072176" y="63873"/>
                </a:lnTo>
                <a:lnTo>
                  <a:pt x="1071295" y="63771"/>
                </a:lnTo>
                <a:lnTo>
                  <a:pt x="1070406" y="63683"/>
                </a:lnTo>
                <a:lnTo>
                  <a:pt x="1069509" y="63608"/>
                </a:lnTo>
                <a:lnTo>
                  <a:pt x="1068604" y="63547"/>
                </a:lnTo>
                <a:lnTo>
                  <a:pt x="1067692" y="63499"/>
                </a:lnTo>
                <a:lnTo>
                  <a:pt x="1066772" y="63465"/>
                </a:lnTo>
                <a:lnTo>
                  <a:pt x="1065845" y="63445"/>
                </a:lnTo>
                <a:lnTo>
                  <a:pt x="1064910" y="63438"/>
                </a:lnTo>
                <a:lnTo>
                  <a:pt x="1063509" y="63452"/>
                </a:lnTo>
                <a:lnTo>
                  <a:pt x="1062124" y="63496"/>
                </a:lnTo>
                <a:lnTo>
                  <a:pt x="1060753" y="63570"/>
                </a:lnTo>
                <a:lnTo>
                  <a:pt x="1059399" y="63672"/>
                </a:lnTo>
                <a:lnTo>
                  <a:pt x="1058059" y="63805"/>
                </a:lnTo>
                <a:close/>
                <a:moveTo>
                  <a:pt x="1317808" y="101405"/>
                </a:moveTo>
                <a:lnTo>
                  <a:pt x="1317632" y="99672"/>
                </a:lnTo>
                <a:lnTo>
                  <a:pt x="1317416" y="97981"/>
                </a:lnTo>
                <a:lnTo>
                  <a:pt x="1317162" y="96330"/>
                </a:lnTo>
                <a:lnTo>
                  <a:pt x="1316869" y="94721"/>
                </a:lnTo>
                <a:lnTo>
                  <a:pt x="1316536" y="93153"/>
                </a:lnTo>
                <a:lnTo>
                  <a:pt x="1316164" y="91626"/>
                </a:lnTo>
                <a:lnTo>
                  <a:pt x="1315754" y="90141"/>
                </a:lnTo>
                <a:lnTo>
                  <a:pt x="1315304" y="88697"/>
                </a:lnTo>
                <a:lnTo>
                  <a:pt x="1314815" y="87294"/>
                </a:lnTo>
                <a:lnTo>
                  <a:pt x="1314286" y="85932"/>
                </a:lnTo>
                <a:lnTo>
                  <a:pt x="1313719" y="84611"/>
                </a:lnTo>
                <a:lnTo>
                  <a:pt x="1313113" y="83332"/>
                </a:lnTo>
                <a:lnTo>
                  <a:pt x="1312467" y="82094"/>
                </a:lnTo>
                <a:lnTo>
                  <a:pt x="1311782" y="80897"/>
                </a:lnTo>
                <a:lnTo>
                  <a:pt x="1311059" y="79742"/>
                </a:lnTo>
                <a:lnTo>
                  <a:pt x="1310296" y="78627"/>
                </a:lnTo>
                <a:lnTo>
                  <a:pt x="1309494" y="77554"/>
                </a:lnTo>
                <a:lnTo>
                  <a:pt x="1308652" y="76522"/>
                </a:lnTo>
                <a:lnTo>
                  <a:pt x="1307772" y="75532"/>
                </a:lnTo>
                <a:lnTo>
                  <a:pt x="1306853" y="74583"/>
                </a:lnTo>
                <a:lnTo>
                  <a:pt x="1305893" y="73673"/>
                </a:lnTo>
                <a:lnTo>
                  <a:pt x="1304893" y="72802"/>
                </a:lnTo>
                <a:lnTo>
                  <a:pt x="1303852" y="71970"/>
                </a:lnTo>
                <a:lnTo>
                  <a:pt x="1302770" y="71177"/>
                </a:lnTo>
                <a:lnTo>
                  <a:pt x="1301647" y="70423"/>
                </a:lnTo>
                <a:lnTo>
                  <a:pt x="1300484" y="69707"/>
                </a:lnTo>
                <a:lnTo>
                  <a:pt x="1299280" y="69030"/>
                </a:lnTo>
                <a:lnTo>
                  <a:pt x="1298035" y="68391"/>
                </a:lnTo>
                <a:lnTo>
                  <a:pt x="1296749" y="67791"/>
                </a:lnTo>
                <a:lnTo>
                  <a:pt x="1295422" y="67230"/>
                </a:lnTo>
                <a:lnTo>
                  <a:pt x="1294054" y="66708"/>
                </a:lnTo>
                <a:lnTo>
                  <a:pt x="1292646" y="66224"/>
                </a:lnTo>
                <a:lnTo>
                  <a:pt x="1291197" y="65779"/>
                </a:lnTo>
                <a:lnTo>
                  <a:pt x="1289707" y="65373"/>
                </a:lnTo>
                <a:lnTo>
                  <a:pt x="1288176" y="65005"/>
                </a:lnTo>
                <a:lnTo>
                  <a:pt x="1286604" y="64676"/>
                </a:lnTo>
                <a:lnTo>
                  <a:pt x="1284992" y="64386"/>
                </a:lnTo>
                <a:lnTo>
                  <a:pt x="1283339" y="64134"/>
                </a:lnTo>
                <a:lnTo>
                  <a:pt x="1281645" y="63921"/>
                </a:lnTo>
                <a:lnTo>
                  <a:pt x="1279910" y="63747"/>
                </a:lnTo>
                <a:lnTo>
                  <a:pt x="1278134" y="63612"/>
                </a:lnTo>
                <a:lnTo>
                  <a:pt x="1276318" y="63515"/>
                </a:lnTo>
                <a:lnTo>
                  <a:pt x="1274461" y="63457"/>
                </a:lnTo>
                <a:lnTo>
                  <a:pt x="1272562" y="63438"/>
                </a:lnTo>
                <a:lnTo>
                  <a:pt x="1271703" y="63442"/>
                </a:lnTo>
                <a:lnTo>
                  <a:pt x="1270841" y="63455"/>
                </a:lnTo>
                <a:lnTo>
                  <a:pt x="1269974" y="63476"/>
                </a:lnTo>
                <a:lnTo>
                  <a:pt x="1269103" y="63506"/>
                </a:lnTo>
                <a:lnTo>
                  <a:pt x="1268229" y="63544"/>
                </a:lnTo>
                <a:lnTo>
                  <a:pt x="1267351" y="63591"/>
                </a:lnTo>
                <a:lnTo>
                  <a:pt x="1266469" y="63646"/>
                </a:lnTo>
                <a:lnTo>
                  <a:pt x="1265583" y="63710"/>
                </a:lnTo>
                <a:lnTo>
                  <a:pt x="1264693" y="63783"/>
                </a:lnTo>
                <a:lnTo>
                  <a:pt x="1263799" y="63863"/>
                </a:lnTo>
                <a:lnTo>
                  <a:pt x="1262902" y="63953"/>
                </a:lnTo>
                <a:lnTo>
                  <a:pt x="1262001" y="64051"/>
                </a:lnTo>
                <a:lnTo>
                  <a:pt x="1261096" y="64157"/>
                </a:lnTo>
                <a:lnTo>
                  <a:pt x="1260187" y="64272"/>
                </a:lnTo>
                <a:lnTo>
                  <a:pt x="1259274" y="64395"/>
                </a:lnTo>
                <a:lnTo>
                  <a:pt x="1258357" y="64527"/>
                </a:lnTo>
                <a:lnTo>
                  <a:pt x="1257437" y="64668"/>
                </a:lnTo>
                <a:lnTo>
                  <a:pt x="1256512" y="64817"/>
                </a:lnTo>
                <a:lnTo>
                  <a:pt x="1255584" y="64974"/>
                </a:lnTo>
                <a:lnTo>
                  <a:pt x="1254652" y="65140"/>
                </a:lnTo>
                <a:lnTo>
                  <a:pt x="1253716" y="65315"/>
                </a:lnTo>
                <a:lnTo>
                  <a:pt x="1252777" y="65498"/>
                </a:lnTo>
                <a:lnTo>
                  <a:pt x="1251833" y="65689"/>
                </a:lnTo>
                <a:lnTo>
                  <a:pt x="1250886" y="65889"/>
                </a:lnTo>
                <a:lnTo>
                  <a:pt x="1249939" y="66097"/>
                </a:lnTo>
                <a:lnTo>
                  <a:pt x="1248997" y="66313"/>
                </a:lnTo>
                <a:lnTo>
                  <a:pt x="1248060" y="66536"/>
                </a:lnTo>
                <a:lnTo>
                  <a:pt x="1247127" y="66767"/>
                </a:lnTo>
                <a:lnTo>
                  <a:pt x="1246199" y="67005"/>
                </a:lnTo>
                <a:lnTo>
                  <a:pt x="1245276" y="67251"/>
                </a:lnTo>
                <a:lnTo>
                  <a:pt x="1244357" y="67505"/>
                </a:lnTo>
                <a:lnTo>
                  <a:pt x="1243444" y="67766"/>
                </a:lnTo>
                <a:lnTo>
                  <a:pt x="1242534" y="68036"/>
                </a:lnTo>
                <a:lnTo>
                  <a:pt x="1241630" y="68312"/>
                </a:lnTo>
                <a:lnTo>
                  <a:pt x="1240730" y="68597"/>
                </a:lnTo>
                <a:lnTo>
                  <a:pt x="1239834" y="68889"/>
                </a:lnTo>
                <a:lnTo>
                  <a:pt x="1238944" y="69188"/>
                </a:lnTo>
                <a:lnTo>
                  <a:pt x="1238058" y="69496"/>
                </a:lnTo>
                <a:lnTo>
                  <a:pt x="1237177" y="69811"/>
                </a:lnTo>
                <a:lnTo>
                  <a:pt x="1236300" y="70133"/>
                </a:lnTo>
                <a:lnTo>
                  <a:pt x="1235428" y="70464"/>
                </a:lnTo>
                <a:lnTo>
                  <a:pt x="1234561" y="70802"/>
                </a:lnTo>
                <a:lnTo>
                  <a:pt x="1233699" y="71147"/>
                </a:lnTo>
                <a:lnTo>
                  <a:pt x="1232841" y="71501"/>
                </a:lnTo>
                <a:lnTo>
                  <a:pt x="1231987" y="71862"/>
                </a:lnTo>
                <a:lnTo>
                  <a:pt x="1231139" y="72230"/>
                </a:lnTo>
                <a:lnTo>
                  <a:pt x="1230295" y="72607"/>
                </a:lnTo>
                <a:lnTo>
                  <a:pt x="1229456" y="72990"/>
                </a:lnTo>
                <a:lnTo>
                  <a:pt x="1237783" y="96506"/>
                </a:lnTo>
                <a:lnTo>
                  <a:pt x="1239161" y="95966"/>
                </a:lnTo>
                <a:lnTo>
                  <a:pt x="1240521" y="95449"/>
                </a:lnTo>
                <a:lnTo>
                  <a:pt x="1241862" y="94955"/>
                </a:lnTo>
                <a:lnTo>
                  <a:pt x="1243184" y="94485"/>
                </a:lnTo>
                <a:lnTo>
                  <a:pt x="1244488" y="94037"/>
                </a:lnTo>
                <a:lnTo>
                  <a:pt x="1245773" y="93612"/>
                </a:lnTo>
                <a:lnTo>
                  <a:pt x="1247039" y="93210"/>
                </a:lnTo>
                <a:lnTo>
                  <a:pt x="1248287" y="92831"/>
                </a:lnTo>
                <a:lnTo>
                  <a:pt x="1249516" y="92475"/>
                </a:lnTo>
                <a:lnTo>
                  <a:pt x="1250726" y="92142"/>
                </a:lnTo>
                <a:lnTo>
                  <a:pt x="1251917" y="91832"/>
                </a:lnTo>
                <a:lnTo>
                  <a:pt x="1253090" y="91545"/>
                </a:lnTo>
                <a:lnTo>
                  <a:pt x="1254244" y="91280"/>
                </a:lnTo>
                <a:lnTo>
                  <a:pt x="1255379" y="91039"/>
                </a:lnTo>
                <a:lnTo>
                  <a:pt x="1256496" y="90821"/>
                </a:lnTo>
                <a:lnTo>
                  <a:pt x="1257594" y="90626"/>
                </a:lnTo>
                <a:lnTo>
                  <a:pt x="1258673" y="90453"/>
                </a:lnTo>
                <a:lnTo>
                  <a:pt x="1259734" y="90304"/>
                </a:lnTo>
                <a:lnTo>
                  <a:pt x="1260776" y="90178"/>
                </a:lnTo>
                <a:lnTo>
                  <a:pt x="1261799" y="90074"/>
                </a:lnTo>
                <a:lnTo>
                  <a:pt x="1262803" y="89994"/>
                </a:lnTo>
                <a:lnTo>
                  <a:pt x="1263789" y="89937"/>
                </a:lnTo>
                <a:lnTo>
                  <a:pt x="1264756" y="89902"/>
                </a:lnTo>
                <a:lnTo>
                  <a:pt x="1265704" y="89891"/>
                </a:lnTo>
                <a:lnTo>
                  <a:pt x="1266450" y="89899"/>
                </a:lnTo>
                <a:lnTo>
                  <a:pt x="1267177" y="89922"/>
                </a:lnTo>
                <a:lnTo>
                  <a:pt x="1267884" y="89962"/>
                </a:lnTo>
                <a:lnTo>
                  <a:pt x="1268572" y="90017"/>
                </a:lnTo>
                <a:lnTo>
                  <a:pt x="1269241" y="90087"/>
                </a:lnTo>
                <a:lnTo>
                  <a:pt x="1269891" y="90174"/>
                </a:lnTo>
                <a:lnTo>
                  <a:pt x="1270522" y="90276"/>
                </a:lnTo>
                <a:lnTo>
                  <a:pt x="1271134" y="90394"/>
                </a:lnTo>
                <a:lnTo>
                  <a:pt x="1271727" y="90528"/>
                </a:lnTo>
                <a:lnTo>
                  <a:pt x="1272300" y="90678"/>
                </a:lnTo>
                <a:lnTo>
                  <a:pt x="1272854" y="90843"/>
                </a:lnTo>
                <a:lnTo>
                  <a:pt x="1273389" y="91024"/>
                </a:lnTo>
                <a:lnTo>
                  <a:pt x="1273905" y="91221"/>
                </a:lnTo>
                <a:lnTo>
                  <a:pt x="1274402" y="91433"/>
                </a:lnTo>
                <a:lnTo>
                  <a:pt x="1274880" y="91662"/>
                </a:lnTo>
                <a:lnTo>
                  <a:pt x="1275338" y="91906"/>
                </a:lnTo>
                <a:lnTo>
                  <a:pt x="1275778" y="92165"/>
                </a:lnTo>
                <a:lnTo>
                  <a:pt x="1276198" y="92441"/>
                </a:lnTo>
                <a:lnTo>
                  <a:pt x="1276599" y="92732"/>
                </a:lnTo>
                <a:lnTo>
                  <a:pt x="1276981" y="93039"/>
                </a:lnTo>
                <a:lnTo>
                  <a:pt x="1277344" y="93362"/>
                </a:lnTo>
                <a:lnTo>
                  <a:pt x="1277688" y="93700"/>
                </a:lnTo>
                <a:lnTo>
                  <a:pt x="1278013" y="94054"/>
                </a:lnTo>
                <a:lnTo>
                  <a:pt x="1278318" y="94424"/>
                </a:lnTo>
                <a:lnTo>
                  <a:pt x="1278608" y="94814"/>
                </a:lnTo>
                <a:lnTo>
                  <a:pt x="1278885" y="95229"/>
                </a:lnTo>
                <a:lnTo>
                  <a:pt x="1279150" y="95669"/>
                </a:lnTo>
                <a:lnTo>
                  <a:pt x="1279403" y="96135"/>
                </a:lnTo>
                <a:lnTo>
                  <a:pt x="1279643" y="96625"/>
                </a:lnTo>
                <a:lnTo>
                  <a:pt x="1279871" y="97141"/>
                </a:lnTo>
                <a:lnTo>
                  <a:pt x="1280087" y="97681"/>
                </a:lnTo>
                <a:lnTo>
                  <a:pt x="1280290" y="98247"/>
                </a:lnTo>
                <a:lnTo>
                  <a:pt x="1280482" y="98838"/>
                </a:lnTo>
                <a:lnTo>
                  <a:pt x="1280660" y="99454"/>
                </a:lnTo>
                <a:lnTo>
                  <a:pt x="1280827" y="100095"/>
                </a:lnTo>
                <a:lnTo>
                  <a:pt x="1280981" y="100761"/>
                </a:lnTo>
                <a:lnTo>
                  <a:pt x="1281123" y="101452"/>
                </a:lnTo>
                <a:lnTo>
                  <a:pt x="1281252" y="102168"/>
                </a:lnTo>
                <a:lnTo>
                  <a:pt x="1281369" y="102910"/>
                </a:lnTo>
                <a:lnTo>
                  <a:pt x="1281474" y="103676"/>
                </a:lnTo>
                <a:lnTo>
                  <a:pt x="1281566" y="104468"/>
                </a:lnTo>
                <a:lnTo>
                  <a:pt x="1281647" y="105284"/>
                </a:lnTo>
                <a:lnTo>
                  <a:pt x="1281714" y="106126"/>
                </a:lnTo>
                <a:lnTo>
                  <a:pt x="1281770" y="106993"/>
                </a:lnTo>
                <a:lnTo>
                  <a:pt x="1281813" y="107885"/>
                </a:lnTo>
                <a:lnTo>
                  <a:pt x="1281844" y="108802"/>
                </a:lnTo>
                <a:lnTo>
                  <a:pt x="1281862" y="109744"/>
                </a:lnTo>
                <a:lnTo>
                  <a:pt x="1281868" y="110712"/>
                </a:lnTo>
                <a:lnTo>
                  <a:pt x="1281868" y="117570"/>
                </a:lnTo>
                <a:lnTo>
                  <a:pt x="1274031" y="117570"/>
                </a:lnTo>
                <a:lnTo>
                  <a:pt x="1271930" y="117589"/>
                </a:lnTo>
                <a:lnTo>
                  <a:pt x="1269871" y="117647"/>
                </a:lnTo>
                <a:lnTo>
                  <a:pt x="1267855" y="117744"/>
                </a:lnTo>
                <a:lnTo>
                  <a:pt x="1265881" y="117879"/>
                </a:lnTo>
                <a:lnTo>
                  <a:pt x="1263950" y="118053"/>
                </a:lnTo>
                <a:lnTo>
                  <a:pt x="1262061" y="118266"/>
                </a:lnTo>
                <a:lnTo>
                  <a:pt x="1260215" y="118518"/>
                </a:lnTo>
                <a:lnTo>
                  <a:pt x="1258412" y="118808"/>
                </a:lnTo>
                <a:lnTo>
                  <a:pt x="1256650" y="119137"/>
                </a:lnTo>
                <a:lnTo>
                  <a:pt x="1254932" y="119504"/>
                </a:lnTo>
                <a:lnTo>
                  <a:pt x="1253256" y="119911"/>
                </a:lnTo>
                <a:lnTo>
                  <a:pt x="1251622" y="120356"/>
                </a:lnTo>
                <a:lnTo>
                  <a:pt x="1250031" y="120839"/>
                </a:lnTo>
                <a:lnTo>
                  <a:pt x="1248482" y="121362"/>
                </a:lnTo>
                <a:lnTo>
                  <a:pt x="1246976" y="121923"/>
                </a:lnTo>
                <a:lnTo>
                  <a:pt x="1245513" y="122523"/>
                </a:lnTo>
                <a:lnTo>
                  <a:pt x="1244092" y="123161"/>
                </a:lnTo>
                <a:lnTo>
                  <a:pt x="1242713" y="123838"/>
                </a:lnTo>
                <a:lnTo>
                  <a:pt x="1241377" y="124554"/>
                </a:lnTo>
                <a:lnTo>
                  <a:pt x="1240084" y="125309"/>
                </a:lnTo>
                <a:lnTo>
                  <a:pt x="1238833" y="126102"/>
                </a:lnTo>
                <a:lnTo>
                  <a:pt x="1237624" y="126934"/>
                </a:lnTo>
                <a:lnTo>
                  <a:pt x="1236458" y="127805"/>
                </a:lnTo>
                <a:lnTo>
                  <a:pt x="1235335" y="128714"/>
                </a:lnTo>
                <a:lnTo>
                  <a:pt x="1234255" y="129661"/>
                </a:lnTo>
                <a:lnTo>
                  <a:pt x="1233222" y="130642"/>
                </a:lnTo>
                <a:lnTo>
                  <a:pt x="1232235" y="131659"/>
                </a:lnTo>
                <a:lnTo>
                  <a:pt x="1231293" y="132712"/>
                </a:lnTo>
                <a:lnTo>
                  <a:pt x="1230398" y="133799"/>
                </a:lnTo>
                <a:lnTo>
                  <a:pt x="1229548" y="134922"/>
                </a:lnTo>
                <a:lnTo>
                  <a:pt x="1228744" y="136080"/>
                </a:lnTo>
                <a:lnTo>
                  <a:pt x="1227987" y="137273"/>
                </a:lnTo>
                <a:lnTo>
                  <a:pt x="1227275" y="138502"/>
                </a:lnTo>
                <a:lnTo>
                  <a:pt x="1226609" y="139766"/>
                </a:lnTo>
                <a:lnTo>
                  <a:pt x="1225989" y="141065"/>
                </a:lnTo>
                <a:lnTo>
                  <a:pt x="1225415" y="142400"/>
                </a:lnTo>
                <a:lnTo>
                  <a:pt x="1224887" y="143769"/>
                </a:lnTo>
                <a:lnTo>
                  <a:pt x="1224404" y="145174"/>
                </a:lnTo>
                <a:lnTo>
                  <a:pt x="1223968" y="146615"/>
                </a:lnTo>
                <a:lnTo>
                  <a:pt x="1223578" y="148090"/>
                </a:lnTo>
                <a:lnTo>
                  <a:pt x="1223233" y="149601"/>
                </a:lnTo>
                <a:lnTo>
                  <a:pt x="1222935" y="151148"/>
                </a:lnTo>
                <a:lnTo>
                  <a:pt x="1222682" y="152729"/>
                </a:lnTo>
                <a:lnTo>
                  <a:pt x="1222476" y="154346"/>
                </a:lnTo>
                <a:lnTo>
                  <a:pt x="1222315" y="155998"/>
                </a:lnTo>
                <a:lnTo>
                  <a:pt x="1222200" y="157685"/>
                </a:lnTo>
                <a:lnTo>
                  <a:pt x="1222131" y="159408"/>
                </a:lnTo>
                <a:lnTo>
                  <a:pt x="1222108" y="161166"/>
                </a:lnTo>
                <a:lnTo>
                  <a:pt x="1222125" y="162684"/>
                </a:lnTo>
                <a:lnTo>
                  <a:pt x="1222175" y="164177"/>
                </a:lnTo>
                <a:lnTo>
                  <a:pt x="1222257" y="165645"/>
                </a:lnTo>
                <a:lnTo>
                  <a:pt x="1222373" y="167088"/>
                </a:lnTo>
                <a:lnTo>
                  <a:pt x="1222523" y="168506"/>
                </a:lnTo>
                <a:lnTo>
                  <a:pt x="1222705" y="169899"/>
                </a:lnTo>
                <a:lnTo>
                  <a:pt x="1222921" y="171266"/>
                </a:lnTo>
                <a:lnTo>
                  <a:pt x="1223169" y="172609"/>
                </a:lnTo>
                <a:lnTo>
                  <a:pt x="1223451" y="173927"/>
                </a:lnTo>
                <a:lnTo>
                  <a:pt x="1223766" y="175219"/>
                </a:lnTo>
                <a:lnTo>
                  <a:pt x="1224114" y="176486"/>
                </a:lnTo>
                <a:lnTo>
                  <a:pt x="1224495" y="177729"/>
                </a:lnTo>
                <a:lnTo>
                  <a:pt x="1224910" y="178946"/>
                </a:lnTo>
                <a:lnTo>
                  <a:pt x="1225358" y="180138"/>
                </a:lnTo>
                <a:lnTo>
                  <a:pt x="1225838" y="181305"/>
                </a:lnTo>
                <a:lnTo>
                  <a:pt x="1226352" y="182447"/>
                </a:lnTo>
                <a:lnTo>
                  <a:pt x="1226899" y="183564"/>
                </a:lnTo>
                <a:lnTo>
                  <a:pt x="1227480" y="184656"/>
                </a:lnTo>
                <a:lnTo>
                  <a:pt x="1228093" y="185722"/>
                </a:lnTo>
                <a:lnTo>
                  <a:pt x="1228739" y="186764"/>
                </a:lnTo>
                <a:lnTo>
                  <a:pt x="1229419" y="187780"/>
                </a:lnTo>
                <a:lnTo>
                  <a:pt x="1230132" y="188772"/>
                </a:lnTo>
                <a:lnTo>
                  <a:pt x="1230878" y="189738"/>
                </a:lnTo>
                <a:lnTo>
                  <a:pt x="1231657" y="190680"/>
                </a:lnTo>
                <a:lnTo>
                  <a:pt x="1232465" y="191589"/>
                </a:lnTo>
                <a:lnTo>
                  <a:pt x="1233295" y="192460"/>
                </a:lnTo>
                <a:lnTo>
                  <a:pt x="1234149" y="193292"/>
                </a:lnTo>
                <a:lnTo>
                  <a:pt x="1235025" y="194085"/>
                </a:lnTo>
                <a:lnTo>
                  <a:pt x="1235925" y="194840"/>
                </a:lnTo>
                <a:lnTo>
                  <a:pt x="1236847" y="195555"/>
                </a:lnTo>
                <a:lnTo>
                  <a:pt x="1237792" y="196233"/>
                </a:lnTo>
                <a:lnTo>
                  <a:pt x="1238761" y="196871"/>
                </a:lnTo>
                <a:lnTo>
                  <a:pt x="1239752" y="197471"/>
                </a:lnTo>
                <a:lnTo>
                  <a:pt x="1240766" y="198032"/>
                </a:lnTo>
                <a:lnTo>
                  <a:pt x="1241803" y="198554"/>
                </a:lnTo>
                <a:lnTo>
                  <a:pt x="1242864" y="199038"/>
                </a:lnTo>
                <a:lnTo>
                  <a:pt x="1243947" y="199483"/>
                </a:lnTo>
                <a:lnTo>
                  <a:pt x="1245053" y="199889"/>
                </a:lnTo>
                <a:lnTo>
                  <a:pt x="1246182" y="200257"/>
                </a:lnTo>
                <a:lnTo>
                  <a:pt x="1247334" y="200586"/>
                </a:lnTo>
                <a:lnTo>
                  <a:pt x="1248509" y="200876"/>
                </a:lnTo>
                <a:lnTo>
                  <a:pt x="1249707" y="201128"/>
                </a:lnTo>
                <a:lnTo>
                  <a:pt x="1250928" y="201341"/>
                </a:lnTo>
                <a:lnTo>
                  <a:pt x="1252172" y="201515"/>
                </a:lnTo>
                <a:lnTo>
                  <a:pt x="1253439" y="201650"/>
                </a:lnTo>
                <a:lnTo>
                  <a:pt x="1254729" y="201747"/>
                </a:lnTo>
                <a:lnTo>
                  <a:pt x="1256042" y="201805"/>
                </a:lnTo>
                <a:lnTo>
                  <a:pt x="1257378" y="201824"/>
                </a:lnTo>
                <a:lnTo>
                  <a:pt x="1259096" y="201792"/>
                </a:lnTo>
                <a:lnTo>
                  <a:pt x="1260781" y="201697"/>
                </a:lnTo>
                <a:lnTo>
                  <a:pt x="1262433" y="201537"/>
                </a:lnTo>
                <a:lnTo>
                  <a:pt x="1264051" y="201314"/>
                </a:lnTo>
                <a:lnTo>
                  <a:pt x="1265637" y="201027"/>
                </a:lnTo>
                <a:lnTo>
                  <a:pt x="1267189" y="200676"/>
                </a:lnTo>
                <a:lnTo>
                  <a:pt x="1268709" y="200262"/>
                </a:lnTo>
                <a:lnTo>
                  <a:pt x="1270195" y="199783"/>
                </a:lnTo>
                <a:lnTo>
                  <a:pt x="1271648" y="199241"/>
                </a:lnTo>
                <a:lnTo>
                  <a:pt x="1273067" y="198635"/>
                </a:lnTo>
                <a:lnTo>
                  <a:pt x="1274454" y="197966"/>
                </a:lnTo>
                <a:lnTo>
                  <a:pt x="1275807" y="197232"/>
                </a:lnTo>
                <a:lnTo>
                  <a:pt x="1277128" y="196435"/>
                </a:lnTo>
                <a:lnTo>
                  <a:pt x="1278415" y="195574"/>
                </a:lnTo>
                <a:lnTo>
                  <a:pt x="1279669" y="194649"/>
                </a:lnTo>
                <a:lnTo>
                  <a:pt x="1280890" y="193660"/>
                </a:lnTo>
                <a:lnTo>
                  <a:pt x="1282077" y="192608"/>
                </a:lnTo>
                <a:lnTo>
                  <a:pt x="1283232" y="191492"/>
                </a:lnTo>
                <a:lnTo>
                  <a:pt x="1284353" y="190312"/>
                </a:lnTo>
                <a:lnTo>
                  <a:pt x="1285441" y="189068"/>
                </a:lnTo>
                <a:lnTo>
                  <a:pt x="1286497" y="187761"/>
                </a:lnTo>
                <a:lnTo>
                  <a:pt x="1287518" y="186389"/>
                </a:lnTo>
                <a:lnTo>
                  <a:pt x="1288507" y="184954"/>
                </a:lnTo>
                <a:lnTo>
                  <a:pt x="1289463" y="183455"/>
                </a:lnTo>
                <a:lnTo>
                  <a:pt x="1289774" y="184162"/>
                </a:lnTo>
                <a:lnTo>
                  <a:pt x="1290096" y="184853"/>
                </a:lnTo>
                <a:lnTo>
                  <a:pt x="1290429" y="185528"/>
                </a:lnTo>
                <a:lnTo>
                  <a:pt x="1290772" y="186187"/>
                </a:lnTo>
                <a:lnTo>
                  <a:pt x="1291126" y="186831"/>
                </a:lnTo>
                <a:lnTo>
                  <a:pt x="1291491" y="187459"/>
                </a:lnTo>
                <a:lnTo>
                  <a:pt x="1291866" y="188071"/>
                </a:lnTo>
                <a:lnTo>
                  <a:pt x="1292252" y="188667"/>
                </a:lnTo>
                <a:lnTo>
                  <a:pt x="1292649" y="189248"/>
                </a:lnTo>
                <a:lnTo>
                  <a:pt x="1293056" y="189813"/>
                </a:lnTo>
                <a:lnTo>
                  <a:pt x="1293473" y="190362"/>
                </a:lnTo>
                <a:lnTo>
                  <a:pt x="1293902" y="190895"/>
                </a:lnTo>
                <a:lnTo>
                  <a:pt x="1294341" y="191413"/>
                </a:lnTo>
                <a:lnTo>
                  <a:pt x="1294790" y="191915"/>
                </a:lnTo>
                <a:lnTo>
                  <a:pt x="1295251" y="192401"/>
                </a:lnTo>
                <a:lnTo>
                  <a:pt x="1295722" y="192872"/>
                </a:lnTo>
                <a:lnTo>
                  <a:pt x="1296203" y="193326"/>
                </a:lnTo>
                <a:lnTo>
                  <a:pt x="1296695" y="193765"/>
                </a:lnTo>
                <a:lnTo>
                  <a:pt x="1297198" y="194189"/>
                </a:lnTo>
                <a:lnTo>
                  <a:pt x="1297711" y="194596"/>
                </a:lnTo>
                <a:lnTo>
                  <a:pt x="1298235" y="194988"/>
                </a:lnTo>
                <a:lnTo>
                  <a:pt x="1298770" y="195364"/>
                </a:lnTo>
                <a:lnTo>
                  <a:pt x="1299315" y="195724"/>
                </a:lnTo>
                <a:lnTo>
                  <a:pt x="1299871" y="196069"/>
                </a:lnTo>
                <a:lnTo>
                  <a:pt x="1300439" y="196400"/>
                </a:lnTo>
                <a:lnTo>
                  <a:pt x="1301021" y="196721"/>
                </a:lnTo>
                <a:lnTo>
                  <a:pt x="1301615" y="197031"/>
                </a:lnTo>
                <a:lnTo>
                  <a:pt x="1302223" y="197331"/>
                </a:lnTo>
                <a:lnTo>
                  <a:pt x="1302844" y="197620"/>
                </a:lnTo>
                <a:lnTo>
                  <a:pt x="1303478" y="197898"/>
                </a:lnTo>
                <a:lnTo>
                  <a:pt x="1304125" y="198165"/>
                </a:lnTo>
                <a:lnTo>
                  <a:pt x="1304785" y="198423"/>
                </a:lnTo>
                <a:lnTo>
                  <a:pt x="1305459" y="198669"/>
                </a:lnTo>
                <a:lnTo>
                  <a:pt x="1306145" y="198905"/>
                </a:lnTo>
                <a:lnTo>
                  <a:pt x="1306845" y="199130"/>
                </a:lnTo>
                <a:lnTo>
                  <a:pt x="1307558" y="199345"/>
                </a:lnTo>
                <a:lnTo>
                  <a:pt x="1308284" y="199549"/>
                </a:lnTo>
                <a:lnTo>
                  <a:pt x="1309024" y="199742"/>
                </a:lnTo>
                <a:lnTo>
                  <a:pt x="1309776" y="199925"/>
                </a:lnTo>
                <a:lnTo>
                  <a:pt x="1310542" y="200097"/>
                </a:lnTo>
                <a:lnTo>
                  <a:pt x="1311321" y="200258"/>
                </a:lnTo>
                <a:lnTo>
                  <a:pt x="1312113" y="200409"/>
                </a:lnTo>
                <a:lnTo>
                  <a:pt x="1312918" y="200550"/>
                </a:lnTo>
                <a:lnTo>
                  <a:pt x="1313736" y="200679"/>
                </a:lnTo>
                <a:lnTo>
                  <a:pt x="1314568" y="200798"/>
                </a:lnTo>
                <a:lnTo>
                  <a:pt x="1315413" y="200907"/>
                </a:lnTo>
                <a:lnTo>
                  <a:pt x="1316270" y="201005"/>
                </a:lnTo>
                <a:lnTo>
                  <a:pt x="1317142" y="201092"/>
                </a:lnTo>
                <a:lnTo>
                  <a:pt x="1324732" y="176840"/>
                </a:lnTo>
                <a:lnTo>
                  <a:pt x="1324430" y="176695"/>
                </a:lnTo>
                <a:lnTo>
                  <a:pt x="1324135" y="176546"/>
                </a:lnTo>
                <a:lnTo>
                  <a:pt x="1323848" y="176393"/>
                </a:lnTo>
                <a:lnTo>
                  <a:pt x="1323569" y="176236"/>
                </a:lnTo>
                <a:lnTo>
                  <a:pt x="1323297" y="176074"/>
                </a:lnTo>
                <a:lnTo>
                  <a:pt x="1323033" y="175908"/>
                </a:lnTo>
                <a:lnTo>
                  <a:pt x="1322777" y="175737"/>
                </a:lnTo>
                <a:lnTo>
                  <a:pt x="1322528" y="175563"/>
                </a:lnTo>
                <a:lnTo>
                  <a:pt x="1322287" y="175384"/>
                </a:lnTo>
                <a:lnTo>
                  <a:pt x="1322053" y="175201"/>
                </a:lnTo>
                <a:lnTo>
                  <a:pt x="1321828" y="175014"/>
                </a:lnTo>
                <a:lnTo>
                  <a:pt x="1321610" y="174822"/>
                </a:lnTo>
                <a:lnTo>
                  <a:pt x="1321399" y="174626"/>
                </a:lnTo>
                <a:lnTo>
                  <a:pt x="1321196" y="174426"/>
                </a:lnTo>
                <a:lnTo>
                  <a:pt x="1321001" y="174222"/>
                </a:lnTo>
                <a:lnTo>
                  <a:pt x="1320814" y="174013"/>
                </a:lnTo>
                <a:lnTo>
                  <a:pt x="1320634" y="173800"/>
                </a:lnTo>
                <a:lnTo>
                  <a:pt x="1320462" y="173583"/>
                </a:lnTo>
                <a:lnTo>
                  <a:pt x="1320297" y="173362"/>
                </a:lnTo>
                <a:lnTo>
                  <a:pt x="1320140" y="173136"/>
                </a:lnTo>
                <a:lnTo>
                  <a:pt x="1319991" y="172906"/>
                </a:lnTo>
                <a:lnTo>
                  <a:pt x="1319850" y="172672"/>
                </a:lnTo>
                <a:lnTo>
                  <a:pt x="1319716" y="172434"/>
                </a:lnTo>
                <a:lnTo>
                  <a:pt x="1319590" y="172191"/>
                </a:lnTo>
                <a:lnTo>
                  <a:pt x="1319470" y="171940"/>
                </a:lnTo>
                <a:lnTo>
                  <a:pt x="1319355" y="171679"/>
                </a:lnTo>
                <a:lnTo>
                  <a:pt x="1319245" y="171406"/>
                </a:lnTo>
                <a:lnTo>
                  <a:pt x="1319141" y="171122"/>
                </a:lnTo>
                <a:lnTo>
                  <a:pt x="1319041" y="170827"/>
                </a:lnTo>
                <a:lnTo>
                  <a:pt x="1318947" y="170521"/>
                </a:lnTo>
                <a:lnTo>
                  <a:pt x="1318858" y="170204"/>
                </a:lnTo>
                <a:lnTo>
                  <a:pt x="1318774" y="169876"/>
                </a:lnTo>
                <a:lnTo>
                  <a:pt x="1318694" y="169537"/>
                </a:lnTo>
                <a:lnTo>
                  <a:pt x="1318621" y="169187"/>
                </a:lnTo>
                <a:lnTo>
                  <a:pt x="1318552" y="168826"/>
                </a:lnTo>
                <a:lnTo>
                  <a:pt x="1318488" y="168454"/>
                </a:lnTo>
                <a:lnTo>
                  <a:pt x="1318429" y="168070"/>
                </a:lnTo>
                <a:lnTo>
                  <a:pt x="1318376" y="167676"/>
                </a:lnTo>
                <a:lnTo>
                  <a:pt x="1318327" y="167270"/>
                </a:lnTo>
                <a:lnTo>
                  <a:pt x="1318284" y="166854"/>
                </a:lnTo>
                <a:lnTo>
                  <a:pt x="1318246" y="166426"/>
                </a:lnTo>
                <a:lnTo>
                  <a:pt x="1318213" y="165988"/>
                </a:lnTo>
                <a:lnTo>
                  <a:pt x="1318184" y="165538"/>
                </a:lnTo>
                <a:lnTo>
                  <a:pt x="1318162" y="165077"/>
                </a:lnTo>
                <a:lnTo>
                  <a:pt x="1318144" y="164606"/>
                </a:lnTo>
                <a:lnTo>
                  <a:pt x="1318131" y="164123"/>
                </a:lnTo>
                <a:lnTo>
                  <a:pt x="1318123" y="163629"/>
                </a:lnTo>
                <a:lnTo>
                  <a:pt x="1318121" y="163124"/>
                </a:lnTo>
                <a:lnTo>
                  <a:pt x="1318121" y="108749"/>
                </a:lnTo>
                <a:lnTo>
                  <a:pt x="1318101" y="106852"/>
                </a:lnTo>
                <a:lnTo>
                  <a:pt x="1318042" y="104995"/>
                </a:lnTo>
                <a:lnTo>
                  <a:pt x="1317945" y="103179"/>
                </a:lnTo>
                <a:lnTo>
                  <a:pt x="1317808" y="101405"/>
                </a:lnTo>
                <a:close/>
                <a:moveTo>
                  <a:pt x="1266698" y="175421"/>
                </a:moveTo>
                <a:lnTo>
                  <a:pt x="1266332" y="175335"/>
                </a:lnTo>
                <a:lnTo>
                  <a:pt x="1265973" y="175233"/>
                </a:lnTo>
                <a:lnTo>
                  <a:pt x="1265623" y="175115"/>
                </a:lnTo>
                <a:lnTo>
                  <a:pt x="1265280" y="174981"/>
                </a:lnTo>
                <a:lnTo>
                  <a:pt x="1264944" y="174832"/>
                </a:lnTo>
                <a:lnTo>
                  <a:pt x="1264616" y="174667"/>
                </a:lnTo>
                <a:lnTo>
                  <a:pt x="1264296" y="174486"/>
                </a:lnTo>
                <a:lnTo>
                  <a:pt x="1263984" y="174289"/>
                </a:lnTo>
                <a:lnTo>
                  <a:pt x="1263679" y="174077"/>
                </a:lnTo>
                <a:lnTo>
                  <a:pt x="1263382" y="173849"/>
                </a:lnTo>
                <a:lnTo>
                  <a:pt x="1263092" y="173605"/>
                </a:lnTo>
                <a:lnTo>
                  <a:pt x="1262811" y="173345"/>
                </a:lnTo>
                <a:lnTo>
                  <a:pt x="1262536" y="173070"/>
                </a:lnTo>
                <a:lnTo>
                  <a:pt x="1262270" y="172779"/>
                </a:lnTo>
                <a:lnTo>
                  <a:pt x="1262011" y="172472"/>
                </a:lnTo>
                <a:lnTo>
                  <a:pt x="1261759" y="172150"/>
                </a:lnTo>
                <a:lnTo>
                  <a:pt x="1261516" y="171812"/>
                </a:lnTo>
                <a:lnTo>
                  <a:pt x="1261280" y="171458"/>
                </a:lnTo>
                <a:lnTo>
                  <a:pt x="1261051" y="171088"/>
                </a:lnTo>
                <a:lnTo>
                  <a:pt x="1260832" y="170704"/>
                </a:lnTo>
                <a:lnTo>
                  <a:pt x="1260621" y="170305"/>
                </a:lnTo>
                <a:lnTo>
                  <a:pt x="1260420" y="169892"/>
                </a:lnTo>
                <a:lnTo>
                  <a:pt x="1260228" y="169465"/>
                </a:lnTo>
                <a:lnTo>
                  <a:pt x="1260046" y="169024"/>
                </a:lnTo>
                <a:lnTo>
                  <a:pt x="1259873" y="168569"/>
                </a:lnTo>
                <a:lnTo>
                  <a:pt x="1259709" y="168100"/>
                </a:lnTo>
                <a:lnTo>
                  <a:pt x="1259554" y="167617"/>
                </a:lnTo>
                <a:lnTo>
                  <a:pt x="1259409" y="167120"/>
                </a:lnTo>
                <a:lnTo>
                  <a:pt x="1259274" y="166609"/>
                </a:lnTo>
                <a:lnTo>
                  <a:pt x="1259147" y="166084"/>
                </a:lnTo>
                <a:lnTo>
                  <a:pt x="1259030" y="165545"/>
                </a:lnTo>
                <a:lnTo>
                  <a:pt x="1258923" y="164992"/>
                </a:lnTo>
                <a:lnTo>
                  <a:pt x="1258825" y="164425"/>
                </a:lnTo>
                <a:lnTo>
                  <a:pt x="1258736" y="163843"/>
                </a:lnTo>
                <a:lnTo>
                  <a:pt x="1258656" y="163248"/>
                </a:lnTo>
                <a:lnTo>
                  <a:pt x="1258586" y="162639"/>
                </a:lnTo>
                <a:lnTo>
                  <a:pt x="1258525" y="162016"/>
                </a:lnTo>
                <a:lnTo>
                  <a:pt x="1258474" y="161378"/>
                </a:lnTo>
                <a:lnTo>
                  <a:pt x="1258432" y="160727"/>
                </a:lnTo>
                <a:lnTo>
                  <a:pt x="1258399" y="160062"/>
                </a:lnTo>
                <a:lnTo>
                  <a:pt x="1258375" y="159382"/>
                </a:lnTo>
                <a:lnTo>
                  <a:pt x="1258361" y="158689"/>
                </a:lnTo>
                <a:lnTo>
                  <a:pt x="1258357" y="157981"/>
                </a:lnTo>
                <a:lnTo>
                  <a:pt x="1258365" y="157134"/>
                </a:lnTo>
                <a:lnTo>
                  <a:pt x="1258388" y="156306"/>
                </a:lnTo>
                <a:lnTo>
                  <a:pt x="1258428" y="155496"/>
                </a:lnTo>
                <a:lnTo>
                  <a:pt x="1258483" y="154706"/>
                </a:lnTo>
                <a:lnTo>
                  <a:pt x="1258553" y="153935"/>
                </a:lnTo>
                <a:lnTo>
                  <a:pt x="1258640" y="153183"/>
                </a:lnTo>
                <a:lnTo>
                  <a:pt x="1258742" y="152450"/>
                </a:lnTo>
                <a:lnTo>
                  <a:pt x="1258860" y="151737"/>
                </a:lnTo>
                <a:lnTo>
                  <a:pt x="1258994" y="151042"/>
                </a:lnTo>
                <a:lnTo>
                  <a:pt x="1259143" y="150367"/>
                </a:lnTo>
                <a:lnTo>
                  <a:pt x="1259308" y="149711"/>
                </a:lnTo>
                <a:lnTo>
                  <a:pt x="1259489" y="149074"/>
                </a:lnTo>
                <a:lnTo>
                  <a:pt x="1259686" y="148456"/>
                </a:lnTo>
                <a:lnTo>
                  <a:pt x="1259898" y="147857"/>
                </a:lnTo>
                <a:lnTo>
                  <a:pt x="1260126" y="147277"/>
                </a:lnTo>
                <a:lnTo>
                  <a:pt x="1260370" y="146716"/>
                </a:lnTo>
                <a:lnTo>
                  <a:pt x="1260629" y="146175"/>
                </a:lnTo>
                <a:lnTo>
                  <a:pt x="1260905" y="145652"/>
                </a:lnTo>
                <a:lnTo>
                  <a:pt x="1261196" y="145149"/>
                </a:lnTo>
                <a:lnTo>
                  <a:pt x="1261502" y="144665"/>
                </a:lnTo>
                <a:lnTo>
                  <a:pt x="1261825" y="144200"/>
                </a:lnTo>
                <a:lnTo>
                  <a:pt x="1262163" y="143754"/>
                </a:lnTo>
                <a:lnTo>
                  <a:pt x="1262517" y="143328"/>
                </a:lnTo>
                <a:lnTo>
                  <a:pt x="1262886" y="142920"/>
                </a:lnTo>
                <a:lnTo>
                  <a:pt x="1263274" y="142530"/>
                </a:lnTo>
                <a:lnTo>
                  <a:pt x="1263680" y="142157"/>
                </a:lnTo>
                <a:lnTo>
                  <a:pt x="1264106" y="141801"/>
                </a:lnTo>
                <a:lnTo>
                  <a:pt x="1264551" y="141461"/>
                </a:lnTo>
                <a:lnTo>
                  <a:pt x="1265014" y="141137"/>
                </a:lnTo>
                <a:lnTo>
                  <a:pt x="1265497" y="140830"/>
                </a:lnTo>
                <a:lnTo>
                  <a:pt x="1266000" y="140540"/>
                </a:lnTo>
                <a:lnTo>
                  <a:pt x="1266521" y="140266"/>
                </a:lnTo>
                <a:lnTo>
                  <a:pt x="1267061" y="140009"/>
                </a:lnTo>
                <a:lnTo>
                  <a:pt x="1267621" y="139769"/>
                </a:lnTo>
                <a:lnTo>
                  <a:pt x="1268199" y="139545"/>
                </a:lnTo>
                <a:lnTo>
                  <a:pt x="1268797" y="139338"/>
                </a:lnTo>
                <a:lnTo>
                  <a:pt x="1269414" y="139147"/>
                </a:lnTo>
                <a:lnTo>
                  <a:pt x="1270050" y="138973"/>
                </a:lnTo>
                <a:lnTo>
                  <a:pt x="1270705" y="138815"/>
                </a:lnTo>
                <a:lnTo>
                  <a:pt x="1271379" y="138674"/>
                </a:lnTo>
                <a:lnTo>
                  <a:pt x="1272073" y="138550"/>
                </a:lnTo>
                <a:lnTo>
                  <a:pt x="1272785" y="138442"/>
                </a:lnTo>
                <a:lnTo>
                  <a:pt x="1273517" y="138351"/>
                </a:lnTo>
                <a:lnTo>
                  <a:pt x="1274268" y="138276"/>
                </a:lnTo>
                <a:lnTo>
                  <a:pt x="1275038" y="138218"/>
                </a:lnTo>
                <a:lnTo>
                  <a:pt x="1275827" y="138177"/>
                </a:lnTo>
                <a:lnTo>
                  <a:pt x="1276635" y="138152"/>
                </a:lnTo>
                <a:lnTo>
                  <a:pt x="1277462" y="138144"/>
                </a:lnTo>
                <a:lnTo>
                  <a:pt x="1281868" y="138144"/>
                </a:lnTo>
                <a:lnTo>
                  <a:pt x="1281868" y="163371"/>
                </a:lnTo>
                <a:lnTo>
                  <a:pt x="1281683" y="163856"/>
                </a:lnTo>
                <a:lnTo>
                  <a:pt x="1281493" y="164332"/>
                </a:lnTo>
                <a:lnTo>
                  <a:pt x="1281299" y="164798"/>
                </a:lnTo>
                <a:lnTo>
                  <a:pt x="1281101" y="165256"/>
                </a:lnTo>
                <a:lnTo>
                  <a:pt x="1280898" y="165703"/>
                </a:lnTo>
                <a:lnTo>
                  <a:pt x="1280691" y="166142"/>
                </a:lnTo>
                <a:lnTo>
                  <a:pt x="1280480" y="166571"/>
                </a:lnTo>
                <a:lnTo>
                  <a:pt x="1280264" y="166991"/>
                </a:lnTo>
                <a:lnTo>
                  <a:pt x="1280045" y="167401"/>
                </a:lnTo>
                <a:lnTo>
                  <a:pt x="1279821" y="167802"/>
                </a:lnTo>
                <a:lnTo>
                  <a:pt x="1279592" y="168194"/>
                </a:lnTo>
                <a:lnTo>
                  <a:pt x="1279360" y="168576"/>
                </a:lnTo>
                <a:lnTo>
                  <a:pt x="1279123" y="168949"/>
                </a:lnTo>
                <a:lnTo>
                  <a:pt x="1278882" y="169312"/>
                </a:lnTo>
                <a:lnTo>
                  <a:pt x="1278637" y="169667"/>
                </a:lnTo>
                <a:lnTo>
                  <a:pt x="1278387" y="170012"/>
                </a:lnTo>
                <a:lnTo>
                  <a:pt x="1278133" y="170347"/>
                </a:lnTo>
                <a:lnTo>
                  <a:pt x="1277875" y="170673"/>
                </a:lnTo>
                <a:lnTo>
                  <a:pt x="1277612" y="170990"/>
                </a:lnTo>
                <a:lnTo>
                  <a:pt x="1277346" y="171298"/>
                </a:lnTo>
                <a:lnTo>
                  <a:pt x="1277075" y="171596"/>
                </a:lnTo>
                <a:lnTo>
                  <a:pt x="1276800" y="171884"/>
                </a:lnTo>
                <a:lnTo>
                  <a:pt x="1276520" y="172164"/>
                </a:lnTo>
                <a:lnTo>
                  <a:pt x="1276236" y="172434"/>
                </a:lnTo>
                <a:lnTo>
                  <a:pt x="1275949" y="172694"/>
                </a:lnTo>
                <a:lnTo>
                  <a:pt x="1275660" y="172942"/>
                </a:lnTo>
                <a:lnTo>
                  <a:pt x="1275368" y="173180"/>
                </a:lnTo>
                <a:lnTo>
                  <a:pt x="1275073" y="173407"/>
                </a:lnTo>
                <a:lnTo>
                  <a:pt x="1274776" y="173622"/>
                </a:lnTo>
                <a:lnTo>
                  <a:pt x="1274476" y="173827"/>
                </a:lnTo>
                <a:lnTo>
                  <a:pt x="1274174" y="174020"/>
                </a:lnTo>
                <a:lnTo>
                  <a:pt x="1273869" y="174203"/>
                </a:lnTo>
                <a:lnTo>
                  <a:pt x="1273562" y="174374"/>
                </a:lnTo>
                <a:lnTo>
                  <a:pt x="1273252" y="174535"/>
                </a:lnTo>
                <a:lnTo>
                  <a:pt x="1272939" y="174684"/>
                </a:lnTo>
                <a:lnTo>
                  <a:pt x="1272624" y="174822"/>
                </a:lnTo>
                <a:lnTo>
                  <a:pt x="1272306" y="174949"/>
                </a:lnTo>
                <a:lnTo>
                  <a:pt x="1271986" y="175065"/>
                </a:lnTo>
                <a:lnTo>
                  <a:pt x="1271663" y="175170"/>
                </a:lnTo>
                <a:lnTo>
                  <a:pt x="1271338" y="175264"/>
                </a:lnTo>
                <a:lnTo>
                  <a:pt x="1271010" y="175347"/>
                </a:lnTo>
                <a:lnTo>
                  <a:pt x="1270679" y="175419"/>
                </a:lnTo>
                <a:lnTo>
                  <a:pt x="1270346" y="175480"/>
                </a:lnTo>
                <a:lnTo>
                  <a:pt x="1270010" y="175530"/>
                </a:lnTo>
                <a:lnTo>
                  <a:pt x="1269672" y="175568"/>
                </a:lnTo>
                <a:lnTo>
                  <a:pt x="1269331" y="175596"/>
                </a:lnTo>
                <a:lnTo>
                  <a:pt x="1268988" y="175613"/>
                </a:lnTo>
                <a:lnTo>
                  <a:pt x="1268642" y="175618"/>
                </a:lnTo>
                <a:lnTo>
                  <a:pt x="1268238" y="175610"/>
                </a:lnTo>
                <a:lnTo>
                  <a:pt x="1267841" y="175587"/>
                </a:lnTo>
                <a:lnTo>
                  <a:pt x="1267452" y="175547"/>
                </a:lnTo>
                <a:lnTo>
                  <a:pt x="1267071" y="175492"/>
                </a:lnTo>
                <a:lnTo>
                  <a:pt x="1266698" y="175421"/>
                </a:lnTo>
                <a:close/>
                <a:moveTo>
                  <a:pt x="462013" y="67601"/>
                </a:moveTo>
                <a:lnTo>
                  <a:pt x="462013" y="197661"/>
                </a:lnTo>
                <a:lnTo>
                  <a:pt x="498998" y="197661"/>
                </a:lnTo>
                <a:lnTo>
                  <a:pt x="498998" y="67601"/>
                </a:lnTo>
                <a:lnTo>
                  <a:pt x="462013" y="67601"/>
                </a:lnTo>
                <a:close/>
                <a:moveTo>
                  <a:pt x="1187082" y="124917"/>
                </a:moveTo>
                <a:lnTo>
                  <a:pt x="1217945" y="67601"/>
                </a:lnTo>
                <a:lnTo>
                  <a:pt x="1182672" y="67601"/>
                </a:lnTo>
                <a:lnTo>
                  <a:pt x="1150833" y="126633"/>
                </a:lnTo>
                <a:lnTo>
                  <a:pt x="1180960" y="197661"/>
                </a:lnTo>
                <a:lnTo>
                  <a:pt x="1219903" y="197661"/>
                </a:lnTo>
                <a:lnTo>
                  <a:pt x="1187082" y="124917"/>
                </a:lnTo>
                <a:close/>
                <a:moveTo>
                  <a:pt x="203705" y="162867"/>
                </a:moveTo>
                <a:lnTo>
                  <a:pt x="203180" y="163891"/>
                </a:lnTo>
                <a:lnTo>
                  <a:pt x="202649" y="164867"/>
                </a:lnTo>
                <a:lnTo>
                  <a:pt x="202112" y="165796"/>
                </a:lnTo>
                <a:lnTo>
                  <a:pt x="201570" y="166677"/>
                </a:lnTo>
                <a:lnTo>
                  <a:pt x="201021" y="167510"/>
                </a:lnTo>
                <a:lnTo>
                  <a:pt x="200466" y="168296"/>
                </a:lnTo>
                <a:lnTo>
                  <a:pt x="199905" y="169034"/>
                </a:lnTo>
                <a:lnTo>
                  <a:pt x="199338" y="169725"/>
                </a:lnTo>
                <a:lnTo>
                  <a:pt x="198766" y="170368"/>
                </a:lnTo>
                <a:lnTo>
                  <a:pt x="198187" y="170963"/>
                </a:lnTo>
                <a:lnTo>
                  <a:pt x="197602" y="171511"/>
                </a:lnTo>
                <a:lnTo>
                  <a:pt x="197012" y="172011"/>
                </a:lnTo>
                <a:lnTo>
                  <a:pt x="196415" y="172463"/>
                </a:lnTo>
                <a:lnTo>
                  <a:pt x="195813" y="172868"/>
                </a:lnTo>
                <a:lnTo>
                  <a:pt x="195204" y="173225"/>
                </a:lnTo>
                <a:lnTo>
                  <a:pt x="194590" y="173535"/>
                </a:lnTo>
                <a:lnTo>
                  <a:pt x="193970" y="173797"/>
                </a:lnTo>
                <a:lnTo>
                  <a:pt x="193343" y="174011"/>
                </a:lnTo>
                <a:lnTo>
                  <a:pt x="192711" y="174178"/>
                </a:lnTo>
                <a:lnTo>
                  <a:pt x="192073" y="174297"/>
                </a:lnTo>
                <a:lnTo>
                  <a:pt x="191429" y="174368"/>
                </a:lnTo>
                <a:lnTo>
                  <a:pt x="190779" y="174392"/>
                </a:lnTo>
                <a:lnTo>
                  <a:pt x="190475" y="174387"/>
                </a:lnTo>
                <a:lnTo>
                  <a:pt x="190178" y="174372"/>
                </a:lnTo>
                <a:lnTo>
                  <a:pt x="189886" y="174346"/>
                </a:lnTo>
                <a:lnTo>
                  <a:pt x="189601" y="174311"/>
                </a:lnTo>
                <a:lnTo>
                  <a:pt x="189321" y="174265"/>
                </a:lnTo>
                <a:lnTo>
                  <a:pt x="189047" y="174209"/>
                </a:lnTo>
                <a:lnTo>
                  <a:pt x="188780" y="174142"/>
                </a:lnTo>
                <a:lnTo>
                  <a:pt x="188518" y="174066"/>
                </a:lnTo>
                <a:lnTo>
                  <a:pt x="188262" y="173979"/>
                </a:lnTo>
                <a:lnTo>
                  <a:pt x="188012" y="173882"/>
                </a:lnTo>
                <a:lnTo>
                  <a:pt x="187769" y="173775"/>
                </a:lnTo>
                <a:lnTo>
                  <a:pt x="187531" y="173658"/>
                </a:lnTo>
                <a:lnTo>
                  <a:pt x="187299" y="173530"/>
                </a:lnTo>
                <a:lnTo>
                  <a:pt x="187073" y="173393"/>
                </a:lnTo>
                <a:lnTo>
                  <a:pt x="186853" y="173245"/>
                </a:lnTo>
                <a:lnTo>
                  <a:pt x="186639" y="173087"/>
                </a:lnTo>
                <a:lnTo>
                  <a:pt x="186431" y="172918"/>
                </a:lnTo>
                <a:lnTo>
                  <a:pt x="186229" y="172740"/>
                </a:lnTo>
                <a:lnTo>
                  <a:pt x="186033" y="172551"/>
                </a:lnTo>
                <a:lnTo>
                  <a:pt x="185843" y="172352"/>
                </a:lnTo>
                <a:lnTo>
                  <a:pt x="185659" y="172143"/>
                </a:lnTo>
                <a:lnTo>
                  <a:pt x="185481" y="171924"/>
                </a:lnTo>
                <a:lnTo>
                  <a:pt x="185309" y="171694"/>
                </a:lnTo>
                <a:lnTo>
                  <a:pt x="185143" y="171455"/>
                </a:lnTo>
                <a:lnTo>
                  <a:pt x="184983" y="171205"/>
                </a:lnTo>
                <a:lnTo>
                  <a:pt x="184830" y="170946"/>
                </a:lnTo>
                <a:lnTo>
                  <a:pt x="184684" y="170677"/>
                </a:lnTo>
                <a:lnTo>
                  <a:pt x="184544" y="170399"/>
                </a:lnTo>
                <a:lnTo>
                  <a:pt x="184412" y="170112"/>
                </a:lnTo>
                <a:lnTo>
                  <a:pt x="184286" y="169816"/>
                </a:lnTo>
                <a:lnTo>
                  <a:pt x="184167" y="169510"/>
                </a:lnTo>
                <a:lnTo>
                  <a:pt x="184055" y="169195"/>
                </a:lnTo>
                <a:lnTo>
                  <a:pt x="183949" y="168870"/>
                </a:lnTo>
                <a:lnTo>
                  <a:pt x="183851" y="168536"/>
                </a:lnTo>
                <a:lnTo>
                  <a:pt x="183759" y="168193"/>
                </a:lnTo>
                <a:lnTo>
                  <a:pt x="183674" y="167841"/>
                </a:lnTo>
                <a:lnTo>
                  <a:pt x="183596" y="167479"/>
                </a:lnTo>
                <a:lnTo>
                  <a:pt x="183524" y="167107"/>
                </a:lnTo>
                <a:lnTo>
                  <a:pt x="183460" y="166727"/>
                </a:lnTo>
                <a:lnTo>
                  <a:pt x="183402" y="166337"/>
                </a:lnTo>
                <a:lnTo>
                  <a:pt x="183351" y="165938"/>
                </a:lnTo>
                <a:lnTo>
                  <a:pt x="183307" y="165529"/>
                </a:lnTo>
                <a:lnTo>
                  <a:pt x="183269" y="165111"/>
                </a:lnTo>
                <a:lnTo>
                  <a:pt x="183239" y="164684"/>
                </a:lnTo>
                <a:lnTo>
                  <a:pt x="183215" y="164247"/>
                </a:lnTo>
                <a:lnTo>
                  <a:pt x="183198" y="163801"/>
                </a:lnTo>
                <a:lnTo>
                  <a:pt x="183188" y="163346"/>
                </a:lnTo>
                <a:lnTo>
                  <a:pt x="183184" y="162881"/>
                </a:lnTo>
                <a:lnTo>
                  <a:pt x="183184" y="67601"/>
                </a:lnTo>
                <a:lnTo>
                  <a:pt x="146200" y="67601"/>
                </a:lnTo>
                <a:lnTo>
                  <a:pt x="146200" y="164350"/>
                </a:lnTo>
                <a:lnTo>
                  <a:pt x="146214" y="165747"/>
                </a:lnTo>
                <a:lnTo>
                  <a:pt x="146256" y="167121"/>
                </a:lnTo>
                <a:lnTo>
                  <a:pt x="146328" y="168472"/>
                </a:lnTo>
                <a:lnTo>
                  <a:pt x="146427" y="169800"/>
                </a:lnTo>
                <a:lnTo>
                  <a:pt x="146556" y="171105"/>
                </a:lnTo>
                <a:lnTo>
                  <a:pt x="146712" y="172387"/>
                </a:lnTo>
                <a:lnTo>
                  <a:pt x="146897" y="173646"/>
                </a:lnTo>
                <a:lnTo>
                  <a:pt x="147111" y="174882"/>
                </a:lnTo>
                <a:lnTo>
                  <a:pt x="147353" y="176095"/>
                </a:lnTo>
                <a:lnTo>
                  <a:pt x="147624" y="177286"/>
                </a:lnTo>
                <a:lnTo>
                  <a:pt x="147923" y="178453"/>
                </a:lnTo>
                <a:lnTo>
                  <a:pt x="148250" y="179597"/>
                </a:lnTo>
                <a:lnTo>
                  <a:pt x="148606" y="180719"/>
                </a:lnTo>
                <a:lnTo>
                  <a:pt x="148991" y="181817"/>
                </a:lnTo>
                <a:lnTo>
                  <a:pt x="149404" y="182893"/>
                </a:lnTo>
                <a:lnTo>
                  <a:pt x="149846" y="183945"/>
                </a:lnTo>
                <a:lnTo>
                  <a:pt x="150316" y="184975"/>
                </a:lnTo>
                <a:lnTo>
                  <a:pt x="150814" y="185981"/>
                </a:lnTo>
                <a:lnTo>
                  <a:pt x="151341" y="186965"/>
                </a:lnTo>
                <a:lnTo>
                  <a:pt x="151896" y="187926"/>
                </a:lnTo>
                <a:lnTo>
                  <a:pt x="152480" y="188864"/>
                </a:lnTo>
                <a:lnTo>
                  <a:pt x="153093" y="189778"/>
                </a:lnTo>
                <a:lnTo>
                  <a:pt x="153734" y="190670"/>
                </a:lnTo>
                <a:lnTo>
                  <a:pt x="154403" y="191539"/>
                </a:lnTo>
                <a:lnTo>
                  <a:pt x="155097" y="192378"/>
                </a:lnTo>
                <a:lnTo>
                  <a:pt x="155813" y="193182"/>
                </a:lnTo>
                <a:lnTo>
                  <a:pt x="156549" y="193950"/>
                </a:lnTo>
                <a:lnTo>
                  <a:pt x="157305" y="194682"/>
                </a:lnTo>
                <a:lnTo>
                  <a:pt x="158083" y="195378"/>
                </a:lnTo>
                <a:lnTo>
                  <a:pt x="158882" y="196039"/>
                </a:lnTo>
                <a:lnTo>
                  <a:pt x="159701" y="196664"/>
                </a:lnTo>
                <a:lnTo>
                  <a:pt x="160541" y="197253"/>
                </a:lnTo>
                <a:lnTo>
                  <a:pt x="161402" y="197807"/>
                </a:lnTo>
                <a:lnTo>
                  <a:pt x="162284" y="198325"/>
                </a:lnTo>
                <a:lnTo>
                  <a:pt x="163186" y="198807"/>
                </a:lnTo>
                <a:lnTo>
                  <a:pt x="164110" y="199253"/>
                </a:lnTo>
                <a:lnTo>
                  <a:pt x="165054" y="199664"/>
                </a:lnTo>
                <a:lnTo>
                  <a:pt x="166019" y="200039"/>
                </a:lnTo>
                <a:lnTo>
                  <a:pt x="167005" y="200378"/>
                </a:lnTo>
                <a:lnTo>
                  <a:pt x="168012" y="200682"/>
                </a:lnTo>
                <a:lnTo>
                  <a:pt x="169040" y="200949"/>
                </a:lnTo>
                <a:lnTo>
                  <a:pt x="170088" y="201182"/>
                </a:lnTo>
                <a:lnTo>
                  <a:pt x="171157" y="201378"/>
                </a:lnTo>
                <a:lnTo>
                  <a:pt x="172247" y="201539"/>
                </a:lnTo>
                <a:lnTo>
                  <a:pt x="173358" y="201664"/>
                </a:lnTo>
                <a:lnTo>
                  <a:pt x="174490" y="201753"/>
                </a:lnTo>
                <a:lnTo>
                  <a:pt x="175643" y="201806"/>
                </a:lnTo>
                <a:lnTo>
                  <a:pt x="176816" y="201824"/>
                </a:lnTo>
                <a:lnTo>
                  <a:pt x="178415" y="201791"/>
                </a:lnTo>
                <a:lnTo>
                  <a:pt x="179988" y="201692"/>
                </a:lnTo>
                <a:lnTo>
                  <a:pt x="181534" y="201526"/>
                </a:lnTo>
                <a:lnTo>
                  <a:pt x="183054" y="201294"/>
                </a:lnTo>
                <a:lnTo>
                  <a:pt x="184548" y="200995"/>
                </a:lnTo>
                <a:lnTo>
                  <a:pt x="186016" y="200630"/>
                </a:lnTo>
                <a:lnTo>
                  <a:pt x="187457" y="200199"/>
                </a:lnTo>
                <a:lnTo>
                  <a:pt x="188871" y="199702"/>
                </a:lnTo>
                <a:lnTo>
                  <a:pt x="190260" y="199138"/>
                </a:lnTo>
                <a:lnTo>
                  <a:pt x="191622" y="198507"/>
                </a:lnTo>
                <a:lnTo>
                  <a:pt x="192957" y="197811"/>
                </a:lnTo>
                <a:lnTo>
                  <a:pt x="194267" y="197048"/>
                </a:lnTo>
                <a:lnTo>
                  <a:pt x="195549" y="196219"/>
                </a:lnTo>
                <a:lnTo>
                  <a:pt x="196806" y="195323"/>
                </a:lnTo>
                <a:lnTo>
                  <a:pt x="198036" y="194361"/>
                </a:lnTo>
                <a:lnTo>
                  <a:pt x="199240" y="193333"/>
                </a:lnTo>
                <a:lnTo>
                  <a:pt x="200417" y="192239"/>
                </a:lnTo>
                <a:lnTo>
                  <a:pt x="201569" y="191078"/>
                </a:lnTo>
                <a:lnTo>
                  <a:pt x="202693" y="189850"/>
                </a:lnTo>
                <a:lnTo>
                  <a:pt x="203792" y="188557"/>
                </a:lnTo>
                <a:lnTo>
                  <a:pt x="204864" y="187197"/>
                </a:lnTo>
                <a:lnTo>
                  <a:pt x="205910" y="185771"/>
                </a:lnTo>
                <a:lnTo>
                  <a:pt x="206929" y="184278"/>
                </a:lnTo>
                <a:lnTo>
                  <a:pt x="207922" y="182719"/>
                </a:lnTo>
                <a:lnTo>
                  <a:pt x="209391" y="197661"/>
                </a:lnTo>
                <a:lnTo>
                  <a:pt x="241722" y="197661"/>
                </a:lnTo>
                <a:lnTo>
                  <a:pt x="241722" y="67601"/>
                </a:lnTo>
                <a:lnTo>
                  <a:pt x="204738" y="67601"/>
                </a:lnTo>
                <a:lnTo>
                  <a:pt x="204738" y="160676"/>
                </a:lnTo>
                <a:lnTo>
                  <a:pt x="204225" y="161795"/>
                </a:lnTo>
                <a:lnTo>
                  <a:pt x="203705" y="162867"/>
                </a:lnTo>
                <a:close/>
                <a:moveTo>
                  <a:pt x="841588" y="63629"/>
                </a:moveTo>
                <a:lnTo>
                  <a:pt x="840813" y="63713"/>
                </a:lnTo>
                <a:lnTo>
                  <a:pt x="840046" y="63813"/>
                </a:lnTo>
                <a:lnTo>
                  <a:pt x="839287" y="63928"/>
                </a:lnTo>
                <a:lnTo>
                  <a:pt x="838535" y="64058"/>
                </a:lnTo>
                <a:lnTo>
                  <a:pt x="837792" y="64203"/>
                </a:lnTo>
                <a:lnTo>
                  <a:pt x="837055" y="64364"/>
                </a:lnTo>
                <a:lnTo>
                  <a:pt x="836327" y="64540"/>
                </a:lnTo>
                <a:lnTo>
                  <a:pt x="835606" y="64732"/>
                </a:lnTo>
                <a:lnTo>
                  <a:pt x="834893" y="64938"/>
                </a:lnTo>
                <a:lnTo>
                  <a:pt x="834187" y="65160"/>
                </a:lnTo>
                <a:lnTo>
                  <a:pt x="833489" y="65398"/>
                </a:lnTo>
                <a:lnTo>
                  <a:pt x="832799" y="65650"/>
                </a:lnTo>
                <a:lnTo>
                  <a:pt x="832116" y="65918"/>
                </a:lnTo>
                <a:lnTo>
                  <a:pt x="831441" y="66202"/>
                </a:lnTo>
                <a:lnTo>
                  <a:pt x="830774" y="66500"/>
                </a:lnTo>
                <a:lnTo>
                  <a:pt x="830114" y="66814"/>
                </a:lnTo>
                <a:lnTo>
                  <a:pt x="829462" y="67143"/>
                </a:lnTo>
                <a:lnTo>
                  <a:pt x="828818" y="67488"/>
                </a:lnTo>
                <a:lnTo>
                  <a:pt x="828181" y="67848"/>
                </a:lnTo>
                <a:lnTo>
                  <a:pt x="827551" y="68224"/>
                </a:lnTo>
                <a:lnTo>
                  <a:pt x="826925" y="68619"/>
                </a:lnTo>
                <a:lnTo>
                  <a:pt x="826303" y="69031"/>
                </a:lnTo>
                <a:lnTo>
                  <a:pt x="825685" y="69461"/>
                </a:lnTo>
                <a:lnTo>
                  <a:pt x="825072" y="69908"/>
                </a:lnTo>
                <a:lnTo>
                  <a:pt x="824462" y="70374"/>
                </a:lnTo>
                <a:lnTo>
                  <a:pt x="823857" y="70858"/>
                </a:lnTo>
                <a:lnTo>
                  <a:pt x="823257" y="71359"/>
                </a:lnTo>
                <a:lnTo>
                  <a:pt x="822660" y="71878"/>
                </a:lnTo>
                <a:lnTo>
                  <a:pt x="822068" y="72415"/>
                </a:lnTo>
                <a:lnTo>
                  <a:pt x="821480" y="72970"/>
                </a:lnTo>
                <a:lnTo>
                  <a:pt x="820896" y="73543"/>
                </a:lnTo>
                <a:lnTo>
                  <a:pt x="820317" y="74133"/>
                </a:lnTo>
                <a:lnTo>
                  <a:pt x="819741" y="74742"/>
                </a:lnTo>
                <a:lnTo>
                  <a:pt x="819170" y="75368"/>
                </a:lnTo>
                <a:lnTo>
                  <a:pt x="818604" y="76012"/>
                </a:lnTo>
                <a:lnTo>
                  <a:pt x="818041" y="76674"/>
                </a:lnTo>
                <a:lnTo>
                  <a:pt x="817483" y="77354"/>
                </a:lnTo>
                <a:lnTo>
                  <a:pt x="816929" y="78051"/>
                </a:lnTo>
                <a:lnTo>
                  <a:pt x="816379" y="78767"/>
                </a:lnTo>
                <a:lnTo>
                  <a:pt x="815833" y="79500"/>
                </a:lnTo>
                <a:lnTo>
                  <a:pt x="815292" y="80251"/>
                </a:lnTo>
                <a:lnTo>
                  <a:pt x="814755" y="81020"/>
                </a:lnTo>
                <a:lnTo>
                  <a:pt x="814222" y="81807"/>
                </a:lnTo>
                <a:lnTo>
                  <a:pt x="812753" y="67601"/>
                </a:lnTo>
                <a:lnTo>
                  <a:pt x="779932" y="67601"/>
                </a:lnTo>
                <a:lnTo>
                  <a:pt x="779932" y="251789"/>
                </a:lnTo>
                <a:lnTo>
                  <a:pt x="816917" y="247872"/>
                </a:lnTo>
                <a:lnTo>
                  <a:pt x="816917" y="188845"/>
                </a:lnTo>
                <a:lnTo>
                  <a:pt x="817763" y="189904"/>
                </a:lnTo>
                <a:lnTo>
                  <a:pt x="818626" y="190918"/>
                </a:lnTo>
                <a:lnTo>
                  <a:pt x="819508" y="191887"/>
                </a:lnTo>
                <a:lnTo>
                  <a:pt x="820407" y="192811"/>
                </a:lnTo>
                <a:lnTo>
                  <a:pt x="821324" y="193689"/>
                </a:lnTo>
                <a:lnTo>
                  <a:pt x="822259" y="194523"/>
                </a:lnTo>
                <a:lnTo>
                  <a:pt x="823212" y="195312"/>
                </a:lnTo>
                <a:lnTo>
                  <a:pt x="824183" y="196056"/>
                </a:lnTo>
                <a:lnTo>
                  <a:pt x="825172" y="196754"/>
                </a:lnTo>
                <a:lnTo>
                  <a:pt x="826178" y="197408"/>
                </a:lnTo>
                <a:lnTo>
                  <a:pt x="827203" y="198016"/>
                </a:lnTo>
                <a:lnTo>
                  <a:pt x="828245" y="198579"/>
                </a:lnTo>
                <a:lnTo>
                  <a:pt x="829305" y="199098"/>
                </a:lnTo>
                <a:lnTo>
                  <a:pt x="830383" y="199571"/>
                </a:lnTo>
                <a:lnTo>
                  <a:pt x="831479" y="199999"/>
                </a:lnTo>
                <a:lnTo>
                  <a:pt x="832592" y="200382"/>
                </a:lnTo>
                <a:lnTo>
                  <a:pt x="833724" y="200720"/>
                </a:lnTo>
                <a:lnTo>
                  <a:pt x="834873" y="201013"/>
                </a:lnTo>
                <a:lnTo>
                  <a:pt x="836040" y="201261"/>
                </a:lnTo>
                <a:lnTo>
                  <a:pt x="837225" y="201464"/>
                </a:lnTo>
                <a:lnTo>
                  <a:pt x="838428" y="201622"/>
                </a:lnTo>
                <a:lnTo>
                  <a:pt x="839649" y="201734"/>
                </a:lnTo>
                <a:lnTo>
                  <a:pt x="840888" y="201802"/>
                </a:lnTo>
                <a:lnTo>
                  <a:pt x="842144" y="201824"/>
                </a:lnTo>
                <a:lnTo>
                  <a:pt x="843220" y="201810"/>
                </a:lnTo>
                <a:lnTo>
                  <a:pt x="844284" y="201766"/>
                </a:lnTo>
                <a:lnTo>
                  <a:pt x="845336" y="201692"/>
                </a:lnTo>
                <a:lnTo>
                  <a:pt x="846376" y="201590"/>
                </a:lnTo>
                <a:lnTo>
                  <a:pt x="847405" y="201458"/>
                </a:lnTo>
                <a:lnTo>
                  <a:pt x="848421" y="201296"/>
                </a:lnTo>
                <a:lnTo>
                  <a:pt x="849426" y="201105"/>
                </a:lnTo>
                <a:lnTo>
                  <a:pt x="850418" y="200885"/>
                </a:lnTo>
                <a:lnTo>
                  <a:pt x="851399" y="200636"/>
                </a:lnTo>
                <a:lnTo>
                  <a:pt x="852367" y="200357"/>
                </a:lnTo>
                <a:lnTo>
                  <a:pt x="853324" y="200049"/>
                </a:lnTo>
                <a:lnTo>
                  <a:pt x="854269" y="199712"/>
                </a:lnTo>
                <a:lnTo>
                  <a:pt x="855202" y="199345"/>
                </a:lnTo>
                <a:lnTo>
                  <a:pt x="856123" y="198949"/>
                </a:lnTo>
                <a:lnTo>
                  <a:pt x="857032" y="198524"/>
                </a:lnTo>
                <a:lnTo>
                  <a:pt x="857929" y="198069"/>
                </a:lnTo>
                <a:lnTo>
                  <a:pt x="858814" y="197585"/>
                </a:lnTo>
                <a:lnTo>
                  <a:pt x="859687" y="197071"/>
                </a:lnTo>
                <a:lnTo>
                  <a:pt x="860549" y="196528"/>
                </a:lnTo>
                <a:lnTo>
                  <a:pt x="861398" y="195956"/>
                </a:lnTo>
                <a:lnTo>
                  <a:pt x="862236" y="195355"/>
                </a:lnTo>
                <a:lnTo>
                  <a:pt x="863061" y="194724"/>
                </a:lnTo>
                <a:lnTo>
                  <a:pt x="863875" y="194064"/>
                </a:lnTo>
                <a:lnTo>
                  <a:pt x="864676" y="193374"/>
                </a:lnTo>
                <a:lnTo>
                  <a:pt x="865465" y="192657"/>
                </a:lnTo>
                <a:lnTo>
                  <a:pt x="866239" y="191915"/>
                </a:lnTo>
                <a:lnTo>
                  <a:pt x="866998" y="191147"/>
                </a:lnTo>
                <a:lnTo>
                  <a:pt x="867742" y="190353"/>
                </a:lnTo>
                <a:lnTo>
                  <a:pt x="868471" y="189534"/>
                </a:lnTo>
                <a:lnTo>
                  <a:pt x="869185" y="188690"/>
                </a:lnTo>
                <a:lnTo>
                  <a:pt x="869884" y="187820"/>
                </a:lnTo>
                <a:lnTo>
                  <a:pt x="870569" y="186924"/>
                </a:lnTo>
                <a:lnTo>
                  <a:pt x="871238" y="186003"/>
                </a:lnTo>
                <a:lnTo>
                  <a:pt x="871893" y="185057"/>
                </a:lnTo>
                <a:lnTo>
                  <a:pt x="872533" y="184085"/>
                </a:lnTo>
                <a:lnTo>
                  <a:pt x="873157" y="183087"/>
                </a:lnTo>
                <a:lnTo>
                  <a:pt x="873767" y="182064"/>
                </a:lnTo>
                <a:lnTo>
                  <a:pt x="874363" y="181015"/>
                </a:lnTo>
                <a:lnTo>
                  <a:pt x="874943" y="179941"/>
                </a:lnTo>
                <a:lnTo>
                  <a:pt x="875508" y="178842"/>
                </a:lnTo>
                <a:lnTo>
                  <a:pt x="876059" y="177717"/>
                </a:lnTo>
                <a:lnTo>
                  <a:pt x="876594" y="176566"/>
                </a:lnTo>
                <a:lnTo>
                  <a:pt x="877115" y="175390"/>
                </a:lnTo>
                <a:lnTo>
                  <a:pt x="877621" y="174188"/>
                </a:lnTo>
                <a:lnTo>
                  <a:pt x="878112" y="172961"/>
                </a:lnTo>
                <a:lnTo>
                  <a:pt x="878588" y="171708"/>
                </a:lnTo>
                <a:lnTo>
                  <a:pt x="879049" y="170430"/>
                </a:lnTo>
                <a:lnTo>
                  <a:pt x="879495" y="169126"/>
                </a:lnTo>
                <a:lnTo>
                  <a:pt x="879925" y="167801"/>
                </a:lnTo>
                <a:lnTo>
                  <a:pt x="880337" y="166457"/>
                </a:lnTo>
                <a:lnTo>
                  <a:pt x="880730" y="165095"/>
                </a:lnTo>
                <a:lnTo>
                  <a:pt x="881105" y="163714"/>
                </a:lnTo>
                <a:lnTo>
                  <a:pt x="881462" y="162315"/>
                </a:lnTo>
                <a:lnTo>
                  <a:pt x="881801" y="160898"/>
                </a:lnTo>
                <a:lnTo>
                  <a:pt x="882121" y="159463"/>
                </a:lnTo>
                <a:lnTo>
                  <a:pt x="882423" y="158009"/>
                </a:lnTo>
                <a:lnTo>
                  <a:pt x="882706" y="156537"/>
                </a:lnTo>
                <a:lnTo>
                  <a:pt x="882972" y="155047"/>
                </a:lnTo>
                <a:lnTo>
                  <a:pt x="883219" y="153539"/>
                </a:lnTo>
                <a:lnTo>
                  <a:pt x="883447" y="152012"/>
                </a:lnTo>
                <a:lnTo>
                  <a:pt x="883658" y="150467"/>
                </a:lnTo>
                <a:lnTo>
                  <a:pt x="883850" y="148904"/>
                </a:lnTo>
                <a:lnTo>
                  <a:pt x="884024" y="147322"/>
                </a:lnTo>
                <a:lnTo>
                  <a:pt x="884179" y="145722"/>
                </a:lnTo>
                <a:lnTo>
                  <a:pt x="884316" y="144104"/>
                </a:lnTo>
                <a:lnTo>
                  <a:pt x="884435" y="142468"/>
                </a:lnTo>
                <a:lnTo>
                  <a:pt x="884536" y="140813"/>
                </a:lnTo>
                <a:lnTo>
                  <a:pt x="884618" y="139140"/>
                </a:lnTo>
                <a:lnTo>
                  <a:pt x="884682" y="137448"/>
                </a:lnTo>
                <a:lnTo>
                  <a:pt x="884728" y="135739"/>
                </a:lnTo>
                <a:lnTo>
                  <a:pt x="884756" y="134011"/>
                </a:lnTo>
                <a:lnTo>
                  <a:pt x="884765" y="132265"/>
                </a:lnTo>
                <a:lnTo>
                  <a:pt x="884747" y="129516"/>
                </a:lnTo>
                <a:lnTo>
                  <a:pt x="884695" y="126821"/>
                </a:lnTo>
                <a:lnTo>
                  <a:pt x="884608" y="124180"/>
                </a:lnTo>
                <a:lnTo>
                  <a:pt x="884486" y="121593"/>
                </a:lnTo>
                <a:lnTo>
                  <a:pt x="884329" y="119060"/>
                </a:lnTo>
                <a:lnTo>
                  <a:pt x="884137" y="116581"/>
                </a:lnTo>
                <a:lnTo>
                  <a:pt x="883910" y="114157"/>
                </a:lnTo>
                <a:lnTo>
                  <a:pt x="883649" y="111786"/>
                </a:lnTo>
                <a:lnTo>
                  <a:pt x="883353" y="109469"/>
                </a:lnTo>
                <a:lnTo>
                  <a:pt x="883021" y="107206"/>
                </a:lnTo>
                <a:lnTo>
                  <a:pt x="882655" y="104997"/>
                </a:lnTo>
                <a:lnTo>
                  <a:pt x="882254" y="102843"/>
                </a:lnTo>
                <a:lnTo>
                  <a:pt x="881818" y="100742"/>
                </a:lnTo>
                <a:lnTo>
                  <a:pt x="881348" y="98695"/>
                </a:lnTo>
                <a:lnTo>
                  <a:pt x="880842" y="96702"/>
                </a:lnTo>
                <a:lnTo>
                  <a:pt x="880302" y="94763"/>
                </a:lnTo>
                <a:lnTo>
                  <a:pt x="879726" y="92879"/>
                </a:lnTo>
                <a:lnTo>
                  <a:pt x="879116" y="91048"/>
                </a:lnTo>
                <a:lnTo>
                  <a:pt x="878471" y="89271"/>
                </a:lnTo>
                <a:lnTo>
                  <a:pt x="877791" y="87548"/>
                </a:lnTo>
                <a:lnTo>
                  <a:pt x="877076" y="85880"/>
                </a:lnTo>
                <a:lnTo>
                  <a:pt x="876326" y="84265"/>
                </a:lnTo>
                <a:lnTo>
                  <a:pt x="875542" y="82704"/>
                </a:lnTo>
                <a:lnTo>
                  <a:pt x="874722" y="81198"/>
                </a:lnTo>
                <a:lnTo>
                  <a:pt x="873870" y="79749"/>
                </a:lnTo>
                <a:lnTo>
                  <a:pt x="872986" y="78361"/>
                </a:lnTo>
                <a:lnTo>
                  <a:pt x="872070" y="77035"/>
                </a:lnTo>
                <a:lnTo>
                  <a:pt x="871123" y="75771"/>
                </a:lnTo>
                <a:lnTo>
                  <a:pt x="870145" y="74569"/>
                </a:lnTo>
                <a:lnTo>
                  <a:pt x="869135" y="73428"/>
                </a:lnTo>
                <a:lnTo>
                  <a:pt x="868093" y="72349"/>
                </a:lnTo>
                <a:lnTo>
                  <a:pt x="867021" y="71331"/>
                </a:lnTo>
                <a:lnTo>
                  <a:pt x="865916" y="70375"/>
                </a:lnTo>
                <a:lnTo>
                  <a:pt x="864780" y="69481"/>
                </a:lnTo>
                <a:lnTo>
                  <a:pt x="863613" y="68649"/>
                </a:lnTo>
                <a:lnTo>
                  <a:pt x="862414" y="67878"/>
                </a:lnTo>
                <a:lnTo>
                  <a:pt x="861184" y="67169"/>
                </a:lnTo>
                <a:lnTo>
                  <a:pt x="859923" y="66521"/>
                </a:lnTo>
                <a:lnTo>
                  <a:pt x="858629" y="65935"/>
                </a:lnTo>
                <a:lnTo>
                  <a:pt x="857305" y="65411"/>
                </a:lnTo>
                <a:lnTo>
                  <a:pt x="855949" y="64949"/>
                </a:lnTo>
                <a:lnTo>
                  <a:pt x="854561" y="64548"/>
                </a:lnTo>
                <a:lnTo>
                  <a:pt x="853142" y="64209"/>
                </a:lnTo>
                <a:lnTo>
                  <a:pt x="851692" y="63931"/>
                </a:lnTo>
                <a:lnTo>
                  <a:pt x="850210" y="63715"/>
                </a:lnTo>
                <a:lnTo>
                  <a:pt x="848696" y="63561"/>
                </a:lnTo>
                <a:lnTo>
                  <a:pt x="847151" y="63469"/>
                </a:lnTo>
                <a:lnTo>
                  <a:pt x="845575" y="63438"/>
                </a:lnTo>
                <a:lnTo>
                  <a:pt x="844762" y="63445"/>
                </a:lnTo>
                <a:lnTo>
                  <a:pt x="843957" y="63468"/>
                </a:lnTo>
                <a:lnTo>
                  <a:pt x="843160" y="63507"/>
                </a:lnTo>
                <a:lnTo>
                  <a:pt x="842370" y="63560"/>
                </a:lnTo>
                <a:lnTo>
                  <a:pt x="841588" y="63629"/>
                </a:lnTo>
                <a:close/>
                <a:moveTo>
                  <a:pt x="827994" y="173956"/>
                </a:moveTo>
                <a:lnTo>
                  <a:pt x="827342" y="173765"/>
                </a:lnTo>
                <a:lnTo>
                  <a:pt x="826698" y="173538"/>
                </a:lnTo>
                <a:lnTo>
                  <a:pt x="826061" y="173276"/>
                </a:lnTo>
                <a:lnTo>
                  <a:pt x="825432" y="172980"/>
                </a:lnTo>
                <a:lnTo>
                  <a:pt x="824811" y="172649"/>
                </a:lnTo>
                <a:lnTo>
                  <a:pt x="824197" y="172283"/>
                </a:lnTo>
                <a:lnTo>
                  <a:pt x="823591" y="171882"/>
                </a:lnTo>
                <a:lnTo>
                  <a:pt x="822993" y="171446"/>
                </a:lnTo>
                <a:lnTo>
                  <a:pt x="822402" y="170975"/>
                </a:lnTo>
                <a:lnTo>
                  <a:pt x="821819" y="170469"/>
                </a:lnTo>
                <a:lnTo>
                  <a:pt x="821243" y="169929"/>
                </a:lnTo>
                <a:lnTo>
                  <a:pt x="820676" y="169354"/>
                </a:lnTo>
                <a:lnTo>
                  <a:pt x="820116" y="168743"/>
                </a:lnTo>
                <a:lnTo>
                  <a:pt x="819563" y="168098"/>
                </a:lnTo>
                <a:lnTo>
                  <a:pt x="819019" y="167418"/>
                </a:lnTo>
                <a:lnTo>
                  <a:pt x="818482" y="166704"/>
                </a:lnTo>
                <a:lnTo>
                  <a:pt x="817953" y="165954"/>
                </a:lnTo>
                <a:lnTo>
                  <a:pt x="817431" y="165169"/>
                </a:lnTo>
                <a:lnTo>
                  <a:pt x="816917" y="164350"/>
                </a:lnTo>
                <a:lnTo>
                  <a:pt x="816917" y="104343"/>
                </a:lnTo>
                <a:lnTo>
                  <a:pt x="817512" y="103224"/>
                </a:lnTo>
                <a:lnTo>
                  <a:pt x="818113" y="102152"/>
                </a:lnTo>
                <a:lnTo>
                  <a:pt x="818720" y="101128"/>
                </a:lnTo>
                <a:lnTo>
                  <a:pt x="819333" y="100152"/>
                </a:lnTo>
                <a:lnTo>
                  <a:pt x="819951" y="99223"/>
                </a:lnTo>
                <a:lnTo>
                  <a:pt x="820576" y="98342"/>
                </a:lnTo>
                <a:lnTo>
                  <a:pt x="821207" y="97509"/>
                </a:lnTo>
                <a:lnTo>
                  <a:pt x="821844" y="96723"/>
                </a:lnTo>
                <a:lnTo>
                  <a:pt x="822486" y="95985"/>
                </a:lnTo>
                <a:lnTo>
                  <a:pt x="823135" y="95294"/>
                </a:lnTo>
                <a:lnTo>
                  <a:pt x="823789" y="94651"/>
                </a:lnTo>
                <a:lnTo>
                  <a:pt x="824450" y="94056"/>
                </a:lnTo>
                <a:lnTo>
                  <a:pt x="825116" y="93508"/>
                </a:lnTo>
                <a:lnTo>
                  <a:pt x="825788" y="93008"/>
                </a:lnTo>
                <a:lnTo>
                  <a:pt x="826466" y="92556"/>
                </a:lnTo>
                <a:lnTo>
                  <a:pt x="827151" y="92151"/>
                </a:lnTo>
                <a:lnTo>
                  <a:pt x="827841" y="91794"/>
                </a:lnTo>
                <a:lnTo>
                  <a:pt x="828537" y="91484"/>
                </a:lnTo>
                <a:lnTo>
                  <a:pt x="829239" y="91222"/>
                </a:lnTo>
                <a:lnTo>
                  <a:pt x="829947" y="91008"/>
                </a:lnTo>
                <a:lnTo>
                  <a:pt x="830661" y="90841"/>
                </a:lnTo>
                <a:lnTo>
                  <a:pt x="831380" y="90722"/>
                </a:lnTo>
                <a:lnTo>
                  <a:pt x="832106" y="90651"/>
                </a:lnTo>
                <a:lnTo>
                  <a:pt x="832838" y="90627"/>
                </a:lnTo>
                <a:lnTo>
                  <a:pt x="833423" y="90643"/>
                </a:lnTo>
                <a:lnTo>
                  <a:pt x="833996" y="90689"/>
                </a:lnTo>
                <a:lnTo>
                  <a:pt x="834556" y="90767"/>
                </a:lnTo>
                <a:lnTo>
                  <a:pt x="835103" y="90875"/>
                </a:lnTo>
                <a:lnTo>
                  <a:pt x="835637" y="91015"/>
                </a:lnTo>
                <a:lnTo>
                  <a:pt x="836159" y="91186"/>
                </a:lnTo>
                <a:lnTo>
                  <a:pt x="836668" y="91387"/>
                </a:lnTo>
                <a:lnTo>
                  <a:pt x="837164" y="91620"/>
                </a:lnTo>
                <a:lnTo>
                  <a:pt x="837647" y="91884"/>
                </a:lnTo>
                <a:lnTo>
                  <a:pt x="838118" y="92179"/>
                </a:lnTo>
                <a:lnTo>
                  <a:pt x="838575" y="92505"/>
                </a:lnTo>
                <a:lnTo>
                  <a:pt x="839021" y="92862"/>
                </a:lnTo>
                <a:lnTo>
                  <a:pt x="839453" y="93250"/>
                </a:lnTo>
                <a:lnTo>
                  <a:pt x="839872" y="93669"/>
                </a:lnTo>
                <a:lnTo>
                  <a:pt x="840279" y="94119"/>
                </a:lnTo>
                <a:lnTo>
                  <a:pt x="840673" y="94600"/>
                </a:lnTo>
                <a:lnTo>
                  <a:pt x="841054" y="95112"/>
                </a:lnTo>
                <a:lnTo>
                  <a:pt x="841423" y="95656"/>
                </a:lnTo>
                <a:lnTo>
                  <a:pt x="841779" y="96230"/>
                </a:lnTo>
                <a:lnTo>
                  <a:pt x="842122" y="96835"/>
                </a:lnTo>
                <a:lnTo>
                  <a:pt x="842452" y="97471"/>
                </a:lnTo>
                <a:lnTo>
                  <a:pt x="842769" y="98139"/>
                </a:lnTo>
                <a:lnTo>
                  <a:pt x="843074" y="98837"/>
                </a:lnTo>
                <a:lnTo>
                  <a:pt x="843366" y="99567"/>
                </a:lnTo>
                <a:lnTo>
                  <a:pt x="843646" y="100338"/>
                </a:lnTo>
                <a:lnTo>
                  <a:pt x="843914" y="101163"/>
                </a:lnTo>
                <a:lnTo>
                  <a:pt x="844170" y="102041"/>
                </a:lnTo>
                <a:lnTo>
                  <a:pt x="844414" y="102972"/>
                </a:lnTo>
                <a:lnTo>
                  <a:pt x="844647" y="103956"/>
                </a:lnTo>
                <a:lnTo>
                  <a:pt x="844867" y="104993"/>
                </a:lnTo>
                <a:lnTo>
                  <a:pt x="845076" y="106084"/>
                </a:lnTo>
                <a:lnTo>
                  <a:pt x="845272" y="107227"/>
                </a:lnTo>
                <a:lnTo>
                  <a:pt x="845457" y="108424"/>
                </a:lnTo>
                <a:lnTo>
                  <a:pt x="845630" y="109674"/>
                </a:lnTo>
                <a:lnTo>
                  <a:pt x="845790" y="110977"/>
                </a:lnTo>
                <a:lnTo>
                  <a:pt x="845939" y="112334"/>
                </a:lnTo>
                <a:lnTo>
                  <a:pt x="846076" y="113743"/>
                </a:lnTo>
                <a:lnTo>
                  <a:pt x="846201" y="115205"/>
                </a:lnTo>
                <a:lnTo>
                  <a:pt x="846315" y="116721"/>
                </a:lnTo>
                <a:lnTo>
                  <a:pt x="846416" y="118290"/>
                </a:lnTo>
                <a:lnTo>
                  <a:pt x="846505" y="119912"/>
                </a:lnTo>
                <a:lnTo>
                  <a:pt x="846583" y="121587"/>
                </a:lnTo>
                <a:lnTo>
                  <a:pt x="846648" y="123316"/>
                </a:lnTo>
                <a:lnTo>
                  <a:pt x="846702" y="125097"/>
                </a:lnTo>
                <a:lnTo>
                  <a:pt x="846743" y="126932"/>
                </a:lnTo>
                <a:lnTo>
                  <a:pt x="846773" y="128819"/>
                </a:lnTo>
                <a:lnTo>
                  <a:pt x="846791" y="130760"/>
                </a:lnTo>
                <a:lnTo>
                  <a:pt x="846797" y="132754"/>
                </a:lnTo>
                <a:lnTo>
                  <a:pt x="846790" y="134610"/>
                </a:lnTo>
                <a:lnTo>
                  <a:pt x="846769" y="136420"/>
                </a:lnTo>
                <a:lnTo>
                  <a:pt x="846734" y="138185"/>
                </a:lnTo>
                <a:lnTo>
                  <a:pt x="846685" y="139905"/>
                </a:lnTo>
                <a:lnTo>
                  <a:pt x="846622" y="141580"/>
                </a:lnTo>
                <a:lnTo>
                  <a:pt x="846544" y="143209"/>
                </a:lnTo>
                <a:lnTo>
                  <a:pt x="846453" y="144794"/>
                </a:lnTo>
                <a:lnTo>
                  <a:pt x="846348" y="146334"/>
                </a:lnTo>
                <a:lnTo>
                  <a:pt x="846229" y="147828"/>
                </a:lnTo>
                <a:lnTo>
                  <a:pt x="846096" y="149278"/>
                </a:lnTo>
                <a:lnTo>
                  <a:pt x="845948" y="150683"/>
                </a:lnTo>
                <a:lnTo>
                  <a:pt x="845787" y="152042"/>
                </a:lnTo>
                <a:lnTo>
                  <a:pt x="845612" y="153356"/>
                </a:lnTo>
                <a:lnTo>
                  <a:pt x="845422" y="154626"/>
                </a:lnTo>
                <a:lnTo>
                  <a:pt x="845219" y="155850"/>
                </a:lnTo>
                <a:lnTo>
                  <a:pt x="845001" y="157029"/>
                </a:lnTo>
                <a:lnTo>
                  <a:pt x="844770" y="158163"/>
                </a:lnTo>
                <a:lnTo>
                  <a:pt x="844524" y="159252"/>
                </a:lnTo>
                <a:lnTo>
                  <a:pt x="844265" y="160296"/>
                </a:lnTo>
                <a:lnTo>
                  <a:pt x="843991" y="161295"/>
                </a:lnTo>
                <a:lnTo>
                  <a:pt x="843704" y="162249"/>
                </a:lnTo>
                <a:lnTo>
                  <a:pt x="843402" y="163157"/>
                </a:lnTo>
                <a:lnTo>
                  <a:pt x="843087" y="164021"/>
                </a:lnTo>
                <a:lnTo>
                  <a:pt x="842757" y="164840"/>
                </a:lnTo>
                <a:lnTo>
                  <a:pt x="842415" y="165619"/>
                </a:lnTo>
                <a:lnTo>
                  <a:pt x="842061" y="166365"/>
                </a:lnTo>
                <a:lnTo>
                  <a:pt x="841695" y="167078"/>
                </a:lnTo>
                <a:lnTo>
                  <a:pt x="841318" y="167758"/>
                </a:lnTo>
                <a:lnTo>
                  <a:pt x="840930" y="168405"/>
                </a:lnTo>
                <a:lnTo>
                  <a:pt x="840530" y="169019"/>
                </a:lnTo>
                <a:lnTo>
                  <a:pt x="840119" y="169599"/>
                </a:lnTo>
                <a:lnTo>
                  <a:pt x="839696" y="170147"/>
                </a:lnTo>
                <a:lnTo>
                  <a:pt x="839262" y="170661"/>
                </a:lnTo>
                <a:lnTo>
                  <a:pt x="838816" y="171142"/>
                </a:lnTo>
                <a:lnTo>
                  <a:pt x="838359" y="171589"/>
                </a:lnTo>
                <a:lnTo>
                  <a:pt x="837890" y="172004"/>
                </a:lnTo>
                <a:lnTo>
                  <a:pt x="837410" y="172385"/>
                </a:lnTo>
                <a:lnTo>
                  <a:pt x="836918" y="172734"/>
                </a:lnTo>
                <a:lnTo>
                  <a:pt x="836415" y="173049"/>
                </a:lnTo>
                <a:lnTo>
                  <a:pt x="835900" y="173331"/>
                </a:lnTo>
                <a:lnTo>
                  <a:pt x="835374" y="173580"/>
                </a:lnTo>
                <a:lnTo>
                  <a:pt x="834836" y="173795"/>
                </a:lnTo>
                <a:lnTo>
                  <a:pt x="834287" y="173978"/>
                </a:lnTo>
                <a:lnTo>
                  <a:pt x="833727" y="174127"/>
                </a:lnTo>
                <a:lnTo>
                  <a:pt x="833154" y="174243"/>
                </a:lnTo>
                <a:lnTo>
                  <a:pt x="832571" y="174326"/>
                </a:lnTo>
                <a:lnTo>
                  <a:pt x="831976" y="174376"/>
                </a:lnTo>
                <a:lnTo>
                  <a:pt x="831369" y="174392"/>
                </a:lnTo>
                <a:lnTo>
                  <a:pt x="830679" y="174375"/>
                </a:lnTo>
                <a:lnTo>
                  <a:pt x="829996" y="174322"/>
                </a:lnTo>
                <a:lnTo>
                  <a:pt x="829321" y="174235"/>
                </a:lnTo>
                <a:lnTo>
                  <a:pt x="828654" y="174113"/>
                </a:lnTo>
                <a:lnTo>
                  <a:pt x="827994" y="173956"/>
                </a:lnTo>
                <a:close/>
                <a:moveTo>
                  <a:pt x="2168869" y="167"/>
                </a:moveTo>
                <a:lnTo>
                  <a:pt x="2168146" y="261"/>
                </a:lnTo>
                <a:lnTo>
                  <a:pt x="2167436" y="375"/>
                </a:lnTo>
                <a:lnTo>
                  <a:pt x="2166738" y="511"/>
                </a:lnTo>
                <a:lnTo>
                  <a:pt x="2166051" y="667"/>
                </a:lnTo>
                <a:lnTo>
                  <a:pt x="2165377" y="844"/>
                </a:lnTo>
                <a:lnTo>
                  <a:pt x="2164714" y="1042"/>
                </a:lnTo>
                <a:lnTo>
                  <a:pt x="2164063" y="1261"/>
                </a:lnTo>
                <a:lnTo>
                  <a:pt x="2163424" y="1501"/>
                </a:lnTo>
                <a:lnTo>
                  <a:pt x="2162798" y="1761"/>
                </a:lnTo>
                <a:lnTo>
                  <a:pt x="2162183" y="2042"/>
                </a:lnTo>
                <a:lnTo>
                  <a:pt x="2161580" y="2345"/>
                </a:lnTo>
                <a:lnTo>
                  <a:pt x="2160988" y="2668"/>
                </a:lnTo>
                <a:lnTo>
                  <a:pt x="2160409" y="3012"/>
                </a:lnTo>
                <a:lnTo>
                  <a:pt x="2159842" y="3376"/>
                </a:lnTo>
                <a:lnTo>
                  <a:pt x="2159286" y="3762"/>
                </a:lnTo>
                <a:lnTo>
                  <a:pt x="2158743" y="4168"/>
                </a:lnTo>
                <a:lnTo>
                  <a:pt x="2158211" y="4595"/>
                </a:lnTo>
                <a:lnTo>
                  <a:pt x="2157692" y="5044"/>
                </a:lnTo>
                <a:lnTo>
                  <a:pt x="2157184" y="5512"/>
                </a:lnTo>
                <a:lnTo>
                  <a:pt x="2156688" y="6002"/>
                </a:lnTo>
                <a:lnTo>
                  <a:pt x="2156209" y="6508"/>
                </a:lnTo>
                <a:lnTo>
                  <a:pt x="2155750" y="7026"/>
                </a:lnTo>
                <a:lnTo>
                  <a:pt x="2155311" y="7554"/>
                </a:lnTo>
                <a:lnTo>
                  <a:pt x="2154893" y="8095"/>
                </a:lnTo>
                <a:lnTo>
                  <a:pt x="2154495" y="8647"/>
                </a:lnTo>
                <a:lnTo>
                  <a:pt x="2154118" y="9210"/>
                </a:lnTo>
                <a:lnTo>
                  <a:pt x="2153761" y="9785"/>
                </a:lnTo>
                <a:lnTo>
                  <a:pt x="2153424" y="10371"/>
                </a:lnTo>
                <a:lnTo>
                  <a:pt x="2153108" y="10968"/>
                </a:lnTo>
                <a:lnTo>
                  <a:pt x="2152812" y="11578"/>
                </a:lnTo>
                <a:lnTo>
                  <a:pt x="2152537" y="12198"/>
                </a:lnTo>
                <a:lnTo>
                  <a:pt x="2152282" y="12830"/>
                </a:lnTo>
                <a:lnTo>
                  <a:pt x="2152047" y="13474"/>
                </a:lnTo>
                <a:lnTo>
                  <a:pt x="2151833" y="14129"/>
                </a:lnTo>
                <a:lnTo>
                  <a:pt x="2151639" y="14795"/>
                </a:lnTo>
                <a:lnTo>
                  <a:pt x="2151466" y="15473"/>
                </a:lnTo>
                <a:lnTo>
                  <a:pt x="2151313" y="16163"/>
                </a:lnTo>
                <a:lnTo>
                  <a:pt x="2151180" y="16864"/>
                </a:lnTo>
                <a:lnTo>
                  <a:pt x="2151068" y="17576"/>
                </a:lnTo>
                <a:lnTo>
                  <a:pt x="2150976" y="18300"/>
                </a:lnTo>
                <a:lnTo>
                  <a:pt x="2150905" y="19035"/>
                </a:lnTo>
                <a:lnTo>
                  <a:pt x="2150854" y="19782"/>
                </a:lnTo>
                <a:lnTo>
                  <a:pt x="2150823" y="20541"/>
                </a:lnTo>
                <a:lnTo>
                  <a:pt x="2150813" y="21310"/>
                </a:lnTo>
                <a:lnTo>
                  <a:pt x="2150823" y="22060"/>
                </a:lnTo>
                <a:lnTo>
                  <a:pt x="2150854" y="22800"/>
                </a:lnTo>
                <a:lnTo>
                  <a:pt x="2150905" y="23528"/>
                </a:lnTo>
                <a:lnTo>
                  <a:pt x="2150976" y="24246"/>
                </a:lnTo>
                <a:lnTo>
                  <a:pt x="2151068" y="24954"/>
                </a:lnTo>
                <a:lnTo>
                  <a:pt x="2151180" y="25651"/>
                </a:lnTo>
                <a:lnTo>
                  <a:pt x="2151313" y="26337"/>
                </a:lnTo>
                <a:lnTo>
                  <a:pt x="2151466" y="27012"/>
                </a:lnTo>
                <a:lnTo>
                  <a:pt x="2151639" y="27677"/>
                </a:lnTo>
                <a:lnTo>
                  <a:pt x="2151833" y="28332"/>
                </a:lnTo>
                <a:lnTo>
                  <a:pt x="2152047" y="28975"/>
                </a:lnTo>
                <a:lnTo>
                  <a:pt x="2152282" y="29608"/>
                </a:lnTo>
                <a:lnTo>
                  <a:pt x="2152537" y="30231"/>
                </a:lnTo>
                <a:lnTo>
                  <a:pt x="2152812" y="30842"/>
                </a:lnTo>
                <a:lnTo>
                  <a:pt x="2153108" y="31444"/>
                </a:lnTo>
                <a:lnTo>
                  <a:pt x="2153424" y="32034"/>
                </a:lnTo>
                <a:lnTo>
                  <a:pt x="2153761" y="32614"/>
                </a:lnTo>
                <a:lnTo>
                  <a:pt x="2154118" y="33183"/>
                </a:lnTo>
                <a:lnTo>
                  <a:pt x="2154495" y="33742"/>
                </a:lnTo>
                <a:lnTo>
                  <a:pt x="2154893" y="34290"/>
                </a:lnTo>
                <a:lnTo>
                  <a:pt x="2155311" y="34827"/>
                </a:lnTo>
                <a:lnTo>
                  <a:pt x="2155750" y="35354"/>
                </a:lnTo>
                <a:lnTo>
                  <a:pt x="2156209" y="35870"/>
                </a:lnTo>
                <a:lnTo>
                  <a:pt x="2156688" y="36376"/>
                </a:lnTo>
                <a:lnTo>
                  <a:pt x="2157184" y="36865"/>
                </a:lnTo>
                <a:lnTo>
                  <a:pt x="2157692" y="37334"/>
                </a:lnTo>
                <a:lnTo>
                  <a:pt x="2158211" y="37782"/>
                </a:lnTo>
                <a:lnTo>
                  <a:pt x="2158743" y="38208"/>
                </a:lnTo>
                <a:lnTo>
                  <a:pt x="2159286" y="38615"/>
                </a:lnTo>
                <a:lnTo>
                  <a:pt x="2159842" y="39000"/>
                </a:lnTo>
                <a:lnTo>
                  <a:pt x="2160409" y="39364"/>
                </a:lnTo>
                <a:lnTo>
                  <a:pt x="2160988" y="39708"/>
                </a:lnTo>
                <a:lnTo>
                  <a:pt x="2161580" y="40031"/>
                </a:lnTo>
                <a:lnTo>
                  <a:pt x="2162183" y="40333"/>
                </a:lnTo>
                <a:lnTo>
                  <a:pt x="2162798" y="40614"/>
                </a:lnTo>
                <a:lnTo>
                  <a:pt x="2163424" y="40874"/>
                </a:lnTo>
                <a:lnTo>
                  <a:pt x="2164063" y="41114"/>
                </a:lnTo>
                <a:lnTo>
                  <a:pt x="2164714" y="41333"/>
                </a:lnTo>
                <a:lnTo>
                  <a:pt x="2165377" y="41531"/>
                </a:lnTo>
                <a:lnTo>
                  <a:pt x="2166051" y="41708"/>
                </a:lnTo>
                <a:lnTo>
                  <a:pt x="2166738" y="41864"/>
                </a:lnTo>
                <a:lnTo>
                  <a:pt x="2167436" y="41999"/>
                </a:lnTo>
                <a:lnTo>
                  <a:pt x="2168146" y="42114"/>
                </a:lnTo>
                <a:lnTo>
                  <a:pt x="2168869" y="42207"/>
                </a:lnTo>
                <a:lnTo>
                  <a:pt x="2169603" y="42280"/>
                </a:lnTo>
                <a:lnTo>
                  <a:pt x="2170349" y="42332"/>
                </a:lnTo>
                <a:lnTo>
                  <a:pt x="2171107" y="42364"/>
                </a:lnTo>
                <a:lnTo>
                  <a:pt x="2171877" y="42374"/>
                </a:lnTo>
                <a:lnTo>
                  <a:pt x="2172646" y="42364"/>
                </a:lnTo>
                <a:lnTo>
                  <a:pt x="2173404" y="42332"/>
                </a:lnTo>
                <a:lnTo>
                  <a:pt x="2174149" y="42280"/>
                </a:lnTo>
                <a:lnTo>
                  <a:pt x="2174883" y="42207"/>
                </a:lnTo>
                <a:lnTo>
                  <a:pt x="2175605" y="42114"/>
                </a:lnTo>
                <a:lnTo>
                  <a:pt x="2176315" y="41999"/>
                </a:lnTo>
                <a:lnTo>
                  <a:pt x="2177013" y="41864"/>
                </a:lnTo>
                <a:lnTo>
                  <a:pt x="2177700" y="41708"/>
                </a:lnTo>
                <a:lnTo>
                  <a:pt x="2178374" y="41531"/>
                </a:lnTo>
                <a:lnTo>
                  <a:pt x="2179037" y="41333"/>
                </a:lnTo>
                <a:lnTo>
                  <a:pt x="2179687" y="41114"/>
                </a:lnTo>
                <a:lnTo>
                  <a:pt x="2180326" y="40874"/>
                </a:lnTo>
                <a:lnTo>
                  <a:pt x="2180952" y="40614"/>
                </a:lnTo>
                <a:lnTo>
                  <a:pt x="2181567" y="40333"/>
                </a:lnTo>
                <a:lnTo>
                  <a:pt x="2182170" y="40031"/>
                </a:lnTo>
                <a:lnTo>
                  <a:pt x="2182761" y="39708"/>
                </a:lnTo>
                <a:lnTo>
                  <a:pt x="2183340" y="39364"/>
                </a:lnTo>
                <a:lnTo>
                  <a:pt x="2183908" y="39000"/>
                </a:lnTo>
                <a:lnTo>
                  <a:pt x="2184463" y="38615"/>
                </a:lnTo>
                <a:lnTo>
                  <a:pt x="2185007" y="38208"/>
                </a:lnTo>
                <a:lnTo>
                  <a:pt x="2185538" y="37782"/>
                </a:lnTo>
                <a:lnTo>
                  <a:pt x="2186058" y="37334"/>
                </a:lnTo>
                <a:lnTo>
                  <a:pt x="2186565" y="36865"/>
                </a:lnTo>
                <a:lnTo>
                  <a:pt x="2187061" y="36376"/>
                </a:lnTo>
                <a:lnTo>
                  <a:pt x="2187541" y="35870"/>
                </a:lnTo>
                <a:lnTo>
                  <a:pt x="2188000" y="35354"/>
                </a:lnTo>
                <a:lnTo>
                  <a:pt x="2188439" y="34827"/>
                </a:lnTo>
                <a:lnTo>
                  <a:pt x="2188858" y="34290"/>
                </a:lnTo>
                <a:lnTo>
                  <a:pt x="2189256" y="33742"/>
                </a:lnTo>
                <a:lnTo>
                  <a:pt x="2189633" y="33183"/>
                </a:lnTo>
                <a:lnTo>
                  <a:pt x="2189991" y="32614"/>
                </a:lnTo>
                <a:lnTo>
                  <a:pt x="2190327" y="32034"/>
                </a:lnTo>
                <a:lnTo>
                  <a:pt x="2190644" y="31444"/>
                </a:lnTo>
                <a:lnTo>
                  <a:pt x="2190940" y="30842"/>
                </a:lnTo>
                <a:lnTo>
                  <a:pt x="2191215" y="30231"/>
                </a:lnTo>
                <a:lnTo>
                  <a:pt x="2191470" y="29608"/>
                </a:lnTo>
                <a:lnTo>
                  <a:pt x="2191705" y="28975"/>
                </a:lnTo>
                <a:lnTo>
                  <a:pt x="2191920" y="28332"/>
                </a:lnTo>
                <a:lnTo>
                  <a:pt x="2192113" y="27677"/>
                </a:lnTo>
                <a:lnTo>
                  <a:pt x="2192287" y="27012"/>
                </a:lnTo>
                <a:lnTo>
                  <a:pt x="2192440" y="26337"/>
                </a:lnTo>
                <a:lnTo>
                  <a:pt x="2192573" y="25651"/>
                </a:lnTo>
                <a:lnTo>
                  <a:pt x="2192685" y="24954"/>
                </a:lnTo>
                <a:lnTo>
                  <a:pt x="2192777" y="24246"/>
                </a:lnTo>
                <a:lnTo>
                  <a:pt x="2192848" y="23528"/>
                </a:lnTo>
                <a:lnTo>
                  <a:pt x="2192899" y="22800"/>
                </a:lnTo>
                <a:lnTo>
                  <a:pt x="2192930" y="22060"/>
                </a:lnTo>
                <a:lnTo>
                  <a:pt x="2192940" y="21310"/>
                </a:lnTo>
                <a:lnTo>
                  <a:pt x="2192930" y="20541"/>
                </a:lnTo>
                <a:lnTo>
                  <a:pt x="2192900" y="19782"/>
                </a:lnTo>
                <a:lnTo>
                  <a:pt x="2192850" y="19035"/>
                </a:lnTo>
                <a:lnTo>
                  <a:pt x="2192780" y="18300"/>
                </a:lnTo>
                <a:lnTo>
                  <a:pt x="2192690" y="17576"/>
                </a:lnTo>
                <a:lnTo>
                  <a:pt x="2192580" y="16864"/>
                </a:lnTo>
                <a:lnTo>
                  <a:pt x="2192451" y="16163"/>
                </a:lnTo>
                <a:lnTo>
                  <a:pt x="2192301" y="15473"/>
                </a:lnTo>
                <a:lnTo>
                  <a:pt x="2192131" y="14795"/>
                </a:lnTo>
                <a:lnTo>
                  <a:pt x="2191941" y="14129"/>
                </a:lnTo>
                <a:lnTo>
                  <a:pt x="2191731" y="13474"/>
                </a:lnTo>
                <a:lnTo>
                  <a:pt x="2191501" y="12830"/>
                </a:lnTo>
                <a:lnTo>
                  <a:pt x="2191252" y="12198"/>
                </a:lnTo>
                <a:lnTo>
                  <a:pt x="2190982" y="11578"/>
                </a:lnTo>
                <a:lnTo>
                  <a:pt x="2190692" y="10968"/>
                </a:lnTo>
                <a:lnTo>
                  <a:pt x="2190382" y="10371"/>
                </a:lnTo>
                <a:lnTo>
                  <a:pt x="2190052" y="9785"/>
                </a:lnTo>
                <a:lnTo>
                  <a:pt x="2189703" y="9210"/>
                </a:lnTo>
                <a:lnTo>
                  <a:pt x="2189333" y="8647"/>
                </a:lnTo>
                <a:lnTo>
                  <a:pt x="2188943" y="8095"/>
                </a:lnTo>
                <a:lnTo>
                  <a:pt x="2188534" y="7554"/>
                </a:lnTo>
                <a:lnTo>
                  <a:pt x="2188104" y="7026"/>
                </a:lnTo>
                <a:lnTo>
                  <a:pt x="2187654" y="6508"/>
                </a:lnTo>
                <a:lnTo>
                  <a:pt x="2187185" y="6002"/>
                </a:lnTo>
                <a:lnTo>
                  <a:pt x="2186698" y="5512"/>
                </a:lnTo>
                <a:lnTo>
                  <a:pt x="2186199" y="5044"/>
                </a:lnTo>
                <a:lnTo>
                  <a:pt x="2185686" y="4595"/>
                </a:lnTo>
                <a:lnTo>
                  <a:pt x="2185161" y="4168"/>
                </a:lnTo>
                <a:lnTo>
                  <a:pt x="2184622" y="3762"/>
                </a:lnTo>
                <a:lnTo>
                  <a:pt x="2184070" y="3376"/>
                </a:lnTo>
                <a:lnTo>
                  <a:pt x="2183504" y="3012"/>
                </a:lnTo>
                <a:lnTo>
                  <a:pt x="2182926" y="2668"/>
                </a:lnTo>
                <a:lnTo>
                  <a:pt x="2182334" y="2345"/>
                </a:lnTo>
                <a:lnTo>
                  <a:pt x="2181729" y="2042"/>
                </a:lnTo>
                <a:lnTo>
                  <a:pt x="2181111" y="1761"/>
                </a:lnTo>
                <a:lnTo>
                  <a:pt x="2180480" y="1501"/>
                </a:lnTo>
                <a:lnTo>
                  <a:pt x="2179835" y="1261"/>
                </a:lnTo>
                <a:lnTo>
                  <a:pt x="2179178" y="1042"/>
                </a:lnTo>
                <a:lnTo>
                  <a:pt x="2178507" y="844"/>
                </a:lnTo>
                <a:lnTo>
                  <a:pt x="2177823" y="667"/>
                </a:lnTo>
                <a:lnTo>
                  <a:pt x="2177126" y="511"/>
                </a:lnTo>
                <a:lnTo>
                  <a:pt x="2176416" y="375"/>
                </a:lnTo>
                <a:lnTo>
                  <a:pt x="2175692" y="261"/>
                </a:lnTo>
                <a:lnTo>
                  <a:pt x="2174955" y="167"/>
                </a:lnTo>
                <a:lnTo>
                  <a:pt x="2174205" y="94"/>
                </a:lnTo>
                <a:lnTo>
                  <a:pt x="2173442" y="42"/>
                </a:lnTo>
                <a:lnTo>
                  <a:pt x="2172666" y="10"/>
                </a:lnTo>
                <a:lnTo>
                  <a:pt x="2171877" y="0"/>
                </a:lnTo>
                <a:lnTo>
                  <a:pt x="2171107" y="10"/>
                </a:lnTo>
                <a:lnTo>
                  <a:pt x="2170349" y="42"/>
                </a:lnTo>
                <a:lnTo>
                  <a:pt x="2169603" y="94"/>
                </a:lnTo>
                <a:lnTo>
                  <a:pt x="2168869" y="167"/>
                </a:lnTo>
                <a:close/>
                <a:moveTo>
                  <a:pt x="2486621" y="65729"/>
                </a:moveTo>
                <a:lnTo>
                  <a:pt x="2486193" y="65576"/>
                </a:lnTo>
                <a:lnTo>
                  <a:pt x="2485764" y="65430"/>
                </a:lnTo>
                <a:lnTo>
                  <a:pt x="2485335" y="65290"/>
                </a:lnTo>
                <a:lnTo>
                  <a:pt x="2484907" y="65157"/>
                </a:lnTo>
                <a:lnTo>
                  <a:pt x="2484478" y="65031"/>
                </a:lnTo>
                <a:lnTo>
                  <a:pt x="2484050" y="64912"/>
                </a:lnTo>
                <a:lnTo>
                  <a:pt x="2483621" y="64799"/>
                </a:lnTo>
                <a:lnTo>
                  <a:pt x="2483193" y="64694"/>
                </a:lnTo>
                <a:lnTo>
                  <a:pt x="2482764" y="64595"/>
                </a:lnTo>
                <a:lnTo>
                  <a:pt x="2482336" y="64503"/>
                </a:lnTo>
                <a:lnTo>
                  <a:pt x="2481907" y="64418"/>
                </a:lnTo>
                <a:lnTo>
                  <a:pt x="2481479" y="64340"/>
                </a:lnTo>
                <a:lnTo>
                  <a:pt x="2481050" y="64268"/>
                </a:lnTo>
                <a:lnTo>
                  <a:pt x="2480621" y="64203"/>
                </a:lnTo>
                <a:lnTo>
                  <a:pt x="2480193" y="64145"/>
                </a:lnTo>
                <a:lnTo>
                  <a:pt x="2479764" y="64094"/>
                </a:lnTo>
                <a:lnTo>
                  <a:pt x="2479336" y="64050"/>
                </a:lnTo>
                <a:lnTo>
                  <a:pt x="2478907" y="64013"/>
                </a:lnTo>
                <a:lnTo>
                  <a:pt x="2478479" y="63982"/>
                </a:lnTo>
                <a:lnTo>
                  <a:pt x="2478050" y="63958"/>
                </a:lnTo>
                <a:lnTo>
                  <a:pt x="2477622" y="63941"/>
                </a:lnTo>
                <a:lnTo>
                  <a:pt x="2477193" y="63931"/>
                </a:lnTo>
                <a:lnTo>
                  <a:pt x="2476764" y="63927"/>
                </a:lnTo>
                <a:lnTo>
                  <a:pt x="2475209" y="63971"/>
                </a:lnTo>
                <a:lnTo>
                  <a:pt x="2473688" y="64101"/>
                </a:lnTo>
                <a:lnTo>
                  <a:pt x="2472199" y="64318"/>
                </a:lnTo>
                <a:lnTo>
                  <a:pt x="2470743" y="64621"/>
                </a:lnTo>
                <a:lnTo>
                  <a:pt x="2469321" y="65012"/>
                </a:lnTo>
                <a:lnTo>
                  <a:pt x="2467932" y="65489"/>
                </a:lnTo>
                <a:lnTo>
                  <a:pt x="2466576" y="66053"/>
                </a:lnTo>
                <a:lnTo>
                  <a:pt x="2465253" y="66703"/>
                </a:lnTo>
                <a:lnTo>
                  <a:pt x="2463963" y="67441"/>
                </a:lnTo>
                <a:lnTo>
                  <a:pt x="2462707" y="68265"/>
                </a:lnTo>
                <a:lnTo>
                  <a:pt x="2461483" y="69176"/>
                </a:lnTo>
                <a:lnTo>
                  <a:pt x="2460293" y="70173"/>
                </a:lnTo>
                <a:lnTo>
                  <a:pt x="2459136" y="71258"/>
                </a:lnTo>
                <a:lnTo>
                  <a:pt x="2458012" y="72429"/>
                </a:lnTo>
                <a:lnTo>
                  <a:pt x="2456921" y="73687"/>
                </a:lnTo>
                <a:lnTo>
                  <a:pt x="2455864" y="75031"/>
                </a:lnTo>
                <a:lnTo>
                  <a:pt x="2454839" y="76463"/>
                </a:lnTo>
                <a:lnTo>
                  <a:pt x="2453848" y="77981"/>
                </a:lnTo>
                <a:lnTo>
                  <a:pt x="2452890" y="79586"/>
                </a:lnTo>
                <a:lnTo>
                  <a:pt x="2451965" y="81277"/>
                </a:lnTo>
                <a:lnTo>
                  <a:pt x="2451073" y="83056"/>
                </a:lnTo>
                <a:lnTo>
                  <a:pt x="2450214" y="84921"/>
                </a:lnTo>
                <a:lnTo>
                  <a:pt x="2449388" y="86873"/>
                </a:lnTo>
                <a:lnTo>
                  <a:pt x="2448596" y="88912"/>
                </a:lnTo>
                <a:lnTo>
                  <a:pt x="2445901" y="67601"/>
                </a:lnTo>
                <a:lnTo>
                  <a:pt x="2413816" y="67601"/>
                </a:lnTo>
                <a:lnTo>
                  <a:pt x="2413816" y="197661"/>
                </a:lnTo>
                <a:lnTo>
                  <a:pt x="2450801" y="197661"/>
                </a:lnTo>
                <a:lnTo>
                  <a:pt x="2450801" y="127855"/>
                </a:lnTo>
                <a:lnTo>
                  <a:pt x="2451049" y="126704"/>
                </a:lnTo>
                <a:lnTo>
                  <a:pt x="2451302" y="125577"/>
                </a:lnTo>
                <a:lnTo>
                  <a:pt x="2451560" y="124474"/>
                </a:lnTo>
                <a:lnTo>
                  <a:pt x="2451825" y="123396"/>
                </a:lnTo>
                <a:lnTo>
                  <a:pt x="2452094" y="122341"/>
                </a:lnTo>
                <a:lnTo>
                  <a:pt x="2452369" y="121311"/>
                </a:lnTo>
                <a:lnTo>
                  <a:pt x="2452650" y="120306"/>
                </a:lnTo>
                <a:lnTo>
                  <a:pt x="2452936" y="119324"/>
                </a:lnTo>
                <a:lnTo>
                  <a:pt x="2453228" y="118367"/>
                </a:lnTo>
                <a:lnTo>
                  <a:pt x="2453525" y="117434"/>
                </a:lnTo>
                <a:lnTo>
                  <a:pt x="2453828" y="116525"/>
                </a:lnTo>
                <a:lnTo>
                  <a:pt x="2454137" y="115640"/>
                </a:lnTo>
                <a:lnTo>
                  <a:pt x="2454451" y="114780"/>
                </a:lnTo>
                <a:lnTo>
                  <a:pt x="2454770" y="113944"/>
                </a:lnTo>
                <a:lnTo>
                  <a:pt x="2455095" y="113132"/>
                </a:lnTo>
                <a:lnTo>
                  <a:pt x="2455425" y="112344"/>
                </a:lnTo>
                <a:lnTo>
                  <a:pt x="2455761" y="111580"/>
                </a:lnTo>
                <a:lnTo>
                  <a:pt x="2456103" y="110841"/>
                </a:lnTo>
                <a:lnTo>
                  <a:pt x="2456450" y="110126"/>
                </a:lnTo>
                <a:lnTo>
                  <a:pt x="2456803" y="109435"/>
                </a:lnTo>
                <a:lnTo>
                  <a:pt x="2457161" y="108769"/>
                </a:lnTo>
                <a:lnTo>
                  <a:pt x="2457524" y="108126"/>
                </a:lnTo>
                <a:lnTo>
                  <a:pt x="2457894" y="107508"/>
                </a:lnTo>
                <a:lnTo>
                  <a:pt x="2458268" y="106914"/>
                </a:lnTo>
                <a:lnTo>
                  <a:pt x="2458654" y="106345"/>
                </a:lnTo>
                <a:lnTo>
                  <a:pt x="2459055" y="105799"/>
                </a:lnTo>
                <a:lnTo>
                  <a:pt x="2459472" y="105278"/>
                </a:lnTo>
                <a:lnTo>
                  <a:pt x="2459905" y="104781"/>
                </a:lnTo>
                <a:lnTo>
                  <a:pt x="2460354" y="104308"/>
                </a:lnTo>
                <a:lnTo>
                  <a:pt x="2460818" y="103860"/>
                </a:lnTo>
                <a:lnTo>
                  <a:pt x="2461298" y="103436"/>
                </a:lnTo>
                <a:lnTo>
                  <a:pt x="2461794" y="103036"/>
                </a:lnTo>
                <a:lnTo>
                  <a:pt x="2462305" y="102660"/>
                </a:lnTo>
                <a:lnTo>
                  <a:pt x="2462833" y="102309"/>
                </a:lnTo>
                <a:lnTo>
                  <a:pt x="2463375" y="101981"/>
                </a:lnTo>
                <a:lnTo>
                  <a:pt x="2463934" y="101678"/>
                </a:lnTo>
                <a:lnTo>
                  <a:pt x="2464509" y="101400"/>
                </a:lnTo>
                <a:lnTo>
                  <a:pt x="2465099" y="101145"/>
                </a:lnTo>
                <a:lnTo>
                  <a:pt x="2465704" y="100915"/>
                </a:lnTo>
                <a:lnTo>
                  <a:pt x="2466326" y="100709"/>
                </a:lnTo>
                <a:lnTo>
                  <a:pt x="2466963" y="100527"/>
                </a:lnTo>
                <a:lnTo>
                  <a:pt x="2467616" y="100369"/>
                </a:lnTo>
                <a:lnTo>
                  <a:pt x="2468285" y="100236"/>
                </a:lnTo>
                <a:lnTo>
                  <a:pt x="2468970" y="100127"/>
                </a:lnTo>
                <a:lnTo>
                  <a:pt x="2469670" y="100042"/>
                </a:lnTo>
                <a:lnTo>
                  <a:pt x="2470386" y="99981"/>
                </a:lnTo>
                <a:lnTo>
                  <a:pt x="2471117" y="99945"/>
                </a:lnTo>
                <a:lnTo>
                  <a:pt x="2471865" y="99933"/>
                </a:lnTo>
                <a:lnTo>
                  <a:pt x="2472252" y="99936"/>
                </a:lnTo>
                <a:lnTo>
                  <a:pt x="2472639" y="99943"/>
                </a:lnTo>
                <a:lnTo>
                  <a:pt x="2473024" y="99956"/>
                </a:lnTo>
                <a:lnTo>
                  <a:pt x="2473409" y="99974"/>
                </a:lnTo>
                <a:lnTo>
                  <a:pt x="2473793" y="99997"/>
                </a:lnTo>
                <a:lnTo>
                  <a:pt x="2474176" y="100025"/>
                </a:lnTo>
                <a:lnTo>
                  <a:pt x="2474558" y="100058"/>
                </a:lnTo>
                <a:lnTo>
                  <a:pt x="2474940" y="100096"/>
                </a:lnTo>
                <a:lnTo>
                  <a:pt x="2475320" y="100140"/>
                </a:lnTo>
                <a:lnTo>
                  <a:pt x="2475700" y="100188"/>
                </a:lnTo>
                <a:lnTo>
                  <a:pt x="2476079" y="100242"/>
                </a:lnTo>
                <a:lnTo>
                  <a:pt x="2476457" y="100300"/>
                </a:lnTo>
                <a:lnTo>
                  <a:pt x="2476834" y="100364"/>
                </a:lnTo>
                <a:lnTo>
                  <a:pt x="2477211" y="100433"/>
                </a:lnTo>
                <a:lnTo>
                  <a:pt x="2477586" y="100507"/>
                </a:lnTo>
                <a:lnTo>
                  <a:pt x="2477961" y="100586"/>
                </a:lnTo>
                <a:lnTo>
                  <a:pt x="2478335" y="100670"/>
                </a:lnTo>
                <a:lnTo>
                  <a:pt x="2478708" y="100759"/>
                </a:lnTo>
                <a:lnTo>
                  <a:pt x="2479080" y="100854"/>
                </a:lnTo>
                <a:lnTo>
                  <a:pt x="2479451" y="100953"/>
                </a:lnTo>
                <a:lnTo>
                  <a:pt x="2479822" y="101058"/>
                </a:lnTo>
                <a:lnTo>
                  <a:pt x="2480191" y="101167"/>
                </a:lnTo>
                <a:lnTo>
                  <a:pt x="2480560" y="101282"/>
                </a:lnTo>
                <a:lnTo>
                  <a:pt x="2480928" y="101402"/>
                </a:lnTo>
                <a:lnTo>
                  <a:pt x="2485483" y="74976"/>
                </a:lnTo>
                <a:lnTo>
                  <a:pt x="2514825" y="197661"/>
                </a:lnTo>
                <a:lnTo>
                  <a:pt x="2528541" y="197661"/>
                </a:lnTo>
                <a:lnTo>
                  <a:pt x="2528168" y="198771"/>
                </a:lnTo>
                <a:lnTo>
                  <a:pt x="2527782" y="199856"/>
                </a:lnTo>
                <a:lnTo>
                  <a:pt x="2527384" y="200915"/>
                </a:lnTo>
                <a:lnTo>
                  <a:pt x="2526974" y="201950"/>
                </a:lnTo>
                <a:lnTo>
                  <a:pt x="2526551" y="202960"/>
                </a:lnTo>
                <a:lnTo>
                  <a:pt x="2526116" y="203944"/>
                </a:lnTo>
                <a:lnTo>
                  <a:pt x="2525669" y="204904"/>
                </a:lnTo>
                <a:lnTo>
                  <a:pt x="2525209" y="205838"/>
                </a:lnTo>
                <a:lnTo>
                  <a:pt x="2524737" y="206747"/>
                </a:lnTo>
                <a:lnTo>
                  <a:pt x="2524252" y="207631"/>
                </a:lnTo>
                <a:lnTo>
                  <a:pt x="2523756" y="208490"/>
                </a:lnTo>
                <a:lnTo>
                  <a:pt x="2523246" y="209324"/>
                </a:lnTo>
                <a:lnTo>
                  <a:pt x="2522725" y="210133"/>
                </a:lnTo>
                <a:lnTo>
                  <a:pt x="2522191" y="210917"/>
                </a:lnTo>
                <a:lnTo>
                  <a:pt x="2521645" y="211676"/>
                </a:lnTo>
                <a:lnTo>
                  <a:pt x="2521087" y="212409"/>
                </a:lnTo>
                <a:lnTo>
                  <a:pt x="2520516" y="213118"/>
                </a:lnTo>
                <a:lnTo>
                  <a:pt x="2519933" y="213801"/>
                </a:lnTo>
                <a:lnTo>
                  <a:pt x="2519337" y="214460"/>
                </a:lnTo>
                <a:lnTo>
                  <a:pt x="2518729" y="215093"/>
                </a:lnTo>
                <a:lnTo>
                  <a:pt x="2518109" y="215701"/>
                </a:lnTo>
                <a:lnTo>
                  <a:pt x="2517476" y="216284"/>
                </a:lnTo>
                <a:lnTo>
                  <a:pt x="2516832" y="216842"/>
                </a:lnTo>
                <a:lnTo>
                  <a:pt x="2516174" y="217375"/>
                </a:lnTo>
                <a:lnTo>
                  <a:pt x="2515498" y="217890"/>
                </a:lnTo>
                <a:lnTo>
                  <a:pt x="2514796" y="218392"/>
                </a:lnTo>
                <a:lnTo>
                  <a:pt x="2514068" y="218882"/>
                </a:lnTo>
                <a:lnTo>
                  <a:pt x="2513313" y="219360"/>
                </a:lnTo>
                <a:lnTo>
                  <a:pt x="2512533" y="219825"/>
                </a:lnTo>
                <a:lnTo>
                  <a:pt x="2511727" y="220278"/>
                </a:lnTo>
                <a:lnTo>
                  <a:pt x="2510895" y="220718"/>
                </a:lnTo>
                <a:lnTo>
                  <a:pt x="2510037" y="221146"/>
                </a:lnTo>
                <a:lnTo>
                  <a:pt x="2509153" y="221562"/>
                </a:lnTo>
                <a:lnTo>
                  <a:pt x="2508244" y="221966"/>
                </a:lnTo>
                <a:lnTo>
                  <a:pt x="2507308" y="222357"/>
                </a:lnTo>
                <a:lnTo>
                  <a:pt x="2506346" y="222736"/>
                </a:lnTo>
                <a:lnTo>
                  <a:pt x="2505358" y="223102"/>
                </a:lnTo>
                <a:lnTo>
                  <a:pt x="2504345" y="223456"/>
                </a:lnTo>
                <a:lnTo>
                  <a:pt x="2503305" y="223798"/>
                </a:lnTo>
                <a:lnTo>
                  <a:pt x="2502240" y="224128"/>
                </a:lnTo>
                <a:lnTo>
                  <a:pt x="2501149" y="224445"/>
                </a:lnTo>
                <a:lnTo>
                  <a:pt x="2500031" y="224749"/>
                </a:lnTo>
                <a:lnTo>
                  <a:pt x="2498888" y="225042"/>
                </a:lnTo>
                <a:lnTo>
                  <a:pt x="2497719" y="225322"/>
                </a:lnTo>
                <a:lnTo>
                  <a:pt x="2496523" y="225590"/>
                </a:lnTo>
                <a:lnTo>
                  <a:pt x="2495302" y="225845"/>
                </a:lnTo>
                <a:lnTo>
                  <a:pt x="2494055" y="226088"/>
                </a:lnTo>
                <a:lnTo>
                  <a:pt x="2492782" y="226319"/>
                </a:lnTo>
                <a:lnTo>
                  <a:pt x="2496703" y="251789"/>
                </a:lnTo>
                <a:lnTo>
                  <a:pt x="2500922" y="251402"/>
                </a:lnTo>
                <a:lnTo>
                  <a:pt x="2505006" y="250854"/>
                </a:lnTo>
                <a:lnTo>
                  <a:pt x="2508957" y="250143"/>
                </a:lnTo>
                <a:lnTo>
                  <a:pt x="2512772" y="249272"/>
                </a:lnTo>
                <a:lnTo>
                  <a:pt x="2516454" y="248239"/>
                </a:lnTo>
                <a:lnTo>
                  <a:pt x="2520001" y="247044"/>
                </a:lnTo>
                <a:lnTo>
                  <a:pt x="2523414" y="245687"/>
                </a:lnTo>
                <a:lnTo>
                  <a:pt x="2526692" y="244169"/>
                </a:lnTo>
                <a:lnTo>
                  <a:pt x="2529836" y="242490"/>
                </a:lnTo>
                <a:lnTo>
                  <a:pt x="2532846" y="240649"/>
                </a:lnTo>
                <a:lnTo>
                  <a:pt x="2535721" y="238646"/>
                </a:lnTo>
                <a:lnTo>
                  <a:pt x="2538462" y="236482"/>
                </a:lnTo>
                <a:lnTo>
                  <a:pt x="2541069" y="234156"/>
                </a:lnTo>
                <a:lnTo>
                  <a:pt x="2543541" y="231668"/>
                </a:lnTo>
                <a:lnTo>
                  <a:pt x="2545879" y="229019"/>
                </a:lnTo>
                <a:lnTo>
                  <a:pt x="2548082" y="226209"/>
                </a:lnTo>
                <a:lnTo>
                  <a:pt x="2550151" y="223237"/>
                </a:lnTo>
                <a:lnTo>
                  <a:pt x="2552086" y="220103"/>
                </a:lnTo>
                <a:lnTo>
                  <a:pt x="2553887" y="216808"/>
                </a:lnTo>
                <a:lnTo>
                  <a:pt x="2555553" y="213351"/>
                </a:lnTo>
                <a:lnTo>
                  <a:pt x="2557084" y="209732"/>
                </a:lnTo>
                <a:lnTo>
                  <a:pt x="2558482" y="205952"/>
                </a:lnTo>
                <a:lnTo>
                  <a:pt x="2559745" y="202011"/>
                </a:lnTo>
                <a:lnTo>
                  <a:pt x="2560873" y="197908"/>
                </a:lnTo>
                <a:lnTo>
                  <a:pt x="2594674" y="67601"/>
                </a:lnTo>
                <a:lnTo>
                  <a:pt x="2558178" y="67601"/>
                </a:lnTo>
                <a:lnTo>
                  <a:pt x="2538094" y="173903"/>
                </a:lnTo>
                <a:lnTo>
                  <a:pt x="2520951" y="67601"/>
                </a:lnTo>
                <a:lnTo>
                  <a:pt x="2486755" y="67601"/>
                </a:lnTo>
                <a:lnTo>
                  <a:pt x="2487050" y="65889"/>
                </a:lnTo>
                <a:lnTo>
                  <a:pt x="2486621" y="65729"/>
                </a:lnTo>
                <a:close/>
                <a:moveTo>
                  <a:pt x="2270193" y="170051"/>
                </a:moveTo>
                <a:lnTo>
                  <a:pt x="2269735" y="170284"/>
                </a:lnTo>
                <a:lnTo>
                  <a:pt x="2269280" y="170504"/>
                </a:lnTo>
                <a:lnTo>
                  <a:pt x="2268827" y="170712"/>
                </a:lnTo>
                <a:lnTo>
                  <a:pt x="2268377" y="170909"/>
                </a:lnTo>
                <a:lnTo>
                  <a:pt x="2267929" y="171094"/>
                </a:lnTo>
                <a:lnTo>
                  <a:pt x="2267484" y="171266"/>
                </a:lnTo>
                <a:lnTo>
                  <a:pt x="2267041" y="171427"/>
                </a:lnTo>
                <a:lnTo>
                  <a:pt x="2266601" y="171576"/>
                </a:lnTo>
                <a:lnTo>
                  <a:pt x="2266164" y="171713"/>
                </a:lnTo>
                <a:lnTo>
                  <a:pt x="2265729" y="171838"/>
                </a:lnTo>
                <a:lnTo>
                  <a:pt x="2265296" y="171951"/>
                </a:lnTo>
                <a:lnTo>
                  <a:pt x="2264866" y="172053"/>
                </a:lnTo>
                <a:lnTo>
                  <a:pt x="2264439" y="172142"/>
                </a:lnTo>
                <a:lnTo>
                  <a:pt x="2264014" y="172219"/>
                </a:lnTo>
                <a:lnTo>
                  <a:pt x="2263592" y="172285"/>
                </a:lnTo>
                <a:lnTo>
                  <a:pt x="2263172" y="172339"/>
                </a:lnTo>
                <a:lnTo>
                  <a:pt x="2262755" y="172380"/>
                </a:lnTo>
                <a:lnTo>
                  <a:pt x="2262340" y="172410"/>
                </a:lnTo>
                <a:lnTo>
                  <a:pt x="2261928" y="172428"/>
                </a:lnTo>
                <a:lnTo>
                  <a:pt x="2261518" y="172434"/>
                </a:lnTo>
                <a:lnTo>
                  <a:pt x="2260799" y="172416"/>
                </a:lnTo>
                <a:lnTo>
                  <a:pt x="2260110" y="172361"/>
                </a:lnTo>
                <a:lnTo>
                  <a:pt x="2259452" y="172269"/>
                </a:lnTo>
                <a:lnTo>
                  <a:pt x="2258825" y="172141"/>
                </a:lnTo>
                <a:lnTo>
                  <a:pt x="2258228" y="171977"/>
                </a:lnTo>
                <a:lnTo>
                  <a:pt x="2257661" y="171776"/>
                </a:lnTo>
                <a:lnTo>
                  <a:pt x="2257126" y="171538"/>
                </a:lnTo>
                <a:lnTo>
                  <a:pt x="2256620" y="171264"/>
                </a:lnTo>
                <a:lnTo>
                  <a:pt x="2256146" y="170953"/>
                </a:lnTo>
                <a:lnTo>
                  <a:pt x="2255702" y="170605"/>
                </a:lnTo>
                <a:lnTo>
                  <a:pt x="2255289" y="170221"/>
                </a:lnTo>
                <a:lnTo>
                  <a:pt x="2254906" y="169801"/>
                </a:lnTo>
                <a:lnTo>
                  <a:pt x="2254554" y="169344"/>
                </a:lnTo>
                <a:lnTo>
                  <a:pt x="2254233" y="168850"/>
                </a:lnTo>
                <a:lnTo>
                  <a:pt x="2253942" y="168320"/>
                </a:lnTo>
                <a:lnTo>
                  <a:pt x="2253682" y="167753"/>
                </a:lnTo>
                <a:lnTo>
                  <a:pt x="2253452" y="167150"/>
                </a:lnTo>
                <a:lnTo>
                  <a:pt x="2253253" y="166510"/>
                </a:lnTo>
                <a:lnTo>
                  <a:pt x="2253085" y="165833"/>
                </a:lnTo>
                <a:lnTo>
                  <a:pt x="2252947" y="165120"/>
                </a:lnTo>
                <a:lnTo>
                  <a:pt x="2252840" y="164370"/>
                </a:lnTo>
                <a:lnTo>
                  <a:pt x="2252763" y="163584"/>
                </a:lnTo>
                <a:lnTo>
                  <a:pt x="2252717" y="162761"/>
                </a:lnTo>
                <a:lnTo>
                  <a:pt x="2252702" y="161902"/>
                </a:lnTo>
                <a:lnTo>
                  <a:pt x="2252702" y="93565"/>
                </a:lnTo>
                <a:lnTo>
                  <a:pt x="2273030" y="93565"/>
                </a:lnTo>
                <a:lnTo>
                  <a:pt x="2276950" y="67601"/>
                </a:lnTo>
                <a:lnTo>
                  <a:pt x="2252702" y="67601"/>
                </a:lnTo>
                <a:lnTo>
                  <a:pt x="2252702" y="35026"/>
                </a:lnTo>
                <a:lnTo>
                  <a:pt x="2215717" y="39190"/>
                </a:lnTo>
                <a:lnTo>
                  <a:pt x="2215717" y="67601"/>
                </a:lnTo>
                <a:lnTo>
                  <a:pt x="2202248" y="67601"/>
                </a:lnTo>
                <a:lnTo>
                  <a:pt x="2202248" y="93565"/>
                </a:lnTo>
                <a:lnTo>
                  <a:pt x="2215717" y="93565"/>
                </a:lnTo>
                <a:lnTo>
                  <a:pt x="2215717" y="162145"/>
                </a:lnTo>
                <a:lnTo>
                  <a:pt x="2215734" y="163643"/>
                </a:lnTo>
                <a:lnTo>
                  <a:pt x="2215784" y="165115"/>
                </a:lnTo>
                <a:lnTo>
                  <a:pt x="2215867" y="166562"/>
                </a:lnTo>
                <a:lnTo>
                  <a:pt x="2215983" y="167983"/>
                </a:lnTo>
                <a:lnTo>
                  <a:pt x="2216132" y="169379"/>
                </a:lnTo>
                <a:lnTo>
                  <a:pt x="2216314" y="170749"/>
                </a:lnTo>
                <a:lnTo>
                  <a:pt x="2216530" y="172093"/>
                </a:lnTo>
                <a:lnTo>
                  <a:pt x="2216779" y="173413"/>
                </a:lnTo>
                <a:lnTo>
                  <a:pt x="2217061" y="174706"/>
                </a:lnTo>
                <a:lnTo>
                  <a:pt x="2217376" y="175974"/>
                </a:lnTo>
                <a:lnTo>
                  <a:pt x="2217724" y="177217"/>
                </a:lnTo>
                <a:lnTo>
                  <a:pt x="2218105" y="178434"/>
                </a:lnTo>
                <a:lnTo>
                  <a:pt x="2218520" y="179626"/>
                </a:lnTo>
                <a:lnTo>
                  <a:pt x="2218968" y="180792"/>
                </a:lnTo>
                <a:lnTo>
                  <a:pt x="2219449" y="181932"/>
                </a:lnTo>
                <a:lnTo>
                  <a:pt x="2219963" y="183047"/>
                </a:lnTo>
                <a:lnTo>
                  <a:pt x="2220510" y="184137"/>
                </a:lnTo>
                <a:lnTo>
                  <a:pt x="2221091" y="185201"/>
                </a:lnTo>
                <a:lnTo>
                  <a:pt x="2221704" y="186240"/>
                </a:lnTo>
                <a:lnTo>
                  <a:pt x="2222351" y="187253"/>
                </a:lnTo>
                <a:lnTo>
                  <a:pt x="2223031" y="188240"/>
                </a:lnTo>
                <a:lnTo>
                  <a:pt x="2223744" y="189202"/>
                </a:lnTo>
                <a:lnTo>
                  <a:pt x="2224490" y="190139"/>
                </a:lnTo>
                <a:lnTo>
                  <a:pt x="2225270" y="191050"/>
                </a:lnTo>
                <a:lnTo>
                  <a:pt x="2226082" y="191929"/>
                </a:lnTo>
                <a:lnTo>
                  <a:pt x="2226927" y="192771"/>
                </a:lnTo>
                <a:lnTo>
                  <a:pt x="2227803" y="193575"/>
                </a:lnTo>
                <a:lnTo>
                  <a:pt x="2228713" y="194342"/>
                </a:lnTo>
                <a:lnTo>
                  <a:pt x="2229654" y="195071"/>
                </a:lnTo>
                <a:lnTo>
                  <a:pt x="2230628" y="195764"/>
                </a:lnTo>
                <a:lnTo>
                  <a:pt x="2231634" y="196418"/>
                </a:lnTo>
                <a:lnTo>
                  <a:pt x="2232672" y="197036"/>
                </a:lnTo>
                <a:lnTo>
                  <a:pt x="2233743" y="197615"/>
                </a:lnTo>
                <a:lnTo>
                  <a:pt x="2234846" y="198158"/>
                </a:lnTo>
                <a:lnTo>
                  <a:pt x="2235981" y="198663"/>
                </a:lnTo>
                <a:lnTo>
                  <a:pt x="2237149" y="199131"/>
                </a:lnTo>
                <a:lnTo>
                  <a:pt x="2238349" y="199561"/>
                </a:lnTo>
                <a:lnTo>
                  <a:pt x="2239581" y="199954"/>
                </a:lnTo>
                <a:lnTo>
                  <a:pt x="2240846" y="200309"/>
                </a:lnTo>
                <a:lnTo>
                  <a:pt x="2242143" y="200627"/>
                </a:lnTo>
                <a:lnTo>
                  <a:pt x="2243472" y="200908"/>
                </a:lnTo>
                <a:lnTo>
                  <a:pt x="2244834" y="201151"/>
                </a:lnTo>
                <a:lnTo>
                  <a:pt x="2246227" y="201357"/>
                </a:lnTo>
                <a:lnTo>
                  <a:pt x="2247654" y="201525"/>
                </a:lnTo>
                <a:lnTo>
                  <a:pt x="2249112" y="201656"/>
                </a:lnTo>
                <a:lnTo>
                  <a:pt x="2250603" y="201750"/>
                </a:lnTo>
                <a:lnTo>
                  <a:pt x="2252126" y="201806"/>
                </a:lnTo>
                <a:lnTo>
                  <a:pt x="2253681" y="201824"/>
                </a:lnTo>
                <a:lnTo>
                  <a:pt x="2254375" y="201820"/>
                </a:lnTo>
                <a:lnTo>
                  <a:pt x="2255067" y="201806"/>
                </a:lnTo>
                <a:lnTo>
                  <a:pt x="2255759" y="201784"/>
                </a:lnTo>
                <a:lnTo>
                  <a:pt x="2256450" y="201753"/>
                </a:lnTo>
                <a:lnTo>
                  <a:pt x="2257140" y="201713"/>
                </a:lnTo>
                <a:lnTo>
                  <a:pt x="2257829" y="201664"/>
                </a:lnTo>
                <a:lnTo>
                  <a:pt x="2258518" y="201606"/>
                </a:lnTo>
                <a:lnTo>
                  <a:pt x="2259205" y="201539"/>
                </a:lnTo>
                <a:lnTo>
                  <a:pt x="2259892" y="201463"/>
                </a:lnTo>
                <a:lnTo>
                  <a:pt x="2260578" y="201378"/>
                </a:lnTo>
                <a:lnTo>
                  <a:pt x="2261263" y="201284"/>
                </a:lnTo>
                <a:lnTo>
                  <a:pt x="2261947" y="201182"/>
                </a:lnTo>
                <a:lnTo>
                  <a:pt x="2262631" y="201070"/>
                </a:lnTo>
                <a:lnTo>
                  <a:pt x="2263313" y="200949"/>
                </a:lnTo>
                <a:lnTo>
                  <a:pt x="2263995" y="200820"/>
                </a:lnTo>
                <a:lnTo>
                  <a:pt x="2264676" y="200682"/>
                </a:lnTo>
                <a:lnTo>
                  <a:pt x="2265356" y="200534"/>
                </a:lnTo>
                <a:lnTo>
                  <a:pt x="2266035" y="200378"/>
                </a:lnTo>
                <a:lnTo>
                  <a:pt x="2266713" y="200213"/>
                </a:lnTo>
                <a:lnTo>
                  <a:pt x="2267391" y="200039"/>
                </a:lnTo>
                <a:lnTo>
                  <a:pt x="2268067" y="199856"/>
                </a:lnTo>
                <a:lnTo>
                  <a:pt x="2268743" y="199664"/>
                </a:lnTo>
                <a:lnTo>
                  <a:pt x="2269418" y="199463"/>
                </a:lnTo>
                <a:lnTo>
                  <a:pt x="2270092" y="199253"/>
                </a:lnTo>
                <a:lnTo>
                  <a:pt x="2270762" y="199034"/>
                </a:lnTo>
                <a:lnTo>
                  <a:pt x="2271426" y="198807"/>
                </a:lnTo>
                <a:lnTo>
                  <a:pt x="2272082" y="198570"/>
                </a:lnTo>
                <a:lnTo>
                  <a:pt x="2272732" y="198325"/>
                </a:lnTo>
                <a:lnTo>
                  <a:pt x="2273375" y="198070"/>
                </a:lnTo>
                <a:lnTo>
                  <a:pt x="2274011" y="197807"/>
                </a:lnTo>
                <a:lnTo>
                  <a:pt x="2274641" y="197534"/>
                </a:lnTo>
                <a:lnTo>
                  <a:pt x="2275263" y="197253"/>
                </a:lnTo>
                <a:lnTo>
                  <a:pt x="2275879" y="196963"/>
                </a:lnTo>
                <a:lnTo>
                  <a:pt x="2276488" y="196664"/>
                </a:lnTo>
                <a:lnTo>
                  <a:pt x="2277090" y="196356"/>
                </a:lnTo>
                <a:lnTo>
                  <a:pt x="2277685" y="196039"/>
                </a:lnTo>
                <a:lnTo>
                  <a:pt x="2278274" y="195713"/>
                </a:lnTo>
                <a:lnTo>
                  <a:pt x="2278855" y="195378"/>
                </a:lnTo>
                <a:lnTo>
                  <a:pt x="2279430" y="195035"/>
                </a:lnTo>
                <a:lnTo>
                  <a:pt x="2279998" y="194682"/>
                </a:lnTo>
                <a:lnTo>
                  <a:pt x="2280560" y="194320"/>
                </a:lnTo>
                <a:lnTo>
                  <a:pt x="2281114" y="193950"/>
                </a:lnTo>
                <a:lnTo>
                  <a:pt x="2281662" y="193570"/>
                </a:lnTo>
                <a:lnTo>
                  <a:pt x="2282203" y="193182"/>
                </a:lnTo>
                <a:lnTo>
                  <a:pt x="2282737" y="192785"/>
                </a:lnTo>
                <a:lnTo>
                  <a:pt x="2283264" y="192378"/>
                </a:lnTo>
                <a:lnTo>
                  <a:pt x="2283784" y="191963"/>
                </a:lnTo>
                <a:lnTo>
                  <a:pt x="2284298" y="191539"/>
                </a:lnTo>
                <a:lnTo>
                  <a:pt x="2272050" y="169003"/>
                </a:lnTo>
                <a:lnTo>
                  <a:pt x="2271582" y="169283"/>
                </a:lnTo>
                <a:lnTo>
                  <a:pt x="2271117" y="169551"/>
                </a:lnTo>
                <a:lnTo>
                  <a:pt x="2270654" y="169807"/>
                </a:lnTo>
                <a:lnTo>
                  <a:pt x="2270193" y="170051"/>
                </a:lnTo>
                <a:close/>
                <a:moveTo>
                  <a:pt x="1669134" y="65012"/>
                </a:moveTo>
                <a:lnTo>
                  <a:pt x="1667745" y="65489"/>
                </a:lnTo>
                <a:lnTo>
                  <a:pt x="1666388" y="66053"/>
                </a:lnTo>
                <a:lnTo>
                  <a:pt x="1665066" y="66703"/>
                </a:lnTo>
                <a:lnTo>
                  <a:pt x="1663776" y="67441"/>
                </a:lnTo>
                <a:lnTo>
                  <a:pt x="1662519" y="68265"/>
                </a:lnTo>
                <a:lnTo>
                  <a:pt x="1661296" y="69176"/>
                </a:lnTo>
                <a:lnTo>
                  <a:pt x="1660106" y="70173"/>
                </a:lnTo>
                <a:lnTo>
                  <a:pt x="1658948" y="71258"/>
                </a:lnTo>
                <a:lnTo>
                  <a:pt x="1657825" y="72429"/>
                </a:lnTo>
                <a:lnTo>
                  <a:pt x="1656734" y="73687"/>
                </a:lnTo>
                <a:lnTo>
                  <a:pt x="1655676" y="75031"/>
                </a:lnTo>
                <a:lnTo>
                  <a:pt x="1654652" y="76463"/>
                </a:lnTo>
                <a:lnTo>
                  <a:pt x="1653660" y="77981"/>
                </a:lnTo>
                <a:lnTo>
                  <a:pt x="1652702" y="79586"/>
                </a:lnTo>
                <a:lnTo>
                  <a:pt x="1651777" y="81277"/>
                </a:lnTo>
                <a:lnTo>
                  <a:pt x="1650885" y="83056"/>
                </a:lnTo>
                <a:lnTo>
                  <a:pt x="1650027" y="84921"/>
                </a:lnTo>
                <a:lnTo>
                  <a:pt x="1649201" y="86873"/>
                </a:lnTo>
                <a:lnTo>
                  <a:pt x="1648409" y="88912"/>
                </a:lnTo>
                <a:lnTo>
                  <a:pt x="1645714" y="67601"/>
                </a:lnTo>
                <a:lnTo>
                  <a:pt x="1613629" y="67601"/>
                </a:lnTo>
                <a:lnTo>
                  <a:pt x="1613629" y="197661"/>
                </a:lnTo>
                <a:lnTo>
                  <a:pt x="1650614" y="197661"/>
                </a:lnTo>
                <a:lnTo>
                  <a:pt x="1650614" y="127855"/>
                </a:lnTo>
                <a:lnTo>
                  <a:pt x="1650861" y="126704"/>
                </a:lnTo>
                <a:lnTo>
                  <a:pt x="1651114" y="125577"/>
                </a:lnTo>
                <a:lnTo>
                  <a:pt x="1651373" y="124474"/>
                </a:lnTo>
                <a:lnTo>
                  <a:pt x="1651637" y="123396"/>
                </a:lnTo>
                <a:lnTo>
                  <a:pt x="1651907" y="122341"/>
                </a:lnTo>
                <a:lnTo>
                  <a:pt x="1652182" y="121311"/>
                </a:lnTo>
                <a:lnTo>
                  <a:pt x="1652463" y="120306"/>
                </a:lnTo>
                <a:lnTo>
                  <a:pt x="1652749" y="119324"/>
                </a:lnTo>
                <a:lnTo>
                  <a:pt x="1653041" y="118367"/>
                </a:lnTo>
                <a:lnTo>
                  <a:pt x="1653338" y="117434"/>
                </a:lnTo>
                <a:lnTo>
                  <a:pt x="1653641" y="116525"/>
                </a:lnTo>
                <a:lnTo>
                  <a:pt x="1653949" y="115640"/>
                </a:lnTo>
                <a:lnTo>
                  <a:pt x="1654263" y="114780"/>
                </a:lnTo>
                <a:lnTo>
                  <a:pt x="1654583" y="113944"/>
                </a:lnTo>
                <a:lnTo>
                  <a:pt x="1654908" y="113132"/>
                </a:lnTo>
                <a:lnTo>
                  <a:pt x="1655238" y="112344"/>
                </a:lnTo>
                <a:lnTo>
                  <a:pt x="1655574" y="111580"/>
                </a:lnTo>
                <a:lnTo>
                  <a:pt x="1655916" y="110841"/>
                </a:lnTo>
                <a:lnTo>
                  <a:pt x="1656263" y="110126"/>
                </a:lnTo>
                <a:lnTo>
                  <a:pt x="1656615" y="109435"/>
                </a:lnTo>
                <a:lnTo>
                  <a:pt x="1656973" y="108769"/>
                </a:lnTo>
                <a:lnTo>
                  <a:pt x="1657337" y="108126"/>
                </a:lnTo>
                <a:lnTo>
                  <a:pt x="1657706" y="107508"/>
                </a:lnTo>
                <a:lnTo>
                  <a:pt x="1658081" y="106914"/>
                </a:lnTo>
                <a:lnTo>
                  <a:pt x="1658467" y="106345"/>
                </a:lnTo>
                <a:lnTo>
                  <a:pt x="1658868" y="105799"/>
                </a:lnTo>
                <a:lnTo>
                  <a:pt x="1659285" y="105278"/>
                </a:lnTo>
                <a:lnTo>
                  <a:pt x="1659718" y="104781"/>
                </a:lnTo>
                <a:lnTo>
                  <a:pt x="1660166" y="104308"/>
                </a:lnTo>
                <a:lnTo>
                  <a:pt x="1660631" y="103860"/>
                </a:lnTo>
                <a:lnTo>
                  <a:pt x="1661111" y="103436"/>
                </a:lnTo>
                <a:lnTo>
                  <a:pt x="1661606" y="103036"/>
                </a:lnTo>
                <a:lnTo>
                  <a:pt x="1662118" y="102660"/>
                </a:lnTo>
                <a:lnTo>
                  <a:pt x="1662645" y="102309"/>
                </a:lnTo>
                <a:lnTo>
                  <a:pt x="1663188" y="101981"/>
                </a:lnTo>
                <a:lnTo>
                  <a:pt x="1663747" y="101678"/>
                </a:lnTo>
                <a:lnTo>
                  <a:pt x="1664321" y="101400"/>
                </a:lnTo>
                <a:lnTo>
                  <a:pt x="1664911" y="101145"/>
                </a:lnTo>
                <a:lnTo>
                  <a:pt x="1665517" y="100915"/>
                </a:lnTo>
                <a:lnTo>
                  <a:pt x="1666139" y="100709"/>
                </a:lnTo>
                <a:lnTo>
                  <a:pt x="1666776" y="100527"/>
                </a:lnTo>
                <a:lnTo>
                  <a:pt x="1667429" y="100369"/>
                </a:lnTo>
                <a:lnTo>
                  <a:pt x="1668098" y="100236"/>
                </a:lnTo>
                <a:lnTo>
                  <a:pt x="1668782" y="100127"/>
                </a:lnTo>
                <a:lnTo>
                  <a:pt x="1669482" y="100042"/>
                </a:lnTo>
                <a:lnTo>
                  <a:pt x="1670198" y="99981"/>
                </a:lnTo>
                <a:lnTo>
                  <a:pt x="1670930" y="99945"/>
                </a:lnTo>
                <a:lnTo>
                  <a:pt x="1671677" y="99933"/>
                </a:lnTo>
                <a:lnTo>
                  <a:pt x="1672065" y="99936"/>
                </a:lnTo>
                <a:lnTo>
                  <a:pt x="1672451" y="99943"/>
                </a:lnTo>
                <a:lnTo>
                  <a:pt x="1672837" y="99956"/>
                </a:lnTo>
                <a:lnTo>
                  <a:pt x="1673222" y="99974"/>
                </a:lnTo>
                <a:lnTo>
                  <a:pt x="1673606" y="99997"/>
                </a:lnTo>
                <a:lnTo>
                  <a:pt x="1673989" y="100025"/>
                </a:lnTo>
                <a:lnTo>
                  <a:pt x="1674371" y="100058"/>
                </a:lnTo>
                <a:lnTo>
                  <a:pt x="1674752" y="100096"/>
                </a:lnTo>
                <a:lnTo>
                  <a:pt x="1675133" y="100140"/>
                </a:lnTo>
                <a:lnTo>
                  <a:pt x="1675513" y="100188"/>
                </a:lnTo>
                <a:lnTo>
                  <a:pt x="1675892" y="100242"/>
                </a:lnTo>
                <a:lnTo>
                  <a:pt x="1676270" y="100300"/>
                </a:lnTo>
                <a:lnTo>
                  <a:pt x="1676647" y="100364"/>
                </a:lnTo>
                <a:lnTo>
                  <a:pt x="1677023" y="100433"/>
                </a:lnTo>
                <a:lnTo>
                  <a:pt x="1677399" y="100507"/>
                </a:lnTo>
                <a:lnTo>
                  <a:pt x="1677773" y="100586"/>
                </a:lnTo>
                <a:lnTo>
                  <a:pt x="1678147" y="100670"/>
                </a:lnTo>
                <a:lnTo>
                  <a:pt x="1678520" y="100759"/>
                </a:lnTo>
                <a:lnTo>
                  <a:pt x="1678892" y="100854"/>
                </a:lnTo>
                <a:lnTo>
                  <a:pt x="1679264" y="100953"/>
                </a:lnTo>
                <a:lnTo>
                  <a:pt x="1679634" y="101058"/>
                </a:lnTo>
                <a:lnTo>
                  <a:pt x="1680004" y="101167"/>
                </a:lnTo>
                <a:lnTo>
                  <a:pt x="1680373" y="101282"/>
                </a:lnTo>
                <a:lnTo>
                  <a:pt x="1680740" y="101402"/>
                </a:lnTo>
                <a:lnTo>
                  <a:pt x="1686862" y="65889"/>
                </a:lnTo>
                <a:lnTo>
                  <a:pt x="1686434" y="65729"/>
                </a:lnTo>
                <a:lnTo>
                  <a:pt x="1686005" y="65576"/>
                </a:lnTo>
                <a:lnTo>
                  <a:pt x="1685577" y="65430"/>
                </a:lnTo>
                <a:lnTo>
                  <a:pt x="1685148" y="65290"/>
                </a:lnTo>
                <a:lnTo>
                  <a:pt x="1684719" y="65157"/>
                </a:lnTo>
                <a:lnTo>
                  <a:pt x="1684291" y="65031"/>
                </a:lnTo>
                <a:lnTo>
                  <a:pt x="1683862" y="64912"/>
                </a:lnTo>
                <a:lnTo>
                  <a:pt x="1683434" y="64799"/>
                </a:lnTo>
                <a:lnTo>
                  <a:pt x="1683005" y="64694"/>
                </a:lnTo>
                <a:lnTo>
                  <a:pt x="1682577" y="64595"/>
                </a:lnTo>
                <a:lnTo>
                  <a:pt x="1682148" y="64503"/>
                </a:lnTo>
                <a:lnTo>
                  <a:pt x="1681720" y="64418"/>
                </a:lnTo>
                <a:lnTo>
                  <a:pt x="1681291" y="64340"/>
                </a:lnTo>
                <a:lnTo>
                  <a:pt x="1680863" y="64268"/>
                </a:lnTo>
                <a:lnTo>
                  <a:pt x="1680434" y="64203"/>
                </a:lnTo>
                <a:lnTo>
                  <a:pt x="1680005" y="64145"/>
                </a:lnTo>
                <a:lnTo>
                  <a:pt x="1679577" y="64094"/>
                </a:lnTo>
                <a:lnTo>
                  <a:pt x="1679148" y="64050"/>
                </a:lnTo>
                <a:lnTo>
                  <a:pt x="1678720" y="64013"/>
                </a:lnTo>
                <a:lnTo>
                  <a:pt x="1678291" y="63982"/>
                </a:lnTo>
                <a:lnTo>
                  <a:pt x="1677863" y="63958"/>
                </a:lnTo>
                <a:lnTo>
                  <a:pt x="1677434" y="63941"/>
                </a:lnTo>
                <a:lnTo>
                  <a:pt x="1677006" y="63931"/>
                </a:lnTo>
                <a:lnTo>
                  <a:pt x="1676577" y="63927"/>
                </a:lnTo>
                <a:lnTo>
                  <a:pt x="1675022" y="63971"/>
                </a:lnTo>
                <a:lnTo>
                  <a:pt x="1673500" y="64101"/>
                </a:lnTo>
                <a:lnTo>
                  <a:pt x="1672012" y="64318"/>
                </a:lnTo>
                <a:lnTo>
                  <a:pt x="1670556" y="64621"/>
                </a:lnTo>
                <a:lnTo>
                  <a:pt x="1669134" y="65012"/>
                </a:lnTo>
                <a:close/>
                <a:moveTo>
                  <a:pt x="1550730" y="117162"/>
                </a:moveTo>
                <a:lnTo>
                  <a:pt x="1550470" y="114744"/>
                </a:lnTo>
                <a:lnTo>
                  <a:pt x="1550163" y="112381"/>
                </a:lnTo>
                <a:lnTo>
                  <a:pt x="1549809" y="110071"/>
                </a:lnTo>
                <a:lnTo>
                  <a:pt x="1549408" y="107816"/>
                </a:lnTo>
                <a:lnTo>
                  <a:pt x="1548959" y="105614"/>
                </a:lnTo>
                <a:lnTo>
                  <a:pt x="1548464" y="103466"/>
                </a:lnTo>
                <a:lnTo>
                  <a:pt x="1547921" y="101373"/>
                </a:lnTo>
                <a:lnTo>
                  <a:pt x="1547331" y="99333"/>
                </a:lnTo>
                <a:lnTo>
                  <a:pt x="1546693" y="97348"/>
                </a:lnTo>
                <a:lnTo>
                  <a:pt x="1546009" y="95416"/>
                </a:lnTo>
                <a:lnTo>
                  <a:pt x="1545277" y="93538"/>
                </a:lnTo>
                <a:lnTo>
                  <a:pt x="1544498" y="91715"/>
                </a:lnTo>
                <a:lnTo>
                  <a:pt x="1543672" y="89945"/>
                </a:lnTo>
                <a:lnTo>
                  <a:pt x="1542799" y="88230"/>
                </a:lnTo>
                <a:lnTo>
                  <a:pt x="1541878" y="86568"/>
                </a:lnTo>
                <a:lnTo>
                  <a:pt x="1540910" y="84960"/>
                </a:lnTo>
                <a:lnTo>
                  <a:pt x="1539895" y="83407"/>
                </a:lnTo>
                <a:lnTo>
                  <a:pt x="1538833" y="81907"/>
                </a:lnTo>
                <a:lnTo>
                  <a:pt x="1537723" y="80461"/>
                </a:lnTo>
                <a:lnTo>
                  <a:pt x="1536573" y="79072"/>
                </a:lnTo>
                <a:lnTo>
                  <a:pt x="1535386" y="77742"/>
                </a:lnTo>
                <a:lnTo>
                  <a:pt x="1534163" y="76471"/>
                </a:lnTo>
                <a:lnTo>
                  <a:pt x="1532903" y="75260"/>
                </a:lnTo>
                <a:lnTo>
                  <a:pt x="1531608" y="74107"/>
                </a:lnTo>
                <a:lnTo>
                  <a:pt x="1530277" y="73014"/>
                </a:lnTo>
                <a:lnTo>
                  <a:pt x="1528909" y="71979"/>
                </a:lnTo>
                <a:lnTo>
                  <a:pt x="1527505" y="71004"/>
                </a:lnTo>
                <a:lnTo>
                  <a:pt x="1526065" y="70088"/>
                </a:lnTo>
                <a:lnTo>
                  <a:pt x="1524589" y="69231"/>
                </a:lnTo>
                <a:lnTo>
                  <a:pt x="1523077" y="68433"/>
                </a:lnTo>
                <a:lnTo>
                  <a:pt x="1521529" y="67694"/>
                </a:lnTo>
                <a:lnTo>
                  <a:pt x="1519944" y="67014"/>
                </a:lnTo>
                <a:lnTo>
                  <a:pt x="1518323" y="66393"/>
                </a:lnTo>
                <a:lnTo>
                  <a:pt x="1516667" y="65832"/>
                </a:lnTo>
                <a:lnTo>
                  <a:pt x="1514974" y="65329"/>
                </a:lnTo>
                <a:lnTo>
                  <a:pt x="1513245" y="64886"/>
                </a:lnTo>
                <a:lnTo>
                  <a:pt x="1511480" y="64502"/>
                </a:lnTo>
                <a:lnTo>
                  <a:pt x="1509678" y="64177"/>
                </a:lnTo>
                <a:lnTo>
                  <a:pt x="1507841" y="63911"/>
                </a:lnTo>
                <a:lnTo>
                  <a:pt x="1505967" y="63704"/>
                </a:lnTo>
                <a:lnTo>
                  <a:pt x="1504057" y="63556"/>
                </a:lnTo>
                <a:lnTo>
                  <a:pt x="1502111" y="63467"/>
                </a:lnTo>
                <a:lnTo>
                  <a:pt x="1500129" y="63438"/>
                </a:lnTo>
                <a:lnTo>
                  <a:pt x="1498047" y="63471"/>
                </a:lnTo>
                <a:lnTo>
                  <a:pt x="1496005" y="63569"/>
                </a:lnTo>
                <a:lnTo>
                  <a:pt x="1494004" y="63732"/>
                </a:lnTo>
                <a:lnTo>
                  <a:pt x="1492042" y="63962"/>
                </a:lnTo>
                <a:lnTo>
                  <a:pt x="1490122" y="64256"/>
                </a:lnTo>
                <a:lnTo>
                  <a:pt x="1488241" y="64617"/>
                </a:lnTo>
                <a:lnTo>
                  <a:pt x="1486402" y="65042"/>
                </a:lnTo>
                <a:lnTo>
                  <a:pt x="1484602" y="65534"/>
                </a:lnTo>
                <a:lnTo>
                  <a:pt x="1482843" y="66090"/>
                </a:lnTo>
                <a:lnTo>
                  <a:pt x="1481124" y="66712"/>
                </a:lnTo>
                <a:lnTo>
                  <a:pt x="1479446" y="67400"/>
                </a:lnTo>
                <a:lnTo>
                  <a:pt x="1477808" y="68153"/>
                </a:lnTo>
                <a:lnTo>
                  <a:pt x="1476211" y="68972"/>
                </a:lnTo>
                <a:lnTo>
                  <a:pt x="1474654" y="69856"/>
                </a:lnTo>
                <a:lnTo>
                  <a:pt x="1473137" y="70806"/>
                </a:lnTo>
                <a:lnTo>
                  <a:pt x="1471661" y="71821"/>
                </a:lnTo>
                <a:lnTo>
                  <a:pt x="1470225" y="72902"/>
                </a:lnTo>
                <a:lnTo>
                  <a:pt x="1468830" y="74048"/>
                </a:lnTo>
                <a:lnTo>
                  <a:pt x="1467475" y="75260"/>
                </a:lnTo>
                <a:lnTo>
                  <a:pt x="1466160" y="76537"/>
                </a:lnTo>
                <a:lnTo>
                  <a:pt x="1464886" y="77879"/>
                </a:lnTo>
                <a:lnTo>
                  <a:pt x="1463652" y="79287"/>
                </a:lnTo>
                <a:lnTo>
                  <a:pt x="1462459" y="80761"/>
                </a:lnTo>
                <a:lnTo>
                  <a:pt x="1461306" y="82300"/>
                </a:lnTo>
                <a:lnTo>
                  <a:pt x="1460197" y="83895"/>
                </a:lnTo>
                <a:lnTo>
                  <a:pt x="1459135" y="85537"/>
                </a:lnTo>
                <a:lnTo>
                  <a:pt x="1458120" y="87225"/>
                </a:lnTo>
                <a:lnTo>
                  <a:pt x="1457153" y="88961"/>
                </a:lnTo>
                <a:lnTo>
                  <a:pt x="1456232" y="90743"/>
                </a:lnTo>
                <a:lnTo>
                  <a:pt x="1455359" y="92572"/>
                </a:lnTo>
                <a:lnTo>
                  <a:pt x="1454533" y="94447"/>
                </a:lnTo>
                <a:lnTo>
                  <a:pt x="1453754" y="96370"/>
                </a:lnTo>
                <a:lnTo>
                  <a:pt x="1453023" y="98339"/>
                </a:lnTo>
                <a:lnTo>
                  <a:pt x="1452338" y="100355"/>
                </a:lnTo>
                <a:lnTo>
                  <a:pt x="1451701" y="102418"/>
                </a:lnTo>
                <a:lnTo>
                  <a:pt x="1451111" y="104527"/>
                </a:lnTo>
                <a:lnTo>
                  <a:pt x="1450569" y="106683"/>
                </a:lnTo>
                <a:lnTo>
                  <a:pt x="1450073" y="108887"/>
                </a:lnTo>
                <a:lnTo>
                  <a:pt x="1449625" y="111136"/>
                </a:lnTo>
                <a:lnTo>
                  <a:pt x="1449223" y="113433"/>
                </a:lnTo>
                <a:lnTo>
                  <a:pt x="1448869" y="115777"/>
                </a:lnTo>
                <a:lnTo>
                  <a:pt x="1448563" y="118167"/>
                </a:lnTo>
                <a:lnTo>
                  <a:pt x="1448303" y="120604"/>
                </a:lnTo>
                <a:lnTo>
                  <a:pt x="1448091" y="123088"/>
                </a:lnTo>
                <a:lnTo>
                  <a:pt x="1447926" y="125618"/>
                </a:lnTo>
                <a:lnTo>
                  <a:pt x="1447808" y="128196"/>
                </a:lnTo>
                <a:lnTo>
                  <a:pt x="1447737" y="130820"/>
                </a:lnTo>
                <a:lnTo>
                  <a:pt x="1447713" y="133491"/>
                </a:lnTo>
                <a:lnTo>
                  <a:pt x="1447738" y="136160"/>
                </a:lnTo>
                <a:lnTo>
                  <a:pt x="1447812" y="138779"/>
                </a:lnTo>
                <a:lnTo>
                  <a:pt x="1447935" y="141349"/>
                </a:lnTo>
                <a:lnTo>
                  <a:pt x="1448108" y="143869"/>
                </a:lnTo>
                <a:lnTo>
                  <a:pt x="1448330" y="146339"/>
                </a:lnTo>
                <a:lnTo>
                  <a:pt x="1448601" y="148759"/>
                </a:lnTo>
                <a:lnTo>
                  <a:pt x="1448922" y="151130"/>
                </a:lnTo>
                <a:lnTo>
                  <a:pt x="1449292" y="153451"/>
                </a:lnTo>
                <a:lnTo>
                  <a:pt x="1449711" y="155722"/>
                </a:lnTo>
                <a:lnTo>
                  <a:pt x="1450179" y="157944"/>
                </a:lnTo>
                <a:lnTo>
                  <a:pt x="1450697" y="160115"/>
                </a:lnTo>
                <a:lnTo>
                  <a:pt x="1451265" y="162237"/>
                </a:lnTo>
                <a:lnTo>
                  <a:pt x="1451881" y="164310"/>
                </a:lnTo>
                <a:lnTo>
                  <a:pt x="1452547" y="166332"/>
                </a:lnTo>
                <a:lnTo>
                  <a:pt x="1453262" y="168305"/>
                </a:lnTo>
                <a:lnTo>
                  <a:pt x="1454027" y="170228"/>
                </a:lnTo>
                <a:lnTo>
                  <a:pt x="1454841" y="172101"/>
                </a:lnTo>
                <a:lnTo>
                  <a:pt x="1455704" y="173925"/>
                </a:lnTo>
                <a:lnTo>
                  <a:pt x="1456616" y="175699"/>
                </a:lnTo>
                <a:lnTo>
                  <a:pt x="1457578" y="177423"/>
                </a:lnTo>
                <a:lnTo>
                  <a:pt x="1458589" y="179097"/>
                </a:lnTo>
                <a:lnTo>
                  <a:pt x="1459650" y="180722"/>
                </a:lnTo>
                <a:lnTo>
                  <a:pt x="1460760" y="182296"/>
                </a:lnTo>
                <a:lnTo>
                  <a:pt x="1461919" y="183822"/>
                </a:lnTo>
                <a:lnTo>
                  <a:pt x="1463126" y="185291"/>
                </a:lnTo>
                <a:lnTo>
                  <a:pt x="1464378" y="186697"/>
                </a:lnTo>
                <a:lnTo>
                  <a:pt x="1465677" y="188041"/>
                </a:lnTo>
                <a:lnTo>
                  <a:pt x="1467021" y="189322"/>
                </a:lnTo>
                <a:lnTo>
                  <a:pt x="1468412" y="190541"/>
                </a:lnTo>
                <a:lnTo>
                  <a:pt x="1469848" y="191698"/>
                </a:lnTo>
                <a:lnTo>
                  <a:pt x="1471331" y="192792"/>
                </a:lnTo>
                <a:lnTo>
                  <a:pt x="1472859" y="193823"/>
                </a:lnTo>
                <a:lnTo>
                  <a:pt x="1474433" y="194792"/>
                </a:lnTo>
                <a:lnTo>
                  <a:pt x="1476053" y="195698"/>
                </a:lnTo>
                <a:lnTo>
                  <a:pt x="1477719" y="196542"/>
                </a:lnTo>
                <a:lnTo>
                  <a:pt x="1479431" y="197324"/>
                </a:lnTo>
                <a:lnTo>
                  <a:pt x="1481189" y="198043"/>
                </a:lnTo>
                <a:lnTo>
                  <a:pt x="1482993" y="198699"/>
                </a:lnTo>
                <a:lnTo>
                  <a:pt x="1484842" y="199293"/>
                </a:lnTo>
                <a:lnTo>
                  <a:pt x="1486738" y="199824"/>
                </a:lnTo>
                <a:lnTo>
                  <a:pt x="1488680" y="200293"/>
                </a:lnTo>
                <a:lnTo>
                  <a:pt x="1490667" y="200699"/>
                </a:lnTo>
                <a:lnTo>
                  <a:pt x="1492701" y="201043"/>
                </a:lnTo>
                <a:lnTo>
                  <a:pt x="1494780" y="201324"/>
                </a:lnTo>
                <a:lnTo>
                  <a:pt x="1496905" y="201543"/>
                </a:lnTo>
                <a:lnTo>
                  <a:pt x="1499076" y="201699"/>
                </a:lnTo>
                <a:lnTo>
                  <a:pt x="1501294" y="201793"/>
                </a:lnTo>
                <a:lnTo>
                  <a:pt x="1503557" y="201824"/>
                </a:lnTo>
                <a:lnTo>
                  <a:pt x="1505686" y="201794"/>
                </a:lnTo>
                <a:lnTo>
                  <a:pt x="1507790" y="201702"/>
                </a:lnTo>
                <a:lnTo>
                  <a:pt x="1509867" y="201549"/>
                </a:lnTo>
                <a:lnTo>
                  <a:pt x="1511918" y="201335"/>
                </a:lnTo>
                <a:lnTo>
                  <a:pt x="1513942" y="201059"/>
                </a:lnTo>
                <a:lnTo>
                  <a:pt x="1515941" y="200722"/>
                </a:lnTo>
                <a:lnTo>
                  <a:pt x="1517912" y="200324"/>
                </a:lnTo>
                <a:lnTo>
                  <a:pt x="1519858" y="199865"/>
                </a:lnTo>
                <a:lnTo>
                  <a:pt x="1521777" y="199345"/>
                </a:lnTo>
                <a:lnTo>
                  <a:pt x="1523669" y="198763"/>
                </a:lnTo>
                <a:lnTo>
                  <a:pt x="1525536" y="198120"/>
                </a:lnTo>
                <a:lnTo>
                  <a:pt x="1527376" y="197416"/>
                </a:lnTo>
                <a:lnTo>
                  <a:pt x="1529189" y="196651"/>
                </a:lnTo>
                <a:lnTo>
                  <a:pt x="1530977" y="195824"/>
                </a:lnTo>
                <a:lnTo>
                  <a:pt x="1532737" y="194937"/>
                </a:lnTo>
                <a:lnTo>
                  <a:pt x="1534472" y="193988"/>
                </a:lnTo>
                <a:lnTo>
                  <a:pt x="1536180" y="192977"/>
                </a:lnTo>
                <a:lnTo>
                  <a:pt x="1537862" y="191906"/>
                </a:lnTo>
                <a:lnTo>
                  <a:pt x="1539517" y="190773"/>
                </a:lnTo>
                <a:lnTo>
                  <a:pt x="1541147" y="189579"/>
                </a:lnTo>
                <a:lnTo>
                  <a:pt x="1542749" y="188324"/>
                </a:lnTo>
                <a:lnTo>
                  <a:pt x="1544326" y="187008"/>
                </a:lnTo>
                <a:lnTo>
                  <a:pt x="1545876" y="185630"/>
                </a:lnTo>
                <a:lnTo>
                  <a:pt x="1547399" y="184192"/>
                </a:lnTo>
                <a:lnTo>
                  <a:pt x="1532215" y="164107"/>
                </a:lnTo>
                <a:lnTo>
                  <a:pt x="1531624" y="164551"/>
                </a:lnTo>
                <a:lnTo>
                  <a:pt x="1531037" y="164985"/>
                </a:lnTo>
                <a:lnTo>
                  <a:pt x="1530454" y="165409"/>
                </a:lnTo>
                <a:lnTo>
                  <a:pt x="1529874" y="165824"/>
                </a:lnTo>
                <a:lnTo>
                  <a:pt x="1529297" y="166229"/>
                </a:lnTo>
                <a:lnTo>
                  <a:pt x="1528724" y="166624"/>
                </a:lnTo>
                <a:lnTo>
                  <a:pt x="1528154" y="167009"/>
                </a:lnTo>
                <a:lnTo>
                  <a:pt x="1527587" y="167385"/>
                </a:lnTo>
                <a:lnTo>
                  <a:pt x="1527024" y="167751"/>
                </a:lnTo>
                <a:lnTo>
                  <a:pt x="1526465" y="168107"/>
                </a:lnTo>
                <a:lnTo>
                  <a:pt x="1525908" y="168453"/>
                </a:lnTo>
                <a:lnTo>
                  <a:pt x="1525356" y="168790"/>
                </a:lnTo>
                <a:lnTo>
                  <a:pt x="1524806" y="169117"/>
                </a:lnTo>
                <a:lnTo>
                  <a:pt x="1524260" y="169434"/>
                </a:lnTo>
                <a:lnTo>
                  <a:pt x="1523718" y="169741"/>
                </a:lnTo>
                <a:lnTo>
                  <a:pt x="1523179" y="170039"/>
                </a:lnTo>
                <a:lnTo>
                  <a:pt x="1522643" y="170326"/>
                </a:lnTo>
                <a:lnTo>
                  <a:pt x="1522110" y="170604"/>
                </a:lnTo>
                <a:lnTo>
                  <a:pt x="1521582" y="170873"/>
                </a:lnTo>
                <a:lnTo>
                  <a:pt x="1521056" y="171131"/>
                </a:lnTo>
                <a:lnTo>
                  <a:pt x="1520534" y="171380"/>
                </a:lnTo>
                <a:lnTo>
                  <a:pt x="1520015" y="171619"/>
                </a:lnTo>
                <a:lnTo>
                  <a:pt x="1519500" y="171848"/>
                </a:lnTo>
                <a:lnTo>
                  <a:pt x="1518988" y="172068"/>
                </a:lnTo>
                <a:lnTo>
                  <a:pt x="1518477" y="172277"/>
                </a:lnTo>
                <a:lnTo>
                  <a:pt x="1517964" y="172478"/>
                </a:lnTo>
                <a:lnTo>
                  <a:pt x="1517450" y="172670"/>
                </a:lnTo>
                <a:lnTo>
                  <a:pt x="1516934" y="172853"/>
                </a:lnTo>
                <a:lnTo>
                  <a:pt x="1516416" y="173027"/>
                </a:lnTo>
                <a:lnTo>
                  <a:pt x="1515896" y="173193"/>
                </a:lnTo>
                <a:lnTo>
                  <a:pt x="1515375" y="173349"/>
                </a:lnTo>
                <a:lnTo>
                  <a:pt x="1514852" y="173496"/>
                </a:lnTo>
                <a:lnTo>
                  <a:pt x="1514327" y="173634"/>
                </a:lnTo>
                <a:lnTo>
                  <a:pt x="1513801" y="173764"/>
                </a:lnTo>
                <a:lnTo>
                  <a:pt x="1513273" y="173884"/>
                </a:lnTo>
                <a:lnTo>
                  <a:pt x="1512743" y="173996"/>
                </a:lnTo>
                <a:lnTo>
                  <a:pt x="1512211" y="174099"/>
                </a:lnTo>
                <a:lnTo>
                  <a:pt x="1511678" y="174192"/>
                </a:lnTo>
                <a:lnTo>
                  <a:pt x="1511143" y="174277"/>
                </a:lnTo>
                <a:lnTo>
                  <a:pt x="1510606" y="174353"/>
                </a:lnTo>
                <a:lnTo>
                  <a:pt x="1510068" y="174420"/>
                </a:lnTo>
                <a:lnTo>
                  <a:pt x="1509528" y="174478"/>
                </a:lnTo>
                <a:lnTo>
                  <a:pt x="1508986" y="174527"/>
                </a:lnTo>
                <a:lnTo>
                  <a:pt x="1508443" y="174567"/>
                </a:lnTo>
                <a:lnTo>
                  <a:pt x="1507897" y="174599"/>
                </a:lnTo>
                <a:lnTo>
                  <a:pt x="1507350" y="174621"/>
                </a:lnTo>
                <a:lnTo>
                  <a:pt x="1506802" y="174634"/>
                </a:lnTo>
                <a:lnTo>
                  <a:pt x="1506251" y="174639"/>
                </a:lnTo>
                <a:lnTo>
                  <a:pt x="1505423" y="174627"/>
                </a:lnTo>
                <a:lnTo>
                  <a:pt x="1504611" y="174592"/>
                </a:lnTo>
                <a:lnTo>
                  <a:pt x="1503815" y="174534"/>
                </a:lnTo>
                <a:lnTo>
                  <a:pt x="1503036" y="174452"/>
                </a:lnTo>
                <a:lnTo>
                  <a:pt x="1502274" y="174347"/>
                </a:lnTo>
                <a:lnTo>
                  <a:pt x="1501529" y="174218"/>
                </a:lnTo>
                <a:lnTo>
                  <a:pt x="1500800" y="174066"/>
                </a:lnTo>
                <a:lnTo>
                  <a:pt x="1500087" y="173891"/>
                </a:lnTo>
                <a:lnTo>
                  <a:pt x="1499391" y="173692"/>
                </a:lnTo>
                <a:lnTo>
                  <a:pt x="1498712" y="173470"/>
                </a:lnTo>
                <a:lnTo>
                  <a:pt x="1498049" y="173224"/>
                </a:lnTo>
                <a:lnTo>
                  <a:pt x="1497403" y="172955"/>
                </a:lnTo>
                <a:lnTo>
                  <a:pt x="1496774" y="172663"/>
                </a:lnTo>
                <a:lnTo>
                  <a:pt x="1496161" y="172347"/>
                </a:lnTo>
                <a:lnTo>
                  <a:pt x="1495564" y="172008"/>
                </a:lnTo>
                <a:lnTo>
                  <a:pt x="1494984" y="171646"/>
                </a:lnTo>
                <a:lnTo>
                  <a:pt x="1494421" y="171260"/>
                </a:lnTo>
                <a:lnTo>
                  <a:pt x="1493875" y="170851"/>
                </a:lnTo>
                <a:lnTo>
                  <a:pt x="1493344" y="170418"/>
                </a:lnTo>
                <a:lnTo>
                  <a:pt x="1492831" y="169962"/>
                </a:lnTo>
                <a:lnTo>
                  <a:pt x="1492334" y="169483"/>
                </a:lnTo>
                <a:lnTo>
                  <a:pt x="1491854" y="168980"/>
                </a:lnTo>
                <a:lnTo>
                  <a:pt x="1491390" y="168454"/>
                </a:lnTo>
                <a:lnTo>
                  <a:pt x="1490943" y="167904"/>
                </a:lnTo>
                <a:lnTo>
                  <a:pt x="1490511" y="167324"/>
                </a:lnTo>
                <a:lnTo>
                  <a:pt x="1490093" y="166705"/>
                </a:lnTo>
                <a:lnTo>
                  <a:pt x="1489690" y="166049"/>
                </a:lnTo>
                <a:lnTo>
                  <a:pt x="1489300" y="165355"/>
                </a:lnTo>
                <a:lnTo>
                  <a:pt x="1488924" y="164624"/>
                </a:lnTo>
                <a:lnTo>
                  <a:pt x="1488563" y="163854"/>
                </a:lnTo>
                <a:lnTo>
                  <a:pt x="1488215" y="163047"/>
                </a:lnTo>
                <a:lnTo>
                  <a:pt x="1487881" y="162201"/>
                </a:lnTo>
                <a:lnTo>
                  <a:pt x="1487562" y="161318"/>
                </a:lnTo>
                <a:lnTo>
                  <a:pt x="1487256" y="160397"/>
                </a:lnTo>
                <a:lnTo>
                  <a:pt x="1486965" y="159439"/>
                </a:lnTo>
                <a:lnTo>
                  <a:pt x="1486687" y="158442"/>
                </a:lnTo>
                <a:lnTo>
                  <a:pt x="1486424" y="157408"/>
                </a:lnTo>
                <a:lnTo>
                  <a:pt x="1486174" y="156336"/>
                </a:lnTo>
                <a:lnTo>
                  <a:pt x="1485939" y="155225"/>
                </a:lnTo>
                <a:lnTo>
                  <a:pt x="1485717" y="154078"/>
                </a:lnTo>
                <a:lnTo>
                  <a:pt x="1485510" y="152892"/>
                </a:lnTo>
                <a:lnTo>
                  <a:pt x="1485317" y="151668"/>
                </a:lnTo>
                <a:lnTo>
                  <a:pt x="1485137" y="150407"/>
                </a:lnTo>
                <a:lnTo>
                  <a:pt x="1484972" y="149108"/>
                </a:lnTo>
                <a:lnTo>
                  <a:pt x="1484821" y="147771"/>
                </a:lnTo>
                <a:lnTo>
                  <a:pt x="1484684" y="146396"/>
                </a:lnTo>
                <a:lnTo>
                  <a:pt x="1484560" y="144983"/>
                </a:lnTo>
                <a:lnTo>
                  <a:pt x="1484451" y="143533"/>
                </a:lnTo>
                <a:lnTo>
                  <a:pt x="1550584" y="143533"/>
                </a:lnTo>
                <a:lnTo>
                  <a:pt x="1550644" y="143059"/>
                </a:lnTo>
                <a:lnTo>
                  <a:pt x="1550701" y="142578"/>
                </a:lnTo>
                <a:lnTo>
                  <a:pt x="1550756" y="142090"/>
                </a:lnTo>
                <a:lnTo>
                  <a:pt x="1550809" y="141593"/>
                </a:lnTo>
                <a:lnTo>
                  <a:pt x="1550858" y="141089"/>
                </a:lnTo>
                <a:lnTo>
                  <a:pt x="1550906" y="140577"/>
                </a:lnTo>
                <a:lnTo>
                  <a:pt x="1550951" y="140058"/>
                </a:lnTo>
                <a:lnTo>
                  <a:pt x="1550993" y="139531"/>
                </a:lnTo>
                <a:lnTo>
                  <a:pt x="1551032" y="138996"/>
                </a:lnTo>
                <a:lnTo>
                  <a:pt x="1551069" y="138454"/>
                </a:lnTo>
                <a:lnTo>
                  <a:pt x="1551104" y="137904"/>
                </a:lnTo>
                <a:lnTo>
                  <a:pt x="1551136" y="137347"/>
                </a:lnTo>
                <a:lnTo>
                  <a:pt x="1551165" y="136781"/>
                </a:lnTo>
                <a:lnTo>
                  <a:pt x="1551192" y="136209"/>
                </a:lnTo>
                <a:lnTo>
                  <a:pt x="1551216" y="135628"/>
                </a:lnTo>
                <a:lnTo>
                  <a:pt x="1551238" y="135040"/>
                </a:lnTo>
                <a:lnTo>
                  <a:pt x="1551257" y="134444"/>
                </a:lnTo>
                <a:lnTo>
                  <a:pt x="1551274" y="133841"/>
                </a:lnTo>
                <a:lnTo>
                  <a:pt x="1551288" y="133230"/>
                </a:lnTo>
                <a:lnTo>
                  <a:pt x="1551299" y="132611"/>
                </a:lnTo>
                <a:lnTo>
                  <a:pt x="1551308" y="131985"/>
                </a:lnTo>
                <a:lnTo>
                  <a:pt x="1551315" y="131351"/>
                </a:lnTo>
                <a:lnTo>
                  <a:pt x="1551319" y="130709"/>
                </a:lnTo>
                <a:lnTo>
                  <a:pt x="1551320" y="130060"/>
                </a:lnTo>
                <a:lnTo>
                  <a:pt x="1551296" y="127372"/>
                </a:lnTo>
                <a:lnTo>
                  <a:pt x="1551226" y="124739"/>
                </a:lnTo>
                <a:lnTo>
                  <a:pt x="1551107" y="122159"/>
                </a:lnTo>
                <a:lnTo>
                  <a:pt x="1550942" y="119633"/>
                </a:lnTo>
                <a:lnTo>
                  <a:pt x="1550730" y="117162"/>
                </a:lnTo>
                <a:close/>
                <a:moveTo>
                  <a:pt x="1484740" y="116710"/>
                </a:moveTo>
                <a:lnTo>
                  <a:pt x="1484856" y="115279"/>
                </a:lnTo>
                <a:lnTo>
                  <a:pt x="1484982" y="113889"/>
                </a:lnTo>
                <a:lnTo>
                  <a:pt x="1485117" y="112540"/>
                </a:lnTo>
                <a:lnTo>
                  <a:pt x="1485262" y="111230"/>
                </a:lnTo>
                <a:lnTo>
                  <a:pt x="1485417" y="109962"/>
                </a:lnTo>
                <a:lnTo>
                  <a:pt x="1485582" y="108733"/>
                </a:lnTo>
                <a:lnTo>
                  <a:pt x="1485756" y="107545"/>
                </a:lnTo>
                <a:lnTo>
                  <a:pt x="1485941" y="106398"/>
                </a:lnTo>
                <a:lnTo>
                  <a:pt x="1486135" y="105290"/>
                </a:lnTo>
                <a:lnTo>
                  <a:pt x="1486339" y="104224"/>
                </a:lnTo>
                <a:lnTo>
                  <a:pt x="1486553" y="103197"/>
                </a:lnTo>
                <a:lnTo>
                  <a:pt x="1486776" y="102211"/>
                </a:lnTo>
                <a:lnTo>
                  <a:pt x="1487009" y="101266"/>
                </a:lnTo>
                <a:lnTo>
                  <a:pt x="1487252" y="100361"/>
                </a:lnTo>
                <a:lnTo>
                  <a:pt x="1487505" y="99496"/>
                </a:lnTo>
                <a:lnTo>
                  <a:pt x="1487768" y="98672"/>
                </a:lnTo>
                <a:lnTo>
                  <a:pt x="1488040" y="97888"/>
                </a:lnTo>
                <a:lnTo>
                  <a:pt x="1488322" y="97145"/>
                </a:lnTo>
                <a:lnTo>
                  <a:pt x="1488614" y="96442"/>
                </a:lnTo>
                <a:lnTo>
                  <a:pt x="1488916" y="95779"/>
                </a:lnTo>
                <a:lnTo>
                  <a:pt x="1489228" y="95157"/>
                </a:lnTo>
                <a:lnTo>
                  <a:pt x="1489550" y="94567"/>
                </a:lnTo>
                <a:lnTo>
                  <a:pt x="1489885" y="94003"/>
                </a:lnTo>
                <a:lnTo>
                  <a:pt x="1490232" y="93463"/>
                </a:lnTo>
                <a:lnTo>
                  <a:pt x="1490592" y="92949"/>
                </a:lnTo>
                <a:lnTo>
                  <a:pt x="1490964" y="92460"/>
                </a:lnTo>
                <a:lnTo>
                  <a:pt x="1491348" y="91996"/>
                </a:lnTo>
                <a:lnTo>
                  <a:pt x="1491745" y="91557"/>
                </a:lnTo>
                <a:lnTo>
                  <a:pt x="1492154" y="91143"/>
                </a:lnTo>
                <a:lnTo>
                  <a:pt x="1492575" y="90754"/>
                </a:lnTo>
                <a:lnTo>
                  <a:pt x="1493008" y="90391"/>
                </a:lnTo>
                <a:lnTo>
                  <a:pt x="1493454" y="90052"/>
                </a:lnTo>
                <a:lnTo>
                  <a:pt x="1493912" y="89738"/>
                </a:lnTo>
                <a:lnTo>
                  <a:pt x="1494383" y="89450"/>
                </a:lnTo>
                <a:lnTo>
                  <a:pt x="1494866" y="89187"/>
                </a:lnTo>
                <a:lnTo>
                  <a:pt x="1495361" y="88948"/>
                </a:lnTo>
                <a:lnTo>
                  <a:pt x="1495868" y="88735"/>
                </a:lnTo>
                <a:lnTo>
                  <a:pt x="1496388" y="88547"/>
                </a:lnTo>
                <a:lnTo>
                  <a:pt x="1496920" y="88384"/>
                </a:lnTo>
                <a:lnTo>
                  <a:pt x="1497465" y="88246"/>
                </a:lnTo>
                <a:lnTo>
                  <a:pt x="1498022" y="88133"/>
                </a:lnTo>
                <a:lnTo>
                  <a:pt x="1498591" y="88045"/>
                </a:lnTo>
                <a:lnTo>
                  <a:pt x="1499172" y="87983"/>
                </a:lnTo>
                <a:lnTo>
                  <a:pt x="1499766" y="87945"/>
                </a:lnTo>
                <a:lnTo>
                  <a:pt x="1500372" y="87932"/>
                </a:lnTo>
                <a:lnTo>
                  <a:pt x="1501058" y="87945"/>
                </a:lnTo>
                <a:lnTo>
                  <a:pt x="1501725" y="87984"/>
                </a:lnTo>
                <a:lnTo>
                  <a:pt x="1502376" y="88049"/>
                </a:lnTo>
                <a:lnTo>
                  <a:pt x="1503009" y="88140"/>
                </a:lnTo>
                <a:lnTo>
                  <a:pt x="1503624" y="88257"/>
                </a:lnTo>
                <a:lnTo>
                  <a:pt x="1504222" y="88399"/>
                </a:lnTo>
                <a:lnTo>
                  <a:pt x="1504803" y="88568"/>
                </a:lnTo>
                <a:lnTo>
                  <a:pt x="1505366" y="88762"/>
                </a:lnTo>
                <a:lnTo>
                  <a:pt x="1505912" y="88983"/>
                </a:lnTo>
                <a:lnTo>
                  <a:pt x="1506440" y="89229"/>
                </a:lnTo>
                <a:lnTo>
                  <a:pt x="1506951" y="89502"/>
                </a:lnTo>
                <a:lnTo>
                  <a:pt x="1507444" y="89800"/>
                </a:lnTo>
                <a:lnTo>
                  <a:pt x="1507920" y="90124"/>
                </a:lnTo>
                <a:lnTo>
                  <a:pt x="1508379" y="90475"/>
                </a:lnTo>
                <a:lnTo>
                  <a:pt x="1508820" y="90851"/>
                </a:lnTo>
                <a:lnTo>
                  <a:pt x="1509244" y="91253"/>
                </a:lnTo>
                <a:lnTo>
                  <a:pt x="1509650" y="91681"/>
                </a:lnTo>
                <a:lnTo>
                  <a:pt x="1510039" y="92135"/>
                </a:lnTo>
                <a:lnTo>
                  <a:pt x="1510411" y="92615"/>
                </a:lnTo>
                <a:lnTo>
                  <a:pt x="1510765" y="93121"/>
                </a:lnTo>
                <a:lnTo>
                  <a:pt x="1511101" y="93652"/>
                </a:lnTo>
                <a:lnTo>
                  <a:pt x="1511421" y="94210"/>
                </a:lnTo>
                <a:lnTo>
                  <a:pt x="1511722" y="94794"/>
                </a:lnTo>
                <a:lnTo>
                  <a:pt x="1512007" y="95403"/>
                </a:lnTo>
                <a:lnTo>
                  <a:pt x="1512277" y="96042"/>
                </a:lnTo>
                <a:lnTo>
                  <a:pt x="1512535" y="96712"/>
                </a:lnTo>
                <a:lnTo>
                  <a:pt x="1512782" y="97415"/>
                </a:lnTo>
                <a:lnTo>
                  <a:pt x="1513017" y="98149"/>
                </a:lnTo>
                <a:lnTo>
                  <a:pt x="1513241" y="98915"/>
                </a:lnTo>
                <a:lnTo>
                  <a:pt x="1513454" y="99713"/>
                </a:lnTo>
                <a:lnTo>
                  <a:pt x="1513655" y="100543"/>
                </a:lnTo>
                <a:lnTo>
                  <a:pt x="1513844" y="101404"/>
                </a:lnTo>
                <a:lnTo>
                  <a:pt x="1514022" y="102298"/>
                </a:lnTo>
                <a:lnTo>
                  <a:pt x="1514189" y="103223"/>
                </a:lnTo>
                <a:lnTo>
                  <a:pt x="1514344" y="104181"/>
                </a:lnTo>
                <a:lnTo>
                  <a:pt x="1514487" y="105170"/>
                </a:lnTo>
                <a:lnTo>
                  <a:pt x="1514619" y="106191"/>
                </a:lnTo>
                <a:lnTo>
                  <a:pt x="1514740" y="107244"/>
                </a:lnTo>
                <a:lnTo>
                  <a:pt x="1514849" y="108329"/>
                </a:lnTo>
                <a:lnTo>
                  <a:pt x="1514947" y="109446"/>
                </a:lnTo>
                <a:lnTo>
                  <a:pt x="1515033" y="110594"/>
                </a:lnTo>
                <a:lnTo>
                  <a:pt x="1515108" y="111775"/>
                </a:lnTo>
                <a:lnTo>
                  <a:pt x="1515171" y="112987"/>
                </a:lnTo>
                <a:lnTo>
                  <a:pt x="1515222" y="114232"/>
                </a:lnTo>
                <a:lnTo>
                  <a:pt x="1515263" y="115508"/>
                </a:lnTo>
                <a:lnTo>
                  <a:pt x="1515291" y="116816"/>
                </a:lnTo>
                <a:lnTo>
                  <a:pt x="1515309" y="118156"/>
                </a:lnTo>
                <a:lnTo>
                  <a:pt x="1515314" y="119528"/>
                </a:lnTo>
                <a:lnTo>
                  <a:pt x="1515314" y="121243"/>
                </a:lnTo>
                <a:lnTo>
                  <a:pt x="1484451" y="121243"/>
                </a:lnTo>
                <a:lnTo>
                  <a:pt x="1484538" y="119692"/>
                </a:lnTo>
                <a:lnTo>
                  <a:pt x="1484634" y="118180"/>
                </a:lnTo>
                <a:lnTo>
                  <a:pt x="1484740" y="116710"/>
                </a:lnTo>
                <a:close/>
                <a:moveTo>
                  <a:pt x="1794142" y="117162"/>
                </a:moveTo>
                <a:lnTo>
                  <a:pt x="1793882" y="114744"/>
                </a:lnTo>
                <a:lnTo>
                  <a:pt x="1793575" y="112381"/>
                </a:lnTo>
                <a:lnTo>
                  <a:pt x="1793221" y="110071"/>
                </a:lnTo>
                <a:lnTo>
                  <a:pt x="1792820" y="107816"/>
                </a:lnTo>
                <a:lnTo>
                  <a:pt x="1792371" y="105614"/>
                </a:lnTo>
                <a:lnTo>
                  <a:pt x="1791876" y="103466"/>
                </a:lnTo>
                <a:lnTo>
                  <a:pt x="1791333" y="101373"/>
                </a:lnTo>
                <a:lnTo>
                  <a:pt x="1790743" y="99333"/>
                </a:lnTo>
                <a:lnTo>
                  <a:pt x="1790105" y="97348"/>
                </a:lnTo>
                <a:lnTo>
                  <a:pt x="1789421" y="95416"/>
                </a:lnTo>
                <a:lnTo>
                  <a:pt x="1788689" y="93538"/>
                </a:lnTo>
                <a:lnTo>
                  <a:pt x="1787910" y="91715"/>
                </a:lnTo>
                <a:lnTo>
                  <a:pt x="1787084" y="89945"/>
                </a:lnTo>
                <a:lnTo>
                  <a:pt x="1786210" y="88230"/>
                </a:lnTo>
                <a:lnTo>
                  <a:pt x="1785290" y="86568"/>
                </a:lnTo>
                <a:lnTo>
                  <a:pt x="1784322" y="84960"/>
                </a:lnTo>
                <a:lnTo>
                  <a:pt x="1783307" y="83407"/>
                </a:lnTo>
                <a:lnTo>
                  <a:pt x="1782245" y="81907"/>
                </a:lnTo>
                <a:lnTo>
                  <a:pt x="1781135" y="80461"/>
                </a:lnTo>
                <a:lnTo>
                  <a:pt x="1779985" y="79072"/>
                </a:lnTo>
                <a:lnTo>
                  <a:pt x="1778798" y="77742"/>
                </a:lnTo>
                <a:lnTo>
                  <a:pt x="1777574" y="76471"/>
                </a:lnTo>
                <a:lnTo>
                  <a:pt x="1776315" y="75260"/>
                </a:lnTo>
                <a:lnTo>
                  <a:pt x="1775020" y="74107"/>
                </a:lnTo>
                <a:lnTo>
                  <a:pt x="1773688" y="73014"/>
                </a:lnTo>
                <a:lnTo>
                  <a:pt x="1772321" y="71979"/>
                </a:lnTo>
                <a:lnTo>
                  <a:pt x="1770917" y="71004"/>
                </a:lnTo>
                <a:lnTo>
                  <a:pt x="1769477" y="70088"/>
                </a:lnTo>
                <a:lnTo>
                  <a:pt x="1768001" y="69231"/>
                </a:lnTo>
                <a:lnTo>
                  <a:pt x="1766489" y="68433"/>
                </a:lnTo>
                <a:lnTo>
                  <a:pt x="1764940" y="67694"/>
                </a:lnTo>
                <a:lnTo>
                  <a:pt x="1763356" y="67014"/>
                </a:lnTo>
                <a:lnTo>
                  <a:pt x="1761735" y="66393"/>
                </a:lnTo>
                <a:lnTo>
                  <a:pt x="1760079" y="65832"/>
                </a:lnTo>
                <a:lnTo>
                  <a:pt x="1758386" y="65329"/>
                </a:lnTo>
                <a:lnTo>
                  <a:pt x="1756657" y="64886"/>
                </a:lnTo>
                <a:lnTo>
                  <a:pt x="1754891" y="64502"/>
                </a:lnTo>
                <a:lnTo>
                  <a:pt x="1753090" y="64177"/>
                </a:lnTo>
                <a:lnTo>
                  <a:pt x="1751253" y="63911"/>
                </a:lnTo>
                <a:lnTo>
                  <a:pt x="1749379" y="63704"/>
                </a:lnTo>
                <a:lnTo>
                  <a:pt x="1747469" y="63556"/>
                </a:lnTo>
                <a:lnTo>
                  <a:pt x="1745523" y="63467"/>
                </a:lnTo>
                <a:lnTo>
                  <a:pt x="1743541" y="63438"/>
                </a:lnTo>
                <a:lnTo>
                  <a:pt x="1741459" y="63471"/>
                </a:lnTo>
                <a:lnTo>
                  <a:pt x="1739417" y="63569"/>
                </a:lnTo>
                <a:lnTo>
                  <a:pt x="1737415" y="63732"/>
                </a:lnTo>
                <a:lnTo>
                  <a:pt x="1735454" y="63962"/>
                </a:lnTo>
                <a:lnTo>
                  <a:pt x="1733534" y="64256"/>
                </a:lnTo>
                <a:lnTo>
                  <a:pt x="1731653" y="64617"/>
                </a:lnTo>
                <a:lnTo>
                  <a:pt x="1729813" y="65042"/>
                </a:lnTo>
                <a:lnTo>
                  <a:pt x="1728014" y="65534"/>
                </a:lnTo>
                <a:lnTo>
                  <a:pt x="1726255" y="66090"/>
                </a:lnTo>
                <a:lnTo>
                  <a:pt x="1724536" y="66712"/>
                </a:lnTo>
                <a:lnTo>
                  <a:pt x="1722858" y="67400"/>
                </a:lnTo>
                <a:lnTo>
                  <a:pt x="1721220" y="68153"/>
                </a:lnTo>
                <a:lnTo>
                  <a:pt x="1719623" y="68972"/>
                </a:lnTo>
                <a:lnTo>
                  <a:pt x="1718066" y="69856"/>
                </a:lnTo>
                <a:lnTo>
                  <a:pt x="1716549" y="70806"/>
                </a:lnTo>
                <a:lnTo>
                  <a:pt x="1715073" y="71821"/>
                </a:lnTo>
                <a:lnTo>
                  <a:pt x="1713637" y="72902"/>
                </a:lnTo>
                <a:lnTo>
                  <a:pt x="1712241" y="74048"/>
                </a:lnTo>
                <a:lnTo>
                  <a:pt x="1710886" y="75260"/>
                </a:lnTo>
                <a:lnTo>
                  <a:pt x="1709572" y="76537"/>
                </a:lnTo>
                <a:lnTo>
                  <a:pt x="1708298" y="77879"/>
                </a:lnTo>
                <a:lnTo>
                  <a:pt x="1707064" y="79287"/>
                </a:lnTo>
                <a:lnTo>
                  <a:pt x="1705871" y="80761"/>
                </a:lnTo>
                <a:lnTo>
                  <a:pt x="1704718" y="82300"/>
                </a:lnTo>
                <a:lnTo>
                  <a:pt x="1703609" y="83895"/>
                </a:lnTo>
                <a:lnTo>
                  <a:pt x="1702547" y="85537"/>
                </a:lnTo>
                <a:lnTo>
                  <a:pt x="1701532" y="87225"/>
                </a:lnTo>
                <a:lnTo>
                  <a:pt x="1700564" y="88961"/>
                </a:lnTo>
                <a:lnTo>
                  <a:pt x="1699644" y="90743"/>
                </a:lnTo>
                <a:lnTo>
                  <a:pt x="1698771" y="92572"/>
                </a:lnTo>
                <a:lnTo>
                  <a:pt x="1697945" y="94447"/>
                </a:lnTo>
                <a:lnTo>
                  <a:pt x="1697166" y="96370"/>
                </a:lnTo>
                <a:lnTo>
                  <a:pt x="1696435" y="98339"/>
                </a:lnTo>
                <a:lnTo>
                  <a:pt x="1695750" y="100355"/>
                </a:lnTo>
                <a:lnTo>
                  <a:pt x="1695113" y="102418"/>
                </a:lnTo>
                <a:lnTo>
                  <a:pt x="1694523" y="104527"/>
                </a:lnTo>
                <a:lnTo>
                  <a:pt x="1693980" y="106683"/>
                </a:lnTo>
                <a:lnTo>
                  <a:pt x="1693485" y="108887"/>
                </a:lnTo>
                <a:lnTo>
                  <a:pt x="1693036" y="111136"/>
                </a:lnTo>
                <a:lnTo>
                  <a:pt x="1692635" y="113433"/>
                </a:lnTo>
                <a:lnTo>
                  <a:pt x="1692281" y="115777"/>
                </a:lnTo>
                <a:lnTo>
                  <a:pt x="1691975" y="118167"/>
                </a:lnTo>
                <a:lnTo>
                  <a:pt x="1691715" y="120604"/>
                </a:lnTo>
                <a:lnTo>
                  <a:pt x="1691503" y="123088"/>
                </a:lnTo>
                <a:lnTo>
                  <a:pt x="1691337" y="125618"/>
                </a:lnTo>
                <a:lnTo>
                  <a:pt x="1691219" y="128196"/>
                </a:lnTo>
                <a:lnTo>
                  <a:pt x="1691149" y="130820"/>
                </a:lnTo>
                <a:lnTo>
                  <a:pt x="1691125" y="133491"/>
                </a:lnTo>
                <a:lnTo>
                  <a:pt x="1691150" y="136160"/>
                </a:lnTo>
                <a:lnTo>
                  <a:pt x="1691224" y="138779"/>
                </a:lnTo>
                <a:lnTo>
                  <a:pt x="1691347" y="141349"/>
                </a:lnTo>
                <a:lnTo>
                  <a:pt x="1691520" y="143869"/>
                </a:lnTo>
                <a:lnTo>
                  <a:pt x="1691742" y="146339"/>
                </a:lnTo>
                <a:lnTo>
                  <a:pt x="1692013" y="148759"/>
                </a:lnTo>
                <a:lnTo>
                  <a:pt x="1692333" y="151130"/>
                </a:lnTo>
                <a:lnTo>
                  <a:pt x="1692703" y="153451"/>
                </a:lnTo>
                <a:lnTo>
                  <a:pt x="1693123" y="155722"/>
                </a:lnTo>
                <a:lnTo>
                  <a:pt x="1693591" y="157944"/>
                </a:lnTo>
                <a:lnTo>
                  <a:pt x="1694109" y="160115"/>
                </a:lnTo>
                <a:lnTo>
                  <a:pt x="1694676" y="162237"/>
                </a:lnTo>
                <a:lnTo>
                  <a:pt x="1695293" y="164310"/>
                </a:lnTo>
                <a:lnTo>
                  <a:pt x="1695959" y="166332"/>
                </a:lnTo>
                <a:lnTo>
                  <a:pt x="1696674" y="168305"/>
                </a:lnTo>
                <a:lnTo>
                  <a:pt x="1697439" y="170228"/>
                </a:lnTo>
                <a:lnTo>
                  <a:pt x="1698252" y="172101"/>
                </a:lnTo>
                <a:lnTo>
                  <a:pt x="1699116" y="173925"/>
                </a:lnTo>
                <a:lnTo>
                  <a:pt x="1700028" y="175699"/>
                </a:lnTo>
                <a:lnTo>
                  <a:pt x="1700990" y="177423"/>
                </a:lnTo>
                <a:lnTo>
                  <a:pt x="1702001" y="179097"/>
                </a:lnTo>
                <a:lnTo>
                  <a:pt x="1703062" y="180722"/>
                </a:lnTo>
                <a:lnTo>
                  <a:pt x="1704171" y="182296"/>
                </a:lnTo>
                <a:lnTo>
                  <a:pt x="1705331" y="183822"/>
                </a:lnTo>
                <a:lnTo>
                  <a:pt x="1706537" y="185291"/>
                </a:lnTo>
                <a:lnTo>
                  <a:pt x="1707790" y="186697"/>
                </a:lnTo>
                <a:lnTo>
                  <a:pt x="1709089" y="188041"/>
                </a:lnTo>
                <a:lnTo>
                  <a:pt x="1710433" y="189322"/>
                </a:lnTo>
                <a:lnTo>
                  <a:pt x="1711824" y="190541"/>
                </a:lnTo>
                <a:lnTo>
                  <a:pt x="1713260" y="191698"/>
                </a:lnTo>
                <a:lnTo>
                  <a:pt x="1714742" y="192792"/>
                </a:lnTo>
                <a:lnTo>
                  <a:pt x="1716271" y="193823"/>
                </a:lnTo>
                <a:lnTo>
                  <a:pt x="1717845" y="194792"/>
                </a:lnTo>
                <a:lnTo>
                  <a:pt x="1719465" y="195698"/>
                </a:lnTo>
                <a:lnTo>
                  <a:pt x="1721131" y="196542"/>
                </a:lnTo>
                <a:lnTo>
                  <a:pt x="1722843" y="197324"/>
                </a:lnTo>
                <a:lnTo>
                  <a:pt x="1724601" y="198043"/>
                </a:lnTo>
                <a:lnTo>
                  <a:pt x="1726405" y="198699"/>
                </a:lnTo>
                <a:lnTo>
                  <a:pt x="1728254" y="199293"/>
                </a:lnTo>
                <a:lnTo>
                  <a:pt x="1730150" y="199824"/>
                </a:lnTo>
                <a:lnTo>
                  <a:pt x="1732092" y="200293"/>
                </a:lnTo>
                <a:lnTo>
                  <a:pt x="1734079" y="200699"/>
                </a:lnTo>
                <a:lnTo>
                  <a:pt x="1736112" y="201043"/>
                </a:lnTo>
                <a:lnTo>
                  <a:pt x="1738192" y="201324"/>
                </a:lnTo>
                <a:lnTo>
                  <a:pt x="1740317" y="201543"/>
                </a:lnTo>
                <a:lnTo>
                  <a:pt x="1742488" y="201699"/>
                </a:lnTo>
                <a:lnTo>
                  <a:pt x="1744705" y="201793"/>
                </a:lnTo>
                <a:lnTo>
                  <a:pt x="1746968" y="201824"/>
                </a:lnTo>
                <a:lnTo>
                  <a:pt x="1749098" y="201794"/>
                </a:lnTo>
                <a:lnTo>
                  <a:pt x="1751202" y="201702"/>
                </a:lnTo>
                <a:lnTo>
                  <a:pt x="1753279" y="201549"/>
                </a:lnTo>
                <a:lnTo>
                  <a:pt x="1755330" y="201335"/>
                </a:lnTo>
                <a:lnTo>
                  <a:pt x="1757354" y="201059"/>
                </a:lnTo>
                <a:lnTo>
                  <a:pt x="1759352" y="200722"/>
                </a:lnTo>
                <a:lnTo>
                  <a:pt x="1761324" y="200324"/>
                </a:lnTo>
                <a:lnTo>
                  <a:pt x="1763270" y="199865"/>
                </a:lnTo>
                <a:lnTo>
                  <a:pt x="1765189" y="199345"/>
                </a:lnTo>
                <a:lnTo>
                  <a:pt x="1767081" y="198763"/>
                </a:lnTo>
                <a:lnTo>
                  <a:pt x="1768948" y="198120"/>
                </a:lnTo>
                <a:lnTo>
                  <a:pt x="1770788" y="197416"/>
                </a:lnTo>
                <a:lnTo>
                  <a:pt x="1772601" y="196651"/>
                </a:lnTo>
                <a:lnTo>
                  <a:pt x="1774388" y="195824"/>
                </a:lnTo>
                <a:lnTo>
                  <a:pt x="1776149" y="194937"/>
                </a:lnTo>
                <a:lnTo>
                  <a:pt x="1777884" y="193988"/>
                </a:lnTo>
                <a:lnTo>
                  <a:pt x="1779592" y="192977"/>
                </a:lnTo>
                <a:lnTo>
                  <a:pt x="1781274" y="191906"/>
                </a:lnTo>
                <a:lnTo>
                  <a:pt x="1782929" y="190773"/>
                </a:lnTo>
                <a:lnTo>
                  <a:pt x="1784558" y="189579"/>
                </a:lnTo>
                <a:lnTo>
                  <a:pt x="1786161" y="188324"/>
                </a:lnTo>
                <a:lnTo>
                  <a:pt x="1787738" y="187008"/>
                </a:lnTo>
                <a:lnTo>
                  <a:pt x="1789288" y="185630"/>
                </a:lnTo>
                <a:lnTo>
                  <a:pt x="1790811" y="184192"/>
                </a:lnTo>
                <a:lnTo>
                  <a:pt x="1775626" y="164107"/>
                </a:lnTo>
                <a:lnTo>
                  <a:pt x="1775036" y="164551"/>
                </a:lnTo>
                <a:lnTo>
                  <a:pt x="1774449" y="164985"/>
                </a:lnTo>
                <a:lnTo>
                  <a:pt x="1773866" y="165409"/>
                </a:lnTo>
                <a:lnTo>
                  <a:pt x="1773286" y="165824"/>
                </a:lnTo>
                <a:lnTo>
                  <a:pt x="1772709" y="166229"/>
                </a:lnTo>
                <a:lnTo>
                  <a:pt x="1772136" y="166624"/>
                </a:lnTo>
                <a:lnTo>
                  <a:pt x="1771566" y="167009"/>
                </a:lnTo>
                <a:lnTo>
                  <a:pt x="1770999" y="167385"/>
                </a:lnTo>
                <a:lnTo>
                  <a:pt x="1770436" y="167751"/>
                </a:lnTo>
                <a:lnTo>
                  <a:pt x="1769877" y="168107"/>
                </a:lnTo>
                <a:lnTo>
                  <a:pt x="1769320" y="168453"/>
                </a:lnTo>
                <a:lnTo>
                  <a:pt x="1768767" y="168790"/>
                </a:lnTo>
                <a:lnTo>
                  <a:pt x="1768218" y="169117"/>
                </a:lnTo>
                <a:lnTo>
                  <a:pt x="1767672" y="169434"/>
                </a:lnTo>
                <a:lnTo>
                  <a:pt x="1767130" y="169741"/>
                </a:lnTo>
                <a:lnTo>
                  <a:pt x="1766590" y="170039"/>
                </a:lnTo>
                <a:lnTo>
                  <a:pt x="1766055" y="170326"/>
                </a:lnTo>
                <a:lnTo>
                  <a:pt x="1765522" y="170604"/>
                </a:lnTo>
                <a:lnTo>
                  <a:pt x="1764993" y="170873"/>
                </a:lnTo>
                <a:lnTo>
                  <a:pt x="1764468" y="171131"/>
                </a:lnTo>
                <a:lnTo>
                  <a:pt x="1763946" y="171380"/>
                </a:lnTo>
                <a:lnTo>
                  <a:pt x="1763427" y="171619"/>
                </a:lnTo>
                <a:lnTo>
                  <a:pt x="1762912" y="171848"/>
                </a:lnTo>
                <a:lnTo>
                  <a:pt x="1762400" y="172068"/>
                </a:lnTo>
                <a:lnTo>
                  <a:pt x="1761889" y="172277"/>
                </a:lnTo>
                <a:lnTo>
                  <a:pt x="1761376" y="172478"/>
                </a:lnTo>
                <a:lnTo>
                  <a:pt x="1760862" y="172670"/>
                </a:lnTo>
                <a:lnTo>
                  <a:pt x="1760346" y="172853"/>
                </a:lnTo>
                <a:lnTo>
                  <a:pt x="1759828" y="173027"/>
                </a:lnTo>
                <a:lnTo>
                  <a:pt x="1759308" y="173193"/>
                </a:lnTo>
                <a:lnTo>
                  <a:pt x="1758787" y="173349"/>
                </a:lnTo>
                <a:lnTo>
                  <a:pt x="1758264" y="173496"/>
                </a:lnTo>
                <a:lnTo>
                  <a:pt x="1757739" y="173634"/>
                </a:lnTo>
                <a:lnTo>
                  <a:pt x="1757213" y="173764"/>
                </a:lnTo>
                <a:lnTo>
                  <a:pt x="1756685" y="173884"/>
                </a:lnTo>
                <a:lnTo>
                  <a:pt x="1756155" y="173996"/>
                </a:lnTo>
                <a:lnTo>
                  <a:pt x="1755623" y="174099"/>
                </a:lnTo>
                <a:lnTo>
                  <a:pt x="1755090" y="174192"/>
                </a:lnTo>
                <a:lnTo>
                  <a:pt x="1754555" y="174277"/>
                </a:lnTo>
                <a:lnTo>
                  <a:pt x="1754018" y="174353"/>
                </a:lnTo>
                <a:lnTo>
                  <a:pt x="1753480" y="174420"/>
                </a:lnTo>
                <a:lnTo>
                  <a:pt x="1752940" y="174478"/>
                </a:lnTo>
                <a:lnTo>
                  <a:pt x="1752398" y="174527"/>
                </a:lnTo>
                <a:lnTo>
                  <a:pt x="1751854" y="174567"/>
                </a:lnTo>
                <a:lnTo>
                  <a:pt x="1751309" y="174599"/>
                </a:lnTo>
                <a:lnTo>
                  <a:pt x="1750762" y="174621"/>
                </a:lnTo>
                <a:lnTo>
                  <a:pt x="1750213" y="174634"/>
                </a:lnTo>
                <a:lnTo>
                  <a:pt x="1749663" y="174639"/>
                </a:lnTo>
                <a:lnTo>
                  <a:pt x="1748835" y="174627"/>
                </a:lnTo>
                <a:lnTo>
                  <a:pt x="1748023" y="174592"/>
                </a:lnTo>
                <a:lnTo>
                  <a:pt x="1747227" y="174534"/>
                </a:lnTo>
                <a:lnTo>
                  <a:pt x="1746448" y="174452"/>
                </a:lnTo>
                <a:lnTo>
                  <a:pt x="1745686" y="174347"/>
                </a:lnTo>
                <a:lnTo>
                  <a:pt x="1744940" y="174218"/>
                </a:lnTo>
                <a:lnTo>
                  <a:pt x="1744211" y="174066"/>
                </a:lnTo>
                <a:lnTo>
                  <a:pt x="1743499" y="173891"/>
                </a:lnTo>
                <a:lnTo>
                  <a:pt x="1742803" y="173692"/>
                </a:lnTo>
                <a:lnTo>
                  <a:pt x="1742124" y="173470"/>
                </a:lnTo>
                <a:lnTo>
                  <a:pt x="1741461" y="173224"/>
                </a:lnTo>
                <a:lnTo>
                  <a:pt x="1740815" y="172955"/>
                </a:lnTo>
                <a:lnTo>
                  <a:pt x="1740185" y="172663"/>
                </a:lnTo>
                <a:lnTo>
                  <a:pt x="1739572" y="172347"/>
                </a:lnTo>
                <a:lnTo>
                  <a:pt x="1738976" y="172008"/>
                </a:lnTo>
                <a:lnTo>
                  <a:pt x="1738396" y="171646"/>
                </a:lnTo>
                <a:lnTo>
                  <a:pt x="1737833" y="171260"/>
                </a:lnTo>
                <a:lnTo>
                  <a:pt x="1737286" y="170851"/>
                </a:lnTo>
                <a:lnTo>
                  <a:pt x="1736756" y="170418"/>
                </a:lnTo>
                <a:lnTo>
                  <a:pt x="1736243" y="169962"/>
                </a:lnTo>
                <a:lnTo>
                  <a:pt x="1735746" y="169483"/>
                </a:lnTo>
                <a:lnTo>
                  <a:pt x="1735266" y="168980"/>
                </a:lnTo>
                <a:lnTo>
                  <a:pt x="1734802" y="168454"/>
                </a:lnTo>
                <a:lnTo>
                  <a:pt x="1734355" y="167904"/>
                </a:lnTo>
                <a:lnTo>
                  <a:pt x="1733923" y="167324"/>
                </a:lnTo>
                <a:lnTo>
                  <a:pt x="1733505" y="166705"/>
                </a:lnTo>
                <a:lnTo>
                  <a:pt x="1733102" y="166049"/>
                </a:lnTo>
                <a:lnTo>
                  <a:pt x="1732712" y="165355"/>
                </a:lnTo>
                <a:lnTo>
                  <a:pt x="1732336" y="164624"/>
                </a:lnTo>
                <a:lnTo>
                  <a:pt x="1731974" y="163854"/>
                </a:lnTo>
                <a:lnTo>
                  <a:pt x="1731627" y="163047"/>
                </a:lnTo>
                <a:lnTo>
                  <a:pt x="1731293" y="162201"/>
                </a:lnTo>
                <a:lnTo>
                  <a:pt x="1730974" y="161318"/>
                </a:lnTo>
                <a:lnTo>
                  <a:pt x="1730668" y="160397"/>
                </a:lnTo>
                <a:lnTo>
                  <a:pt x="1730376" y="159439"/>
                </a:lnTo>
                <a:lnTo>
                  <a:pt x="1730099" y="158442"/>
                </a:lnTo>
                <a:lnTo>
                  <a:pt x="1729836" y="157408"/>
                </a:lnTo>
                <a:lnTo>
                  <a:pt x="1729586" y="156336"/>
                </a:lnTo>
                <a:lnTo>
                  <a:pt x="1729351" y="155225"/>
                </a:lnTo>
                <a:lnTo>
                  <a:pt x="1729129" y="154078"/>
                </a:lnTo>
                <a:lnTo>
                  <a:pt x="1728922" y="152892"/>
                </a:lnTo>
                <a:lnTo>
                  <a:pt x="1728729" y="151668"/>
                </a:lnTo>
                <a:lnTo>
                  <a:pt x="1728549" y="150407"/>
                </a:lnTo>
                <a:lnTo>
                  <a:pt x="1728384" y="149108"/>
                </a:lnTo>
                <a:lnTo>
                  <a:pt x="1728233" y="147771"/>
                </a:lnTo>
                <a:lnTo>
                  <a:pt x="1728095" y="146396"/>
                </a:lnTo>
                <a:lnTo>
                  <a:pt x="1727972" y="144983"/>
                </a:lnTo>
                <a:lnTo>
                  <a:pt x="1727863" y="143533"/>
                </a:lnTo>
                <a:lnTo>
                  <a:pt x="1793996" y="143533"/>
                </a:lnTo>
                <a:lnTo>
                  <a:pt x="1794056" y="143059"/>
                </a:lnTo>
                <a:lnTo>
                  <a:pt x="1794113" y="142578"/>
                </a:lnTo>
                <a:lnTo>
                  <a:pt x="1794168" y="142090"/>
                </a:lnTo>
                <a:lnTo>
                  <a:pt x="1794220" y="141593"/>
                </a:lnTo>
                <a:lnTo>
                  <a:pt x="1794270" y="141089"/>
                </a:lnTo>
                <a:lnTo>
                  <a:pt x="1794318" y="140577"/>
                </a:lnTo>
                <a:lnTo>
                  <a:pt x="1794362" y="140058"/>
                </a:lnTo>
                <a:lnTo>
                  <a:pt x="1794405" y="139531"/>
                </a:lnTo>
                <a:lnTo>
                  <a:pt x="1794444" y="138996"/>
                </a:lnTo>
                <a:lnTo>
                  <a:pt x="1794481" y="138454"/>
                </a:lnTo>
                <a:lnTo>
                  <a:pt x="1794516" y="137904"/>
                </a:lnTo>
                <a:lnTo>
                  <a:pt x="1794548" y="137347"/>
                </a:lnTo>
                <a:lnTo>
                  <a:pt x="1794577" y="136781"/>
                </a:lnTo>
                <a:lnTo>
                  <a:pt x="1794604" y="136209"/>
                </a:lnTo>
                <a:lnTo>
                  <a:pt x="1794628" y="135628"/>
                </a:lnTo>
                <a:lnTo>
                  <a:pt x="1794650" y="135040"/>
                </a:lnTo>
                <a:lnTo>
                  <a:pt x="1794669" y="134444"/>
                </a:lnTo>
                <a:lnTo>
                  <a:pt x="1794686" y="133841"/>
                </a:lnTo>
                <a:lnTo>
                  <a:pt x="1794700" y="133230"/>
                </a:lnTo>
                <a:lnTo>
                  <a:pt x="1794711" y="132611"/>
                </a:lnTo>
                <a:lnTo>
                  <a:pt x="1794720" y="131985"/>
                </a:lnTo>
                <a:lnTo>
                  <a:pt x="1794727" y="131351"/>
                </a:lnTo>
                <a:lnTo>
                  <a:pt x="1794730" y="130709"/>
                </a:lnTo>
                <a:lnTo>
                  <a:pt x="1794732" y="130060"/>
                </a:lnTo>
                <a:lnTo>
                  <a:pt x="1794708" y="127372"/>
                </a:lnTo>
                <a:lnTo>
                  <a:pt x="1794637" y="124739"/>
                </a:lnTo>
                <a:lnTo>
                  <a:pt x="1794519" y="122159"/>
                </a:lnTo>
                <a:lnTo>
                  <a:pt x="1794354" y="119633"/>
                </a:lnTo>
                <a:lnTo>
                  <a:pt x="1794142" y="117162"/>
                </a:lnTo>
                <a:close/>
                <a:moveTo>
                  <a:pt x="1728152" y="116710"/>
                </a:moveTo>
                <a:lnTo>
                  <a:pt x="1728268" y="115279"/>
                </a:lnTo>
                <a:lnTo>
                  <a:pt x="1728393" y="113889"/>
                </a:lnTo>
                <a:lnTo>
                  <a:pt x="1728529" y="112540"/>
                </a:lnTo>
                <a:lnTo>
                  <a:pt x="1728674" y="111230"/>
                </a:lnTo>
                <a:lnTo>
                  <a:pt x="1728829" y="109962"/>
                </a:lnTo>
                <a:lnTo>
                  <a:pt x="1728994" y="108733"/>
                </a:lnTo>
                <a:lnTo>
                  <a:pt x="1729168" y="107545"/>
                </a:lnTo>
                <a:lnTo>
                  <a:pt x="1729353" y="106398"/>
                </a:lnTo>
                <a:lnTo>
                  <a:pt x="1729547" y="105290"/>
                </a:lnTo>
                <a:lnTo>
                  <a:pt x="1729751" y="104224"/>
                </a:lnTo>
                <a:lnTo>
                  <a:pt x="1729964" y="103197"/>
                </a:lnTo>
                <a:lnTo>
                  <a:pt x="1730188" y="102211"/>
                </a:lnTo>
                <a:lnTo>
                  <a:pt x="1730421" y="101266"/>
                </a:lnTo>
                <a:lnTo>
                  <a:pt x="1730664" y="100361"/>
                </a:lnTo>
                <a:lnTo>
                  <a:pt x="1730917" y="99496"/>
                </a:lnTo>
                <a:lnTo>
                  <a:pt x="1731180" y="98672"/>
                </a:lnTo>
                <a:lnTo>
                  <a:pt x="1731452" y="97888"/>
                </a:lnTo>
                <a:lnTo>
                  <a:pt x="1731734" y="97145"/>
                </a:lnTo>
                <a:lnTo>
                  <a:pt x="1732026" y="96442"/>
                </a:lnTo>
                <a:lnTo>
                  <a:pt x="1732328" y="95779"/>
                </a:lnTo>
                <a:lnTo>
                  <a:pt x="1732639" y="95157"/>
                </a:lnTo>
                <a:lnTo>
                  <a:pt x="1732962" y="94567"/>
                </a:lnTo>
                <a:lnTo>
                  <a:pt x="1733297" y="94003"/>
                </a:lnTo>
                <a:lnTo>
                  <a:pt x="1733644" y="93463"/>
                </a:lnTo>
                <a:lnTo>
                  <a:pt x="1734004" y="92949"/>
                </a:lnTo>
                <a:lnTo>
                  <a:pt x="1734376" y="92460"/>
                </a:lnTo>
                <a:lnTo>
                  <a:pt x="1734760" y="91996"/>
                </a:lnTo>
                <a:lnTo>
                  <a:pt x="1735156" y="91557"/>
                </a:lnTo>
                <a:lnTo>
                  <a:pt x="1735565" y="91143"/>
                </a:lnTo>
                <a:lnTo>
                  <a:pt x="1735987" y="90754"/>
                </a:lnTo>
                <a:lnTo>
                  <a:pt x="1736420" y="90391"/>
                </a:lnTo>
                <a:lnTo>
                  <a:pt x="1736866" y="90052"/>
                </a:lnTo>
                <a:lnTo>
                  <a:pt x="1737324" y="89738"/>
                </a:lnTo>
                <a:lnTo>
                  <a:pt x="1737795" y="89450"/>
                </a:lnTo>
                <a:lnTo>
                  <a:pt x="1738278" y="89187"/>
                </a:lnTo>
                <a:lnTo>
                  <a:pt x="1738773" y="88948"/>
                </a:lnTo>
                <a:lnTo>
                  <a:pt x="1739280" y="88735"/>
                </a:lnTo>
                <a:lnTo>
                  <a:pt x="1739800" y="88547"/>
                </a:lnTo>
                <a:lnTo>
                  <a:pt x="1740332" y="88384"/>
                </a:lnTo>
                <a:lnTo>
                  <a:pt x="1740877" y="88246"/>
                </a:lnTo>
                <a:lnTo>
                  <a:pt x="1741434" y="88133"/>
                </a:lnTo>
                <a:lnTo>
                  <a:pt x="1742003" y="88045"/>
                </a:lnTo>
                <a:lnTo>
                  <a:pt x="1742584" y="87983"/>
                </a:lnTo>
                <a:lnTo>
                  <a:pt x="1743178" y="87945"/>
                </a:lnTo>
                <a:lnTo>
                  <a:pt x="1743784" y="87932"/>
                </a:lnTo>
                <a:lnTo>
                  <a:pt x="1744469" y="87945"/>
                </a:lnTo>
                <a:lnTo>
                  <a:pt x="1745137" y="87984"/>
                </a:lnTo>
                <a:lnTo>
                  <a:pt x="1745788" y="88049"/>
                </a:lnTo>
                <a:lnTo>
                  <a:pt x="1746420" y="88140"/>
                </a:lnTo>
                <a:lnTo>
                  <a:pt x="1747036" y="88257"/>
                </a:lnTo>
                <a:lnTo>
                  <a:pt x="1747634" y="88399"/>
                </a:lnTo>
                <a:lnTo>
                  <a:pt x="1748215" y="88568"/>
                </a:lnTo>
                <a:lnTo>
                  <a:pt x="1748778" y="88762"/>
                </a:lnTo>
                <a:lnTo>
                  <a:pt x="1749324" y="88983"/>
                </a:lnTo>
                <a:lnTo>
                  <a:pt x="1749852" y="89229"/>
                </a:lnTo>
                <a:lnTo>
                  <a:pt x="1750363" y="89502"/>
                </a:lnTo>
                <a:lnTo>
                  <a:pt x="1750856" y="89800"/>
                </a:lnTo>
                <a:lnTo>
                  <a:pt x="1751332" y="90124"/>
                </a:lnTo>
                <a:lnTo>
                  <a:pt x="1751791" y="90475"/>
                </a:lnTo>
                <a:lnTo>
                  <a:pt x="1752232" y="90851"/>
                </a:lnTo>
                <a:lnTo>
                  <a:pt x="1752656" y="91253"/>
                </a:lnTo>
                <a:lnTo>
                  <a:pt x="1753062" y="91681"/>
                </a:lnTo>
                <a:lnTo>
                  <a:pt x="1753451" y="92135"/>
                </a:lnTo>
                <a:lnTo>
                  <a:pt x="1753823" y="92615"/>
                </a:lnTo>
                <a:lnTo>
                  <a:pt x="1754177" y="93121"/>
                </a:lnTo>
                <a:lnTo>
                  <a:pt x="1754513" y="93652"/>
                </a:lnTo>
                <a:lnTo>
                  <a:pt x="1754832" y="94210"/>
                </a:lnTo>
                <a:lnTo>
                  <a:pt x="1755134" y="94794"/>
                </a:lnTo>
                <a:lnTo>
                  <a:pt x="1755419" y="95403"/>
                </a:lnTo>
                <a:lnTo>
                  <a:pt x="1755688" y="96042"/>
                </a:lnTo>
                <a:lnTo>
                  <a:pt x="1755947" y="96712"/>
                </a:lnTo>
                <a:lnTo>
                  <a:pt x="1756194" y="97415"/>
                </a:lnTo>
                <a:lnTo>
                  <a:pt x="1756429" y="98149"/>
                </a:lnTo>
                <a:lnTo>
                  <a:pt x="1756653" y="98915"/>
                </a:lnTo>
                <a:lnTo>
                  <a:pt x="1756866" y="99713"/>
                </a:lnTo>
                <a:lnTo>
                  <a:pt x="1757067" y="100543"/>
                </a:lnTo>
                <a:lnTo>
                  <a:pt x="1757256" y="101404"/>
                </a:lnTo>
                <a:lnTo>
                  <a:pt x="1757434" y="102298"/>
                </a:lnTo>
                <a:lnTo>
                  <a:pt x="1757601" y="103223"/>
                </a:lnTo>
                <a:lnTo>
                  <a:pt x="1757756" y="104181"/>
                </a:lnTo>
                <a:lnTo>
                  <a:pt x="1757899" y="105170"/>
                </a:lnTo>
                <a:lnTo>
                  <a:pt x="1758031" y="106191"/>
                </a:lnTo>
                <a:lnTo>
                  <a:pt x="1758152" y="107244"/>
                </a:lnTo>
                <a:lnTo>
                  <a:pt x="1758261" y="108329"/>
                </a:lnTo>
                <a:lnTo>
                  <a:pt x="1758359" y="109446"/>
                </a:lnTo>
                <a:lnTo>
                  <a:pt x="1758445" y="110594"/>
                </a:lnTo>
                <a:lnTo>
                  <a:pt x="1758519" y="111775"/>
                </a:lnTo>
                <a:lnTo>
                  <a:pt x="1758583" y="112987"/>
                </a:lnTo>
                <a:lnTo>
                  <a:pt x="1758634" y="114232"/>
                </a:lnTo>
                <a:lnTo>
                  <a:pt x="1758674" y="115508"/>
                </a:lnTo>
                <a:lnTo>
                  <a:pt x="1758703" y="116816"/>
                </a:lnTo>
                <a:lnTo>
                  <a:pt x="1758720" y="118156"/>
                </a:lnTo>
                <a:lnTo>
                  <a:pt x="1758726" y="119528"/>
                </a:lnTo>
                <a:lnTo>
                  <a:pt x="1758726" y="121243"/>
                </a:lnTo>
                <a:lnTo>
                  <a:pt x="1727863" y="121243"/>
                </a:lnTo>
                <a:lnTo>
                  <a:pt x="1727950" y="119692"/>
                </a:lnTo>
                <a:lnTo>
                  <a:pt x="1728046" y="118180"/>
                </a:lnTo>
                <a:lnTo>
                  <a:pt x="1728152" y="116710"/>
                </a:lnTo>
                <a:close/>
                <a:moveTo>
                  <a:pt x="1974386" y="63931"/>
                </a:moveTo>
                <a:lnTo>
                  <a:pt x="1972438" y="64209"/>
                </a:lnTo>
                <a:lnTo>
                  <a:pt x="1970528" y="64548"/>
                </a:lnTo>
                <a:lnTo>
                  <a:pt x="1968657" y="64949"/>
                </a:lnTo>
                <a:lnTo>
                  <a:pt x="1966825" y="65411"/>
                </a:lnTo>
                <a:lnTo>
                  <a:pt x="1965031" y="65935"/>
                </a:lnTo>
                <a:lnTo>
                  <a:pt x="1963276" y="66521"/>
                </a:lnTo>
                <a:lnTo>
                  <a:pt x="1961560" y="67169"/>
                </a:lnTo>
                <a:lnTo>
                  <a:pt x="1959882" y="67878"/>
                </a:lnTo>
                <a:lnTo>
                  <a:pt x="1958243" y="68649"/>
                </a:lnTo>
                <a:lnTo>
                  <a:pt x="1956643" y="69481"/>
                </a:lnTo>
                <a:lnTo>
                  <a:pt x="1955081" y="70375"/>
                </a:lnTo>
                <a:lnTo>
                  <a:pt x="1953558" y="71331"/>
                </a:lnTo>
                <a:lnTo>
                  <a:pt x="1952074" y="72349"/>
                </a:lnTo>
                <a:lnTo>
                  <a:pt x="1950629" y="73428"/>
                </a:lnTo>
                <a:lnTo>
                  <a:pt x="1949222" y="74569"/>
                </a:lnTo>
                <a:lnTo>
                  <a:pt x="1947854" y="75771"/>
                </a:lnTo>
                <a:lnTo>
                  <a:pt x="1946524" y="77035"/>
                </a:lnTo>
                <a:lnTo>
                  <a:pt x="1945233" y="78361"/>
                </a:lnTo>
                <a:lnTo>
                  <a:pt x="1943981" y="79749"/>
                </a:lnTo>
                <a:lnTo>
                  <a:pt x="1942768" y="81198"/>
                </a:lnTo>
                <a:lnTo>
                  <a:pt x="1941599" y="82705"/>
                </a:lnTo>
                <a:lnTo>
                  <a:pt x="1940479" y="84267"/>
                </a:lnTo>
                <a:lnTo>
                  <a:pt x="1939410" y="85884"/>
                </a:lnTo>
                <a:lnTo>
                  <a:pt x="1938390" y="87555"/>
                </a:lnTo>
                <a:lnTo>
                  <a:pt x="1937419" y="89282"/>
                </a:lnTo>
                <a:lnTo>
                  <a:pt x="1936499" y="91063"/>
                </a:lnTo>
                <a:lnTo>
                  <a:pt x="1935628" y="92899"/>
                </a:lnTo>
                <a:lnTo>
                  <a:pt x="1934807" y="94790"/>
                </a:lnTo>
                <a:lnTo>
                  <a:pt x="1934036" y="96736"/>
                </a:lnTo>
                <a:lnTo>
                  <a:pt x="1933315" y="98737"/>
                </a:lnTo>
                <a:lnTo>
                  <a:pt x="1932643" y="100793"/>
                </a:lnTo>
                <a:lnTo>
                  <a:pt x="1932021" y="102903"/>
                </a:lnTo>
                <a:lnTo>
                  <a:pt x="1931449" y="105069"/>
                </a:lnTo>
                <a:lnTo>
                  <a:pt x="1930927" y="107289"/>
                </a:lnTo>
                <a:lnTo>
                  <a:pt x="1930454" y="109564"/>
                </a:lnTo>
                <a:lnTo>
                  <a:pt x="1930031" y="111894"/>
                </a:lnTo>
                <a:lnTo>
                  <a:pt x="1929658" y="114279"/>
                </a:lnTo>
                <a:lnTo>
                  <a:pt x="1929334" y="116718"/>
                </a:lnTo>
                <a:lnTo>
                  <a:pt x="1929061" y="119213"/>
                </a:lnTo>
                <a:lnTo>
                  <a:pt x="1928837" y="121762"/>
                </a:lnTo>
                <a:lnTo>
                  <a:pt x="1928663" y="124366"/>
                </a:lnTo>
                <a:lnTo>
                  <a:pt x="1928538" y="127025"/>
                </a:lnTo>
                <a:lnTo>
                  <a:pt x="1928464" y="129739"/>
                </a:lnTo>
                <a:lnTo>
                  <a:pt x="1928439" y="132508"/>
                </a:lnTo>
                <a:lnTo>
                  <a:pt x="1928464" y="135336"/>
                </a:lnTo>
                <a:lnTo>
                  <a:pt x="1928538" y="138106"/>
                </a:lnTo>
                <a:lnTo>
                  <a:pt x="1928663" y="140818"/>
                </a:lnTo>
                <a:lnTo>
                  <a:pt x="1928837" y="143472"/>
                </a:lnTo>
                <a:lnTo>
                  <a:pt x="1929061" y="146067"/>
                </a:lnTo>
                <a:lnTo>
                  <a:pt x="1929334" y="148604"/>
                </a:lnTo>
                <a:lnTo>
                  <a:pt x="1929658" y="151083"/>
                </a:lnTo>
                <a:lnTo>
                  <a:pt x="1930031" y="153504"/>
                </a:lnTo>
                <a:lnTo>
                  <a:pt x="1930454" y="155866"/>
                </a:lnTo>
                <a:lnTo>
                  <a:pt x="1930927" y="158170"/>
                </a:lnTo>
                <a:lnTo>
                  <a:pt x="1931449" y="160416"/>
                </a:lnTo>
                <a:lnTo>
                  <a:pt x="1932021" y="162604"/>
                </a:lnTo>
                <a:lnTo>
                  <a:pt x="1932643" y="164733"/>
                </a:lnTo>
                <a:lnTo>
                  <a:pt x="1933315" y="166804"/>
                </a:lnTo>
                <a:lnTo>
                  <a:pt x="1934036" y="168817"/>
                </a:lnTo>
                <a:lnTo>
                  <a:pt x="1934807" y="170772"/>
                </a:lnTo>
                <a:lnTo>
                  <a:pt x="1935628" y="172668"/>
                </a:lnTo>
                <a:lnTo>
                  <a:pt x="1936499" y="174506"/>
                </a:lnTo>
                <a:lnTo>
                  <a:pt x="1937419" y="176286"/>
                </a:lnTo>
                <a:lnTo>
                  <a:pt x="1938390" y="178007"/>
                </a:lnTo>
                <a:lnTo>
                  <a:pt x="1939410" y="179671"/>
                </a:lnTo>
                <a:lnTo>
                  <a:pt x="1940479" y="181276"/>
                </a:lnTo>
                <a:lnTo>
                  <a:pt x="1941599" y="182823"/>
                </a:lnTo>
                <a:lnTo>
                  <a:pt x="1942768" y="184311"/>
                </a:lnTo>
                <a:lnTo>
                  <a:pt x="1943981" y="185740"/>
                </a:lnTo>
                <a:lnTo>
                  <a:pt x="1945233" y="187108"/>
                </a:lnTo>
                <a:lnTo>
                  <a:pt x="1946524" y="188416"/>
                </a:lnTo>
                <a:lnTo>
                  <a:pt x="1947854" y="189662"/>
                </a:lnTo>
                <a:lnTo>
                  <a:pt x="1949222" y="190848"/>
                </a:lnTo>
                <a:lnTo>
                  <a:pt x="1950629" y="191973"/>
                </a:lnTo>
                <a:lnTo>
                  <a:pt x="1952074" y="193037"/>
                </a:lnTo>
                <a:lnTo>
                  <a:pt x="1953558" y="194041"/>
                </a:lnTo>
                <a:lnTo>
                  <a:pt x="1955081" y="194983"/>
                </a:lnTo>
                <a:lnTo>
                  <a:pt x="1956643" y="195865"/>
                </a:lnTo>
                <a:lnTo>
                  <a:pt x="1958243" y="196686"/>
                </a:lnTo>
                <a:lnTo>
                  <a:pt x="1959882" y="197446"/>
                </a:lnTo>
                <a:lnTo>
                  <a:pt x="1961560" y="198145"/>
                </a:lnTo>
                <a:lnTo>
                  <a:pt x="1963276" y="198784"/>
                </a:lnTo>
                <a:lnTo>
                  <a:pt x="1965031" y="199362"/>
                </a:lnTo>
                <a:lnTo>
                  <a:pt x="1966825" y="199878"/>
                </a:lnTo>
                <a:lnTo>
                  <a:pt x="1968657" y="200335"/>
                </a:lnTo>
                <a:lnTo>
                  <a:pt x="1970528" y="200730"/>
                </a:lnTo>
                <a:lnTo>
                  <a:pt x="1972438" y="201064"/>
                </a:lnTo>
                <a:lnTo>
                  <a:pt x="1974386" y="201338"/>
                </a:lnTo>
                <a:lnTo>
                  <a:pt x="1976374" y="201551"/>
                </a:lnTo>
                <a:lnTo>
                  <a:pt x="1978399" y="201703"/>
                </a:lnTo>
                <a:lnTo>
                  <a:pt x="1980464" y="201794"/>
                </a:lnTo>
                <a:lnTo>
                  <a:pt x="1982567" y="201824"/>
                </a:lnTo>
                <a:lnTo>
                  <a:pt x="1984670" y="201793"/>
                </a:lnTo>
                <a:lnTo>
                  <a:pt x="1986735" y="201699"/>
                </a:lnTo>
                <a:lnTo>
                  <a:pt x="1988761" y="201543"/>
                </a:lnTo>
                <a:lnTo>
                  <a:pt x="1990749" y="201324"/>
                </a:lnTo>
                <a:lnTo>
                  <a:pt x="1992697" y="201043"/>
                </a:lnTo>
                <a:lnTo>
                  <a:pt x="1994607" y="200699"/>
                </a:lnTo>
                <a:lnTo>
                  <a:pt x="1996479" y="200293"/>
                </a:lnTo>
                <a:lnTo>
                  <a:pt x="1998311" y="199824"/>
                </a:lnTo>
                <a:lnTo>
                  <a:pt x="2000105" y="199293"/>
                </a:lnTo>
                <a:lnTo>
                  <a:pt x="2001860" y="198699"/>
                </a:lnTo>
                <a:lnTo>
                  <a:pt x="2003577" y="198043"/>
                </a:lnTo>
                <a:lnTo>
                  <a:pt x="2005255" y="197324"/>
                </a:lnTo>
                <a:lnTo>
                  <a:pt x="2006894" y="196542"/>
                </a:lnTo>
                <a:lnTo>
                  <a:pt x="2008494" y="195698"/>
                </a:lnTo>
                <a:lnTo>
                  <a:pt x="2010056" y="194792"/>
                </a:lnTo>
                <a:lnTo>
                  <a:pt x="2011579" y="193823"/>
                </a:lnTo>
                <a:lnTo>
                  <a:pt x="2013063" y="192792"/>
                </a:lnTo>
                <a:lnTo>
                  <a:pt x="2014509" y="191698"/>
                </a:lnTo>
                <a:lnTo>
                  <a:pt x="2015916" y="190541"/>
                </a:lnTo>
                <a:lnTo>
                  <a:pt x="2017284" y="189322"/>
                </a:lnTo>
                <a:lnTo>
                  <a:pt x="2018613" y="188041"/>
                </a:lnTo>
                <a:lnTo>
                  <a:pt x="2019904" y="186697"/>
                </a:lnTo>
                <a:lnTo>
                  <a:pt x="2021156" y="185291"/>
                </a:lnTo>
                <a:lnTo>
                  <a:pt x="2022370" y="183822"/>
                </a:lnTo>
                <a:lnTo>
                  <a:pt x="2023539" y="182295"/>
                </a:lnTo>
                <a:lnTo>
                  <a:pt x="2024658" y="180716"/>
                </a:lnTo>
                <a:lnTo>
                  <a:pt x="2025728" y="179085"/>
                </a:lnTo>
                <a:lnTo>
                  <a:pt x="2026748" y="177402"/>
                </a:lnTo>
                <a:lnTo>
                  <a:pt x="2027718" y="175667"/>
                </a:lnTo>
                <a:lnTo>
                  <a:pt x="2028639" y="173879"/>
                </a:lnTo>
                <a:lnTo>
                  <a:pt x="2029509" y="172039"/>
                </a:lnTo>
                <a:lnTo>
                  <a:pt x="2030330" y="170146"/>
                </a:lnTo>
                <a:lnTo>
                  <a:pt x="2031101" y="168201"/>
                </a:lnTo>
                <a:lnTo>
                  <a:pt x="2031823" y="166204"/>
                </a:lnTo>
                <a:lnTo>
                  <a:pt x="2032495" y="164155"/>
                </a:lnTo>
                <a:lnTo>
                  <a:pt x="2033116" y="162053"/>
                </a:lnTo>
                <a:lnTo>
                  <a:pt x="2033689" y="159899"/>
                </a:lnTo>
                <a:lnTo>
                  <a:pt x="2034211" y="157693"/>
                </a:lnTo>
                <a:lnTo>
                  <a:pt x="2034684" y="155435"/>
                </a:lnTo>
                <a:lnTo>
                  <a:pt x="2035107" y="153124"/>
                </a:lnTo>
                <a:lnTo>
                  <a:pt x="2035480" y="150761"/>
                </a:lnTo>
                <a:lnTo>
                  <a:pt x="2035803" y="148345"/>
                </a:lnTo>
                <a:lnTo>
                  <a:pt x="2036077" y="145877"/>
                </a:lnTo>
                <a:lnTo>
                  <a:pt x="2036301" y="143357"/>
                </a:lnTo>
                <a:lnTo>
                  <a:pt x="2036475" y="140785"/>
                </a:lnTo>
                <a:lnTo>
                  <a:pt x="2036599" y="138161"/>
                </a:lnTo>
                <a:lnTo>
                  <a:pt x="2036674" y="135484"/>
                </a:lnTo>
                <a:lnTo>
                  <a:pt x="2036699" y="132754"/>
                </a:lnTo>
                <a:lnTo>
                  <a:pt x="2036674" y="129906"/>
                </a:lnTo>
                <a:lnTo>
                  <a:pt x="2036599" y="127117"/>
                </a:lnTo>
                <a:lnTo>
                  <a:pt x="2036475" y="124388"/>
                </a:lnTo>
                <a:lnTo>
                  <a:pt x="2036301" y="121718"/>
                </a:lnTo>
                <a:lnTo>
                  <a:pt x="2036077" y="119108"/>
                </a:lnTo>
                <a:lnTo>
                  <a:pt x="2035803" y="116558"/>
                </a:lnTo>
                <a:lnTo>
                  <a:pt x="2035480" y="114067"/>
                </a:lnTo>
                <a:lnTo>
                  <a:pt x="2035107" y="111635"/>
                </a:lnTo>
                <a:lnTo>
                  <a:pt x="2034684" y="109263"/>
                </a:lnTo>
                <a:lnTo>
                  <a:pt x="2034211" y="106951"/>
                </a:lnTo>
                <a:lnTo>
                  <a:pt x="2033689" y="104698"/>
                </a:lnTo>
                <a:lnTo>
                  <a:pt x="2033116" y="102504"/>
                </a:lnTo>
                <a:lnTo>
                  <a:pt x="2032495" y="100370"/>
                </a:lnTo>
                <a:lnTo>
                  <a:pt x="2031823" y="98296"/>
                </a:lnTo>
                <a:lnTo>
                  <a:pt x="2031101" y="96281"/>
                </a:lnTo>
                <a:lnTo>
                  <a:pt x="2030330" y="94326"/>
                </a:lnTo>
                <a:lnTo>
                  <a:pt x="2029509" y="92430"/>
                </a:lnTo>
                <a:lnTo>
                  <a:pt x="2028639" y="90594"/>
                </a:lnTo>
                <a:lnTo>
                  <a:pt x="2027718" y="88818"/>
                </a:lnTo>
                <a:lnTo>
                  <a:pt x="2026748" y="87101"/>
                </a:lnTo>
                <a:lnTo>
                  <a:pt x="2025728" y="85443"/>
                </a:lnTo>
                <a:lnTo>
                  <a:pt x="2024658" y="83845"/>
                </a:lnTo>
                <a:lnTo>
                  <a:pt x="2023539" y="82307"/>
                </a:lnTo>
                <a:lnTo>
                  <a:pt x="2022370" y="80828"/>
                </a:lnTo>
                <a:lnTo>
                  <a:pt x="2021156" y="79409"/>
                </a:lnTo>
                <a:lnTo>
                  <a:pt x="2019904" y="78050"/>
                </a:lnTo>
                <a:lnTo>
                  <a:pt x="2018613" y="76752"/>
                </a:lnTo>
                <a:lnTo>
                  <a:pt x="2017284" y="75514"/>
                </a:lnTo>
                <a:lnTo>
                  <a:pt x="2015916" y="74337"/>
                </a:lnTo>
                <a:lnTo>
                  <a:pt x="2014509" y="73220"/>
                </a:lnTo>
                <a:lnTo>
                  <a:pt x="2013063" y="72163"/>
                </a:lnTo>
                <a:lnTo>
                  <a:pt x="2011579" y="71167"/>
                </a:lnTo>
                <a:lnTo>
                  <a:pt x="2010056" y="70231"/>
                </a:lnTo>
                <a:lnTo>
                  <a:pt x="2008494" y="69355"/>
                </a:lnTo>
                <a:lnTo>
                  <a:pt x="2006894" y="68540"/>
                </a:lnTo>
                <a:lnTo>
                  <a:pt x="2005255" y="67785"/>
                </a:lnTo>
                <a:lnTo>
                  <a:pt x="2003577" y="67091"/>
                </a:lnTo>
                <a:lnTo>
                  <a:pt x="2001860" y="66457"/>
                </a:lnTo>
                <a:lnTo>
                  <a:pt x="2000105" y="65883"/>
                </a:lnTo>
                <a:lnTo>
                  <a:pt x="1998311" y="65370"/>
                </a:lnTo>
                <a:lnTo>
                  <a:pt x="1996479" y="64917"/>
                </a:lnTo>
                <a:lnTo>
                  <a:pt x="1994607" y="64525"/>
                </a:lnTo>
                <a:lnTo>
                  <a:pt x="1992697" y="64193"/>
                </a:lnTo>
                <a:lnTo>
                  <a:pt x="1990749" y="63921"/>
                </a:lnTo>
                <a:lnTo>
                  <a:pt x="1988761" y="63709"/>
                </a:lnTo>
                <a:lnTo>
                  <a:pt x="1986735" y="63559"/>
                </a:lnTo>
                <a:lnTo>
                  <a:pt x="1984670" y="63468"/>
                </a:lnTo>
                <a:lnTo>
                  <a:pt x="1982567" y="63438"/>
                </a:lnTo>
                <a:lnTo>
                  <a:pt x="1980464" y="63469"/>
                </a:lnTo>
                <a:lnTo>
                  <a:pt x="1978399" y="63561"/>
                </a:lnTo>
                <a:lnTo>
                  <a:pt x="1976374" y="63715"/>
                </a:lnTo>
                <a:lnTo>
                  <a:pt x="1974386" y="63931"/>
                </a:lnTo>
                <a:close/>
                <a:moveTo>
                  <a:pt x="1985292" y="91129"/>
                </a:moveTo>
                <a:lnTo>
                  <a:pt x="1985932" y="91274"/>
                </a:lnTo>
                <a:lnTo>
                  <a:pt x="1986555" y="91452"/>
                </a:lnTo>
                <a:lnTo>
                  <a:pt x="1987162" y="91662"/>
                </a:lnTo>
                <a:lnTo>
                  <a:pt x="1987752" y="91904"/>
                </a:lnTo>
                <a:lnTo>
                  <a:pt x="1988325" y="92179"/>
                </a:lnTo>
                <a:lnTo>
                  <a:pt x="1988882" y="92486"/>
                </a:lnTo>
                <a:lnTo>
                  <a:pt x="1989423" y="92826"/>
                </a:lnTo>
                <a:lnTo>
                  <a:pt x="1989946" y="93197"/>
                </a:lnTo>
                <a:lnTo>
                  <a:pt x="1990453" y="93601"/>
                </a:lnTo>
                <a:lnTo>
                  <a:pt x="1990944" y="94038"/>
                </a:lnTo>
                <a:lnTo>
                  <a:pt x="1991418" y="94507"/>
                </a:lnTo>
                <a:lnTo>
                  <a:pt x="1991875" y="95008"/>
                </a:lnTo>
                <a:lnTo>
                  <a:pt x="1992316" y="95541"/>
                </a:lnTo>
                <a:lnTo>
                  <a:pt x="1992740" y="96107"/>
                </a:lnTo>
                <a:lnTo>
                  <a:pt x="1993148" y="96705"/>
                </a:lnTo>
                <a:lnTo>
                  <a:pt x="1993539" y="97335"/>
                </a:lnTo>
                <a:lnTo>
                  <a:pt x="1993914" y="97998"/>
                </a:lnTo>
                <a:lnTo>
                  <a:pt x="1994272" y="98693"/>
                </a:lnTo>
                <a:lnTo>
                  <a:pt x="1994613" y="99420"/>
                </a:lnTo>
                <a:lnTo>
                  <a:pt x="1994938" y="100180"/>
                </a:lnTo>
                <a:lnTo>
                  <a:pt x="1995247" y="100979"/>
                </a:lnTo>
                <a:lnTo>
                  <a:pt x="1995544" y="101828"/>
                </a:lnTo>
                <a:lnTo>
                  <a:pt x="1995828" y="102724"/>
                </a:lnTo>
                <a:lnTo>
                  <a:pt x="1996098" y="103670"/>
                </a:lnTo>
                <a:lnTo>
                  <a:pt x="1996355" y="104663"/>
                </a:lnTo>
                <a:lnTo>
                  <a:pt x="1996599" y="105705"/>
                </a:lnTo>
                <a:lnTo>
                  <a:pt x="1996830" y="106796"/>
                </a:lnTo>
                <a:lnTo>
                  <a:pt x="1997047" y="107935"/>
                </a:lnTo>
                <a:lnTo>
                  <a:pt x="1997251" y="109123"/>
                </a:lnTo>
                <a:lnTo>
                  <a:pt x="1997443" y="110359"/>
                </a:lnTo>
                <a:lnTo>
                  <a:pt x="1997621" y="111643"/>
                </a:lnTo>
                <a:lnTo>
                  <a:pt x="1997785" y="112976"/>
                </a:lnTo>
                <a:lnTo>
                  <a:pt x="1997937" y="114358"/>
                </a:lnTo>
                <a:lnTo>
                  <a:pt x="1998076" y="115788"/>
                </a:lnTo>
                <a:lnTo>
                  <a:pt x="1998201" y="117266"/>
                </a:lnTo>
                <a:lnTo>
                  <a:pt x="1998313" y="118793"/>
                </a:lnTo>
                <a:lnTo>
                  <a:pt x="1998412" y="120369"/>
                </a:lnTo>
                <a:lnTo>
                  <a:pt x="1998497" y="121993"/>
                </a:lnTo>
                <a:lnTo>
                  <a:pt x="1998570" y="123665"/>
                </a:lnTo>
                <a:lnTo>
                  <a:pt x="1998629" y="125386"/>
                </a:lnTo>
                <a:lnTo>
                  <a:pt x="1998675" y="127155"/>
                </a:lnTo>
                <a:lnTo>
                  <a:pt x="1998708" y="128973"/>
                </a:lnTo>
                <a:lnTo>
                  <a:pt x="1998728" y="130840"/>
                </a:lnTo>
                <a:lnTo>
                  <a:pt x="1998735" y="132754"/>
                </a:lnTo>
                <a:lnTo>
                  <a:pt x="1998728" y="134649"/>
                </a:lnTo>
                <a:lnTo>
                  <a:pt x="1998708" y="136497"/>
                </a:lnTo>
                <a:lnTo>
                  <a:pt x="1998675" y="138298"/>
                </a:lnTo>
                <a:lnTo>
                  <a:pt x="1998629" y="140051"/>
                </a:lnTo>
                <a:lnTo>
                  <a:pt x="1998570" y="141757"/>
                </a:lnTo>
                <a:lnTo>
                  <a:pt x="1998497" y="143416"/>
                </a:lnTo>
                <a:lnTo>
                  <a:pt x="1998412" y="145028"/>
                </a:lnTo>
                <a:lnTo>
                  <a:pt x="1998313" y="146593"/>
                </a:lnTo>
                <a:lnTo>
                  <a:pt x="1998201" y="148110"/>
                </a:lnTo>
                <a:lnTo>
                  <a:pt x="1998076" y="149580"/>
                </a:lnTo>
                <a:lnTo>
                  <a:pt x="1997937" y="151003"/>
                </a:lnTo>
                <a:lnTo>
                  <a:pt x="1997785" y="152379"/>
                </a:lnTo>
                <a:lnTo>
                  <a:pt x="1997621" y="153708"/>
                </a:lnTo>
                <a:lnTo>
                  <a:pt x="1997443" y="154989"/>
                </a:lnTo>
                <a:lnTo>
                  <a:pt x="1997251" y="156224"/>
                </a:lnTo>
                <a:lnTo>
                  <a:pt x="1997047" y="157411"/>
                </a:lnTo>
                <a:lnTo>
                  <a:pt x="1996830" y="158551"/>
                </a:lnTo>
                <a:lnTo>
                  <a:pt x="1996599" y="159644"/>
                </a:lnTo>
                <a:lnTo>
                  <a:pt x="1996355" y="160689"/>
                </a:lnTo>
                <a:lnTo>
                  <a:pt x="1996098" y="161688"/>
                </a:lnTo>
                <a:lnTo>
                  <a:pt x="1995828" y="162639"/>
                </a:lnTo>
                <a:lnTo>
                  <a:pt x="1995544" y="163543"/>
                </a:lnTo>
                <a:lnTo>
                  <a:pt x="1995247" y="164400"/>
                </a:lnTo>
                <a:lnTo>
                  <a:pt x="1994938" y="165210"/>
                </a:lnTo>
                <a:lnTo>
                  <a:pt x="1994613" y="165979"/>
                </a:lnTo>
                <a:lnTo>
                  <a:pt x="1994272" y="166716"/>
                </a:lnTo>
                <a:lnTo>
                  <a:pt x="1993914" y="167420"/>
                </a:lnTo>
                <a:lnTo>
                  <a:pt x="1993539" y="168091"/>
                </a:lnTo>
                <a:lnTo>
                  <a:pt x="1993148" y="168729"/>
                </a:lnTo>
                <a:lnTo>
                  <a:pt x="1992740" y="169335"/>
                </a:lnTo>
                <a:lnTo>
                  <a:pt x="1992316" y="169908"/>
                </a:lnTo>
                <a:lnTo>
                  <a:pt x="1991875" y="170448"/>
                </a:lnTo>
                <a:lnTo>
                  <a:pt x="1991418" y="170956"/>
                </a:lnTo>
                <a:lnTo>
                  <a:pt x="1990944" y="171430"/>
                </a:lnTo>
                <a:lnTo>
                  <a:pt x="1990453" y="171872"/>
                </a:lnTo>
                <a:lnTo>
                  <a:pt x="1989946" y="172282"/>
                </a:lnTo>
                <a:lnTo>
                  <a:pt x="1989423" y="172658"/>
                </a:lnTo>
                <a:lnTo>
                  <a:pt x="1988882" y="173002"/>
                </a:lnTo>
                <a:lnTo>
                  <a:pt x="1988325" y="173313"/>
                </a:lnTo>
                <a:lnTo>
                  <a:pt x="1987752" y="173591"/>
                </a:lnTo>
                <a:lnTo>
                  <a:pt x="1987162" y="173837"/>
                </a:lnTo>
                <a:lnTo>
                  <a:pt x="1986555" y="174050"/>
                </a:lnTo>
                <a:lnTo>
                  <a:pt x="1985932" y="174230"/>
                </a:lnTo>
                <a:lnTo>
                  <a:pt x="1985292" y="174377"/>
                </a:lnTo>
                <a:lnTo>
                  <a:pt x="1984636" y="174492"/>
                </a:lnTo>
                <a:lnTo>
                  <a:pt x="1983963" y="174573"/>
                </a:lnTo>
                <a:lnTo>
                  <a:pt x="1983273" y="174622"/>
                </a:lnTo>
                <a:lnTo>
                  <a:pt x="1982567" y="174639"/>
                </a:lnTo>
                <a:lnTo>
                  <a:pt x="1981861" y="174623"/>
                </a:lnTo>
                <a:lnTo>
                  <a:pt x="1981172" y="174574"/>
                </a:lnTo>
                <a:lnTo>
                  <a:pt x="1980499" y="174493"/>
                </a:lnTo>
                <a:lnTo>
                  <a:pt x="1979843" y="174380"/>
                </a:lnTo>
                <a:lnTo>
                  <a:pt x="1979203" y="174235"/>
                </a:lnTo>
                <a:lnTo>
                  <a:pt x="1978580" y="174057"/>
                </a:lnTo>
                <a:lnTo>
                  <a:pt x="1977974" y="173847"/>
                </a:lnTo>
                <a:lnTo>
                  <a:pt x="1977384" y="173605"/>
                </a:lnTo>
                <a:lnTo>
                  <a:pt x="1976811" y="173330"/>
                </a:lnTo>
                <a:lnTo>
                  <a:pt x="1976254" y="173023"/>
                </a:lnTo>
                <a:lnTo>
                  <a:pt x="1975714" y="172684"/>
                </a:lnTo>
                <a:lnTo>
                  <a:pt x="1975190" y="172312"/>
                </a:lnTo>
                <a:lnTo>
                  <a:pt x="1974683" y="171908"/>
                </a:lnTo>
                <a:lnTo>
                  <a:pt x="1974193" y="171472"/>
                </a:lnTo>
                <a:lnTo>
                  <a:pt x="1973719" y="171004"/>
                </a:lnTo>
                <a:lnTo>
                  <a:pt x="1973262" y="170503"/>
                </a:lnTo>
                <a:lnTo>
                  <a:pt x="1972821" y="169970"/>
                </a:lnTo>
                <a:lnTo>
                  <a:pt x="1972397" y="169404"/>
                </a:lnTo>
                <a:lnTo>
                  <a:pt x="1971989" y="168806"/>
                </a:lnTo>
                <a:lnTo>
                  <a:pt x="1971598" y="168176"/>
                </a:lnTo>
                <a:lnTo>
                  <a:pt x="1971224" y="167514"/>
                </a:lnTo>
                <a:lnTo>
                  <a:pt x="1970866" y="166819"/>
                </a:lnTo>
                <a:lnTo>
                  <a:pt x="1970525" y="166092"/>
                </a:lnTo>
                <a:lnTo>
                  <a:pt x="1970200" y="165333"/>
                </a:lnTo>
                <a:lnTo>
                  <a:pt x="1969890" y="164532"/>
                </a:lnTo>
                <a:lnTo>
                  <a:pt x="1969594" y="163683"/>
                </a:lnTo>
                <a:lnTo>
                  <a:pt x="1969310" y="162783"/>
                </a:lnTo>
                <a:lnTo>
                  <a:pt x="1969040" y="161835"/>
                </a:lnTo>
                <a:lnTo>
                  <a:pt x="1968783" y="160837"/>
                </a:lnTo>
                <a:lnTo>
                  <a:pt x="1968539" y="159790"/>
                </a:lnTo>
                <a:lnTo>
                  <a:pt x="1968308" y="158694"/>
                </a:lnTo>
                <a:lnTo>
                  <a:pt x="1968091" y="157548"/>
                </a:lnTo>
                <a:lnTo>
                  <a:pt x="1967886" y="156353"/>
                </a:lnTo>
                <a:lnTo>
                  <a:pt x="1967695" y="155108"/>
                </a:lnTo>
                <a:lnTo>
                  <a:pt x="1967517" y="153815"/>
                </a:lnTo>
                <a:lnTo>
                  <a:pt x="1967352" y="152472"/>
                </a:lnTo>
                <a:lnTo>
                  <a:pt x="1967201" y="151079"/>
                </a:lnTo>
                <a:lnTo>
                  <a:pt x="1967062" y="149638"/>
                </a:lnTo>
                <a:lnTo>
                  <a:pt x="1966937" y="148147"/>
                </a:lnTo>
                <a:lnTo>
                  <a:pt x="1966825" y="146606"/>
                </a:lnTo>
                <a:lnTo>
                  <a:pt x="1966726" y="145017"/>
                </a:lnTo>
                <a:lnTo>
                  <a:pt x="1966640" y="143378"/>
                </a:lnTo>
                <a:lnTo>
                  <a:pt x="1966568" y="141689"/>
                </a:lnTo>
                <a:lnTo>
                  <a:pt x="1966508" y="139952"/>
                </a:lnTo>
                <a:lnTo>
                  <a:pt x="1966462" y="138165"/>
                </a:lnTo>
                <a:lnTo>
                  <a:pt x="1966429" y="136328"/>
                </a:lnTo>
                <a:lnTo>
                  <a:pt x="1966410" y="134443"/>
                </a:lnTo>
                <a:lnTo>
                  <a:pt x="1966403" y="132508"/>
                </a:lnTo>
                <a:lnTo>
                  <a:pt x="1966410" y="130633"/>
                </a:lnTo>
                <a:lnTo>
                  <a:pt x="1966429" y="128805"/>
                </a:lnTo>
                <a:lnTo>
                  <a:pt x="1966462" y="127022"/>
                </a:lnTo>
                <a:lnTo>
                  <a:pt x="1966508" y="125287"/>
                </a:lnTo>
                <a:lnTo>
                  <a:pt x="1966568" y="123597"/>
                </a:lnTo>
                <a:lnTo>
                  <a:pt x="1966640" y="121954"/>
                </a:lnTo>
                <a:lnTo>
                  <a:pt x="1966726" y="120357"/>
                </a:lnTo>
                <a:lnTo>
                  <a:pt x="1966825" y="118807"/>
                </a:lnTo>
                <a:lnTo>
                  <a:pt x="1966937" y="117303"/>
                </a:lnTo>
                <a:lnTo>
                  <a:pt x="1967062" y="115845"/>
                </a:lnTo>
                <a:lnTo>
                  <a:pt x="1967201" y="114434"/>
                </a:lnTo>
                <a:lnTo>
                  <a:pt x="1967352" y="113069"/>
                </a:lnTo>
                <a:lnTo>
                  <a:pt x="1967517" y="111750"/>
                </a:lnTo>
                <a:lnTo>
                  <a:pt x="1967695" y="110478"/>
                </a:lnTo>
                <a:lnTo>
                  <a:pt x="1967886" y="109252"/>
                </a:lnTo>
                <a:lnTo>
                  <a:pt x="1968091" y="108072"/>
                </a:lnTo>
                <a:lnTo>
                  <a:pt x="1968308" y="106939"/>
                </a:lnTo>
                <a:lnTo>
                  <a:pt x="1968539" y="105852"/>
                </a:lnTo>
                <a:lnTo>
                  <a:pt x="1968783" y="104811"/>
                </a:lnTo>
                <a:lnTo>
                  <a:pt x="1969040" y="103817"/>
                </a:lnTo>
                <a:lnTo>
                  <a:pt x="1969310" y="102869"/>
                </a:lnTo>
                <a:lnTo>
                  <a:pt x="1969594" y="101967"/>
                </a:lnTo>
                <a:lnTo>
                  <a:pt x="1969890" y="101112"/>
                </a:lnTo>
                <a:lnTo>
                  <a:pt x="1970200" y="100303"/>
                </a:lnTo>
                <a:lnTo>
                  <a:pt x="1970525" y="99533"/>
                </a:lnTo>
                <a:lnTo>
                  <a:pt x="1970866" y="98796"/>
                </a:lnTo>
                <a:lnTo>
                  <a:pt x="1971224" y="98092"/>
                </a:lnTo>
                <a:lnTo>
                  <a:pt x="1971598" y="97421"/>
                </a:lnTo>
                <a:lnTo>
                  <a:pt x="1971989" y="96782"/>
                </a:lnTo>
                <a:lnTo>
                  <a:pt x="1972397" y="96176"/>
                </a:lnTo>
                <a:lnTo>
                  <a:pt x="1972821" y="95603"/>
                </a:lnTo>
                <a:lnTo>
                  <a:pt x="1973262" y="95062"/>
                </a:lnTo>
                <a:lnTo>
                  <a:pt x="1973719" y="94555"/>
                </a:lnTo>
                <a:lnTo>
                  <a:pt x="1974193" y="94080"/>
                </a:lnTo>
                <a:lnTo>
                  <a:pt x="1974683" y="93638"/>
                </a:lnTo>
                <a:lnTo>
                  <a:pt x="1975190" y="93228"/>
                </a:lnTo>
                <a:lnTo>
                  <a:pt x="1975714" y="92852"/>
                </a:lnTo>
                <a:lnTo>
                  <a:pt x="1976254" y="92508"/>
                </a:lnTo>
                <a:lnTo>
                  <a:pt x="1976811" y="92196"/>
                </a:lnTo>
                <a:lnTo>
                  <a:pt x="1977384" y="91918"/>
                </a:lnTo>
                <a:lnTo>
                  <a:pt x="1977974" y="91672"/>
                </a:lnTo>
                <a:lnTo>
                  <a:pt x="1978580" y="91459"/>
                </a:lnTo>
                <a:lnTo>
                  <a:pt x="1979203" y="91279"/>
                </a:lnTo>
                <a:lnTo>
                  <a:pt x="1979843" y="91132"/>
                </a:lnTo>
                <a:lnTo>
                  <a:pt x="1980499" y="91017"/>
                </a:lnTo>
                <a:lnTo>
                  <a:pt x="1981172" y="90935"/>
                </a:lnTo>
                <a:lnTo>
                  <a:pt x="1981861" y="90886"/>
                </a:lnTo>
                <a:lnTo>
                  <a:pt x="1982567" y="90870"/>
                </a:lnTo>
                <a:lnTo>
                  <a:pt x="1983273" y="90886"/>
                </a:lnTo>
                <a:lnTo>
                  <a:pt x="1983963" y="90935"/>
                </a:lnTo>
                <a:lnTo>
                  <a:pt x="1984636" y="91015"/>
                </a:lnTo>
                <a:lnTo>
                  <a:pt x="1985292" y="91129"/>
                </a:lnTo>
                <a:close/>
                <a:moveTo>
                  <a:pt x="2085992" y="63927"/>
                </a:moveTo>
                <a:lnTo>
                  <a:pt x="2084389" y="64142"/>
                </a:lnTo>
                <a:lnTo>
                  <a:pt x="2082818" y="64396"/>
                </a:lnTo>
                <a:lnTo>
                  <a:pt x="2081278" y="64690"/>
                </a:lnTo>
                <a:lnTo>
                  <a:pt x="2079769" y="65022"/>
                </a:lnTo>
                <a:lnTo>
                  <a:pt x="2078293" y="65394"/>
                </a:lnTo>
                <a:lnTo>
                  <a:pt x="2076847" y="65805"/>
                </a:lnTo>
                <a:lnTo>
                  <a:pt x="2075433" y="66255"/>
                </a:lnTo>
                <a:lnTo>
                  <a:pt x="2074051" y="66744"/>
                </a:lnTo>
                <a:lnTo>
                  <a:pt x="2072700" y="67272"/>
                </a:lnTo>
                <a:lnTo>
                  <a:pt x="2071380" y="67839"/>
                </a:lnTo>
                <a:lnTo>
                  <a:pt x="2070092" y="68446"/>
                </a:lnTo>
                <a:lnTo>
                  <a:pt x="2068835" y="69091"/>
                </a:lnTo>
                <a:lnTo>
                  <a:pt x="2067610" y="69776"/>
                </a:lnTo>
                <a:lnTo>
                  <a:pt x="2066416" y="70500"/>
                </a:lnTo>
                <a:lnTo>
                  <a:pt x="2065254" y="71263"/>
                </a:lnTo>
                <a:lnTo>
                  <a:pt x="2064123" y="72065"/>
                </a:lnTo>
                <a:lnTo>
                  <a:pt x="2063024" y="72906"/>
                </a:lnTo>
                <a:lnTo>
                  <a:pt x="2061956" y="73786"/>
                </a:lnTo>
                <a:lnTo>
                  <a:pt x="2060920" y="74706"/>
                </a:lnTo>
                <a:lnTo>
                  <a:pt x="2059921" y="75656"/>
                </a:lnTo>
                <a:lnTo>
                  <a:pt x="2058964" y="76628"/>
                </a:lnTo>
                <a:lnTo>
                  <a:pt x="2058050" y="77622"/>
                </a:lnTo>
                <a:lnTo>
                  <a:pt x="2057179" y="78639"/>
                </a:lnTo>
                <a:lnTo>
                  <a:pt x="2056350" y="79677"/>
                </a:lnTo>
                <a:lnTo>
                  <a:pt x="2055563" y="80738"/>
                </a:lnTo>
                <a:lnTo>
                  <a:pt x="2054820" y="81820"/>
                </a:lnTo>
                <a:lnTo>
                  <a:pt x="2054118" y="82925"/>
                </a:lnTo>
                <a:lnTo>
                  <a:pt x="2053459" y="84052"/>
                </a:lnTo>
                <a:lnTo>
                  <a:pt x="2052843" y="85201"/>
                </a:lnTo>
                <a:lnTo>
                  <a:pt x="2052269" y="86372"/>
                </a:lnTo>
                <a:lnTo>
                  <a:pt x="2051737" y="87565"/>
                </a:lnTo>
                <a:lnTo>
                  <a:pt x="2051248" y="88780"/>
                </a:lnTo>
                <a:lnTo>
                  <a:pt x="2050802" y="90018"/>
                </a:lnTo>
                <a:lnTo>
                  <a:pt x="2050398" y="91277"/>
                </a:lnTo>
                <a:lnTo>
                  <a:pt x="2050037" y="92559"/>
                </a:lnTo>
                <a:lnTo>
                  <a:pt x="2049718" y="93862"/>
                </a:lnTo>
                <a:lnTo>
                  <a:pt x="2049442" y="95188"/>
                </a:lnTo>
                <a:lnTo>
                  <a:pt x="2049208" y="96536"/>
                </a:lnTo>
                <a:lnTo>
                  <a:pt x="2049017" y="97906"/>
                </a:lnTo>
                <a:lnTo>
                  <a:pt x="2048868" y="99298"/>
                </a:lnTo>
                <a:lnTo>
                  <a:pt x="2048762" y="100712"/>
                </a:lnTo>
                <a:lnTo>
                  <a:pt x="2048698" y="102148"/>
                </a:lnTo>
                <a:lnTo>
                  <a:pt x="2048676" y="103607"/>
                </a:lnTo>
                <a:lnTo>
                  <a:pt x="2048689" y="104762"/>
                </a:lnTo>
                <a:lnTo>
                  <a:pt x="2048728" y="105899"/>
                </a:lnTo>
                <a:lnTo>
                  <a:pt x="2048791" y="107019"/>
                </a:lnTo>
                <a:lnTo>
                  <a:pt x="2048881" y="108122"/>
                </a:lnTo>
                <a:lnTo>
                  <a:pt x="2048995" y="109207"/>
                </a:lnTo>
                <a:lnTo>
                  <a:pt x="2049136" y="110274"/>
                </a:lnTo>
                <a:lnTo>
                  <a:pt x="2049302" y="111324"/>
                </a:lnTo>
                <a:lnTo>
                  <a:pt x="2049493" y="112357"/>
                </a:lnTo>
                <a:lnTo>
                  <a:pt x="2049710" y="113372"/>
                </a:lnTo>
                <a:lnTo>
                  <a:pt x="2049952" y="114370"/>
                </a:lnTo>
                <a:lnTo>
                  <a:pt x="2050220" y="115351"/>
                </a:lnTo>
                <a:lnTo>
                  <a:pt x="2050513" y="116314"/>
                </a:lnTo>
                <a:lnTo>
                  <a:pt x="2050832" y="117259"/>
                </a:lnTo>
                <a:lnTo>
                  <a:pt x="2051177" y="118187"/>
                </a:lnTo>
                <a:lnTo>
                  <a:pt x="2051547" y="119098"/>
                </a:lnTo>
                <a:lnTo>
                  <a:pt x="2051942" y="119991"/>
                </a:lnTo>
                <a:lnTo>
                  <a:pt x="2052363" y="120867"/>
                </a:lnTo>
                <a:lnTo>
                  <a:pt x="2052810" y="121725"/>
                </a:lnTo>
                <a:lnTo>
                  <a:pt x="2053282" y="122566"/>
                </a:lnTo>
                <a:lnTo>
                  <a:pt x="2053779" y="123390"/>
                </a:lnTo>
                <a:lnTo>
                  <a:pt x="2054302" y="124196"/>
                </a:lnTo>
                <a:lnTo>
                  <a:pt x="2054851" y="124984"/>
                </a:lnTo>
                <a:lnTo>
                  <a:pt x="2055425" y="125756"/>
                </a:lnTo>
                <a:lnTo>
                  <a:pt x="2056024" y="126509"/>
                </a:lnTo>
                <a:lnTo>
                  <a:pt x="2056653" y="127251"/>
                </a:lnTo>
                <a:lnTo>
                  <a:pt x="2057313" y="127985"/>
                </a:lnTo>
                <a:lnTo>
                  <a:pt x="2058006" y="128712"/>
                </a:lnTo>
                <a:lnTo>
                  <a:pt x="2058732" y="129431"/>
                </a:lnTo>
                <a:lnTo>
                  <a:pt x="2059490" y="130144"/>
                </a:lnTo>
                <a:lnTo>
                  <a:pt x="2060280" y="130849"/>
                </a:lnTo>
                <a:lnTo>
                  <a:pt x="2061102" y="131547"/>
                </a:lnTo>
                <a:lnTo>
                  <a:pt x="2061957" y="132238"/>
                </a:lnTo>
                <a:lnTo>
                  <a:pt x="2062844" y="132921"/>
                </a:lnTo>
                <a:lnTo>
                  <a:pt x="2063763" y="133598"/>
                </a:lnTo>
                <a:lnTo>
                  <a:pt x="2064714" y="134267"/>
                </a:lnTo>
                <a:lnTo>
                  <a:pt x="2065698" y="134929"/>
                </a:lnTo>
                <a:lnTo>
                  <a:pt x="2066714" y="135583"/>
                </a:lnTo>
                <a:lnTo>
                  <a:pt x="2067763" y="136231"/>
                </a:lnTo>
                <a:lnTo>
                  <a:pt x="2068844" y="136871"/>
                </a:lnTo>
                <a:lnTo>
                  <a:pt x="2069957" y="137504"/>
                </a:lnTo>
                <a:lnTo>
                  <a:pt x="2071102" y="138129"/>
                </a:lnTo>
                <a:lnTo>
                  <a:pt x="2072280" y="138748"/>
                </a:lnTo>
                <a:lnTo>
                  <a:pt x="2073490" y="139359"/>
                </a:lnTo>
                <a:lnTo>
                  <a:pt x="2074733" y="139963"/>
                </a:lnTo>
                <a:lnTo>
                  <a:pt x="2076007" y="140560"/>
                </a:lnTo>
                <a:lnTo>
                  <a:pt x="2077314" y="141150"/>
                </a:lnTo>
                <a:lnTo>
                  <a:pt x="2078654" y="141732"/>
                </a:lnTo>
                <a:lnTo>
                  <a:pt x="2080025" y="142307"/>
                </a:lnTo>
                <a:lnTo>
                  <a:pt x="2081112" y="142754"/>
                </a:lnTo>
                <a:lnTo>
                  <a:pt x="2082168" y="143196"/>
                </a:lnTo>
                <a:lnTo>
                  <a:pt x="2083192" y="143633"/>
                </a:lnTo>
                <a:lnTo>
                  <a:pt x="2084186" y="144066"/>
                </a:lnTo>
                <a:lnTo>
                  <a:pt x="2085148" y="144494"/>
                </a:lnTo>
                <a:lnTo>
                  <a:pt x="2086080" y="144917"/>
                </a:lnTo>
                <a:lnTo>
                  <a:pt x="2086980" y="145336"/>
                </a:lnTo>
                <a:lnTo>
                  <a:pt x="2087850" y="145750"/>
                </a:lnTo>
                <a:lnTo>
                  <a:pt x="2088688" y="146159"/>
                </a:lnTo>
                <a:lnTo>
                  <a:pt x="2089495" y="146564"/>
                </a:lnTo>
                <a:lnTo>
                  <a:pt x="2090272" y="146964"/>
                </a:lnTo>
                <a:lnTo>
                  <a:pt x="2091017" y="147359"/>
                </a:lnTo>
                <a:lnTo>
                  <a:pt x="2091731" y="147750"/>
                </a:lnTo>
                <a:lnTo>
                  <a:pt x="2092414" y="148135"/>
                </a:lnTo>
                <a:lnTo>
                  <a:pt x="2093066" y="148517"/>
                </a:lnTo>
                <a:lnTo>
                  <a:pt x="2093687" y="148893"/>
                </a:lnTo>
                <a:lnTo>
                  <a:pt x="2094278" y="149265"/>
                </a:lnTo>
                <a:lnTo>
                  <a:pt x="2094836" y="149632"/>
                </a:lnTo>
                <a:lnTo>
                  <a:pt x="2095364" y="149994"/>
                </a:lnTo>
                <a:lnTo>
                  <a:pt x="2095861" y="150352"/>
                </a:lnTo>
                <a:lnTo>
                  <a:pt x="2096327" y="150705"/>
                </a:lnTo>
                <a:lnTo>
                  <a:pt x="2096762" y="151054"/>
                </a:lnTo>
                <a:lnTo>
                  <a:pt x="2097166" y="151397"/>
                </a:lnTo>
                <a:lnTo>
                  <a:pt x="2097539" y="151736"/>
                </a:lnTo>
                <a:lnTo>
                  <a:pt x="2097888" y="152078"/>
                </a:lnTo>
                <a:lnTo>
                  <a:pt x="2098223" y="152429"/>
                </a:lnTo>
                <a:lnTo>
                  <a:pt x="2098543" y="152790"/>
                </a:lnTo>
                <a:lnTo>
                  <a:pt x="2098848" y="153161"/>
                </a:lnTo>
                <a:lnTo>
                  <a:pt x="2099139" y="153542"/>
                </a:lnTo>
                <a:lnTo>
                  <a:pt x="2099414" y="153933"/>
                </a:lnTo>
                <a:lnTo>
                  <a:pt x="2099675" y="154333"/>
                </a:lnTo>
                <a:lnTo>
                  <a:pt x="2099920" y="154743"/>
                </a:lnTo>
                <a:lnTo>
                  <a:pt x="2100151" y="155163"/>
                </a:lnTo>
                <a:lnTo>
                  <a:pt x="2100367" y="155592"/>
                </a:lnTo>
                <a:lnTo>
                  <a:pt x="2100568" y="156032"/>
                </a:lnTo>
                <a:lnTo>
                  <a:pt x="2100754" y="156481"/>
                </a:lnTo>
                <a:lnTo>
                  <a:pt x="2100925" y="156940"/>
                </a:lnTo>
                <a:lnTo>
                  <a:pt x="2101081" y="157409"/>
                </a:lnTo>
                <a:lnTo>
                  <a:pt x="2101223" y="157887"/>
                </a:lnTo>
                <a:lnTo>
                  <a:pt x="2101349" y="158376"/>
                </a:lnTo>
                <a:lnTo>
                  <a:pt x="2101461" y="158874"/>
                </a:lnTo>
                <a:lnTo>
                  <a:pt x="2101557" y="159382"/>
                </a:lnTo>
                <a:lnTo>
                  <a:pt x="2101639" y="159899"/>
                </a:lnTo>
                <a:lnTo>
                  <a:pt x="2101706" y="160427"/>
                </a:lnTo>
                <a:lnTo>
                  <a:pt x="2101758" y="160964"/>
                </a:lnTo>
                <a:lnTo>
                  <a:pt x="2101796" y="161511"/>
                </a:lnTo>
                <a:lnTo>
                  <a:pt x="2101818" y="162068"/>
                </a:lnTo>
                <a:lnTo>
                  <a:pt x="2101825" y="162635"/>
                </a:lnTo>
                <a:lnTo>
                  <a:pt x="2101819" y="163140"/>
                </a:lnTo>
                <a:lnTo>
                  <a:pt x="2101799" y="163637"/>
                </a:lnTo>
                <a:lnTo>
                  <a:pt x="2101766" y="164124"/>
                </a:lnTo>
                <a:lnTo>
                  <a:pt x="2101720" y="164601"/>
                </a:lnTo>
                <a:lnTo>
                  <a:pt x="2101661" y="165070"/>
                </a:lnTo>
                <a:lnTo>
                  <a:pt x="2101588" y="165529"/>
                </a:lnTo>
                <a:lnTo>
                  <a:pt x="2101502" y="165978"/>
                </a:lnTo>
                <a:lnTo>
                  <a:pt x="2101403" y="166419"/>
                </a:lnTo>
                <a:lnTo>
                  <a:pt x="2101291" y="166850"/>
                </a:lnTo>
                <a:lnTo>
                  <a:pt x="2101166" y="167271"/>
                </a:lnTo>
                <a:lnTo>
                  <a:pt x="2101028" y="167683"/>
                </a:lnTo>
                <a:lnTo>
                  <a:pt x="2100876" y="168086"/>
                </a:lnTo>
                <a:lnTo>
                  <a:pt x="2100711" y="168480"/>
                </a:lnTo>
                <a:lnTo>
                  <a:pt x="2100533" y="168864"/>
                </a:lnTo>
                <a:lnTo>
                  <a:pt x="2100342" y="169239"/>
                </a:lnTo>
                <a:lnTo>
                  <a:pt x="2100138" y="169604"/>
                </a:lnTo>
                <a:lnTo>
                  <a:pt x="2099920" y="169960"/>
                </a:lnTo>
                <a:lnTo>
                  <a:pt x="2099689" y="170307"/>
                </a:lnTo>
                <a:lnTo>
                  <a:pt x="2099446" y="170644"/>
                </a:lnTo>
                <a:lnTo>
                  <a:pt x="2099188" y="170972"/>
                </a:lnTo>
                <a:lnTo>
                  <a:pt x="2098918" y="171291"/>
                </a:lnTo>
                <a:lnTo>
                  <a:pt x="2098635" y="171600"/>
                </a:lnTo>
                <a:lnTo>
                  <a:pt x="2098338" y="171900"/>
                </a:lnTo>
                <a:lnTo>
                  <a:pt x="2098028" y="172191"/>
                </a:lnTo>
                <a:lnTo>
                  <a:pt x="2097707" y="172471"/>
                </a:lnTo>
                <a:lnTo>
                  <a:pt x="2097376" y="172738"/>
                </a:lnTo>
                <a:lnTo>
                  <a:pt x="2097035" y="172994"/>
                </a:lnTo>
                <a:lnTo>
                  <a:pt x="2096684" y="173238"/>
                </a:lnTo>
                <a:lnTo>
                  <a:pt x="2096324" y="173470"/>
                </a:lnTo>
                <a:lnTo>
                  <a:pt x="2095954" y="173690"/>
                </a:lnTo>
                <a:lnTo>
                  <a:pt x="2095574" y="173899"/>
                </a:lnTo>
                <a:lnTo>
                  <a:pt x="2095184" y="174095"/>
                </a:lnTo>
                <a:lnTo>
                  <a:pt x="2094785" y="174279"/>
                </a:lnTo>
                <a:lnTo>
                  <a:pt x="2094375" y="174452"/>
                </a:lnTo>
                <a:lnTo>
                  <a:pt x="2093956" y="174613"/>
                </a:lnTo>
                <a:lnTo>
                  <a:pt x="2093527" y="174761"/>
                </a:lnTo>
                <a:lnTo>
                  <a:pt x="2093089" y="174898"/>
                </a:lnTo>
                <a:lnTo>
                  <a:pt x="2092641" y="175023"/>
                </a:lnTo>
                <a:lnTo>
                  <a:pt x="2092182" y="175136"/>
                </a:lnTo>
                <a:lnTo>
                  <a:pt x="2091715" y="175237"/>
                </a:lnTo>
                <a:lnTo>
                  <a:pt x="2091237" y="175327"/>
                </a:lnTo>
                <a:lnTo>
                  <a:pt x="2090749" y="175404"/>
                </a:lnTo>
                <a:lnTo>
                  <a:pt x="2090252" y="175469"/>
                </a:lnTo>
                <a:lnTo>
                  <a:pt x="2089745" y="175523"/>
                </a:lnTo>
                <a:lnTo>
                  <a:pt x="2089229" y="175565"/>
                </a:lnTo>
                <a:lnTo>
                  <a:pt x="2088702" y="175594"/>
                </a:lnTo>
                <a:lnTo>
                  <a:pt x="2088166" y="175612"/>
                </a:lnTo>
                <a:lnTo>
                  <a:pt x="2087620" y="175618"/>
                </a:lnTo>
                <a:lnTo>
                  <a:pt x="2086595" y="175597"/>
                </a:lnTo>
                <a:lnTo>
                  <a:pt x="2085561" y="175535"/>
                </a:lnTo>
                <a:lnTo>
                  <a:pt x="2084520" y="175430"/>
                </a:lnTo>
                <a:lnTo>
                  <a:pt x="2083469" y="175285"/>
                </a:lnTo>
                <a:lnTo>
                  <a:pt x="2082410" y="175097"/>
                </a:lnTo>
                <a:lnTo>
                  <a:pt x="2081343" y="174868"/>
                </a:lnTo>
                <a:lnTo>
                  <a:pt x="2080267" y="174597"/>
                </a:lnTo>
                <a:lnTo>
                  <a:pt x="2079183" y="174284"/>
                </a:lnTo>
                <a:lnTo>
                  <a:pt x="2078090" y="173930"/>
                </a:lnTo>
                <a:lnTo>
                  <a:pt x="2076989" y="173534"/>
                </a:lnTo>
                <a:lnTo>
                  <a:pt x="2075879" y="173096"/>
                </a:lnTo>
                <a:lnTo>
                  <a:pt x="2074760" y="172617"/>
                </a:lnTo>
                <a:lnTo>
                  <a:pt x="2073634" y="172096"/>
                </a:lnTo>
                <a:lnTo>
                  <a:pt x="2072498" y="171533"/>
                </a:lnTo>
                <a:lnTo>
                  <a:pt x="2071354" y="170929"/>
                </a:lnTo>
                <a:lnTo>
                  <a:pt x="2070202" y="170283"/>
                </a:lnTo>
                <a:lnTo>
                  <a:pt x="2069041" y="169595"/>
                </a:lnTo>
                <a:lnTo>
                  <a:pt x="2067872" y="168866"/>
                </a:lnTo>
                <a:lnTo>
                  <a:pt x="2066694" y="168094"/>
                </a:lnTo>
                <a:lnTo>
                  <a:pt x="2065508" y="167282"/>
                </a:lnTo>
                <a:lnTo>
                  <a:pt x="2064313" y="166427"/>
                </a:lnTo>
                <a:lnTo>
                  <a:pt x="2063109" y="165531"/>
                </a:lnTo>
                <a:lnTo>
                  <a:pt x="2061897" y="164593"/>
                </a:lnTo>
                <a:lnTo>
                  <a:pt x="2060677" y="163614"/>
                </a:lnTo>
                <a:lnTo>
                  <a:pt x="2043287" y="182719"/>
                </a:lnTo>
                <a:lnTo>
                  <a:pt x="2044008" y="183467"/>
                </a:lnTo>
                <a:lnTo>
                  <a:pt x="2044740" y="184201"/>
                </a:lnTo>
                <a:lnTo>
                  <a:pt x="2045484" y="184922"/>
                </a:lnTo>
                <a:lnTo>
                  <a:pt x="2046240" y="185628"/>
                </a:lnTo>
                <a:lnTo>
                  <a:pt x="2047008" y="186320"/>
                </a:lnTo>
                <a:lnTo>
                  <a:pt x="2047788" y="186998"/>
                </a:lnTo>
                <a:lnTo>
                  <a:pt x="2048580" y="187662"/>
                </a:lnTo>
                <a:lnTo>
                  <a:pt x="2049384" y="188312"/>
                </a:lnTo>
                <a:lnTo>
                  <a:pt x="2050199" y="188948"/>
                </a:lnTo>
                <a:lnTo>
                  <a:pt x="2051027" y="189570"/>
                </a:lnTo>
                <a:lnTo>
                  <a:pt x="2051866" y="190178"/>
                </a:lnTo>
                <a:lnTo>
                  <a:pt x="2052718" y="190772"/>
                </a:lnTo>
                <a:lnTo>
                  <a:pt x="2053581" y="191352"/>
                </a:lnTo>
                <a:lnTo>
                  <a:pt x="2054456" y="191918"/>
                </a:lnTo>
                <a:lnTo>
                  <a:pt x="2055343" y="192470"/>
                </a:lnTo>
                <a:lnTo>
                  <a:pt x="2056242" y="193008"/>
                </a:lnTo>
                <a:lnTo>
                  <a:pt x="2057153" y="193531"/>
                </a:lnTo>
                <a:lnTo>
                  <a:pt x="2058075" y="194041"/>
                </a:lnTo>
                <a:lnTo>
                  <a:pt x="2059010" y="194537"/>
                </a:lnTo>
                <a:lnTo>
                  <a:pt x="2059956" y="195019"/>
                </a:lnTo>
                <a:lnTo>
                  <a:pt x="2060915" y="195486"/>
                </a:lnTo>
                <a:lnTo>
                  <a:pt x="2061885" y="195940"/>
                </a:lnTo>
                <a:lnTo>
                  <a:pt x="2062867" y="196379"/>
                </a:lnTo>
                <a:lnTo>
                  <a:pt x="2063861" y="196805"/>
                </a:lnTo>
                <a:lnTo>
                  <a:pt x="2064864" y="197215"/>
                </a:lnTo>
                <a:lnTo>
                  <a:pt x="2065873" y="197607"/>
                </a:lnTo>
                <a:lnTo>
                  <a:pt x="2066888" y="197981"/>
                </a:lnTo>
                <a:lnTo>
                  <a:pt x="2067909" y="198339"/>
                </a:lnTo>
                <a:lnTo>
                  <a:pt x="2068936" y="198679"/>
                </a:lnTo>
                <a:lnTo>
                  <a:pt x="2069969" y="199001"/>
                </a:lnTo>
                <a:lnTo>
                  <a:pt x="2071008" y="199306"/>
                </a:lnTo>
                <a:lnTo>
                  <a:pt x="2072052" y="199594"/>
                </a:lnTo>
                <a:lnTo>
                  <a:pt x="2073103" y="199864"/>
                </a:lnTo>
                <a:lnTo>
                  <a:pt x="2074160" y="200116"/>
                </a:lnTo>
                <a:lnTo>
                  <a:pt x="2075222" y="200352"/>
                </a:lnTo>
                <a:lnTo>
                  <a:pt x="2076291" y="200570"/>
                </a:lnTo>
                <a:lnTo>
                  <a:pt x="2077365" y="200770"/>
                </a:lnTo>
                <a:lnTo>
                  <a:pt x="2078446" y="200953"/>
                </a:lnTo>
                <a:lnTo>
                  <a:pt x="2079532" y="201119"/>
                </a:lnTo>
                <a:lnTo>
                  <a:pt x="2080625" y="201267"/>
                </a:lnTo>
                <a:lnTo>
                  <a:pt x="2081723" y="201397"/>
                </a:lnTo>
                <a:lnTo>
                  <a:pt x="2082827" y="201511"/>
                </a:lnTo>
                <a:lnTo>
                  <a:pt x="2083937" y="201606"/>
                </a:lnTo>
                <a:lnTo>
                  <a:pt x="2085054" y="201685"/>
                </a:lnTo>
                <a:lnTo>
                  <a:pt x="2086176" y="201746"/>
                </a:lnTo>
                <a:lnTo>
                  <a:pt x="2087304" y="201789"/>
                </a:lnTo>
                <a:lnTo>
                  <a:pt x="2088438" y="201816"/>
                </a:lnTo>
                <a:lnTo>
                  <a:pt x="2089578" y="201824"/>
                </a:lnTo>
                <a:lnTo>
                  <a:pt x="2091401" y="201805"/>
                </a:lnTo>
                <a:lnTo>
                  <a:pt x="2093195" y="201745"/>
                </a:lnTo>
                <a:lnTo>
                  <a:pt x="2094961" y="201646"/>
                </a:lnTo>
                <a:lnTo>
                  <a:pt x="2096698" y="201508"/>
                </a:lnTo>
                <a:lnTo>
                  <a:pt x="2098407" y="201330"/>
                </a:lnTo>
                <a:lnTo>
                  <a:pt x="2100087" y="201113"/>
                </a:lnTo>
                <a:lnTo>
                  <a:pt x="2101739" y="200856"/>
                </a:lnTo>
                <a:lnTo>
                  <a:pt x="2103362" y="200559"/>
                </a:lnTo>
                <a:lnTo>
                  <a:pt x="2104957" y="200223"/>
                </a:lnTo>
                <a:lnTo>
                  <a:pt x="2106523" y="199847"/>
                </a:lnTo>
                <a:lnTo>
                  <a:pt x="2108061" y="199432"/>
                </a:lnTo>
                <a:lnTo>
                  <a:pt x="2109570" y="198977"/>
                </a:lnTo>
                <a:lnTo>
                  <a:pt x="2111051" y="198483"/>
                </a:lnTo>
                <a:lnTo>
                  <a:pt x="2112503" y="197949"/>
                </a:lnTo>
                <a:lnTo>
                  <a:pt x="2113927" y="197376"/>
                </a:lnTo>
                <a:lnTo>
                  <a:pt x="2115323" y="196763"/>
                </a:lnTo>
                <a:lnTo>
                  <a:pt x="2116689" y="196111"/>
                </a:lnTo>
                <a:lnTo>
                  <a:pt x="2118028" y="195419"/>
                </a:lnTo>
                <a:lnTo>
                  <a:pt x="2119338" y="194687"/>
                </a:lnTo>
                <a:lnTo>
                  <a:pt x="2120619" y="193916"/>
                </a:lnTo>
                <a:lnTo>
                  <a:pt x="2121872" y="193106"/>
                </a:lnTo>
                <a:lnTo>
                  <a:pt x="2123097" y="192256"/>
                </a:lnTo>
                <a:lnTo>
                  <a:pt x="2124293" y="191366"/>
                </a:lnTo>
                <a:lnTo>
                  <a:pt x="2125460" y="190437"/>
                </a:lnTo>
                <a:lnTo>
                  <a:pt x="2126590" y="189473"/>
                </a:lnTo>
                <a:lnTo>
                  <a:pt x="2127671" y="188481"/>
                </a:lnTo>
                <a:lnTo>
                  <a:pt x="2128704" y="187461"/>
                </a:lnTo>
                <a:lnTo>
                  <a:pt x="2129689" y="186412"/>
                </a:lnTo>
                <a:lnTo>
                  <a:pt x="2130626" y="185334"/>
                </a:lnTo>
                <a:lnTo>
                  <a:pt x="2131515" y="184228"/>
                </a:lnTo>
                <a:lnTo>
                  <a:pt x="2132356" y="183094"/>
                </a:lnTo>
                <a:lnTo>
                  <a:pt x="2133149" y="181931"/>
                </a:lnTo>
                <a:lnTo>
                  <a:pt x="2133894" y="180739"/>
                </a:lnTo>
                <a:lnTo>
                  <a:pt x="2134591" y="179520"/>
                </a:lnTo>
                <a:lnTo>
                  <a:pt x="2135239" y="178271"/>
                </a:lnTo>
                <a:lnTo>
                  <a:pt x="2135840" y="176994"/>
                </a:lnTo>
                <a:lnTo>
                  <a:pt x="2136393" y="175689"/>
                </a:lnTo>
                <a:lnTo>
                  <a:pt x="2136897" y="174355"/>
                </a:lnTo>
                <a:lnTo>
                  <a:pt x="2137354" y="172993"/>
                </a:lnTo>
                <a:lnTo>
                  <a:pt x="2137762" y="171602"/>
                </a:lnTo>
                <a:lnTo>
                  <a:pt x="2138122" y="170183"/>
                </a:lnTo>
                <a:lnTo>
                  <a:pt x="2138435" y="168735"/>
                </a:lnTo>
                <a:lnTo>
                  <a:pt x="2138699" y="167259"/>
                </a:lnTo>
                <a:lnTo>
                  <a:pt x="2138915" y="165754"/>
                </a:lnTo>
                <a:lnTo>
                  <a:pt x="2139084" y="164221"/>
                </a:lnTo>
                <a:lnTo>
                  <a:pt x="2139204" y="162659"/>
                </a:lnTo>
                <a:lnTo>
                  <a:pt x="2139276" y="161069"/>
                </a:lnTo>
                <a:lnTo>
                  <a:pt x="2139300" y="159450"/>
                </a:lnTo>
                <a:lnTo>
                  <a:pt x="2139286" y="158196"/>
                </a:lnTo>
                <a:lnTo>
                  <a:pt x="2139245" y="156962"/>
                </a:lnTo>
                <a:lnTo>
                  <a:pt x="2139177" y="155750"/>
                </a:lnTo>
                <a:lnTo>
                  <a:pt x="2139082" y="154559"/>
                </a:lnTo>
                <a:lnTo>
                  <a:pt x="2138960" y="153389"/>
                </a:lnTo>
                <a:lnTo>
                  <a:pt x="2138810" y="152240"/>
                </a:lnTo>
                <a:lnTo>
                  <a:pt x="2138633" y="151113"/>
                </a:lnTo>
                <a:lnTo>
                  <a:pt x="2138429" y="150007"/>
                </a:lnTo>
                <a:lnTo>
                  <a:pt x="2138198" y="148923"/>
                </a:lnTo>
                <a:lnTo>
                  <a:pt x="2137939" y="147859"/>
                </a:lnTo>
                <a:lnTo>
                  <a:pt x="2137653" y="146817"/>
                </a:lnTo>
                <a:lnTo>
                  <a:pt x="2137340" y="145796"/>
                </a:lnTo>
                <a:lnTo>
                  <a:pt x="2137000" y="144796"/>
                </a:lnTo>
                <a:lnTo>
                  <a:pt x="2136633" y="143818"/>
                </a:lnTo>
                <a:lnTo>
                  <a:pt x="2136238" y="142861"/>
                </a:lnTo>
                <a:lnTo>
                  <a:pt x="2135817" y="141925"/>
                </a:lnTo>
                <a:lnTo>
                  <a:pt x="2135368" y="141010"/>
                </a:lnTo>
                <a:lnTo>
                  <a:pt x="2134891" y="140117"/>
                </a:lnTo>
                <a:lnTo>
                  <a:pt x="2134388" y="139244"/>
                </a:lnTo>
                <a:lnTo>
                  <a:pt x="2133857" y="138393"/>
                </a:lnTo>
                <a:lnTo>
                  <a:pt x="2133299" y="137564"/>
                </a:lnTo>
                <a:lnTo>
                  <a:pt x="2132714" y="136755"/>
                </a:lnTo>
                <a:lnTo>
                  <a:pt x="2132102" y="135968"/>
                </a:lnTo>
                <a:lnTo>
                  <a:pt x="2131463" y="135202"/>
                </a:lnTo>
                <a:lnTo>
                  <a:pt x="2130795" y="134451"/>
                </a:lnTo>
                <a:lnTo>
                  <a:pt x="2130097" y="133707"/>
                </a:lnTo>
                <a:lnTo>
                  <a:pt x="2129369" y="132971"/>
                </a:lnTo>
                <a:lnTo>
                  <a:pt x="2128612" y="132243"/>
                </a:lnTo>
                <a:lnTo>
                  <a:pt x="2127825" y="131522"/>
                </a:lnTo>
                <a:lnTo>
                  <a:pt x="2127008" y="130809"/>
                </a:lnTo>
                <a:lnTo>
                  <a:pt x="2126161" y="130103"/>
                </a:lnTo>
                <a:lnTo>
                  <a:pt x="2125285" y="129405"/>
                </a:lnTo>
                <a:lnTo>
                  <a:pt x="2124379" y="128715"/>
                </a:lnTo>
                <a:lnTo>
                  <a:pt x="2123443" y="128033"/>
                </a:lnTo>
                <a:lnTo>
                  <a:pt x="2122477" y="127358"/>
                </a:lnTo>
                <a:lnTo>
                  <a:pt x="2121482" y="126691"/>
                </a:lnTo>
                <a:lnTo>
                  <a:pt x="2120457" y="126031"/>
                </a:lnTo>
                <a:lnTo>
                  <a:pt x="2119402" y="125379"/>
                </a:lnTo>
                <a:lnTo>
                  <a:pt x="2118317" y="124735"/>
                </a:lnTo>
                <a:lnTo>
                  <a:pt x="2117202" y="124098"/>
                </a:lnTo>
                <a:lnTo>
                  <a:pt x="2116058" y="123469"/>
                </a:lnTo>
                <a:lnTo>
                  <a:pt x="2114884" y="122848"/>
                </a:lnTo>
                <a:lnTo>
                  <a:pt x="2113680" y="122234"/>
                </a:lnTo>
                <a:lnTo>
                  <a:pt x="2112447" y="121629"/>
                </a:lnTo>
                <a:lnTo>
                  <a:pt x="2111183" y="121030"/>
                </a:lnTo>
                <a:lnTo>
                  <a:pt x="2109890" y="120440"/>
                </a:lnTo>
                <a:lnTo>
                  <a:pt x="2108567" y="119857"/>
                </a:lnTo>
                <a:lnTo>
                  <a:pt x="2107215" y="119281"/>
                </a:lnTo>
                <a:lnTo>
                  <a:pt x="2106088" y="118816"/>
                </a:lnTo>
                <a:lnTo>
                  <a:pt x="2104995" y="118357"/>
                </a:lnTo>
                <a:lnTo>
                  <a:pt x="2103935" y="117906"/>
                </a:lnTo>
                <a:lnTo>
                  <a:pt x="2102908" y="117462"/>
                </a:lnTo>
                <a:lnTo>
                  <a:pt x="2101914" y="117025"/>
                </a:lnTo>
                <a:lnTo>
                  <a:pt x="2100954" y="116595"/>
                </a:lnTo>
                <a:lnTo>
                  <a:pt x="2100026" y="116173"/>
                </a:lnTo>
                <a:lnTo>
                  <a:pt x="2099132" y="115758"/>
                </a:lnTo>
                <a:lnTo>
                  <a:pt x="2098271" y="115350"/>
                </a:lnTo>
                <a:lnTo>
                  <a:pt x="2097443" y="114949"/>
                </a:lnTo>
                <a:lnTo>
                  <a:pt x="2096648" y="114556"/>
                </a:lnTo>
                <a:lnTo>
                  <a:pt x="2095887" y="114169"/>
                </a:lnTo>
                <a:lnTo>
                  <a:pt x="2095158" y="113790"/>
                </a:lnTo>
                <a:lnTo>
                  <a:pt x="2094463" y="113419"/>
                </a:lnTo>
                <a:lnTo>
                  <a:pt x="2093801" y="113054"/>
                </a:lnTo>
                <a:lnTo>
                  <a:pt x="2093172" y="112697"/>
                </a:lnTo>
                <a:lnTo>
                  <a:pt x="2092576" y="112347"/>
                </a:lnTo>
                <a:lnTo>
                  <a:pt x="2092014" y="112004"/>
                </a:lnTo>
                <a:lnTo>
                  <a:pt x="2091484" y="111668"/>
                </a:lnTo>
                <a:lnTo>
                  <a:pt x="2090988" y="111340"/>
                </a:lnTo>
                <a:lnTo>
                  <a:pt x="2090525" y="111019"/>
                </a:lnTo>
                <a:lnTo>
                  <a:pt x="2090095" y="110705"/>
                </a:lnTo>
                <a:lnTo>
                  <a:pt x="2089699" y="110398"/>
                </a:lnTo>
                <a:lnTo>
                  <a:pt x="2089335" y="110099"/>
                </a:lnTo>
                <a:lnTo>
                  <a:pt x="2088995" y="109799"/>
                </a:lnTo>
                <a:lnTo>
                  <a:pt x="2088670" y="109492"/>
                </a:lnTo>
                <a:lnTo>
                  <a:pt x="2088359" y="109178"/>
                </a:lnTo>
                <a:lnTo>
                  <a:pt x="2088063" y="108857"/>
                </a:lnTo>
                <a:lnTo>
                  <a:pt x="2087781" y="108529"/>
                </a:lnTo>
                <a:lnTo>
                  <a:pt x="2087514" y="108193"/>
                </a:lnTo>
                <a:lnTo>
                  <a:pt x="2087261" y="107850"/>
                </a:lnTo>
                <a:lnTo>
                  <a:pt x="2087022" y="107500"/>
                </a:lnTo>
                <a:lnTo>
                  <a:pt x="2086798" y="107142"/>
                </a:lnTo>
                <a:lnTo>
                  <a:pt x="2086588" y="106778"/>
                </a:lnTo>
                <a:lnTo>
                  <a:pt x="2086393" y="106406"/>
                </a:lnTo>
                <a:lnTo>
                  <a:pt x="2086213" y="106027"/>
                </a:lnTo>
                <a:lnTo>
                  <a:pt x="2086046" y="105640"/>
                </a:lnTo>
                <a:lnTo>
                  <a:pt x="2085895" y="105247"/>
                </a:lnTo>
                <a:lnTo>
                  <a:pt x="2085757" y="104846"/>
                </a:lnTo>
                <a:lnTo>
                  <a:pt x="2085634" y="104438"/>
                </a:lnTo>
                <a:lnTo>
                  <a:pt x="2085526" y="104022"/>
                </a:lnTo>
                <a:lnTo>
                  <a:pt x="2085432" y="103600"/>
                </a:lnTo>
                <a:lnTo>
                  <a:pt x="2085352" y="103170"/>
                </a:lnTo>
                <a:lnTo>
                  <a:pt x="2085287" y="102733"/>
                </a:lnTo>
                <a:lnTo>
                  <a:pt x="2085237" y="102289"/>
                </a:lnTo>
                <a:lnTo>
                  <a:pt x="2085201" y="101837"/>
                </a:lnTo>
                <a:lnTo>
                  <a:pt x="2085179" y="101378"/>
                </a:lnTo>
                <a:lnTo>
                  <a:pt x="2085172" y="100912"/>
                </a:lnTo>
                <a:lnTo>
                  <a:pt x="2085177" y="100487"/>
                </a:lnTo>
                <a:lnTo>
                  <a:pt x="2085195" y="100070"/>
                </a:lnTo>
                <a:lnTo>
                  <a:pt x="2085223" y="99661"/>
                </a:lnTo>
                <a:lnTo>
                  <a:pt x="2085263" y="99259"/>
                </a:lnTo>
                <a:lnTo>
                  <a:pt x="2085315" y="98865"/>
                </a:lnTo>
                <a:lnTo>
                  <a:pt x="2085378" y="98479"/>
                </a:lnTo>
                <a:lnTo>
                  <a:pt x="2085453" y="98100"/>
                </a:lnTo>
                <a:lnTo>
                  <a:pt x="2085539" y="97729"/>
                </a:lnTo>
                <a:lnTo>
                  <a:pt x="2085636" y="97365"/>
                </a:lnTo>
                <a:lnTo>
                  <a:pt x="2085745" y="97009"/>
                </a:lnTo>
                <a:lnTo>
                  <a:pt x="2085866" y="96661"/>
                </a:lnTo>
                <a:lnTo>
                  <a:pt x="2085998" y="96321"/>
                </a:lnTo>
                <a:lnTo>
                  <a:pt x="2086141" y="95988"/>
                </a:lnTo>
                <a:lnTo>
                  <a:pt x="2086296" y="95663"/>
                </a:lnTo>
                <a:lnTo>
                  <a:pt x="2086462" y="95345"/>
                </a:lnTo>
                <a:lnTo>
                  <a:pt x="2086640" y="95035"/>
                </a:lnTo>
                <a:lnTo>
                  <a:pt x="2086829" y="94733"/>
                </a:lnTo>
                <a:lnTo>
                  <a:pt x="2087030" y="94439"/>
                </a:lnTo>
                <a:lnTo>
                  <a:pt x="2087242" y="94152"/>
                </a:lnTo>
                <a:lnTo>
                  <a:pt x="2087466" y="93872"/>
                </a:lnTo>
                <a:lnTo>
                  <a:pt x="2087701" y="93601"/>
                </a:lnTo>
                <a:lnTo>
                  <a:pt x="2087948" y="93337"/>
                </a:lnTo>
                <a:lnTo>
                  <a:pt x="2088206" y="93081"/>
                </a:lnTo>
                <a:lnTo>
                  <a:pt x="2088476" y="92832"/>
                </a:lnTo>
                <a:lnTo>
                  <a:pt x="2088756" y="92592"/>
                </a:lnTo>
                <a:lnTo>
                  <a:pt x="2089045" y="92362"/>
                </a:lnTo>
                <a:lnTo>
                  <a:pt x="2089343" y="92143"/>
                </a:lnTo>
                <a:lnTo>
                  <a:pt x="2089649" y="91933"/>
                </a:lnTo>
                <a:lnTo>
                  <a:pt x="2089965" y="91734"/>
                </a:lnTo>
                <a:lnTo>
                  <a:pt x="2090290" y="91545"/>
                </a:lnTo>
                <a:lnTo>
                  <a:pt x="2090624" y="91366"/>
                </a:lnTo>
                <a:lnTo>
                  <a:pt x="2090966" y="91198"/>
                </a:lnTo>
                <a:lnTo>
                  <a:pt x="2091318" y="91040"/>
                </a:lnTo>
                <a:lnTo>
                  <a:pt x="2091678" y="90892"/>
                </a:lnTo>
                <a:lnTo>
                  <a:pt x="2092048" y="90754"/>
                </a:lnTo>
                <a:lnTo>
                  <a:pt x="2092426" y="90626"/>
                </a:lnTo>
                <a:lnTo>
                  <a:pt x="2092813" y="90509"/>
                </a:lnTo>
                <a:lnTo>
                  <a:pt x="2093209" y="90401"/>
                </a:lnTo>
                <a:lnTo>
                  <a:pt x="2093614" y="90304"/>
                </a:lnTo>
                <a:lnTo>
                  <a:pt x="2094028" y="90218"/>
                </a:lnTo>
                <a:lnTo>
                  <a:pt x="2094451" y="90141"/>
                </a:lnTo>
                <a:lnTo>
                  <a:pt x="2094883" y="90075"/>
                </a:lnTo>
                <a:lnTo>
                  <a:pt x="2095324" y="90018"/>
                </a:lnTo>
                <a:lnTo>
                  <a:pt x="2095774" y="89972"/>
                </a:lnTo>
                <a:lnTo>
                  <a:pt x="2096232" y="89937"/>
                </a:lnTo>
                <a:lnTo>
                  <a:pt x="2096700" y="89911"/>
                </a:lnTo>
                <a:lnTo>
                  <a:pt x="2097176" y="89896"/>
                </a:lnTo>
                <a:lnTo>
                  <a:pt x="2097662" y="89891"/>
                </a:lnTo>
                <a:lnTo>
                  <a:pt x="2098565" y="89907"/>
                </a:lnTo>
                <a:lnTo>
                  <a:pt x="2099477" y="89955"/>
                </a:lnTo>
                <a:lnTo>
                  <a:pt x="2100399" y="90036"/>
                </a:lnTo>
                <a:lnTo>
                  <a:pt x="2101330" y="90149"/>
                </a:lnTo>
                <a:lnTo>
                  <a:pt x="2102270" y="90295"/>
                </a:lnTo>
                <a:lnTo>
                  <a:pt x="2103219" y="90473"/>
                </a:lnTo>
                <a:lnTo>
                  <a:pt x="2104178" y="90683"/>
                </a:lnTo>
                <a:lnTo>
                  <a:pt x="2105147" y="90925"/>
                </a:lnTo>
                <a:lnTo>
                  <a:pt x="2106124" y="91200"/>
                </a:lnTo>
                <a:lnTo>
                  <a:pt x="2107111" y="91507"/>
                </a:lnTo>
                <a:lnTo>
                  <a:pt x="2108108" y="91846"/>
                </a:lnTo>
                <a:lnTo>
                  <a:pt x="2109113" y="92218"/>
                </a:lnTo>
                <a:lnTo>
                  <a:pt x="2110128" y="92622"/>
                </a:lnTo>
                <a:lnTo>
                  <a:pt x="2111153" y="93059"/>
                </a:lnTo>
                <a:lnTo>
                  <a:pt x="2112186" y="93527"/>
                </a:lnTo>
                <a:lnTo>
                  <a:pt x="2113229" y="94028"/>
                </a:lnTo>
                <a:lnTo>
                  <a:pt x="2114282" y="94562"/>
                </a:lnTo>
                <a:lnTo>
                  <a:pt x="2115343" y="95127"/>
                </a:lnTo>
                <a:lnTo>
                  <a:pt x="2116414" y="95725"/>
                </a:lnTo>
                <a:lnTo>
                  <a:pt x="2117495" y="96356"/>
                </a:lnTo>
                <a:lnTo>
                  <a:pt x="2118585" y="97018"/>
                </a:lnTo>
                <a:lnTo>
                  <a:pt x="2119684" y="97713"/>
                </a:lnTo>
                <a:lnTo>
                  <a:pt x="2120792" y="98441"/>
                </a:lnTo>
                <a:lnTo>
                  <a:pt x="2121910" y="99200"/>
                </a:lnTo>
                <a:lnTo>
                  <a:pt x="2135379" y="79359"/>
                </a:lnTo>
                <a:lnTo>
                  <a:pt x="2134721" y="78732"/>
                </a:lnTo>
                <a:lnTo>
                  <a:pt x="2134054" y="78117"/>
                </a:lnTo>
                <a:lnTo>
                  <a:pt x="2133378" y="77514"/>
                </a:lnTo>
                <a:lnTo>
                  <a:pt x="2132692" y="76923"/>
                </a:lnTo>
                <a:lnTo>
                  <a:pt x="2131997" y="76344"/>
                </a:lnTo>
                <a:lnTo>
                  <a:pt x="2131292" y="75776"/>
                </a:lnTo>
                <a:lnTo>
                  <a:pt x="2130578" y="75221"/>
                </a:lnTo>
                <a:lnTo>
                  <a:pt x="2129855" y="74677"/>
                </a:lnTo>
                <a:lnTo>
                  <a:pt x="2129122" y="74146"/>
                </a:lnTo>
                <a:lnTo>
                  <a:pt x="2128380" y="73626"/>
                </a:lnTo>
                <a:lnTo>
                  <a:pt x="2127629" y="73118"/>
                </a:lnTo>
                <a:lnTo>
                  <a:pt x="2126868" y="72622"/>
                </a:lnTo>
                <a:lnTo>
                  <a:pt x="2126098" y="72138"/>
                </a:lnTo>
                <a:lnTo>
                  <a:pt x="2125319" y="71666"/>
                </a:lnTo>
                <a:lnTo>
                  <a:pt x="2124530" y="71206"/>
                </a:lnTo>
                <a:lnTo>
                  <a:pt x="2123732" y="70758"/>
                </a:lnTo>
                <a:lnTo>
                  <a:pt x="2122925" y="70322"/>
                </a:lnTo>
                <a:lnTo>
                  <a:pt x="2122108" y="69897"/>
                </a:lnTo>
                <a:lnTo>
                  <a:pt x="2121282" y="69485"/>
                </a:lnTo>
                <a:lnTo>
                  <a:pt x="2120446" y="69084"/>
                </a:lnTo>
                <a:lnTo>
                  <a:pt x="2119601" y="68696"/>
                </a:lnTo>
                <a:lnTo>
                  <a:pt x="2118747" y="68319"/>
                </a:lnTo>
                <a:lnTo>
                  <a:pt x="2117883" y="67954"/>
                </a:lnTo>
                <a:lnTo>
                  <a:pt x="2117010" y="67601"/>
                </a:lnTo>
                <a:lnTo>
                  <a:pt x="2116130" y="67261"/>
                </a:lnTo>
                <a:lnTo>
                  <a:pt x="2115245" y="66936"/>
                </a:lnTo>
                <a:lnTo>
                  <a:pt x="2114354" y="66625"/>
                </a:lnTo>
                <a:lnTo>
                  <a:pt x="2113459" y="66329"/>
                </a:lnTo>
                <a:lnTo>
                  <a:pt x="2112558" y="66047"/>
                </a:lnTo>
                <a:lnTo>
                  <a:pt x="2111652" y="65780"/>
                </a:lnTo>
                <a:lnTo>
                  <a:pt x="2110742" y="65527"/>
                </a:lnTo>
                <a:lnTo>
                  <a:pt x="2109826" y="65288"/>
                </a:lnTo>
                <a:lnTo>
                  <a:pt x="2108905" y="65064"/>
                </a:lnTo>
                <a:lnTo>
                  <a:pt x="2107979" y="64854"/>
                </a:lnTo>
                <a:lnTo>
                  <a:pt x="2107047" y="64659"/>
                </a:lnTo>
                <a:lnTo>
                  <a:pt x="2106111" y="64479"/>
                </a:lnTo>
                <a:lnTo>
                  <a:pt x="2105170" y="64312"/>
                </a:lnTo>
                <a:lnTo>
                  <a:pt x="2104223" y="64161"/>
                </a:lnTo>
                <a:lnTo>
                  <a:pt x="2103272" y="64023"/>
                </a:lnTo>
                <a:lnTo>
                  <a:pt x="2102315" y="63900"/>
                </a:lnTo>
                <a:lnTo>
                  <a:pt x="2101353" y="63792"/>
                </a:lnTo>
                <a:lnTo>
                  <a:pt x="2100386" y="63698"/>
                </a:lnTo>
                <a:lnTo>
                  <a:pt x="2099414" y="63618"/>
                </a:lnTo>
                <a:lnTo>
                  <a:pt x="2098437" y="63553"/>
                </a:lnTo>
                <a:lnTo>
                  <a:pt x="2097455" y="63503"/>
                </a:lnTo>
                <a:lnTo>
                  <a:pt x="2096468" y="63467"/>
                </a:lnTo>
                <a:lnTo>
                  <a:pt x="2095475" y="63445"/>
                </a:lnTo>
                <a:lnTo>
                  <a:pt x="2094478" y="63438"/>
                </a:lnTo>
                <a:lnTo>
                  <a:pt x="2092718" y="63457"/>
                </a:lnTo>
                <a:lnTo>
                  <a:pt x="2090989" y="63516"/>
                </a:lnTo>
                <a:lnTo>
                  <a:pt x="2089292" y="63614"/>
                </a:lnTo>
                <a:lnTo>
                  <a:pt x="2087626" y="63751"/>
                </a:lnTo>
                <a:lnTo>
                  <a:pt x="2085992" y="63927"/>
                </a:lnTo>
                <a:close/>
                <a:moveTo>
                  <a:pt x="2331457" y="64209"/>
                </a:moveTo>
                <a:lnTo>
                  <a:pt x="2329547" y="64548"/>
                </a:lnTo>
                <a:lnTo>
                  <a:pt x="2327676" y="64949"/>
                </a:lnTo>
                <a:lnTo>
                  <a:pt x="2325844" y="65411"/>
                </a:lnTo>
                <a:lnTo>
                  <a:pt x="2324050" y="65935"/>
                </a:lnTo>
                <a:lnTo>
                  <a:pt x="2322295" y="66521"/>
                </a:lnTo>
                <a:lnTo>
                  <a:pt x="2320579" y="67169"/>
                </a:lnTo>
                <a:lnTo>
                  <a:pt x="2318901" y="67878"/>
                </a:lnTo>
                <a:lnTo>
                  <a:pt x="2317262" y="68649"/>
                </a:lnTo>
                <a:lnTo>
                  <a:pt x="2315662" y="69481"/>
                </a:lnTo>
                <a:lnTo>
                  <a:pt x="2314100" y="70375"/>
                </a:lnTo>
                <a:lnTo>
                  <a:pt x="2312577" y="71331"/>
                </a:lnTo>
                <a:lnTo>
                  <a:pt x="2311093" y="72349"/>
                </a:lnTo>
                <a:lnTo>
                  <a:pt x="2309648" y="73428"/>
                </a:lnTo>
                <a:lnTo>
                  <a:pt x="2308241" y="74569"/>
                </a:lnTo>
                <a:lnTo>
                  <a:pt x="2306873" y="75771"/>
                </a:lnTo>
                <a:lnTo>
                  <a:pt x="2305543" y="77035"/>
                </a:lnTo>
                <a:lnTo>
                  <a:pt x="2304252" y="78361"/>
                </a:lnTo>
                <a:lnTo>
                  <a:pt x="2303000" y="79749"/>
                </a:lnTo>
                <a:lnTo>
                  <a:pt x="2301787" y="81198"/>
                </a:lnTo>
                <a:lnTo>
                  <a:pt x="2300618" y="82705"/>
                </a:lnTo>
                <a:lnTo>
                  <a:pt x="2299498" y="84267"/>
                </a:lnTo>
                <a:lnTo>
                  <a:pt x="2298428" y="85884"/>
                </a:lnTo>
                <a:lnTo>
                  <a:pt x="2297408" y="87555"/>
                </a:lnTo>
                <a:lnTo>
                  <a:pt x="2296438" y="89282"/>
                </a:lnTo>
                <a:lnTo>
                  <a:pt x="2295518" y="91063"/>
                </a:lnTo>
                <a:lnTo>
                  <a:pt x="2294647" y="92899"/>
                </a:lnTo>
                <a:lnTo>
                  <a:pt x="2293826" y="94790"/>
                </a:lnTo>
                <a:lnTo>
                  <a:pt x="2293055" y="96736"/>
                </a:lnTo>
                <a:lnTo>
                  <a:pt x="2292334" y="98737"/>
                </a:lnTo>
                <a:lnTo>
                  <a:pt x="2291662" y="100793"/>
                </a:lnTo>
                <a:lnTo>
                  <a:pt x="2291040" y="102903"/>
                </a:lnTo>
                <a:lnTo>
                  <a:pt x="2290468" y="105069"/>
                </a:lnTo>
                <a:lnTo>
                  <a:pt x="2289945" y="107289"/>
                </a:lnTo>
                <a:lnTo>
                  <a:pt x="2289473" y="109564"/>
                </a:lnTo>
                <a:lnTo>
                  <a:pt x="2289050" y="111894"/>
                </a:lnTo>
                <a:lnTo>
                  <a:pt x="2288677" y="114279"/>
                </a:lnTo>
                <a:lnTo>
                  <a:pt x="2288353" y="116718"/>
                </a:lnTo>
                <a:lnTo>
                  <a:pt x="2288080" y="119213"/>
                </a:lnTo>
                <a:lnTo>
                  <a:pt x="2287856" y="121762"/>
                </a:lnTo>
                <a:lnTo>
                  <a:pt x="2287682" y="124366"/>
                </a:lnTo>
                <a:lnTo>
                  <a:pt x="2287557" y="127025"/>
                </a:lnTo>
                <a:lnTo>
                  <a:pt x="2287483" y="129739"/>
                </a:lnTo>
                <a:lnTo>
                  <a:pt x="2287458" y="132508"/>
                </a:lnTo>
                <a:lnTo>
                  <a:pt x="2287483" y="135336"/>
                </a:lnTo>
                <a:lnTo>
                  <a:pt x="2287557" y="138106"/>
                </a:lnTo>
                <a:lnTo>
                  <a:pt x="2287682" y="140818"/>
                </a:lnTo>
                <a:lnTo>
                  <a:pt x="2287856" y="143472"/>
                </a:lnTo>
                <a:lnTo>
                  <a:pt x="2288080" y="146067"/>
                </a:lnTo>
                <a:lnTo>
                  <a:pt x="2288353" y="148604"/>
                </a:lnTo>
                <a:lnTo>
                  <a:pt x="2288677" y="151083"/>
                </a:lnTo>
                <a:lnTo>
                  <a:pt x="2289050" y="153504"/>
                </a:lnTo>
                <a:lnTo>
                  <a:pt x="2289473" y="155866"/>
                </a:lnTo>
                <a:lnTo>
                  <a:pt x="2289945" y="158170"/>
                </a:lnTo>
                <a:lnTo>
                  <a:pt x="2290468" y="160416"/>
                </a:lnTo>
                <a:lnTo>
                  <a:pt x="2291040" y="162604"/>
                </a:lnTo>
                <a:lnTo>
                  <a:pt x="2291662" y="164733"/>
                </a:lnTo>
                <a:lnTo>
                  <a:pt x="2292334" y="166804"/>
                </a:lnTo>
                <a:lnTo>
                  <a:pt x="2293055" y="168817"/>
                </a:lnTo>
                <a:lnTo>
                  <a:pt x="2293826" y="170772"/>
                </a:lnTo>
                <a:lnTo>
                  <a:pt x="2294647" y="172668"/>
                </a:lnTo>
                <a:lnTo>
                  <a:pt x="2295518" y="174506"/>
                </a:lnTo>
                <a:lnTo>
                  <a:pt x="2296438" y="176286"/>
                </a:lnTo>
                <a:lnTo>
                  <a:pt x="2297408" y="178007"/>
                </a:lnTo>
                <a:lnTo>
                  <a:pt x="2298428" y="179671"/>
                </a:lnTo>
                <a:lnTo>
                  <a:pt x="2299498" y="181276"/>
                </a:lnTo>
                <a:lnTo>
                  <a:pt x="2300618" y="182823"/>
                </a:lnTo>
                <a:lnTo>
                  <a:pt x="2301787" y="184311"/>
                </a:lnTo>
                <a:lnTo>
                  <a:pt x="2303000" y="185740"/>
                </a:lnTo>
                <a:lnTo>
                  <a:pt x="2304252" y="187108"/>
                </a:lnTo>
                <a:lnTo>
                  <a:pt x="2305543" y="188416"/>
                </a:lnTo>
                <a:lnTo>
                  <a:pt x="2306873" y="189662"/>
                </a:lnTo>
                <a:lnTo>
                  <a:pt x="2308241" y="190848"/>
                </a:lnTo>
                <a:lnTo>
                  <a:pt x="2309648" y="191973"/>
                </a:lnTo>
                <a:lnTo>
                  <a:pt x="2311093" y="193037"/>
                </a:lnTo>
                <a:lnTo>
                  <a:pt x="2312577" y="194041"/>
                </a:lnTo>
                <a:lnTo>
                  <a:pt x="2314100" y="194983"/>
                </a:lnTo>
                <a:lnTo>
                  <a:pt x="2315662" y="195865"/>
                </a:lnTo>
                <a:lnTo>
                  <a:pt x="2317262" y="196686"/>
                </a:lnTo>
                <a:lnTo>
                  <a:pt x="2318901" y="197446"/>
                </a:lnTo>
                <a:lnTo>
                  <a:pt x="2320579" y="198145"/>
                </a:lnTo>
                <a:lnTo>
                  <a:pt x="2322295" y="198784"/>
                </a:lnTo>
                <a:lnTo>
                  <a:pt x="2324050" y="199362"/>
                </a:lnTo>
                <a:lnTo>
                  <a:pt x="2325844" y="199878"/>
                </a:lnTo>
                <a:lnTo>
                  <a:pt x="2327676" y="200335"/>
                </a:lnTo>
                <a:lnTo>
                  <a:pt x="2329547" y="200730"/>
                </a:lnTo>
                <a:lnTo>
                  <a:pt x="2331457" y="201064"/>
                </a:lnTo>
                <a:lnTo>
                  <a:pt x="2333405" y="201338"/>
                </a:lnTo>
                <a:lnTo>
                  <a:pt x="2335392" y="201551"/>
                </a:lnTo>
                <a:lnTo>
                  <a:pt x="2337418" y="201703"/>
                </a:lnTo>
                <a:lnTo>
                  <a:pt x="2339483" y="201794"/>
                </a:lnTo>
                <a:lnTo>
                  <a:pt x="2341586" y="201824"/>
                </a:lnTo>
                <a:lnTo>
                  <a:pt x="2343689" y="201793"/>
                </a:lnTo>
                <a:lnTo>
                  <a:pt x="2345754" y="201699"/>
                </a:lnTo>
                <a:lnTo>
                  <a:pt x="2347780" y="201543"/>
                </a:lnTo>
                <a:lnTo>
                  <a:pt x="2349768" y="201324"/>
                </a:lnTo>
                <a:lnTo>
                  <a:pt x="2351716" y="201043"/>
                </a:lnTo>
                <a:lnTo>
                  <a:pt x="2353626" y="200699"/>
                </a:lnTo>
                <a:lnTo>
                  <a:pt x="2355497" y="200293"/>
                </a:lnTo>
                <a:lnTo>
                  <a:pt x="2357330" y="199824"/>
                </a:lnTo>
                <a:lnTo>
                  <a:pt x="2359124" y="199293"/>
                </a:lnTo>
                <a:lnTo>
                  <a:pt x="2360879" y="198699"/>
                </a:lnTo>
                <a:lnTo>
                  <a:pt x="2362596" y="198043"/>
                </a:lnTo>
                <a:lnTo>
                  <a:pt x="2364273" y="197324"/>
                </a:lnTo>
                <a:lnTo>
                  <a:pt x="2365913" y="196542"/>
                </a:lnTo>
                <a:lnTo>
                  <a:pt x="2367513" y="195698"/>
                </a:lnTo>
                <a:lnTo>
                  <a:pt x="2369075" y="194792"/>
                </a:lnTo>
                <a:lnTo>
                  <a:pt x="2370598" y="193823"/>
                </a:lnTo>
                <a:lnTo>
                  <a:pt x="2372082" y="192792"/>
                </a:lnTo>
                <a:lnTo>
                  <a:pt x="2373528" y="191698"/>
                </a:lnTo>
                <a:lnTo>
                  <a:pt x="2374934" y="190541"/>
                </a:lnTo>
                <a:lnTo>
                  <a:pt x="2376303" y="189322"/>
                </a:lnTo>
                <a:lnTo>
                  <a:pt x="2377632" y="188041"/>
                </a:lnTo>
                <a:lnTo>
                  <a:pt x="2378923" y="186697"/>
                </a:lnTo>
                <a:lnTo>
                  <a:pt x="2380175" y="185291"/>
                </a:lnTo>
                <a:lnTo>
                  <a:pt x="2381389" y="183822"/>
                </a:lnTo>
                <a:lnTo>
                  <a:pt x="2382558" y="182295"/>
                </a:lnTo>
                <a:lnTo>
                  <a:pt x="2383677" y="180716"/>
                </a:lnTo>
                <a:lnTo>
                  <a:pt x="2384747" y="179085"/>
                </a:lnTo>
                <a:lnTo>
                  <a:pt x="2385767" y="177402"/>
                </a:lnTo>
                <a:lnTo>
                  <a:pt x="2386737" y="175667"/>
                </a:lnTo>
                <a:lnTo>
                  <a:pt x="2387658" y="173879"/>
                </a:lnTo>
                <a:lnTo>
                  <a:pt x="2388528" y="172039"/>
                </a:lnTo>
                <a:lnTo>
                  <a:pt x="2389349" y="170146"/>
                </a:lnTo>
                <a:lnTo>
                  <a:pt x="2390120" y="168201"/>
                </a:lnTo>
                <a:lnTo>
                  <a:pt x="2390842" y="166204"/>
                </a:lnTo>
                <a:lnTo>
                  <a:pt x="2391513" y="164155"/>
                </a:lnTo>
                <a:lnTo>
                  <a:pt x="2392135" y="162053"/>
                </a:lnTo>
                <a:lnTo>
                  <a:pt x="2392708" y="159899"/>
                </a:lnTo>
                <a:lnTo>
                  <a:pt x="2393230" y="157693"/>
                </a:lnTo>
                <a:lnTo>
                  <a:pt x="2393703" y="155435"/>
                </a:lnTo>
                <a:lnTo>
                  <a:pt x="2394125" y="153124"/>
                </a:lnTo>
                <a:lnTo>
                  <a:pt x="2394499" y="150761"/>
                </a:lnTo>
                <a:lnTo>
                  <a:pt x="2394822" y="148345"/>
                </a:lnTo>
                <a:lnTo>
                  <a:pt x="2395096" y="145877"/>
                </a:lnTo>
                <a:lnTo>
                  <a:pt x="2395320" y="143357"/>
                </a:lnTo>
                <a:lnTo>
                  <a:pt x="2395494" y="140785"/>
                </a:lnTo>
                <a:lnTo>
                  <a:pt x="2395618" y="138161"/>
                </a:lnTo>
                <a:lnTo>
                  <a:pt x="2395693" y="135484"/>
                </a:lnTo>
                <a:lnTo>
                  <a:pt x="2395718" y="132754"/>
                </a:lnTo>
                <a:lnTo>
                  <a:pt x="2395693" y="129906"/>
                </a:lnTo>
                <a:lnTo>
                  <a:pt x="2395618" y="127117"/>
                </a:lnTo>
                <a:lnTo>
                  <a:pt x="2395494" y="124388"/>
                </a:lnTo>
                <a:lnTo>
                  <a:pt x="2395320" y="121718"/>
                </a:lnTo>
                <a:lnTo>
                  <a:pt x="2395096" y="119108"/>
                </a:lnTo>
                <a:lnTo>
                  <a:pt x="2394822" y="116558"/>
                </a:lnTo>
                <a:lnTo>
                  <a:pt x="2394499" y="114067"/>
                </a:lnTo>
                <a:lnTo>
                  <a:pt x="2394125" y="111635"/>
                </a:lnTo>
                <a:lnTo>
                  <a:pt x="2393703" y="109263"/>
                </a:lnTo>
                <a:lnTo>
                  <a:pt x="2393230" y="106951"/>
                </a:lnTo>
                <a:lnTo>
                  <a:pt x="2392708" y="104698"/>
                </a:lnTo>
                <a:lnTo>
                  <a:pt x="2392135" y="102504"/>
                </a:lnTo>
                <a:lnTo>
                  <a:pt x="2391513" y="100370"/>
                </a:lnTo>
                <a:lnTo>
                  <a:pt x="2390842" y="98296"/>
                </a:lnTo>
                <a:lnTo>
                  <a:pt x="2390120" y="96281"/>
                </a:lnTo>
                <a:lnTo>
                  <a:pt x="2389349" y="94326"/>
                </a:lnTo>
                <a:lnTo>
                  <a:pt x="2388528" y="92430"/>
                </a:lnTo>
                <a:lnTo>
                  <a:pt x="2387658" y="90594"/>
                </a:lnTo>
                <a:lnTo>
                  <a:pt x="2386737" y="88818"/>
                </a:lnTo>
                <a:lnTo>
                  <a:pt x="2385767" y="87101"/>
                </a:lnTo>
                <a:lnTo>
                  <a:pt x="2384747" y="85443"/>
                </a:lnTo>
                <a:lnTo>
                  <a:pt x="2383677" y="83845"/>
                </a:lnTo>
                <a:lnTo>
                  <a:pt x="2382558" y="82307"/>
                </a:lnTo>
                <a:lnTo>
                  <a:pt x="2381389" y="80828"/>
                </a:lnTo>
                <a:lnTo>
                  <a:pt x="2380175" y="79409"/>
                </a:lnTo>
                <a:lnTo>
                  <a:pt x="2378923" y="78050"/>
                </a:lnTo>
                <a:lnTo>
                  <a:pt x="2377632" y="76752"/>
                </a:lnTo>
                <a:lnTo>
                  <a:pt x="2376303" y="75514"/>
                </a:lnTo>
                <a:lnTo>
                  <a:pt x="2374934" y="74337"/>
                </a:lnTo>
                <a:lnTo>
                  <a:pt x="2373528" y="73220"/>
                </a:lnTo>
                <a:lnTo>
                  <a:pt x="2372082" y="72163"/>
                </a:lnTo>
                <a:lnTo>
                  <a:pt x="2370598" y="71167"/>
                </a:lnTo>
                <a:lnTo>
                  <a:pt x="2369075" y="70231"/>
                </a:lnTo>
                <a:lnTo>
                  <a:pt x="2367513" y="69355"/>
                </a:lnTo>
                <a:lnTo>
                  <a:pt x="2365913" y="68540"/>
                </a:lnTo>
                <a:lnTo>
                  <a:pt x="2364273" y="67785"/>
                </a:lnTo>
                <a:lnTo>
                  <a:pt x="2362596" y="67091"/>
                </a:lnTo>
                <a:lnTo>
                  <a:pt x="2360879" y="66457"/>
                </a:lnTo>
                <a:lnTo>
                  <a:pt x="2359124" y="65883"/>
                </a:lnTo>
                <a:lnTo>
                  <a:pt x="2357330" y="65370"/>
                </a:lnTo>
                <a:lnTo>
                  <a:pt x="2355497" y="64917"/>
                </a:lnTo>
                <a:lnTo>
                  <a:pt x="2353626" y="64525"/>
                </a:lnTo>
                <a:lnTo>
                  <a:pt x="2351716" y="64193"/>
                </a:lnTo>
                <a:lnTo>
                  <a:pt x="2349768" y="63921"/>
                </a:lnTo>
                <a:lnTo>
                  <a:pt x="2347780" y="63709"/>
                </a:lnTo>
                <a:lnTo>
                  <a:pt x="2345754" y="63559"/>
                </a:lnTo>
                <a:lnTo>
                  <a:pt x="2343689" y="63468"/>
                </a:lnTo>
                <a:lnTo>
                  <a:pt x="2341586" y="63438"/>
                </a:lnTo>
                <a:lnTo>
                  <a:pt x="2339483" y="63469"/>
                </a:lnTo>
                <a:lnTo>
                  <a:pt x="2337418" y="63561"/>
                </a:lnTo>
                <a:lnTo>
                  <a:pt x="2335392" y="63715"/>
                </a:lnTo>
                <a:lnTo>
                  <a:pt x="2333405" y="63931"/>
                </a:lnTo>
                <a:lnTo>
                  <a:pt x="2331457" y="64209"/>
                </a:lnTo>
                <a:close/>
                <a:moveTo>
                  <a:pt x="2344951" y="91274"/>
                </a:moveTo>
                <a:lnTo>
                  <a:pt x="2345574" y="91452"/>
                </a:lnTo>
                <a:lnTo>
                  <a:pt x="2346181" y="91662"/>
                </a:lnTo>
                <a:lnTo>
                  <a:pt x="2346771" y="91904"/>
                </a:lnTo>
                <a:lnTo>
                  <a:pt x="2347344" y="92179"/>
                </a:lnTo>
                <a:lnTo>
                  <a:pt x="2347901" y="92486"/>
                </a:lnTo>
                <a:lnTo>
                  <a:pt x="2348441" y="92826"/>
                </a:lnTo>
                <a:lnTo>
                  <a:pt x="2348965" y="93197"/>
                </a:lnTo>
                <a:lnTo>
                  <a:pt x="2349472" y="93601"/>
                </a:lnTo>
                <a:lnTo>
                  <a:pt x="2349963" y="94038"/>
                </a:lnTo>
                <a:lnTo>
                  <a:pt x="2350437" y="94507"/>
                </a:lnTo>
                <a:lnTo>
                  <a:pt x="2350894" y="95008"/>
                </a:lnTo>
                <a:lnTo>
                  <a:pt x="2351335" y="95541"/>
                </a:lnTo>
                <a:lnTo>
                  <a:pt x="2351759" y="96107"/>
                </a:lnTo>
                <a:lnTo>
                  <a:pt x="2352167" y="96705"/>
                </a:lnTo>
                <a:lnTo>
                  <a:pt x="2352558" y="97335"/>
                </a:lnTo>
                <a:lnTo>
                  <a:pt x="2352933" y="97998"/>
                </a:lnTo>
                <a:lnTo>
                  <a:pt x="2353290" y="98693"/>
                </a:lnTo>
                <a:lnTo>
                  <a:pt x="2353632" y="99420"/>
                </a:lnTo>
                <a:lnTo>
                  <a:pt x="2353956" y="100180"/>
                </a:lnTo>
                <a:lnTo>
                  <a:pt x="2354266" y="100979"/>
                </a:lnTo>
                <a:lnTo>
                  <a:pt x="2354563" y="101828"/>
                </a:lnTo>
                <a:lnTo>
                  <a:pt x="2354846" y="102724"/>
                </a:lnTo>
                <a:lnTo>
                  <a:pt x="2355117" y="103670"/>
                </a:lnTo>
                <a:lnTo>
                  <a:pt x="2355374" y="104663"/>
                </a:lnTo>
                <a:lnTo>
                  <a:pt x="2355618" y="105705"/>
                </a:lnTo>
                <a:lnTo>
                  <a:pt x="2355848" y="106796"/>
                </a:lnTo>
                <a:lnTo>
                  <a:pt x="2356066" y="107935"/>
                </a:lnTo>
                <a:lnTo>
                  <a:pt x="2356270" y="109123"/>
                </a:lnTo>
                <a:lnTo>
                  <a:pt x="2356462" y="110359"/>
                </a:lnTo>
                <a:lnTo>
                  <a:pt x="2356640" y="111643"/>
                </a:lnTo>
                <a:lnTo>
                  <a:pt x="2356804" y="112976"/>
                </a:lnTo>
                <a:lnTo>
                  <a:pt x="2356956" y="114358"/>
                </a:lnTo>
                <a:lnTo>
                  <a:pt x="2357094" y="115788"/>
                </a:lnTo>
                <a:lnTo>
                  <a:pt x="2357220" y="117266"/>
                </a:lnTo>
                <a:lnTo>
                  <a:pt x="2357332" y="118793"/>
                </a:lnTo>
                <a:lnTo>
                  <a:pt x="2357431" y="120369"/>
                </a:lnTo>
                <a:lnTo>
                  <a:pt x="2357516" y="121993"/>
                </a:lnTo>
                <a:lnTo>
                  <a:pt x="2357589" y="123665"/>
                </a:lnTo>
                <a:lnTo>
                  <a:pt x="2357648" y="125386"/>
                </a:lnTo>
                <a:lnTo>
                  <a:pt x="2357694" y="127155"/>
                </a:lnTo>
                <a:lnTo>
                  <a:pt x="2357727" y="128973"/>
                </a:lnTo>
                <a:lnTo>
                  <a:pt x="2357747" y="130840"/>
                </a:lnTo>
                <a:lnTo>
                  <a:pt x="2357754" y="132754"/>
                </a:lnTo>
                <a:lnTo>
                  <a:pt x="2357747" y="134649"/>
                </a:lnTo>
                <a:lnTo>
                  <a:pt x="2357727" y="136497"/>
                </a:lnTo>
                <a:lnTo>
                  <a:pt x="2357694" y="138298"/>
                </a:lnTo>
                <a:lnTo>
                  <a:pt x="2357648" y="140051"/>
                </a:lnTo>
                <a:lnTo>
                  <a:pt x="2357589" y="141757"/>
                </a:lnTo>
                <a:lnTo>
                  <a:pt x="2357516" y="143416"/>
                </a:lnTo>
                <a:lnTo>
                  <a:pt x="2357431" y="145028"/>
                </a:lnTo>
                <a:lnTo>
                  <a:pt x="2357332" y="146593"/>
                </a:lnTo>
                <a:lnTo>
                  <a:pt x="2357220" y="148110"/>
                </a:lnTo>
                <a:lnTo>
                  <a:pt x="2357094" y="149580"/>
                </a:lnTo>
                <a:lnTo>
                  <a:pt x="2356956" y="151003"/>
                </a:lnTo>
                <a:lnTo>
                  <a:pt x="2356804" y="152379"/>
                </a:lnTo>
                <a:lnTo>
                  <a:pt x="2356640" y="153708"/>
                </a:lnTo>
                <a:lnTo>
                  <a:pt x="2356462" y="154989"/>
                </a:lnTo>
                <a:lnTo>
                  <a:pt x="2356270" y="156224"/>
                </a:lnTo>
                <a:lnTo>
                  <a:pt x="2356066" y="157411"/>
                </a:lnTo>
                <a:lnTo>
                  <a:pt x="2355848" y="158551"/>
                </a:lnTo>
                <a:lnTo>
                  <a:pt x="2355618" y="159644"/>
                </a:lnTo>
                <a:lnTo>
                  <a:pt x="2355374" y="160689"/>
                </a:lnTo>
                <a:lnTo>
                  <a:pt x="2355117" y="161688"/>
                </a:lnTo>
                <a:lnTo>
                  <a:pt x="2354846" y="162639"/>
                </a:lnTo>
                <a:lnTo>
                  <a:pt x="2354563" y="163543"/>
                </a:lnTo>
                <a:lnTo>
                  <a:pt x="2354266" y="164400"/>
                </a:lnTo>
                <a:lnTo>
                  <a:pt x="2353956" y="165210"/>
                </a:lnTo>
                <a:lnTo>
                  <a:pt x="2353632" y="165979"/>
                </a:lnTo>
                <a:lnTo>
                  <a:pt x="2353290" y="166716"/>
                </a:lnTo>
                <a:lnTo>
                  <a:pt x="2352933" y="167420"/>
                </a:lnTo>
                <a:lnTo>
                  <a:pt x="2352558" y="168091"/>
                </a:lnTo>
                <a:lnTo>
                  <a:pt x="2352167" y="168729"/>
                </a:lnTo>
                <a:lnTo>
                  <a:pt x="2351759" y="169335"/>
                </a:lnTo>
                <a:lnTo>
                  <a:pt x="2351335" y="169908"/>
                </a:lnTo>
                <a:lnTo>
                  <a:pt x="2350894" y="170448"/>
                </a:lnTo>
                <a:lnTo>
                  <a:pt x="2350437" y="170956"/>
                </a:lnTo>
                <a:lnTo>
                  <a:pt x="2349963" y="171430"/>
                </a:lnTo>
                <a:lnTo>
                  <a:pt x="2349472" y="171872"/>
                </a:lnTo>
                <a:lnTo>
                  <a:pt x="2348965" y="172282"/>
                </a:lnTo>
                <a:lnTo>
                  <a:pt x="2348441" y="172658"/>
                </a:lnTo>
                <a:lnTo>
                  <a:pt x="2347901" y="173002"/>
                </a:lnTo>
                <a:lnTo>
                  <a:pt x="2347344" y="173313"/>
                </a:lnTo>
                <a:lnTo>
                  <a:pt x="2346771" y="173591"/>
                </a:lnTo>
                <a:lnTo>
                  <a:pt x="2346181" y="173837"/>
                </a:lnTo>
                <a:lnTo>
                  <a:pt x="2345574" y="174050"/>
                </a:lnTo>
                <a:lnTo>
                  <a:pt x="2344951" y="174230"/>
                </a:lnTo>
                <a:lnTo>
                  <a:pt x="2344311" y="174377"/>
                </a:lnTo>
                <a:lnTo>
                  <a:pt x="2343655" y="174492"/>
                </a:lnTo>
                <a:lnTo>
                  <a:pt x="2342982" y="174573"/>
                </a:lnTo>
                <a:lnTo>
                  <a:pt x="2342292" y="174622"/>
                </a:lnTo>
                <a:lnTo>
                  <a:pt x="2341586" y="174639"/>
                </a:lnTo>
                <a:lnTo>
                  <a:pt x="2340880" y="174623"/>
                </a:lnTo>
                <a:lnTo>
                  <a:pt x="2340191" y="174574"/>
                </a:lnTo>
                <a:lnTo>
                  <a:pt x="2339518" y="174493"/>
                </a:lnTo>
                <a:lnTo>
                  <a:pt x="2338862" y="174380"/>
                </a:lnTo>
                <a:lnTo>
                  <a:pt x="2338222" y="174235"/>
                </a:lnTo>
                <a:lnTo>
                  <a:pt x="2337599" y="174057"/>
                </a:lnTo>
                <a:lnTo>
                  <a:pt x="2336993" y="173847"/>
                </a:lnTo>
                <a:lnTo>
                  <a:pt x="2336403" y="173605"/>
                </a:lnTo>
                <a:lnTo>
                  <a:pt x="2335830" y="173330"/>
                </a:lnTo>
                <a:lnTo>
                  <a:pt x="2335273" y="173023"/>
                </a:lnTo>
                <a:lnTo>
                  <a:pt x="2334733" y="172684"/>
                </a:lnTo>
                <a:lnTo>
                  <a:pt x="2334209" y="172312"/>
                </a:lnTo>
                <a:lnTo>
                  <a:pt x="2333702" y="171908"/>
                </a:lnTo>
                <a:lnTo>
                  <a:pt x="2333212" y="171472"/>
                </a:lnTo>
                <a:lnTo>
                  <a:pt x="2332738" y="171004"/>
                </a:lnTo>
                <a:lnTo>
                  <a:pt x="2332281" y="170503"/>
                </a:lnTo>
                <a:lnTo>
                  <a:pt x="2331840" y="169970"/>
                </a:lnTo>
                <a:lnTo>
                  <a:pt x="2331416" y="169404"/>
                </a:lnTo>
                <a:lnTo>
                  <a:pt x="2331008" y="168806"/>
                </a:lnTo>
                <a:lnTo>
                  <a:pt x="2330617" y="168176"/>
                </a:lnTo>
                <a:lnTo>
                  <a:pt x="2330243" y="167514"/>
                </a:lnTo>
                <a:lnTo>
                  <a:pt x="2329885" y="166819"/>
                </a:lnTo>
                <a:lnTo>
                  <a:pt x="2329544" y="166092"/>
                </a:lnTo>
                <a:lnTo>
                  <a:pt x="2329219" y="165333"/>
                </a:lnTo>
                <a:lnTo>
                  <a:pt x="2328909" y="164532"/>
                </a:lnTo>
                <a:lnTo>
                  <a:pt x="2328612" y="163683"/>
                </a:lnTo>
                <a:lnTo>
                  <a:pt x="2328329" y="162783"/>
                </a:lnTo>
                <a:lnTo>
                  <a:pt x="2328059" y="161835"/>
                </a:lnTo>
                <a:lnTo>
                  <a:pt x="2327802" y="160837"/>
                </a:lnTo>
                <a:lnTo>
                  <a:pt x="2327558" y="159790"/>
                </a:lnTo>
                <a:lnTo>
                  <a:pt x="2327327" y="158694"/>
                </a:lnTo>
                <a:lnTo>
                  <a:pt x="2327109" y="157548"/>
                </a:lnTo>
                <a:lnTo>
                  <a:pt x="2326905" y="156353"/>
                </a:lnTo>
                <a:lnTo>
                  <a:pt x="2326714" y="155108"/>
                </a:lnTo>
                <a:lnTo>
                  <a:pt x="2326536" y="153815"/>
                </a:lnTo>
                <a:lnTo>
                  <a:pt x="2326371" y="152472"/>
                </a:lnTo>
                <a:lnTo>
                  <a:pt x="2326219" y="151079"/>
                </a:lnTo>
                <a:lnTo>
                  <a:pt x="2326081" y="149638"/>
                </a:lnTo>
                <a:lnTo>
                  <a:pt x="2325956" y="148147"/>
                </a:lnTo>
                <a:lnTo>
                  <a:pt x="2325844" y="146606"/>
                </a:lnTo>
                <a:lnTo>
                  <a:pt x="2325745" y="145017"/>
                </a:lnTo>
                <a:lnTo>
                  <a:pt x="2325659" y="143378"/>
                </a:lnTo>
                <a:lnTo>
                  <a:pt x="2325587" y="141689"/>
                </a:lnTo>
                <a:lnTo>
                  <a:pt x="2325527" y="139952"/>
                </a:lnTo>
                <a:lnTo>
                  <a:pt x="2325481" y="138165"/>
                </a:lnTo>
                <a:lnTo>
                  <a:pt x="2325448" y="136328"/>
                </a:lnTo>
                <a:lnTo>
                  <a:pt x="2325428" y="134443"/>
                </a:lnTo>
                <a:lnTo>
                  <a:pt x="2325422" y="132508"/>
                </a:lnTo>
                <a:lnTo>
                  <a:pt x="2325428" y="130633"/>
                </a:lnTo>
                <a:lnTo>
                  <a:pt x="2325448" y="128805"/>
                </a:lnTo>
                <a:lnTo>
                  <a:pt x="2325481" y="127022"/>
                </a:lnTo>
                <a:lnTo>
                  <a:pt x="2325527" y="125287"/>
                </a:lnTo>
                <a:lnTo>
                  <a:pt x="2325587" y="123597"/>
                </a:lnTo>
                <a:lnTo>
                  <a:pt x="2325659" y="121954"/>
                </a:lnTo>
                <a:lnTo>
                  <a:pt x="2325745" y="120357"/>
                </a:lnTo>
                <a:lnTo>
                  <a:pt x="2325844" y="118807"/>
                </a:lnTo>
                <a:lnTo>
                  <a:pt x="2325956" y="117303"/>
                </a:lnTo>
                <a:lnTo>
                  <a:pt x="2326081" y="115845"/>
                </a:lnTo>
                <a:lnTo>
                  <a:pt x="2326219" y="114434"/>
                </a:lnTo>
                <a:lnTo>
                  <a:pt x="2326371" y="113069"/>
                </a:lnTo>
                <a:lnTo>
                  <a:pt x="2326536" y="111750"/>
                </a:lnTo>
                <a:lnTo>
                  <a:pt x="2326714" y="110478"/>
                </a:lnTo>
                <a:lnTo>
                  <a:pt x="2326905" y="109252"/>
                </a:lnTo>
                <a:lnTo>
                  <a:pt x="2327109" y="108072"/>
                </a:lnTo>
                <a:lnTo>
                  <a:pt x="2327327" y="106939"/>
                </a:lnTo>
                <a:lnTo>
                  <a:pt x="2327558" y="105852"/>
                </a:lnTo>
                <a:lnTo>
                  <a:pt x="2327802" y="104811"/>
                </a:lnTo>
                <a:lnTo>
                  <a:pt x="2328059" y="103817"/>
                </a:lnTo>
                <a:lnTo>
                  <a:pt x="2328329" y="102869"/>
                </a:lnTo>
                <a:lnTo>
                  <a:pt x="2328612" y="101967"/>
                </a:lnTo>
                <a:lnTo>
                  <a:pt x="2328909" y="101112"/>
                </a:lnTo>
                <a:lnTo>
                  <a:pt x="2329219" y="100303"/>
                </a:lnTo>
                <a:lnTo>
                  <a:pt x="2329544" y="99533"/>
                </a:lnTo>
                <a:lnTo>
                  <a:pt x="2329885" y="98796"/>
                </a:lnTo>
                <a:lnTo>
                  <a:pt x="2330243" y="98092"/>
                </a:lnTo>
                <a:lnTo>
                  <a:pt x="2330617" y="97421"/>
                </a:lnTo>
                <a:lnTo>
                  <a:pt x="2331008" y="96782"/>
                </a:lnTo>
                <a:lnTo>
                  <a:pt x="2331416" y="96176"/>
                </a:lnTo>
                <a:lnTo>
                  <a:pt x="2331840" y="95603"/>
                </a:lnTo>
                <a:lnTo>
                  <a:pt x="2332281" y="95062"/>
                </a:lnTo>
                <a:lnTo>
                  <a:pt x="2332738" y="94555"/>
                </a:lnTo>
                <a:lnTo>
                  <a:pt x="2333212" y="94080"/>
                </a:lnTo>
                <a:lnTo>
                  <a:pt x="2333702" y="93638"/>
                </a:lnTo>
                <a:lnTo>
                  <a:pt x="2334209" y="93228"/>
                </a:lnTo>
                <a:lnTo>
                  <a:pt x="2334733" y="92852"/>
                </a:lnTo>
                <a:lnTo>
                  <a:pt x="2335273" y="92508"/>
                </a:lnTo>
                <a:lnTo>
                  <a:pt x="2335830" y="92196"/>
                </a:lnTo>
                <a:lnTo>
                  <a:pt x="2336403" y="91918"/>
                </a:lnTo>
                <a:lnTo>
                  <a:pt x="2336993" y="91672"/>
                </a:lnTo>
                <a:lnTo>
                  <a:pt x="2337599" y="91459"/>
                </a:lnTo>
                <a:lnTo>
                  <a:pt x="2338222" y="91279"/>
                </a:lnTo>
                <a:lnTo>
                  <a:pt x="2338862" y="91132"/>
                </a:lnTo>
                <a:lnTo>
                  <a:pt x="2339518" y="91017"/>
                </a:lnTo>
                <a:lnTo>
                  <a:pt x="2340191" y="90935"/>
                </a:lnTo>
                <a:lnTo>
                  <a:pt x="2340880" y="90886"/>
                </a:lnTo>
                <a:lnTo>
                  <a:pt x="2341586" y="90870"/>
                </a:lnTo>
                <a:lnTo>
                  <a:pt x="2342292" y="90886"/>
                </a:lnTo>
                <a:lnTo>
                  <a:pt x="2342982" y="90935"/>
                </a:lnTo>
                <a:lnTo>
                  <a:pt x="2343655" y="91015"/>
                </a:lnTo>
                <a:lnTo>
                  <a:pt x="2344311" y="91129"/>
                </a:lnTo>
                <a:lnTo>
                  <a:pt x="2344951" y="91274"/>
                </a:lnTo>
                <a:close/>
                <a:moveTo>
                  <a:pt x="2153750" y="67601"/>
                </a:moveTo>
                <a:lnTo>
                  <a:pt x="2153750" y="197661"/>
                </a:lnTo>
                <a:lnTo>
                  <a:pt x="2190735" y="197661"/>
                </a:lnTo>
                <a:lnTo>
                  <a:pt x="2190735" y="67601"/>
                </a:lnTo>
                <a:lnTo>
                  <a:pt x="2153750" y="67601"/>
                </a:lnTo>
                <a:close/>
                <a:moveTo>
                  <a:pt x="1429837" y="50928"/>
                </a:moveTo>
                <a:lnTo>
                  <a:pt x="1428841" y="51503"/>
                </a:lnTo>
                <a:lnTo>
                  <a:pt x="1427851" y="52065"/>
                </a:lnTo>
                <a:lnTo>
                  <a:pt x="1426866" y="52615"/>
                </a:lnTo>
                <a:lnTo>
                  <a:pt x="1425887" y="53152"/>
                </a:lnTo>
                <a:lnTo>
                  <a:pt x="1424914" y="53676"/>
                </a:lnTo>
                <a:lnTo>
                  <a:pt x="1423946" y="54188"/>
                </a:lnTo>
                <a:lnTo>
                  <a:pt x="1422983" y="54687"/>
                </a:lnTo>
                <a:lnTo>
                  <a:pt x="1422026" y="55173"/>
                </a:lnTo>
                <a:lnTo>
                  <a:pt x="1421075" y="55646"/>
                </a:lnTo>
                <a:lnTo>
                  <a:pt x="1420129" y="56106"/>
                </a:lnTo>
                <a:lnTo>
                  <a:pt x="1419188" y="56554"/>
                </a:lnTo>
                <a:lnTo>
                  <a:pt x="1418253" y="56989"/>
                </a:lnTo>
                <a:lnTo>
                  <a:pt x="1417324" y="57411"/>
                </a:lnTo>
                <a:lnTo>
                  <a:pt x="1416400" y="57821"/>
                </a:lnTo>
                <a:lnTo>
                  <a:pt x="1415482" y="58218"/>
                </a:lnTo>
                <a:lnTo>
                  <a:pt x="1414569" y="58602"/>
                </a:lnTo>
                <a:lnTo>
                  <a:pt x="1413662" y="58973"/>
                </a:lnTo>
                <a:lnTo>
                  <a:pt x="1412760" y="59332"/>
                </a:lnTo>
                <a:lnTo>
                  <a:pt x="1411864" y="59678"/>
                </a:lnTo>
                <a:lnTo>
                  <a:pt x="1410973" y="60011"/>
                </a:lnTo>
                <a:lnTo>
                  <a:pt x="1410077" y="60330"/>
                </a:lnTo>
                <a:lnTo>
                  <a:pt x="1409164" y="60636"/>
                </a:lnTo>
                <a:lnTo>
                  <a:pt x="1408234" y="60929"/>
                </a:lnTo>
                <a:lnTo>
                  <a:pt x="1407289" y="61207"/>
                </a:lnTo>
                <a:lnTo>
                  <a:pt x="1406326" y="61473"/>
                </a:lnTo>
                <a:lnTo>
                  <a:pt x="1405347" y="61724"/>
                </a:lnTo>
                <a:lnTo>
                  <a:pt x="1404351" y="61962"/>
                </a:lnTo>
                <a:lnTo>
                  <a:pt x="1403339" y="62187"/>
                </a:lnTo>
                <a:lnTo>
                  <a:pt x="1402310" y="62397"/>
                </a:lnTo>
                <a:lnTo>
                  <a:pt x="1401265" y="62595"/>
                </a:lnTo>
                <a:lnTo>
                  <a:pt x="1400203" y="62778"/>
                </a:lnTo>
                <a:lnTo>
                  <a:pt x="1399125" y="62948"/>
                </a:lnTo>
                <a:lnTo>
                  <a:pt x="1398029" y="63105"/>
                </a:lnTo>
                <a:lnTo>
                  <a:pt x="1396918" y="63247"/>
                </a:lnTo>
                <a:lnTo>
                  <a:pt x="1395790" y="63377"/>
                </a:lnTo>
                <a:lnTo>
                  <a:pt x="1394645" y="63492"/>
                </a:lnTo>
                <a:lnTo>
                  <a:pt x="1393483" y="63594"/>
                </a:lnTo>
                <a:lnTo>
                  <a:pt x="1392305" y="63683"/>
                </a:lnTo>
                <a:lnTo>
                  <a:pt x="1391111" y="63757"/>
                </a:lnTo>
                <a:lnTo>
                  <a:pt x="1389900" y="63819"/>
                </a:lnTo>
                <a:lnTo>
                  <a:pt x="1388672" y="63866"/>
                </a:lnTo>
                <a:lnTo>
                  <a:pt x="1387428" y="63900"/>
                </a:lnTo>
                <a:lnTo>
                  <a:pt x="1386167" y="63921"/>
                </a:lnTo>
                <a:lnTo>
                  <a:pt x="1384890" y="63927"/>
                </a:lnTo>
                <a:lnTo>
                  <a:pt x="1382968" y="63949"/>
                </a:lnTo>
                <a:lnTo>
                  <a:pt x="1381080" y="64014"/>
                </a:lnTo>
                <a:lnTo>
                  <a:pt x="1379226" y="64123"/>
                </a:lnTo>
                <a:lnTo>
                  <a:pt x="1377406" y="64274"/>
                </a:lnTo>
                <a:lnTo>
                  <a:pt x="1375620" y="64470"/>
                </a:lnTo>
                <a:lnTo>
                  <a:pt x="1373868" y="64708"/>
                </a:lnTo>
                <a:lnTo>
                  <a:pt x="1372150" y="64990"/>
                </a:lnTo>
                <a:lnTo>
                  <a:pt x="1370466" y="65316"/>
                </a:lnTo>
                <a:lnTo>
                  <a:pt x="1368816" y="65684"/>
                </a:lnTo>
                <a:lnTo>
                  <a:pt x="1367200" y="66096"/>
                </a:lnTo>
                <a:lnTo>
                  <a:pt x="1365618" y="66552"/>
                </a:lnTo>
                <a:lnTo>
                  <a:pt x="1364070" y="67051"/>
                </a:lnTo>
                <a:lnTo>
                  <a:pt x="1362556" y="67593"/>
                </a:lnTo>
                <a:lnTo>
                  <a:pt x="1361076" y="68179"/>
                </a:lnTo>
                <a:lnTo>
                  <a:pt x="1359630" y="68808"/>
                </a:lnTo>
                <a:lnTo>
                  <a:pt x="1358218" y="69480"/>
                </a:lnTo>
                <a:lnTo>
                  <a:pt x="1356841" y="70196"/>
                </a:lnTo>
                <a:lnTo>
                  <a:pt x="1355497" y="70955"/>
                </a:lnTo>
                <a:lnTo>
                  <a:pt x="1354187" y="71758"/>
                </a:lnTo>
                <a:lnTo>
                  <a:pt x="1352911" y="72604"/>
                </a:lnTo>
                <a:lnTo>
                  <a:pt x="1351669" y="73493"/>
                </a:lnTo>
                <a:lnTo>
                  <a:pt x="1350462" y="74426"/>
                </a:lnTo>
                <a:lnTo>
                  <a:pt x="1349288" y="75402"/>
                </a:lnTo>
                <a:lnTo>
                  <a:pt x="1348148" y="76421"/>
                </a:lnTo>
                <a:lnTo>
                  <a:pt x="1347049" y="77479"/>
                </a:lnTo>
                <a:lnTo>
                  <a:pt x="1345997" y="78569"/>
                </a:lnTo>
                <a:lnTo>
                  <a:pt x="1344991" y="79693"/>
                </a:lnTo>
                <a:lnTo>
                  <a:pt x="1344032" y="80850"/>
                </a:lnTo>
                <a:lnTo>
                  <a:pt x="1343120" y="82040"/>
                </a:lnTo>
                <a:lnTo>
                  <a:pt x="1342255" y="83263"/>
                </a:lnTo>
                <a:lnTo>
                  <a:pt x="1341437" y="84520"/>
                </a:lnTo>
                <a:lnTo>
                  <a:pt x="1340665" y="85810"/>
                </a:lnTo>
                <a:lnTo>
                  <a:pt x="1339940" y="87132"/>
                </a:lnTo>
                <a:lnTo>
                  <a:pt x="1339262" y="88488"/>
                </a:lnTo>
                <a:lnTo>
                  <a:pt x="1338631" y="89877"/>
                </a:lnTo>
                <a:lnTo>
                  <a:pt x="1338046" y="91300"/>
                </a:lnTo>
                <a:lnTo>
                  <a:pt x="1337508" y="92755"/>
                </a:lnTo>
                <a:lnTo>
                  <a:pt x="1337017" y="94244"/>
                </a:lnTo>
                <a:lnTo>
                  <a:pt x="1336573" y="95766"/>
                </a:lnTo>
                <a:lnTo>
                  <a:pt x="1336175" y="97321"/>
                </a:lnTo>
                <a:lnTo>
                  <a:pt x="1335824" y="98909"/>
                </a:lnTo>
                <a:lnTo>
                  <a:pt x="1335520" y="100530"/>
                </a:lnTo>
                <a:lnTo>
                  <a:pt x="1335263" y="102185"/>
                </a:lnTo>
                <a:lnTo>
                  <a:pt x="1335053" y="103872"/>
                </a:lnTo>
                <a:lnTo>
                  <a:pt x="1334889" y="105593"/>
                </a:lnTo>
                <a:lnTo>
                  <a:pt x="1334772" y="107347"/>
                </a:lnTo>
                <a:lnTo>
                  <a:pt x="1334702" y="109134"/>
                </a:lnTo>
                <a:lnTo>
                  <a:pt x="1334679" y="110954"/>
                </a:lnTo>
                <a:lnTo>
                  <a:pt x="1334687" y="112049"/>
                </a:lnTo>
                <a:lnTo>
                  <a:pt x="1334712" y="113128"/>
                </a:lnTo>
                <a:lnTo>
                  <a:pt x="1334753" y="114192"/>
                </a:lnTo>
                <a:lnTo>
                  <a:pt x="1334811" y="115241"/>
                </a:lnTo>
                <a:lnTo>
                  <a:pt x="1334886" y="116274"/>
                </a:lnTo>
                <a:lnTo>
                  <a:pt x="1334977" y="117292"/>
                </a:lnTo>
                <a:lnTo>
                  <a:pt x="1335085" y="118295"/>
                </a:lnTo>
                <a:lnTo>
                  <a:pt x="1335209" y="119282"/>
                </a:lnTo>
                <a:lnTo>
                  <a:pt x="1335350" y="120255"/>
                </a:lnTo>
                <a:lnTo>
                  <a:pt x="1335508" y="121212"/>
                </a:lnTo>
                <a:lnTo>
                  <a:pt x="1335682" y="122153"/>
                </a:lnTo>
                <a:lnTo>
                  <a:pt x="1335873" y="123079"/>
                </a:lnTo>
                <a:lnTo>
                  <a:pt x="1336080" y="123990"/>
                </a:lnTo>
                <a:lnTo>
                  <a:pt x="1336304" y="124886"/>
                </a:lnTo>
                <a:lnTo>
                  <a:pt x="1336544" y="125766"/>
                </a:lnTo>
                <a:lnTo>
                  <a:pt x="1336801" y="126631"/>
                </a:lnTo>
                <a:lnTo>
                  <a:pt x="1337075" y="127481"/>
                </a:lnTo>
                <a:lnTo>
                  <a:pt x="1337365" y="128316"/>
                </a:lnTo>
                <a:lnTo>
                  <a:pt x="1337672" y="129135"/>
                </a:lnTo>
                <a:lnTo>
                  <a:pt x="1337995" y="129939"/>
                </a:lnTo>
                <a:lnTo>
                  <a:pt x="1338335" y="130727"/>
                </a:lnTo>
                <a:lnTo>
                  <a:pt x="1338692" y="131500"/>
                </a:lnTo>
                <a:lnTo>
                  <a:pt x="1339065" y="132258"/>
                </a:lnTo>
                <a:lnTo>
                  <a:pt x="1339455" y="133001"/>
                </a:lnTo>
                <a:lnTo>
                  <a:pt x="1339863" y="133732"/>
                </a:lnTo>
                <a:lnTo>
                  <a:pt x="1340291" y="134455"/>
                </a:lnTo>
                <a:lnTo>
                  <a:pt x="1340739" y="135171"/>
                </a:lnTo>
                <a:lnTo>
                  <a:pt x="1341207" y="135879"/>
                </a:lnTo>
                <a:lnTo>
                  <a:pt x="1341695" y="136579"/>
                </a:lnTo>
                <a:lnTo>
                  <a:pt x="1342203" y="137271"/>
                </a:lnTo>
                <a:lnTo>
                  <a:pt x="1342731" y="137956"/>
                </a:lnTo>
                <a:lnTo>
                  <a:pt x="1343279" y="138634"/>
                </a:lnTo>
                <a:lnTo>
                  <a:pt x="1343847" y="139303"/>
                </a:lnTo>
                <a:lnTo>
                  <a:pt x="1344434" y="139965"/>
                </a:lnTo>
                <a:lnTo>
                  <a:pt x="1345042" y="140620"/>
                </a:lnTo>
                <a:lnTo>
                  <a:pt x="1345670" y="141266"/>
                </a:lnTo>
                <a:lnTo>
                  <a:pt x="1346318" y="141905"/>
                </a:lnTo>
                <a:lnTo>
                  <a:pt x="1346986" y="142537"/>
                </a:lnTo>
                <a:lnTo>
                  <a:pt x="1347674" y="143160"/>
                </a:lnTo>
                <a:lnTo>
                  <a:pt x="1348381" y="143776"/>
                </a:lnTo>
                <a:lnTo>
                  <a:pt x="1349109" y="144385"/>
                </a:lnTo>
                <a:lnTo>
                  <a:pt x="1349857" y="144985"/>
                </a:lnTo>
                <a:lnTo>
                  <a:pt x="1350625" y="145578"/>
                </a:lnTo>
                <a:lnTo>
                  <a:pt x="1351412" y="146164"/>
                </a:lnTo>
                <a:lnTo>
                  <a:pt x="1352220" y="146742"/>
                </a:lnTo>
                <a:lnTo>
                  <a:pt x="1353048" y="147312"/>
                </a:lnTo>
                <a:lnTo>
                  <a:pt x="1353895" y="147874"/>
                </a:lnTo>
                <a:lnTo>
                  <a:pt x="1354763" y="148429"/>
                </a:lnTo>
                <a:lnTo>
                  <a:pt x="1354237" y="148800"/>
                </a:lnTo>
                <a:lnTo>
                  <a:pt x="1353720" y="149177"/>
                </a:lnTo>
                <a:lnTo>
                  <a:pt x="1353213" y="149560"/>
                </a:lnTo>
                <a:lnTo>
                  <a:pt x="1352715" y="149950"/>
                </a:lnTo>
                <a:lnTo>
                  <a:pt x="1352227" y="150346"/>
                </a:lnTo>
                <a:lnTo>
                  <a:pt x="1351747" y="150749"/>
                </a:lnTo>
                <a:lnTo>
                  <a:pt x="1351277" y="151157"/>
                </a:lnTo>
                <a:lnTo>
                  <a:pt x="1350817" y="151573"/>
                </a:lnTo>
                <a:lnTo>
                  <a:pt x="1350366" y="151994"/>
                </a:lnTo>
                <a:lnTo>
                  <a:pt x="1349924" y="152422"/>
                </a:lnTo>
                <a:lnTo>
                  <a:pt x="1349491" y="152857"/>
                </a:lnTo>
                <a:lnTo>
                  <a:pt x="1349068" y="153298"/>
                </a:lnTo>
                <a:lnTo>
                  <a:pt x="1348655" y="153745"/>
                </a:lnTo>
                <a:lnTo>
                  <a:pt x="1348250" y="154198"/>
                </a:lnTo>
                <a:lnTo>
                  <a:pt x="1347855" y="154658"/>
                </a:lnTo>
                <a:lnTo>
                  <a:pt x="1347469" y="155125"/>
                </a:lnTo>
                <a:lnTo>
                  <a:pt x="1347093" y="155597"/>
                </a:lnTo>
                <a:lnTo>
                  <a:pt x="1346726" y="156076"/>
                </a:lnTo>
                <a:lnTo>
                  <a:pt x="1346369" y="156562"/>
                </a:lnTo>
                <a:lnTo>
                  <a:pt x="1346020" y="157053"/>
                </a:lnTo>
                <a:lnTo>
                  <a:pt x="1345681" y="157551"/>
                </a:lnTo>
                <a:lnTo>
                  <a:pt x="1345352" y="158056"/>
                </a:lnTo>
                <a:lnTo>
                  <a:pt x="1345032" y="158567"/>
                </a:lnTo>
                <a:lnTo>
                  <a:pt x="1344721" y="159084"/>
                </a:lnTo>
                <a:lnTo>
                  <a:pt x="1344421" y="159606"/>
                </a:lnTo>
                <a:lnTo>
                  <a:pt x="1344134" y="160131"/>
                </a:lnTo>
                <a:lnTo>
                  <a:pt x="1343860" y="160659"/>
                </a:lnTo>
                <a:lnTo>
                  <a:pt x="1343598" y="161190"/>
                </a:lnTo>
                <a:lnTo>
                  <a:pt x="1343350" y="161723"/>
                </a:lnTo>
                <a:lnTo>
                  <a:pt x="1343114" y="162260"/>
                </a:lnTo>
                <a:lnTo>
                  <a:pt x="1342890" y="162800"/>
                </a:lnTo>
                <a:lnTo>
                  <a:pt x="1342680" y="163343"/>
                </a:lnTo>
                <a:lnTo>
                  <a:pt x="1342482" y="163889"/>
                </a:lnTo>
                <a:lnTo>
                  <a:pt x="1342297" y="164438"/>
                </a:lnTo>
                <a:lnTo>
                  <a:pt x="1342125" y="164989"/>
                </a:lnTo>
                <a:lnTo>
                  <a:pt x="1341965" y="165544"/>
                </a:lnTo>
                <a:lnTo>
                  <a:pt x="1341819" y="166102"/>
                </a:lnTo>
                <a:lnTo>
                  <a:pt x="1341685" y="166662"/>
                </a:lnTo>
                <a:lnTo>
                  <a:pt x="1341564" y="167226"/>
                </a:lnTo>
                <a:lnTo>
                  <a:pt x="1341455" y="167793"/>
                </a:lnTo>
                <a:lnTo>
                  <a:pt x="1341360" y="168363"/>
                </a:lnTo>
                <a:lnTo>
                  <a:pt x="1341277" y="168935"/>
                </a:lnTo>
                <a:lnTo>
                  <a:pt x="1341206" y="169511"/>
                </a:lnTo>
                <a:lnTo>
                  <a:pt x="1341149" y="170089"/>
                </a:lnTo>
                <a:lnTo>
                  <a:pt x="1341104" y="170671"/>
                </a:lnTo>
                <a:lnTo>
                  <a:pt x="1341073" y="171256"/>
                </a:lnTo>
                <a:lnTo>
                  <a:pt x="1341053" y="171843"/>
                </a:lnTo>
                <a:lnTo>
                  <a:pt x="1341047" y="172434"/>
                </a:lnTo>
                <a:lnTo>
                  <a:pt x="1341062" y="173405"/>
                </a:lnTo>
                <a:lnTo>
                  <a:pt x="1341108" y="174359"/>
                </a:lnTo>
                <a:lnTo>
                  <a:pt x="1341185" y="175295"/>
                </a:lnTo>
                <a:lnTo>
                  <a:pt x="1341292" y="176214"/>
                </a:lnTo>
                <a:lnTo>
                  <a:pt x="1341430" y="177115"/>
                </a:lnTo>
                <a:lnTo>
                  <a:pt x="1341598" y="177999"/>
                </a:lnTo>
                <a:lnTo>
                  <a:pt x="1341797" y="178865"/>
                </a:lnTo>
                <a:lnTo>
                  <a:pt x="1342027" y="179714"/>
                </a:lnTo>
                <a:lnTo>
                  <a:pt x="1342287" y="180546"/>
                </a:lnTo>
                <a:lnTo>
                  <a:pt x="1342578" y="181360"/>
                </a:lnTo>
                <a:lnTo>
                  <a:pt x="1342899" y="182157"/>
                </a:lnTo>
                <a:lnTo>
                  <a:pt x="1343251" y="182936"/>
                </a:lnTo>
                <a:lnTo>
                  <a:pt x="1343634" y="183698"/>
                </a:lnTo>
                <a:lnTo>
                  <a:pt x="1344047" y="184442"/>
                </a:lnTo>
                <a:lnTo>
                  <a:pt x="1344491" y="185169"/>
                </a:lnTo>
                <a:lnTo>
                  <a:pt x="1344965" y="185878"/>
                </a:lnTo>
                <a:lnTo>
                  <a:pt x="1345471" y="186570"/>
                </a:lnTo>
                <a:lnTo>
                  <a:pt x="1346006" y="187245"/>
                </a:lnTo>
                <a:lnTo>
                  <a:pt x="1346573" y="187902"/>
                </a:lnTo>
                <a:lnTo>
                  <a:pt x="1347170" y="188542"/>
                </a:lnTo>
                <a:lnTo>
                  <a:pt x="1347797" y="189164"/>
                </a:lnTo>
                <a:lnTo>
                  <a:pt x="1348455" y="189769"/>
                </a:lnTo>
                <a:lnTo>
                  <a:pt x="1349144" y="190356"/>
                </a:lnTo>
                <a:lnTo>
                  <a:pt x="1349863" y="190926"/>
                </a:lnTo>
                <a:lnTo>
                  <a:pt x="1350616" y="191476"/>
                </a:lnTo>
                <a:lnTo>
                  <a:pt x="1351406" y="192002"/>
                </a:lnTo>
                <a:lnTo>
                  <a:pt x="1352232" y="192505"/>
                </a:lnTo>
                <a:lnTo>
                  <a:pt x="1353095" y="192984"/>
                </a:lnTo>
                <a:lnTo>
                  <a:pt x="1353994" y="193440"/>
                </a:lnTo>
                <a:lnTo>
                  <a:pt x="1354930" y="193873"/>
                </a:lnTo>
                <a:lnTo>
                  <a:pt x="1355903" y="194282"/>
                </a:lnTo>
                <a:lnTo>
                  <a:pt x="1356912" y="194668"/>
                </a:lnTo>
                <a:lnTo>
                  <a:pt x="1357957" y="195030"/>
                </a:lnTo>
                <a:lnTo>
                  <a:pt x="1359040" y="195369"/>
                </a:lnTo>
                <a:lnTo>
                  <a:pt x="1360158" y="195685"/>
                </a:lnTo>
                <a:lnTo>
                  <a:pt x="1361314" y="195977"/>
                </a:lnTo>
                <a:lnTo>
                  <a:pt x="1362506" y="196246"/>
                </a:lnTo>
                <a:lnTo>
                  <a:pt x="1363734" y="196492"/>
                </a:lnTo>
                <a:lnTo>
                  <a:pt x="1364999" y="196714"/>
                </a:lnTo>
                <a:lnTo>
                  <a:pt x="1366301" y="196913"/>
                </a:lnTo>
                <a:lnTo>
                  <a:pt x="1367639" y="197088"/>
                </a:lnTo>
                <a:lnTo>
                  <a:pt x="1369014" y="197240"/>
                </a:lnTo>
                <a:lnTo>
                  <a:pt x="1370426" y="197369"/>
                </a:lnTo>
                <a:lnTo>
                  <a:pt x="1371874" y="197474"/>
                </a:lnTo>
                <a:lnTo>
                  <a:pt x="1373358" y="197556"/>
                </a:lnTo>
                <a:lnTo>
                  <a:pt x="1374880" y="197614"/>
                </a:lnTo>
                <a:lnTo>
                  <a:pt x="1376437" y="197649"/>
                </a:lnTo>
                <a:lnTo>
                  <a:pt x="1378032" y="197661"/>
                </a:lnTo>
                <a:lnTo>
                  <a:pt x="1387827" y="197661"/>
                </a:lnTo>
                <a:lnTo>
                  <a:pt x="1388514" y="197667"/>
                </a:lnTo>
                <a:lnTo>
                  <a:pt x="1389185" y="197686"/>
                </a:lnTo>
                <a:lnTo>
                  <a:pt x="1389842" y="197716"/>
                </a:lnTo>
                <a:lnTo>
                  <a:pt x="1390484" y="197760"/>
                </a:lnTo>
                <a:lnTo>
                  <a:pt x="1391111" y="197815"/>
                </a:lnTo>
                <a:lnTo>
                  <a:pt x="1391723" y="197883"/>
                </a:lnTo>
                <a:lnTo>
                  <a:pt x="1392320" y="197963"/>
                </a:lnTo>
                <a:lnTo>
                  <a:pt x="1392902" y="198055"/>
                </a:lnTo>
                <a:lnTo>
                  <a:pt x="1393470" y="198160"/>
                </a:lnTo>
                <a:lnTo>
                  <a:pt x="1394022" y="198277"/>
                </a:lnTo>
                <a:lnTo>
                  <a:pt x="1394560" y="198407"/>
                </a:lnTo>
                <a:lnTo>
                  <a:pt x="1395083" y="198549"/>
                </a:lnTo>
                <a:lnTo>
                  <a:pt x="1395590" y="198703"/>
                </a:lnTo>
                <a:lnTo>
                  <a:pt x="1396083" y="198869"/>
                </a:lnTo>
                <a:lnTo>
                  <a:pt x="1396561" y="199048"/>
                </a:lnTo>
                <a:lnTo>
                  <a:pt x="1397025" y="199239"/>
                </a:lnTo>
                <a:lnTo>
                  <a:pt x="1397473" y="199442"/>
                </a:lnTo>
                <a:lnTo>
                  <a:pt x="1397906" y="199658"/>
                </a:lnTo>
                <a:lnTo>
                  <a:pt x="1398325" y="199886"/>
                </a:lnTo>
                <a:lnTo>
                  <a:pt x="1398729" y="200127"/>
                </a:lnTo>
                <a:lnTo>
                  <a:pt x="1399117" y="200379"/>
                </a:lnTo>
                <a:lnTo>
                  <a:pt x="1399491" y="200644"/>
                </a:lnTo>
                <a:lnTo>
                  <a:pt x="1399850" y="200922"/>
                </a:lnTo>
                <a:lnTo>
                  <a:pt x="1400194" y="201211"/>
                </a:lnTo>
                <a:lnTo>
                  <a:pt x="1400524" y="201514"/>
                </a:lnTo>
                <a:lnTo>
                  <a:pt x="1400840" y="201828"/>
                </a:lnTo>
                <a:lnTo>
                  <a:pt x="1401142" y="202155"/>
                </a:lnTo>
                <a:lnTo>
                  <a:pt x="1401430" y="202495"/>
                </a:lnTo>
                <a:lnTo>
                  <a:pt x="1401704" y="202846"/>
                </a:lnTo>
                <a:lnTo>
                  <a:pt x="1401963" y="203210"/>
                </a:lnTo>
                <a:lnTo>
                  <a:pt x="1402209" y="203586"/>
                </a:lnTo>
                <a:lnTo>
                  <a:pt x="1402441" y="203975"/>
                </a:lnTo>
                <a:lnTo>
                  <a:pt x="1402659" y="204376"/>
                </a:lnTo>
                <a:lnTo>
                  <a:pt x="1402862" y="204789"/>
                </a:lnTo>
                <a:lnTo>
                  <a:pt x="1403052" y="205215"/>
                </a:lnTo>
                <a:lnTo>
                  <a:pt x="1403227" y="205652"/>
                </a:lnTo>
                <a:lnTo>
                  <a:pt x="1403389" y="206102"/>
                </a:lnTo>
                <a:lnTo>
                  <a:pt x="1403536" y="206565"/>
                </a:lnTo>
                <a:lnTo>
                  <a:pt x="1403669" y="207040"/>
                </a:lnTo>
                <a:lnTo>
                  <a:pt x="1403789" y="207527"/>
                </a:lnTo>
                <a:lnTo>
                  <a:pt x="1403894" y="208026"/>
                </a:lnTo>
                <a:lnTo>
                  <a:pt x="1403985" y="208538"/>
                </a:lnTo>
                <a:lnTo>
                  <a:pt x="1404063" y="209062"/>
                </a:lnTo>
                <a:lnTo>
                  <a:pt x="1404126" y="209598"/>
                </a:lnTo>
                <a:lnTo>
                  <a:pt x="1404175" y="210147"/>
                </a:lnTo>
                <a:lnTo>
                  <a:pt x="1404210" y="210708"/>
                </a:lnTo>
                <a:lnTo>
                  <a:pt x="1404231" y="211281"/>
                </a:lnTo>
                <a:lnTo>
                  <a:pt x="1404238" y="211867"/>
                </a:lnTo>
                <a:lnTo>
                  <a:pt x="1404202" y="213146"/>
                </a:lnTo>
                <a:lnTo>
                  <a:pt x="1404092" y="214370"/>
                </a:lnTo>
                <a:lnTo>
                  <a:pt x="1403909" y="215540"/>
                </a:lnTo>
                <a:lnTo>
                  <a:pt x="1403653" y="216656"/>
                </a:lnTo>
                <a:lnTo>
                  <a:pt x="1403324" y="217717"/>
                </a:lnTo>
                <a:lnTo>
                  <a:pt x="1402922" y="218724"/>
                </a:lnTo>
                <a:lnTo>
                  <a:pt x="1402446" y="219677"/>
                </a:lnTo>
                <a:lnTo>
                  <a:pt x="1401898" y="220575"/>
                </a:lnTo>
                <a:lnTo>
                  <a:pt x="1401276" y="221418"/>
                </a:lnTo>
                <a:lnTo>
                  <a:pt x="1400581" y="222207"/>
                </a:lnTo>
                <a:lnTo>
                  <a:pt x="1399813" y="222942"/>
                </a:lnTo>
                <a:lnTo>
                  <a:pt x="1398972" y="223622"/>
                </a:lnTo>
                <a:lnTo>
                  <a:pt x="1398058" y="224248"/>
                </a:lnTo>
                <a:lnTo>
                  <a:pt x="1397071" y="224820"/>
                </a:lnTo>
                <a:lnTo>
                  <a:pt x="1396010" y="225337"/>
                </a:lnTo>
                <a:lnTo>
                  <a:pt x="1394876" y="225799"/>
                </a:lnTo>
                <a:lnTo>
                  <a:pt x="1393670" y="226208"/>
                </a:lnTo>
                <a:lnTo>
                  <a:pt x="1392390" y="226561"/>
                </a:lnTo>
                <a:lnTo>
                  <a:pt x="1391037" y="226861"/>
                </a:lnTo>
                <a:lnTo>
                  <a:pt x="1389611" y="227106"/>
                </a:lnTo>
                <a:lnTo>
                  <a:pt x="1388111" y="227296"/>
                </a:lnTo>
                <a:lnTo>
                  <a:pt x="1386539" y="227432"/>
                </a:lnTo>
                <a:lnTo>
                  <a:pt x="1384893" y="227514"/>
                </a:lnTo>
                <a:lnTo>
                  <a:pt x="1383174" y="227541"/>
                </a:lnTo>
                <a:lnTo>
                  <a:pt x="1382188" y="227534"/>
                </a:lnTo>
                <a:lnTo>
                  <a:pt x="1381228" y="227513"/>
                </a:lnTo>
                <a:lnTo>
                  <a:pt x="1380295" y="227478"/>
                </a:lnTo>
                <a:lnTo>
                  <a:pt x="1379388" y="227429"/>
                </a:lnTo>
                <a:lnTo>
                  <a:pt x="1378509" y="227366"/>
                </a:lnTo>
                <a:lnTo>
                  <a:pt x="1377656" y="227289"/>
                </a:lnTo>
                <a:lnTo>
                  <a:pt x="1376830" y="227197"/>
                </a:lnTo>
                <a:lnTo>
                  <a:pt x="1376031" y="227092"/>
                </a:lnTo>
                <a:lnTo>
                  <a:pt x="1375259" y="226973"/>
                </a:lnTo>
                <a:lnTo>
                  <a:pt x="1374513" y="226840"/>
                </a:lnTo>
                <a:lnTo>
                  <a:pt x="1373794" y="226692"/>
                </a:lnTo>
                <a:lnTo>
                  <a:pt x="1373102" y="226531"/>
                </a:lnTo>
                <a:lnTo>
                  <a:pt x="1372437" y="226356"/>
                </a:lnTo>
                <a:lnTo>
                  <a:pt x="1371799" y="226166"/>
                </a:lnTo>
                <a:lnTo>
                  <a:pt x="1371187" y="225963"/>
                </a:lnTo>
                <a:lnTo>
                  <a:pt x="1370602" y="225745"/>
                </a:lnTo>
                <a:lnTo>
                  <a:pt x="1370044" y="225514"/>
                </a:lnTo>
                <a:lnTo>
                  <a:pt x="1369513" y="225269"/>
                </a:lnTo>
                <a:lnTo>
                  <a:pt x="1369008" y="225009"/>
                </a:lnTo>
                <a:lnTo>
                  <a:pt x="1368530" y="224735"/>
                </a:lnTo>
                <a:lnTo>
                  <a:pt x="1368079" y="224448"/>
                </a:lnTo>
                <a:lnTo>
                  <a:pt x="1367655" y="224146"/>
                </a:lnTo>
                <a:lnTo>
                  <a:pt x="1367258" y="223831"/>
                </a:lnTo>
                <a:lnTo>
                  <a:pt x="1366887" y="223501"/>
                </a:lnTo>
                <a:lnTo>
                  <a:pt x="1366537" y="223155"/>
                </a:lnTo>
                <a:lnTo>
                  <a:pt x="1366202" y="222791"/>
                </a:lnTo>
                <a:lnTo>
                  <a:pt x="1365882" y="222409"/>
                </a:lnTo>
                <a:lnTo>
                  <a:pt x="1365577" y="222008"/>
                </a:lnTo>
                <a:lnTo>
                  <a:pt x="1365287" y="221589"/>
                </a:lnTo>
                <a:lnTo>
                  <a:pt x="1365012" y="221152"/>
                </a:lnTo>
                <a:lnTo>
                  <a:pt x="1364751" y="220696"/>
                </a:lnTo>
                <a:lnTo>
                  <a:pt x="1364506" y="220222"/>
                </a:lnTo>
                <a:lnTo>
                  <a:pt x="1364275" y="219730"/>
                </a:lnTo>
                <a:lnTo>
                  <a:pt x="1364059" y="219219"/>
                </a:lnTo>
                <a:lnTo>
                  <a:pt x="1363858" y="218691"/>
                </a:lnTo>
                <a:lnTo>
                  <a:pt x="1363672" y="218143"/>
                </a:lnTo>
                <a:lnTo>
                  <a:pt x="1363501" y="217578"/>
                </a:lnTo>
                <a:lnTo>
                  <a:pt x="1363345" y="216994"/>
                </a:lnTo>
                <a:lnTo>
                  <a:pt x="1363203" y="216392"/>
                </a:lnTo>
                <a:lnTo>
                  <a:pt x="1363077" y="215772"/>
                </a:lnTo>
                <a:lnTo>
                  <a:pt x="1362965" y="215134"/>
                </a:lnTo>
                <a:lnTo>
                  <a:pt x="1362868" y="214477"/>
                </a:lnTo>
                <a:lnTo>
                  <a:pt x="1362786" y="213801"/>
                </a:lnTo>
                <a:lnTo>
                  <a:pt x="1362719" y="213108"/>
                </a:lnTo>
                <a:lnTo>
                  <a:pt x="1362667" y="212396"/>
                </a:lnTo>
                <a:lnTo>
                  <a:pt x="1362630" y="211666"/>
                </a:lnTo>
                <a:lnTo>
                  <a:pt x="1362608" y="210918"/>
                </a:lnTo>
                <a:lnTo>
                  <a:pt x="1362600" y="210151"/>
                </a:lnTo>
                <a:lnTo>
                  <a:pt x="1329779" y="210151"/>
                </a:lnTo>
                <a:lnTo>
                  <a:pt x="1329799" y="211848"/>
                </a:lnTo>
                <a:lnTo>
                  <a:pt x="1329859" y="213510"/>
                </a:lnTo>
                <a:lnTo>
                  <a:pt x="1329959" y="215138"/>
                </a:lnTo>
                <a:lnTo>
                  <a:pt x="1330099" y="216730"/>
                </a:lnTo>
                <a:lnTo>
                  <a:pt x="1330279" y="218288"/>
                </a:lnTo>
                <a:lnTo>
                  <a:pt x="1330498" y="219811"/>
                </a:lnTo>
                <a:lnTo>
                  <a:pt x="1330758" y="221298"/>
                </a:lnTo>
                <a:lnTo>
                  <a:pt x="1331058" y="222751"/>
                </a:lnTo>
                <a:lnTo>
                  <a:pt x="1331398" y="224170"/>
                </a:lnTo>
                <a:lnTo>
                  <a:pt x="1331777" y="225553"/>
                </a:lnTo>
                <a:lnTo>
                  <a:pt x="1332197" y="226901"/>
                </a:lnTo>
                <a:lnTo>
                  <a:pt x="1332657" y="228215"/>
                </a:lnTo>
                <a:lnTo>
                  <a:pt x="1333156" y="229493"/>
                </a:lnTo>
                <a:lnTo>
                  <a:pt x="1333696" y="230737"/>
                </a:lnTo>
                <a:lnTo>
                  <a:pt x="1334275" y="231946"/>
                </a:lnTo>
                <a:lnTo>
                  <a:pt x="1334895" y="233120"/>
                </a:lnTo>
                <a:lnTo>
                  <a:pt x="1335554" y="234259"/>
                </a:lnTo>
                <a:lnTo>
                  <a:pt x="1336254" y="235364"/>
                </a:lnTo>
                <a:lnTo>
                  <a:pt x="1336993" y="236433"/>
                </a:lnTo>
                <a:lnTo>
                  <a:pt x="1337773" y="237468"/>
                </a:lnTo>
                <a:lnTo>
                  <a:pt x="1338592" y="238467"/>
                </a:lnTo>
                <a:lnTo>
                  <a:pt x="1339451" y="239432"/>
                </a:lnTo>
                <a:lnTo>
                  <a:pt x="1340351" y="240362"/>
                </a:lnTo>
                <a:lnTo>
                  <a:pt x="1341290" y="241257"/>
                </a:lnTo>
                <a:lnTo>
                  <a:pt x="1342282" y="242116"/>
                </a:lnTo>
                <a:lnTo>
                  <a:pt x="1343338" y="242939"/>
                </a:lnTo>
                <a:lnTo>
                  <a:pt x="1344459" y="243726"/>
                </a:lnTo>
                <a:lnTo>
                  <a:pt x="1345644" y="244475"/>
                </a:lnTo>
                <a:lnTo>
                  <a:pt x="1346894" y="245188"/>
                </a:lnTo>
                <a:lnTo>
                  <a:pt x="1348209" y="245865"/>
                </a:lnTo>
                <a:lnTo>
                  <a:pt x="1349588" y="246505"/>
                </a:lnTo>
                <a:lnTo>
                  <a:pt x="1351032" y="247108"/>
                </a:lnTo>
                <a:lnTo>
                  <a:pt x="1352541" y="247675"/>
                </a:lnTo>
                <a:lnTo>
                  <a:pt x="1354114" y="248205"/>
                </a:lnTo>
                <a:lnTo>
                  <a:pt x="1355752" y="248699"/>
                </a:lnTo>
                <a:lnTo>
                  <a:pt x="1357455" y="249156"/>
                </a:lnTo>
                <a:lnTo>
                  <a:pt x="1359222" y="249577"/>
                </a:lnTo>
                <a:lnTo>
                  <a:pt x="1361054" y="249961"/>
                </a:lnTo>
                <a:lnTo>
                  <a:pt x="1362951" y="250308"/>
                </a:lnTo>
                <a:lnTo>
                  <a:pt x="1364912" y="250619"/>
                </a:lnTo>
                <a:lnTo>
                  <a:pt x="1366937" y="250893"/>
                </a:lnTo>
                <a:lnTo>
                  <a:pt x="1369028" y="251131"/>
                </a:lnTo>
                <a:lnTo>
                  <a:pt x="1371183" y="251332"/>
                </a:lnTo>
                <a:lnTo>
                  <a:pt x="1373403" y="251496"/>
                </a:lnTo>
                <a:lnTo>
                  <a:pt x="1375687" y="251624"/>
                </a:lnTo>
                <a:lnTo>
                  <a:pt x="1378036" y="251716"/>
                </a:lnTo>
                <a:lnTo>
                  <a:pt x="1380450" y="251771"/>
                </a:lnTo>
                <a:lnTo>
                  <a:pt x="1382928" y="251789"/>
                </a:lnTo>
                <a:lnTo>
                  <a:pt x="1385232" y="251769"/>
                </a:lnTo>
                <a:lnTo>
                  <a:pt x="1387492" y="251708"/>
                </a:lnTo>
                <a:lnTo>
                  <a:pt x="1389707" y="251607"/>
                </a:lnTo>
                <a:lnTo>
                  <a:pt x="1391878" y="251466"/>
                </a:lnTo>
                <a:lnTo>
                  <a:pt x="1394004" y="251284"/>
                </a:lnTo>
                <a:lnTo>
                  <a:pt x="1396085" y="251062"/>
                </a:lnTo>
                <a:lnTo>
                  <a:pt x="1398121" y="250799"/>
                </a:lnTo>
                <a:lnTo>
                  <a:pt x="1400113" y="250496"/>
                </a:lnTo>
                <a:lnTo>
                  <a:pt x="1402061" y="250153"/>
                </a:lnTo>
                <a:lnTo>
                  <a:pt x="1403963" y="249769"/>
                </a:lnTo>
                <a:lnTo>
                  <a:pt x="1405821" y="249345"/>
                </a:lnTo>
                <a:lnTo>
                  <a:pt x="1407634" y="248880"/>
                </a:lnTo>
                <a:lnTo>
                  <a:pt x="1409403" y="248375"/>
                </a:lnTo>
                <a:lnTo>
                  <a:pt x="1411127" y="247830"/>
                </a:lnTo>
                <a:lnTo>
                  <a:pt x="1412806" y="247244"/>
                </a:lnTo>
                <a:lnTo>
                  <a:pt x="1414441" y="246618"/>
                </a:lnTo>
                <a:lnTo>
                  <a:pt x="1416031" y="245952"/>
                </a:lnTo>
                <a:lnTo>
                  <a:pt x="1417576" y="245245"/>
                </a:lnTo>
                <a:lnTo>
                  <a:pt x="1419077" y="244497"/>
                </a:lnTo>
                <a:lnTo>
                  <a:pt x="1420533" y="243710"/>
                </a:lnTo>
                <a:lnTo>
                  <a:pt x="1421945" y="242881"/>
                </a:lnTo>
                <a:lnTo>
                  <a:pt x="1423311" y="242013"/>
                </a:lnTo>
                <a:lnTo>
                  <a:pt x="1424634" y="241104"/>
                </a:lnTo>
                <a:lnTo>
                  <a:pt x="1425911" y="240155"/>
                </a:lnTo>
                <a:lnTo>
                  <a:pt x="1427140" y="239172"/>
                </a:lnTo>
                <a:lnTo>
                  <a:pt x="1428317" y="238163"/>
                </a:lnTo>
                <a:lnTo>
                  <a:pt x="1429442" y="237126"/>
                </a:lnTo>
                <a:lnTo>
                  <a:pt x="1430514" y="236063"/>
                </a:lnTo>
                <a:lnTo>
                  <a:pt x="1431534" y="234973"/>
                </a:lnTo>
                <a:lnTo>
                  <a:pt x="1432502" y="233857"/>
                </a:lnTo>
                <a:lnTo>
                  <a:pt x="1433417" y="232713"/>
                </a:lnTo>
                <a:lnTo>
                  <a:pt x="1434281" y="231543"/>
                </a:lnTo>
                <a:lnTo>
                  <a:pt x="1435091" y="230346"/>
                </a:lnTo>
                <a:lnTo>
                  <a:pt x="1435850" y="229122"/>
                </a:lnTo>
                <a:lnTo>
                  <a:pt x="1436556" y="227871"/>
                </a:lnTo>
                <a:lnTo>
                  <a:pt x="1437210" y="226594"/>
                </a:lnTo>
                <a:lnTo>
                  <a:pt x="1437812" y="225289"/>
                </a:lnTo>
                <a:lnTo>
                  <a:pt x="1438361" y="223958"/>
                </a:lnTo>
                <a:lnTo>
                  <a:pt x="1438858" y="222600"/>
                </a:lnTo>
                <a:lnTo>
                  <a:pt x="1439302" y="221215"/>
                </a:lnTo>
                <a:lnTo>
                  <a:pt x="1439695" y="219804"/>
                </a:lnTo>
                <a:lnTo>
                  <a:pt x="1440035" y="218365"/>
                </a:lnTo>
                <a:lnTo>
                  <a:pt x="1440322" y="216900"/>
                </a:lnTo>
                <a:lnTo>
                  <a:pt x="1440558" y="215408"/>
                </a:lnTo>
                <a:lnTo>
                  <a:pt x="1440741" y="213889"/>
                </a:lnTo>
                <a:lnTo>
                  <a:pt x="1440872" y="212344"/>
                </a:lnTo>
                <a:lnTo>
                  <a:pt x="1440950" y="210771"/>
                </a:lnTo>
                <a:lnTo>
                  <a:pt x="1440976" y="209172"/>
                </a:lnTo>
                <a:lnTo>
                  <a:pt x="1440956" y="207835"/>
                </a:lnTo>
                <a:lnTo>
                  <a:pt x="1440894" y="206519"/>
                </a:lnTo>
                <a:lnTo>
                  <a:pt x="1440791" y="205223"/>
                </a:lnTo>
                <a:lnTo>
                  <a:pt x="1440646" y="203947"/>
                </a:lnTo>
                <a:lnTo>
                  <a:pt x="1440461" y="202692"/>
                </a:lnTo>
                <a:lnTo>
                  <a:pt x="1440234" y="201457"/>
                </a:lnTo>
                <a:lnTo>
                  <a:pt x="1439966" y="200243"/>
                </a:lnTo>
                <a:lnTo>
                  <a:pt x="1439656" y="199049"/>
                </a:lnTo>
                <a:lnTo>
                  <a:pt x="1439306" y="197876"/>
                </a:lnTo>
                <a:lnTo>
                  <a:pt x="1438914" y="196723"/>
                </a:lnTo>
                <a:lnTo>
                  <a:pt x="1438480" y="195590"/>
                </a:lnTo>
                <a:lnTo>
                  <a:pt x="1438006" y="194478"/>
                </a:lnTo>
                <a:lnTo>
                  <a:pt x="1437490" y="193386"/>
                </a:lnTo>
                <a:lnTo>
                  <a:pt x="1436933" y="192314"/>
                </a:lnTo>
                <a:lnTo>
                  <a:pt x="1436335" y="191263"/>
                </a:lnTo>
                <a:lnTo>
                  <a:pt x="1435696" y="190233"/>
                </a:lnTo>
                <a:lnTo>
                  <a:pt x="1435015" y="189223"/>
                </a:lnTo>
                <a:lnTo>
                  <a:pt x="1434293" y="188233"/>
                </a:lnTo>
                <a:lnTo>
                  <a:pt x="1433530" y="187263"/>
                </a:lnTo>
                <a:lnTo>
                  <a:pt x="1432726" y="186314"/>
                </a:lnTo>
                <a:lnTo>
                  <a:pt x="1431880" y="185386"/>
                </a:lnTo>
                <a:lnTo>
                  <a:pt x="1430993" y="184478"/>
                </a:lnTo>
                <a:lnTo>
                  <a:pt x="1430065" y="183590"/>
                </a:lnTo>
                <a:lnTo>
                  <a:pt x="1429095" y="182723"/>
                </a:lnTo>
                <a:lnTo>
                  <a:pt x="1428090" y="181883"/>
                </a:lnTo>
                <a:lnTo>
                  <a:pt x="1427052" y="181079"/>
                </a:lnTo>
                <a:lnTo>
                  <a:pt x="1425982" y="180311"/>
                </a:lnTo>
                <a:lnTo>
                  <a:pt x="1424881" y="179579"/>
                </a:lnTo>
                <a:lnTo>
                  <a:pt x="1423748" y="178882"/>
                </a:lnTo>
                <a:lnTo>
                  <a:pt x="1422582" y="178221"/>
                </a:lnTo>
                <a:lnTo>
                  <a:pt x="1421385" y="177596"/>
                </a:lnTo>
                <a:lnTo>
                  <a:pt x="1420156" y="177007"/>
                </a:lnTo>
                <a:lnTo>
                  <a:pt x="1418895" y="176453"/>
                </a:lnTo>
                <a:lnTo>
                  <a:pt x="1417603" y="175935"/>
                </a:lnTo>
                <a:lnTo>
                  <a:pt x="1416278" y="175453"/>
                </a:lnTo>
                <a:lnTo>
                  <a:pt x="1414921" y="175006"/>
                </a:lnTo>
                <a:lnTo>
                  <a:pt x="1413533" y="174595"/>
                </a:lnTo>
                <a:lnTo>
                  <a:pt x="1412112" y="174220"/>
                </a:lnTo>
                <a:lnTo>
                  <a:pt x="1410660" y="173881"/>
                </a:lnTo>
                <a:lnTo>
                  <a:pt x="1409176" y="173577"/>
                </a:lnTo>
                <a:lnTo>
                  <a:pt x="1407660" y="173309"/>
                </a:lnTo>
                <a:lnTo>
                  <a:pt x="1406112" y="173077"/>
                </a:lnTo>
                <a:lnTo>
                  <a:pt x="1404532" y="172880"/>
                </a:lnTo>
                <a:lnTo>
                  <a:pt x="1402920" y="172720"/>
                </a:lnTo>
                <a:lnTo>
                  <a:pt x="1401277" y="172595"/>
                </a:lnTo>
                <a:lnTo>
                  <a:pt x="1399601" y="172505"/>
                </a:lnTo>
                <a:lnTo>
                  <a:pt x="1397894" y="172452"/>
                </a:lnTo>
                <a:lnTo>
                  <a:pt x="1396154" y="172434"/>
                </a:lnTo>
                <a:lnTo>
                  <a:pt x="1382928" y="172434"/>
                </a:lnTo>
                <a:lnTo>
                  <a:pt x="1382364" y="172430"/>
                </a:lnTo>
                <a:lnTo>
                  <a:pt x="1381815" y="172419"/>
                </a:lnTo>
                <a:lnTo>
                  <a:pt x="1381280" y="172399"/>
                </a:lnTo>
                <a:lnTo>
                  <a:pt x="1380761" y="172373"/>
                </a:lnTo>
                <a:lnTo>
                  <a:pt x="1380256" y="172338"/>
                </a:lnTo>
                <a:lnTo>
                  <a:pt x="1379767" y="172296"/>
                </a:lnTo>
                <a:lnTo>
                  <a:pt x="1379292" y="172246"/>
                </a:lnTo>
                <a:lnTo>
                  <a:pt x="1378832" y="172189"/>
                </a:lnTo>
                <a:lnTo>
                  <a:pt x="1378387" y="172124"/>
                </a:lnTo>
                <a:lnTo>
                  <a:pt x="1377957" y="172051"/>
                </a:lnTo>
                <a:lnTo>
                  <a:pt x="1377542" y="171971"/>
                </a:lnTo>
                <a:lnTo>
                  <a:pt x="1377141" y="171883"/>
                </a:lnTo>
                <a:lnTo>
                  <a:pt x="1376756" y="171787"/>
                </a:lnTo>
                <a:lnTo>
                  <a:pt x="1376385" y="171684"/>
                </a:lnTo>
                <a:lnTo>
                  <a:pt x="1376030" y="171572"/>
                </a:lnTo>
                <a:lnTo>
                  <a:pt x="1375689" y="171454"/>
                </a:lnTo>
                <a:lnTo>
                  <a:pt x="1375363" y="171327"/>
                </a:lnTo>
                <a:lnTo>
                  <a:pt x="1375052" y="171193"/>
                </a:lnTo>
                <a:lnTo>
                  <a:pt x="1374756" y="171052"/>
                </a:lnTo>
                <a:lnTo>
                  <a:pt x="1374475" y="170903"/>
                </a:lnTo>
                <a:lnTo>
                  <a:pt x="1374208" y="170746"/>
                </a:lnTo>
                <a:lnTo>
                  <a:pt x="1373957" y="170581"/>
                </a:lnTo>
                <a:lnTo>
                  <a:pt x="1373720" y="170409"/>
                </a:lnTo>
                <a:lnTo>
                  <a:pt x="1373498" y="170229"/>
                </a:lnTo>
                <a:lnTo>
                  <a:pt x="1373289" y="170042"/>
                </a:lnTo>
                <a:lnTo>
                  <a:pt x="1373088" y="169848"/>
                </a:lnTo>
                <a:lnTo>
                  <a:pt x="1372896" y="169647"/>
                </a:lnTo>
                <a:lnTo>
                  <a:pt x="1372713" y="169439"/>
                </a:lnTo>
                <a:lnTo>
                  <a:pt x="1372539" y="169225"/>
                </a:lnTo>
                <a:lnTo>
                  <a:pt x="1372373" y="169004"/>
                </a:lnTo>
                <a:lnTo>
                  <a:pt x="1372217" y="168776"/>
                </a:lnTo>
                <a:lnTo>
                  <a:pt x="1372070" y="168541"/>
                </a:lnTo>
                <a:lnTo>
                  <a:pt x="1371932" y="168300"/>
                </a:lnTo>
                <a:lnTo>
                  <a:pt x="1371802" y="168051"/>
                </a:lnTo>
                <a:lnTo>
                  <a:pt x="1371682" y="167796"/>
                </a:lnTo>
                <a:lnTo>
                  <a:pt x="1371570" y="167534"/>
                </a:lnTo>
                <a:lnTo>
                  <a:pt x="1371467" y="167265"/>
                </a:lnTo>
                <a:lnTo>
                  <a:pt x="1371374" y="166990"/>
                </a:lnTo>
                <a:lnTo>
                  <a:pt x="1371289" y="166708"/>
                </a:lnTo>
                <a:lnTo>
                  <a:pt x="1371213" y="166418"/>
                </a:lnTo>
                <a:lnTo>
                  <a:pt x="1371146" y="166122"/>
                </a:lnTo>
                <a:lnTo>
                  <a:pt x="1371088" y="165820"/>
                </a:lnTo>
                <a:lnTo>
                  <a:pt x="1371039" y="165510"/>
                </a:lnTo>
                <a:lnTo>
                  <a:pt x="1370999" y="165194"/>
                </a:lnTo>
                <a:lnTo>
                  <a:pt x="1370967" y="164871"/>
                </a:lnTo>
                <a:lnTo>
                  <a:pt x="1370945" y="164541"/>
                </a:lnTo>
                <a:lnTo>
                  <a:pt x="1370932" y="164204"/>
                </a:lnTo>
                <a:lnTo>
                  <a:pt x="1370927" y="163860"/>
                </a:lnTo>
                <a:lnTo>
                  <a:pt x="1370934" y="163396"/>
                </a:lnTo>
                <a:lnTo>
                  <a:pt x="1370954" y="162942"/>
                </a:lnTo>
                <a:lnTo>
                  <a:pt x="1370988" y="162498"/>
                </a:lnTo>
                <a:lnTo>
                  <a:pt x="1371036" y="162065"/>
                </a:lnTo>
                <a:lnTo>
                  <a:pt x="1371097" y="161641"/>
                </a:lnTo>
                <a:lnTo>
                  <a:pt x="1371172" y="161228"/>
                </a:lnTo>
                <a:lnTo>
                  <a:pt x="1371261" y="160825"/>
                </a:lnTo>
                <a:lnTo>
                  <a:pt x="1371363" y="160432"/>
                </a:lnTo>
                <a:lnTo>
                  <a:pt x="1371478" y="160049"/>
                </a:lnTo>
                <a:lnTo>
                  <a:pt x="1371608" y="159677"/>
                </a:lnTo>
                <a:lnTo>
                  <a:pt x="1371751" y="159315"/>
                </a:lnTo>
                <a:lnTo>
                  <a:pt x="1371907" y="158963"/>
                </a:lnTo>
                <a:lnTo>
                  <a:pt x="1372077" y="158621"/>
                </a:lnTo>
                <a:lnTo>
                  <a:pt x="1372261" y="158289"/>
                </a:lnTo>
                <a:lnTo>
                  <a:pt x="1372459" y="157968"/>
                </a:lnTo>
                <a:lnTo>
                  <a:pt x="1372670" y="157656"/>
                </a:lnTo>
                <a:lnTo>
                  <a:pt x="1372894" y="157355"/>
                </a:lnTo>
                <a:lnTo>
                  <a:pt x="1373132" y="157064"/>
                </a:lnTo>
                <a:lnTo>
                  <a:pt x="1373384" y="156784"/>
                </a:lnTo>
                <a:lnTo>
                  <a:pt x="1373650" y="156513"/>
                </a:lnTo>
                <a:lnTo>
                  <a:pt x="1373929" y="156253"/>
                </a:lnTo>
                <a:lnTo>
                  <a:pt x="1374221" y="156003"/>
                </a:lnTo>
                <a:lnTo>
                  <a:pt x="1374528" y="155763"/>
                </a:lnTo>
                <a:lnTo>
                  <a:pt x="1374848" y="155534"/>
                </a:lnTo>
                <a:lnTo>
                  <a:pt x="1375259" y="155653"/>
                </a:lnTo>
                <a:lnTo>
                  <a:pt x="1375677" y="155768"/>
                </a:lnTo>
                <a:lnTo>
                  <a:pt x="1376102" y="155878"/>
                </a:lnTo>
                <a:lnTo>
                  <a:pt x="1376534" y="155982"/>
                </a:lnTo>
                <a:lnTo>
                  <a:pt x="1376973" y="156082"/>
                </a:lnTo>
                <a:lnTo>
                  <a:pt x="1377418" y="156176"/>
                </a:lnTo>
                <a:lnTo>
                  <a:pt x="1377870" y="156265"/>
                </a:lnTo>
                <a:lnTo>
                  <a:pt x="1378330" y="156350"/>
                </a:lnTo>
                <a:lnTo>
                  <a:pt x="1378795" y="156429"/>
                </a:lnTo>
                <a:lnTo>
                  <a:pt x="1379268" y="156503"/>
                </a:lnTo>
                <a:lnTo>
                  <a:pt x="1379748" y="156571"/>
                </a:lnTo>
                <a:lnTo>
                  <a:pt x="1380234" y="156635"/>
                </a:lnTo>
                <a:lnTo>
                  <a:pt x="1380727" y="156694"/>
                </a:lnTo>
                <a:lnTo>
                  <a:pt x="1381227" y="156747"/>
                </a:lnTo>
                <a:lnTo>
                  <a:pt x="1381734" y="156796"/>
                </a:lnTo>
                <a:lnTo>
                  <a:pt x="1382248" y="156839"/>
                </a:lnTo>
                <a:lnTo>
                  <a:pt x="1382768" y="156877"/>
                </a:lnTo>
                <a:lnTo>
                  <a:pt x="1383295" y="156911"/>
                </a:lnTo>
                <a:lnTo>
                  <a:pt x="1383829" y="156939"/>
                </a:lnTo>
                <a:lnTo>
                  <a:pt x="1384370" y="156962"/>
                </a:lnTo>
                <a:lnTo>
                  <a:pt x="1384918" y="156979"/>
                </a:lnTo>
                <a:lnTo>
                  <a:pt x="1385472" y="156992"/>
                </a:lnTo>
                <a:lnTo>
                  <a:pt x="1386033" y="157000"/>
                </a:lnTo>
                <a:lnTo>
                  <a:pt x="1386602" y="157002"/>
                </a:lnTo>
                <a:lnTo>
                  <a:pt x="1388402" y="156981"/>
                </a:lnTo>
                <a:lnTo>
                  <a:pt x="1390171" y="156919"/>
                </a:lnTo>
                <a:lnTo>
                  <a:pt x="1391908" y="156815"/>
                </a:lnTo>
                <a:lnTo>
                  <a:pt x="1393613" y="156669"/>
                </a:lnTo>
                <a:lnTo>
                  <a:pt x="1395286" y="156481"/>
                </a:lnTo>
                <a:lnTo>
                  <a:pt x="1396927" y="156252"/>
                </a:lnTo>
                <a:lnTo>
                  <a:pt x="1398537" y="155981"/>
                </a:lnTo>
                <a:lnTo>
                  <a:pt x="1400114" y="155669"/>
                </a:lnTo>
                <a:lnTo>
                  <a:pt x="1401660" y="155315"/>
                </a:lnTo>
                <a:lnTo>
                  <a:pt x="1403173" y="154919"/>
                </a:lnTo>
                <a:lnTo>
                  <a:pt x="1404655" y="154481"/>
                </a:lnTo>
                <a:lnTo>
                  <a:pt x="1406105" y="154002"/>
                </a:lnTo>
                <a:lnTo>
                  <a:pt x="1407523" y="153481"/>
                </a:lnTo>
                <a:lnTo>
                  <a:pt x="1408909" y="152919"/>
                </a:lnTo>
                <a:lnTo>
                  <a:pt x="1410263" y="152315"/>
                </a:lnTo>
                <a:lnTo>
                  <a:pt x="1411585" y="151669"/>
                </a:lnTo>
                <a:lnTo>
                  <a:pt x="1412876" y="150981"/>
                </a:lnTo>
                <a:lnTo>
                  <a:pt x="1414134" y="150252"/>
                </a:lnTo>
                <a:lnTo>
                  <a:pt x="1415361" y="149481"/>
                </a:lnTo>
                <a:lnTo>
                  <a:pt x="1416555" y="148669"/>
                </a:lnTo>
                <a:lnTo>
                  <a:pt x="1417718" y="147814"/>
                </a:lnTo>
                <a:lnTo>
                  <a:pt x="1418849" y="146918"/>
                </a:lnTo>
                <a:lnTo>
                  <a:pt x="1419948" y="145981"/>
                </a:lnTo>
                <a:lnTo>
                  <a:pt x="1421015" y="145002"/>
                </a:lnTo>
                <a:lnTo>
                  <a:pt x="1422044" y="143989"/>
                </a:lnTo>
                <a:lnTo>
                  <a:pt x="1423030" y="142950"/>
                </a:lnTo>
                <a:lnTo>
                  <a:pt x="1423971" y="141886"/>
                </a:lnTo>
                <a:lnTo>
                  <a:pt x="1424869" y="140796"/>
                </a:lnTo>
                <a:lnTo>
                  <a:pt x="1425723" y="139681"/>
                </a:lnTo>
                <a:lnTo>
                  <a:pt x="1426534" y="138541"/>
                </a:lnTo>
                <a:lnTo>
                  <a:pt x="1427300" y="137374"/>
                </a:lnTo>
                <a:lnTo>
                  <a:pt x="1428023" y="136183"/>
                </a:lnTo>
                <a:lnTo>
                  <a:pt x="1428701" y="134966"/>
                </a:lnTo>
                <a:lnTo>
                  <a:pt x="1429337" y="133723"/>
                </a:lnTo>
                <a:lnTo>
                  <a:pt x="1429928" y="132455"/>
                </a:lnTo>
                <a:lnTo>
                  <a:pt x="1430475" y="131161"/>
                </a:lnTo>
                <a:lnTo>
                  <a:pt x="1430979" y="129842"/>
                </a:lnTo>
                <a:lnTo>
                  <a:pt x="1431439" y="128498"/>
                </a:lnTo>
                <a:lnTo>
                  <a:pt x="1431855" y="127128"/>
                </a:lnTo>
                <a:lnTo>
                  <a:pt x="1432227" y="125732"/>
                </a:lnTo>
                <a:lnTo>
                  <a:pt x="1432556" y="124311"/>
                </a:lnTo>
                <a:lnTo>
                  <a:pt x="1432840" y="122864"/>
                </a:lnTo>
                <a:lnTo>
                  <a:pt x="1433081" y="121392"/>
                </a:lnTo>
                <a:lnTo>
                  <a:pt x="1433278" y="119894"/>
                </a:lnTo>
                <a:lnTo>
                  <a:pt x="1433432" y="118371"/>
                </a:lnTo>
                <a:lnTo>
                  <a:pt x="1433541" y="116823"/>
                </a:lnTo>
                <a:lnTo>
                  <a:pt x="1433607" y="115249"/>
                </a:lnTo>
                <a:lnTo>
                  <a:pt x="1433629" y="113649"/>
                </a:lnTo>
                <a:lnTo>
                  <a:pt x="1433620" y="112616"/>
                </a:lnTo>
                <a:lnTo>
                  <a:pt x="1433593" y="111597"/>
                </a:lnTo>
                <a:lnTo>
                  <a:pt x="1433548" y="110593"/>
                </a:lnTo>
                <a:lnTo>
                  <a:pt x="1433486" y="109605"/>
                </a:lnTo>
                <a:lnTo>
                  <a:pt x="1433405" y="108631"/>
                </a:lnTo>
                <a:lnTo>
                  <a:pt x="1433307" y="107672"/>
                </a:lnTo>
                <a:lnTo>
                  <a:pt x="1433191" y="106728"/>
                </a:lnTo>
                <a:lnTo>
                  <a:pt x="1433057" y="105799"/>
                </a:lnTo>
                <a:lnTo>
                  <a:pt x="1432905" y="104884"/>
                </a:lnTo>
                <a:lnTo>
                  <a:pt x="1432736" y="103985"/>
                </a:lnTo>
                <a:lnTo>
                  <a:pt x="1432548" y="103100"/>
                </a:lnTo>
                <a:lnTo>
                  <a:pt x="1432343" y="102231"/>
                </a:lnTo>
                <a:lnTo>
                  <a:pt x="1432120" y="101376"/>
                </a:lnTo>
                <a:lnTo>
                  <a:pt x="1431879" y="100536"/>
                </a:lnTo>
                <a:lnTo>
                  <a:pt x="1431620" y="99711"/>
                </a:lnTo>
                <a:lnTo>
                  <a:pt x="1431343" y="98901"/>
                </a:lnTo>
                <a:lnTo>
                  <a:pt x="1431048" y="98105"/>
                </a:lnTo>
                <a:lnTo>
                  <a:pt x="1430736" y="97325"/>
                </a:lnTo>
                <a:lnTo>
                  <a:pt x="1430406" y="96560"/>
                </a:lnTo>
                <a:lnTo>
                  <a:pt x="1430057" y="95809"/>
                </a:lnTo>
                <a:lnTo>
                  <a:pt x="1429691" y="95073"/>
                </a:lnTo>
                <a:lnTo>
                  <a:pt x="1429307" y="94352"/>
                </a:lnTo>
                <a:lnTo>
                  <a:pt x="1428906" y="93646"/>
                </a:lnTo>
                <a:lnTo>
                  <a:pt x="1428486" y="92955"/>
                </a:lnTo>
                <a:lnTo>
                  <a:pt x="1428048" y="92277"/>
                </a:lnTo>
                <a:lnTo>
                  <a:pt x="1427590" y="91610"/>
                </a:lnTo>
                <a:lnTo>
                  <a:pt x="1427112" y="90955"/>
                </a:lnTo>
                <a:lnTo>
                  <a:pt x="1426615" y="90311"/>
                </a:lnTo>
                <a:lnTo>
                  <a:pt x="1426099" y="89679"/>
                </a:lnTo>
                <a:lnTo>
                  <a:pt x="1425563" y="89058"/>
                </a:lnTo>
                <a:lnTo>
                  <a:pt x="1425007" y="88449"/>
                </a:lnTo>
                <a:lnTo>
                  <a:pt x="1424431" y="87851"/>
                </a:lnTo>
                <a:lnTo>
                  <a:pt x="1423837" y="87265"/>
                </a:lnTo>
                <a:lnTo>
                  <a:pt x="1423222" y="86690"/>
                </a:lnTo>
                <a:lnTo>
                  <a:pt x="1422588" y="86127"/>
                </a:lnTo>
                <a:lnTo>
                  <a:pt x="1421934" y="85575"/>
                </a:lnTo>
                <a:lnTo>
                  <a:pt x="1421261" y="85035"/>
                </a:lnTo>
                <a:lnTo>
                  <a:pt x="1420569" y="84506"/>
                </a:lnTo>
                <a:lnTo>
                  <a:pt x="1419856" y="83988"/>
                </a:lnTo>
                <a:lnTo>
                  <a:pt x="1419124" y="83482"/>
                </a:lnTo>
                <a:lnTo>
                  <a:pt x="1418373" y="82988"/>
                </a:lnTo>
                <a:lnTo>
                  <a:pt x="1417602" y="82505"/>
                </a:lnTo>
                <a:lnTo>
                  <a:pt x="1416811" y="82034"/>
                </a:lnTo>
                <a:lnTo>
                  <a:pt x="1416001" y="81574"/>
                </a:lnTo>
                <a:lnTo>
                  <a:pt x="1415172" y="81125"/>
                </a:lnTo>
                <a:lnTo>
                  <a:pt x="1414322" y="80688"/>
                </a:lnTo>
                <a:lnTo>
                  <a:pt x="1413453" y="80263"/>
                </a:lnTo>
                <a:lnTo>
                  <a:pt x="1412565" y="79848"/>
                </a:lnTo>
                <a:lnTo>
                  <a:pt x="1414320" y="79840"/>
                </a:lnTo>
                <a:lnTo>
                  <a:pt x="1416032" y="79814"/>
                </a:lnTo>
                <a:lnTo>
                  <a:pt x="1417701" y="79772"/>
                </a:lnTo>
                <a:lnTo>
                  <a:pt x="1419328" y="79712"/>
                </a:lnTo>
                <a:lnTo>
                  <a:pt x="1420913" y="79636"/>
                </a:lnTo>
                <a:lnTo>
                  <a:pt x="1422455" y="79542"/>
                </a:lnTo>
                <a:lnTo>
                  <a:pt x="1423954" y="79432"/>
                </a:lnTo>
                <a:lnTo>
                  <a:pt x="1425411" y="79304"/>
                </a:lnTo>
                <a:lnTo>
                  <a:pt x="1426825" y="79159"/>
                </a:lnTo>
                <a:lnTo>
                  <a:pt x="1428197" y="78998"/>
                </a:lnTo>
                <a:lnTo>
                  <a:pt x="1429527" y="78819"/>
                </a:lnTo>
                <a:lnTo>
                  <a:pt x="1430813" y="78624"/>
                </a:lnTo>
                <a:lnTo>
                  <a:pt x="1432058" y="78411"/>
                </a:lnTo>
                <a:lnTo>
                  <a:pt x="1433260" y="78181"/>
                </a:lnTo>
                <a:lnTo>
                  <a:pt x="1434419" y="77935"/>
                </a:lnTo>
                <a:lnTo>
                  <a:pt x="1435536" y="77671"/>
                </a:lnTo>
                <a:lnTo>
                  <a:pt x="1436610" y="77390"/>
                </a:lnTo>
                <a:lnTo>
                  <a:pt x="1437641" y="77092"/>
                </a:lnTo>
                <a:lnTo>
                  <a:pt x="1438631" y="76778"/>
                </a:lnTo>
                <a:lnTo>
                  <a:pt x="1439577" y="76446"/>
                </a:lnTo>
                <a:lnTo>
                  <a:pt x="1440481" y="76097"/>
                </a:lnTo>
                <a:lnTo>
                  <a:pt x="1441343" y="75731"/>
                </a:lnTo>
                <a:lnTo>
                  <a:pt x="1442162" y="75349"/>
                </a:lnTo>
                <a:lnTo>
                  <a:pt x="1442938" y="74949"/>
                </a:lnTo>
                <a:lnTo>
                  <a:pt x="1433875" y="48500"/>
                </a:lnTo>
                <a:lnTo>
                  <a:pt x="1432857" y="49126"/>
                </a:lnTo>
                <a:lnTo>
                  <a:pt x="1431845" y="49739"/>
                </a:lnTo>
                <a:lnTo>
                  <a:pt x="1430838" y="50340"/>
                </a:lnTo>
                <a:lnTo>
                  <a:pt x="1429837" y="50928"/>
                </a:lnTo>
                <a:close/>
                <a:moveTo>
                  <a:pt x="1387836" y="88156"/>
                </a:moveTo>
                <a:lnTo>
                  <a:pt x="1388340" y="88254"/>
                </a:lnTo>
                <a:lnTo>
                  <a:pt x="1388831" y="88370"/>
                </a:lnTo>
                <a:lnTo>
                  <a:pt x="1389310" y="88504"/>
                </a:lnTo>
                <a:lnTo>
                  <a:pt x="1389777" y="88656"/>
                </a:lnTo>
                <a:lnTo>
                  <a:pt x="1390231" y="88825"/>
                </a:lnTo>
                <a:lnTo>
                  <a:pt x="1390673" y="89013"/>
                </a:lnTo>
                <a:lnTo>
                  <a:pt x="1391103" y="89218"/>
                </a:lnTo>
                <a:lnTo>
                  <a:pt x="1391521" y="89441"/>
                </a:lnTo>
                <a:lnTo>
                  <a:pt x="1391926" y="89682"/>
                </a:lnTo>
                <a:lnTo>
                  <a:pt x="1392318" y="89941"/>
                </a:lnTo>
                <a:lnTo>
                  <a:pt x="1392699" y="90218"/>
                </a:lnTo>
                <a:lnTo>
                  <a:pt x="1393067" y="90513"/>
                </a:lnTo>
                <a:lnTo>
                  <a:pt x="1393423" y="90825"/>
                </a:lnTo>
                <a:lnTo>
                  <a:pt x="1393766" y="91155"/>
                </a:lnTo>
                <a:lnTo>
                  <a:pt x="1394097" y="91504"/>
                </a:lnTo>
                <a:lnTo>
                  <a:pt x="1394416" y="91870"/>
                </a:lnTo>
                <a:lnTo>
                  <a:pt x="1394722" y="92254"/>
                </a:lnTo>
                <a:lnTo>
                  <a:pt x="1395017" y="92655"/>
                </a:lnTo>
                <a:lnTo>
                  <a:pt x="1395298" y="93075"/>
                </a:lnTo>
                <a:lnTo>
                  <a:pt x="1395568" y="93515"/>
                </a:lnTo>
                <a:lnTo>
                  <a:pt x="1395827" y="93978"/>
                </a:lnTo>
                <a:lnTo>
                  <a:pt x="1396074" y="94464"/>
                </a:lnTo>
                <a:lnTo>
                  <a:pt x="1396309" y="94973"/>
                </a:lnTo>
                <a:lnTo>
                  <a:pt x="1396533" y="95505"/>
                </a:lnTo>
                <a:lnTo>
                  <a:pt x="1396745" y="96060"/>
                </a:lnTo>
                <a:lnTo>
                  <a:pt x="1396946" y="96638"/>
                </a:lnTo>
                <a:lnTo>
                  <a:pt x="1397136" y="97238"/>
                </a:lnTo>
                <a:lnTo>
                  <a:pt x="1397314" y="97862"/>
                </a:lnTo>
                <a:lnTo>
                  <a:pt x="1397480" y="98509"/>
                </a:lnTo>
                <a:lnTo>
                  <a:pt x="1397636" y="99179"/>
                </a:lnTo>
                <a:lnTo>
                  <a:pt x="1397779" y="99871"/>
                </a:lnTo>
                <a:lnTo>
                  <a:pt x="1397911" y="100587"/>
                </a:lnTo>
                <a:lnTo>
                  <a:pt x="1398032" y="101326"/>
                </a:lnTo>
                <a:lnTo>
                  <a:pt x="1398141" y="102087"/>
                </a:lnTo>
                <a:lnTo>
                  <a:pt x="1398238" y="102872"/>
                </a:lnTo>
                <a:lnTo>
                  <a:pt x="1398325" y="103679"/>
                </a:lnTo>
                <a:lnTo>
                  <a:pt x="1398399" y="104510"/>
                </a:lnTo>
                <a:lnTo>
                  <a:pt x="1398462" y="105363"/>
                </a:lnTo>
                <a:lnTo>
                  <a:pt x="1398514" y="106240"/>
                </a:lnTo>
                <a:lnTo>
                  <a:pt x="1398554" y="107139"/>
                </a:lnTo>
                <a:lnTo>
                  <a:pt x="1398583" y="108062"/>
                </a:lnTo>
                <a:lnTo>
                  <a:pt x="1398600" y="109007"/>
                </a:lnTo>
                <a:lnTo>
                  <a:pt x="1398606" y="109975"/>
                </a:lnTo>
                <a:lnTo>
                  <a:pt x="1398600" y="111044"/>
                </a:lnTo>
                <a:lnTo>
                  <a:pt x="1398582" y="112085"/>
                </a:lnTo>
                <a:lnTo>
                  <a:pt x="1398552" y="113099"/>
                </a:lnTo>
                <a:lnTo>
                  <a:pt x="1398511" y="114085"/>
                </a:lnTo>
                <a:lnTo>
                  <a:pt x="1398457" y="115045"/>
                </a:lnTo>
                <a:lnTo>
                  <a:pt x="1398392" y="115977"/>
                </a:lnTo>
                <a:lnTo>
                  <a:pt x="1398314" y="116882"/>
                </a:lnTo>
                <a:lnTo>
                  <a:pt x="1398225" y="117760"/>
                </a:lnTo>
                <a:lnTo>
                  <a:pt x="1398123" y="118610"/>
                </a:lnTo>
                <a:lnTo>
                  <a:pt x="1398010" y="119434"/>
                </a:lnTo>
                <a:lnTo>
                  <a:pt x="1397885" y="120230"/>
                </a:lnTo>
                <a:lnTo>
                  <a:pt x="1397748" y="120999"/>
                </a:lnTo>
                <a:lnTo>
                  <a:pt x="1397599" y="121740"/>
                </a:lnTo>
                <a:lnTo>
                  <a:pt x="1397438" y="122455"/>
                </a:lnTo>
                <a:lnTo>
                  <a:pt x="1397266" y="123142"/>
                </a:lnTo>
                <a:lnTo>
                  <a:pt x="1397081" y="123802"/>
                </a:lnTo>
                <a:lnTo>
                  <a:pt x="1396885" y="124435"/>
                </a:lnTo>
                <a:lnTo>
                  <a:pt x="1396676" y="125040"/>
                </a:lnTo>
                <a:lnTo>
                  <a:pt x="1396456" y="125618"/>
                </a:lnTo>
                <a:lnTo>
                  <a:pt x="1396223" y="126169"/>
                </a:lnTo>
                <a:lnTo>
                  <a:pt x="1395979" y="126693"/>
                </a:lnTo>
                <a:lnTo>
                  <a:pt x="1395723" y="127190"/>
                </a:lnTo>
                <a:lnTo>
                  <a:pt x="1395455" y="127659"/>
                </a:lnTo>
                <a:lnTo>
                  <a:pt x="1395175" y="128101"/>
                </a:lnTo>
                <a:lnTo>
                  <a:pt x="1394884" y="128521"/>
                </a:lnTo>
                <a:lnTo>
                  <a:pt x="1394580" y="128923"/>
                </a:lnTo>
                <a:lnTo>
                  <a:pt x="1394265" y="129307"/>
                </a:lnTo>
                <a:lnTo>
                  <a:pt x="1393937" y="129673"/>
                </a:lnTo>
                <a:lnTo>
                  <a:pt x="1393598" y="130021"/>
                </a:lnTo>
                <a:lnTo>
                  <a:pt x="1393247" y="130351"/>
                </a:lnTo>
                <a:lnTo>
                  <a:pt x="1392884" y="130664"/>
                </a:lnTo>
                <a:lnTo>
                  <a:pt x="1392509" y="130958"/>
                </a:lnTo>
                <a:lnTo>
                  <a:pt x="1392122" y="131235"/>
                </a:lnTo>
                <a:lnTo>
                  <a:pt x="1391723" y="131494"/>
                </a:lnTo>
                <a:lnTo>
                  <a:pt x="1391313" y="131735"/>
                </a:lnTo>
                <a:lnTo>
                  <a:pt x="1390890" y="131958"/>
                </a:lnTo>
                <a:lnTo>
                  <a:pt x="1390456" y="132164"/>
                </a:lnTo>
                <a:lnTo>
                  <a:pt x="1390009" y="132351"/>
                </a:lnTo>
                <a:lnTo>
                  <a:pt x="1389551" y="132521"/>
                </a:lnTo>
                <a:lnTo>
                  <a:pt x="1389081" y="132673"/>
                </a:lnTo>
                <a:lnTo>
                  <a:pt x="1388599" y="132807"/>
                </a:lnTo>
                <a:lnTo>
                  <a:pt x="1388104" y="132923"/>
                </a:lnTo>
                <a:lnTo>
                  <a:pt x="1387598" y="133021"/>
                </a:lnTo>
                <a:lnTo>
                  <a:pt x="1387081" y="133101"/>
                </a:lnTo>
                <a:lnTo>
                  <a:pt x="1386551" y="133164"/>
                </a:lnTo>
                <a:lnTo>
                  <a:pt x="1386009" y="133208"/>
                </a:lnTo>
                <a:lnTo>
                  <a:pt x="1385455" y="133235"/>
                </a:lnTo>
                <a:lnTo>
                  <a:pt x="1384890" y="133244"/>
                </a:lnTo>
                <a:lnTo>
                  <a:pt x="1383751" y="133204"/>
                </a:lnTo>
                <a:lnTo>
                  <a:pt x="1382660" y="133086"/>
                </a:lnTo>
                <a:lnTo>
                  <a:pt x="1381617" y="132888"/>
                </a:lnTo>
                <a:lnTo>
                  <a:pt x="1380623" y="132611"/>
                </a:lnTo>
                <a:lnTo>
                  <a:pt x="1379678" y="132255"/>
                </a:lnTo>
                <a:lnTo>
                  <a:pt x="1378781" y="131820"/>
                </a:lnTo>
                <a:lnTo>
                  <a:pt x="1377933" y="131306"/>
                </a:lnTo>
                <a:lnTo>
                  <a:pt x="1377133" y="130713"/>
                </a:lnTo>
                <a:lnTo>
                  <a:pt x="1376381" y="130041"/>
                </a:lnTo>
                <a:lnTo>
                  <a:pt x="1375678" y="129289"/>
                </a:lnTo>
                <a:lnTo>
                  <a:pt x="1375024" y="128459"/>
                </a:lnTo>
                <a:lnTo>
                  <a:pt x="1374418" y="127549"/>
                </a:lnTo>
                <a:lnTo>
                  <a:pt x="1373860" y="126561"/>
                </a:lnTo>
                <a:lnTo>
                  <a:pt x="1373351" y="125493"/>
                </a:lnTo>
                <a:lnTo>
                  <a:pt x="1372891" y="124346"/>
                </a:lnTo>
                <a:lnTo>
                  <a:pt x="1372479" y="123120"/>
                </a:lnTo>
                <a:lnTo>
                  <a:pt x="1372115" y="121815"/>
                </a:lnTo>
                <a:lnTo>
                  <a:pt x="1371800" y="120431"/>
                </a:lnTo>
                <a:lnTo>
                  <a:pt x="1371533" y="118967"/>
                </a:lnTo>
                <a:lnTo>
                  <a:pt x="1371315" y="117425"/>
                </a:lnTo>
                <a:lnTo>
                  <a:pt x="1371145" y="115804"/>
                </a:lnTo>
                <a:lnTo>
                  <a:pt x="1371024" y="114103"/>
                </a:lnTo>
                <a:lnTo>
                  <a:pt x="1370951" y="112324"/>
                </a:lnTo>
                <a:lnTo>
                  <a:pt x="1370927" y="110465"/>
                </a:lnTo>
                <a:lnTo>
                  <a:pt x="1370933" y="109476"/>
                </a:lnTo>
                <a:lnTo>
                  <a:pt x="1370952" y="108512"/>
                </a:lnTo>
                <a:lnTo>
                  <a:pt x="1370983" y="107570"/>
                </a:lnTo>
                <a:lnTo>
                  <a:pt x="1371026" y="106652"/>
                </a:lnTo>
                <a:lnTo>
                  <a:pt x="1371081" y="105757"/>
                </a:lnTo>
                <a:lnTo>
                  <a:pt x="1371149" y="104885"/>
                </a:lnTo>
                <a:lnTo>
                  <a:pt x="1371229" y="104037"/>
                </a:lnTo>
                <a:lnTo>
                  <a:pt x="1371322" y="103213"/>
                </a:lnTo>
                <a:lnTo>
                  <a:pt x="1371426" y="102411"/>
                </a:lnTo>
                <a:lnTo>
                  <a:pt x="1371544" y="101634"/>
                </a:lnTo>
                <a:lnTo>
                  <a:pt x="1371673" y="100879"/>
                </a:lnTo>
                <a:lnTo>
                  <a:pt x="1371815" y="100148"/>
                </a:lnTo>
                <a:lnTo>
                  <a:pt x="1371969" y="99440"/>
                </a:lnTo>
                <a:lnTo>
                  <a:pt x="1372135" y="98756"/>
                </a:lnTo>
                <a:lnTo>
                  <a:pt x="1372314" y="98095"/>
                </a:lnTo>
                <a:lnTo>
                  <a:pt x="1372505" y="97457"/>
                </a:lnTo>
                <a:lnTo>
                  <a:pt x="1372709" y="96843"/>
                </a:lnTo>
                <a:lnTo>
                  <a:pt x="1372924" y="96252"/>
                </a:lnTo>
                <a:lnTo>
                  <a:pt x="1373152" y="95685"/>
                </a:lnTo>
                <a:lnTo>
                  <a:pt x="1373393" y="95141"/>
                </a:lnTo>
                <a:lnTo>
                  <a:pt x="1373645" y="94620"/>
                </a:lnTo>
                <a:lnTo>
                  <a:pt x="1373911" y="94123"/>
                </a:lnTo>
                <a:lnTo>
                  <a:pt x="1374188" y="93649"/>
                </a:lnTo>
                <a:lnTo>
                  <a:pt x="1374478" y="93198"/>
                </a:lnTo>
                <a:lnTo>
                  <a:pt x="1374780" y="92769"/>
                </a:lnTo>
                <a:lnTo>
                  <a:pt x="1375095" y="92357"/>
                </a:lnTo>
                <a:lnTo>
                  <a:pt x="1375422" y="91964"/>
                </a:lnTo>
                <a:lnTo>
                  <a:pt x="1375761" y="91589"/>
                </a:lnTo>
                <a:lnTo>
                  <a:pt x="1376112" y="91233"/>
                </a:lnTo>
                <a:lnTo>
                  <a:pt x="1376476" y="90894"/>
                </a:lnTo>
                <a:lnTo>
                  <a:pt x="1376853" y="90574"/>
                </a:lnTo>
                <a:lnTo>
                  <a:pt x="1377241" y="90273"/>
                </a:lnTo>
                <a:lnTo>
                  <a:pt x="1377642" y="89989"/>
                </a:lnTo>
                <a:lnTo>
                  <a:pt x="1378055" y="89724"/>
                </a:lnTo>
                <a:lnTo>
                  <a:pt x="1378481" y="89477"/>
                </a:lnTo>
                <a:lnTo>
                  <a:pt x="1378919" y="89249"/>
                </a:lnTo>
                <a:lnTo>
                  <a:pt x="1379369" y="89039"/>
                </a:lnTo>
                <a:lnTo>
                  <a:pt x="1379831" y="88847"/>
                </a:lnTo>
                <a:lnTo>
                  <a:pt x="1380306" y="88673"/>
                </a:lnTo>
                <a:lnTo>
                  <a:pt x="1380793" y="88517"/>
                </a:lnTo>
                <a:lnTo>
                  <a:pt x="1381292" y="88380"/>
                </a:lnTo>
                <a:lnTo>
                  <a:pt x="1381804" y="88261"/>
                </a:lnTo>
                <a:lnTo>
                  <a:pt x="1382328" y="88161"/>
                </a:lnTo>
                <a:lnTo>
                  <a:pt x="1382864" y="88079"/>
                </a:lnTo>
                <a:lnTo>
                  <a:pt x="1383413" y="88015"/>
                </a:lnTo>
                <a:lnTo>
                  <a:pt x="1383974" y="87969"/>
                </a:lnTo>
                <a:lnTo>
                  <a:pt x="1384547" y="87942"/>
                </a:lnTo>
                <a:lnTo>
                  <a:pt x="1385133" y="87932"/>
                </a:lnTo>
                <a:lnTo>
                  <a:pt x="1385698" y="87941"/>
                </a:lnTo>
                <a:lnTo>
                  <a:pt x="1386251" y="87968"/>
                </a:lnTo>
                <a:lnTo>
                  <a:pt x="1386792" y="88013"/>
                </a:lnTo>
                <a:lnTo>
                  <a:pt x="1387320" y="88075"/>
                </a:lnTo>
                <a:lnTo>
                  <a:pt x="1387836" y="88156"/>
                </a:lnTo>
                <a:close/>
                <a:moveTo>
                  <a:pt x="1873041" y="63629"/>
                </a:moveTo>
                <a:lnTo>
                  <a:pt x="1872267" y="63713"/>
                </a:lnTo>
                <a:lnTo>
                  <a:pt x="1871500" y="63813"/>
                </a:lnTo>
                <a:lnTo>
                  <a:pt x="1870741" y="63928"/>
                </a:lnTo>
                <a:lnTo>
                  <a:pt x="1869989" y="64058"/>
                </a:lnTo>
                <a:lnTo>
                  <a:pt x="1869245" y="64203"/>
                </a:lnTo>
                <a:lnTo>
                  <a:pt x="1868509" y="64364"/>
                </a:lnTo>
                <a:lnTo>
                  <a:pt x="1867781" y="64540"/>
                </a:lnTo>
                <a:lnTo>
                  <a:pt x="1867060" y="64732"/>
                </a:lnTo>
                <a:lnTo>
                  <a:pt x="1866346" y="64938"/>
                </a:lnTo>
                <a:lnTo>
                  <a:pt x="1865641" y="65160"/>
                </a:lnTo>
                <a:lnTo>
                  <a:pt x="1864943" y="65398"/>
                </a:lnTo>
                <a:lnTo>
                  <a:pt x="1864253" y="65650"/>
                </a:lnTo>
                <a:lnTo>
                  <a:pt x="1863570" y="65918"/>
                </a:lnTo>
                <a:lnTo>
                  <a:pt x="1862895" y="66202"/>
                </a:lnTo>
                <a:lnTo>
                  <a:pt x="1862228" y="66500"/>
                </a:lnTo>
                <a:lnTo>
                  <a:pt x="1861568" y="66814"/>
                </a:lnTo>
                <a:lnTo>
                  <a:pt x="1860916" y="67143"/>
                </a:lnTo>
                <a:lnTo>
                  <a:pt x="1860272" y="67488"/>
                </a:lnTo>
                <a:lnTo>
                  <a:pt x="1859635" y="67848"/>
                </a:lnTo>
                <a:lnTo>
                  <a:pt x="1859005" y="68224"/>
                </a:lnTo>
                <a:lnTo>
                  <a:pt x="1858378" y="68619"/>
                </a:lnTo>
                <a:lnTo>
                  <a:pt x="1857756" y="69031"/>
                </a:lnTo>
                <a:lnTo>
                  <a:pt x="1857139" y="69461"/>
                </a:lnTo>
                <a:lnTo>
                  <a:pt x="1856525" y="69908"/>
                </a:lnTo>
                <a:lnTo>
                  <a:pt x="1855916" y="70374"/>
                </a:lnTo>
                <a:lnTo>
                  <a:pt x="1855311" y="70858"/>
                </a:lnTo>
                <a:lnTo>
                  <a:pt x="1854710" y="71359"/>
                </a:lnTo>
                <a:lnTo>
                  <a:pt x="1854114" y="71878"/>
                </a:lnTo>
                <a:lnTo>
                  <a:pt x="1853522" y="72415"/>
                </a:lnTo>
                <a:lnTo>
                  <a:pt x="1852934" y="72970"/>
                </a:lnTo>
                <a:lnTo>
                  <a:pt x="1852350" y="73543"/>
                </a:lnTo>
                <a:lnTo>
                  <a:pt x="1851771" y="74133"/>
                </a:lnTo>
                <a:lnTo>
                  <a:pt x="1851195" y="74742"/>
                </a:lnTo>
                <a:lnTo>
                  <a:pt x="1850624" y="75368"/>
                </a:lnTo>
                <a:lnTo>
                  <a:pt x="1850057" y="76012"/>
                </a:lnTo>
                <a:lnTo>
                  <a:pt x="1849495" y="76674"/>
                </a:lnTo>
                <a:lnTo>
                  <a:pt x="1848937" y="77354"/>
                </a:lnTo>
                <a:lnTo>
                  <a:pt x="1848383" y="78051"/>
                </a:lnTo>
                <a:lnTo>
                  <a:pt x="1847833" y="78767"/>
                </a:lnTo>
                <a:lnTo>
                  <a:pt x="1847287" y="79500"/>
                </a:lnTo>
                <a:lnTo>
                  <a:pt x="1846746" y="80251"/>
                </a:lnTo>
                <a:lnTo>
                  <a:pt x="1846209" y="81020"/>
                </a:lnTo>
                <a:lnTo>
                  <a:pt x="1845676" y="81807"/>
                </a:lnTo>
                <a:lnTo>
                  <a:pt x="1844207" y="67601"/>
                </a:lnTo>
                <a:lnTo>
                  <a:pt x="1811386" y="67601"/>
                </a:lnTo>
                <a:lnTo>
                  <a:pt x="1811386" y="251789"/>
                </a:lnTo>
                <a:lnTo>
                  <a:pt x="1848371" y="247872"/>
                </a:lnTo>
                <a:lnTo>
                  <a:pt x="1848371" y="188845"/>
                </a:lnTo>
                <a:lnTo>
                  <a:pt x="1849216" y="189904"/>
                </a:lnTo>
                <a:lnTo>
                  <a:pt x="1850080" y="190918"/>
                </a:lnTo>
                <a:lnTo>
                  <a:pt x="1850962" y="191887"/>
                </a:lnTo>
                <a:lnTo>
                  <a:pt x="1851861" y="192811"/>
                </a:lnTo>
                <a:lnTo>
                  <a:pt x="1852778" y="193689"/>
                </a:lnTo>
                <a:lnTo>
                  <a:pt x="1853713" y="194523"/>
                </a:lnTo>
                <a:lnTo>
                  <a:pt x="1854666" y="195312"/>
                </a:lnTo>
                <a:lnTo>
                  <a:pt x="1855637" y="196056"/>
                </a:lnTo>
                <a:lnTo>
                  <a:pt x="1856626" y="196754"/>
                </a:lnTo>
                <a:lnTo>
                  <a:pt x="1857632" y="197408"/>
                </a:lnTo>
                <a:lnTo>
                  <a:pt x="1858656" y="198016"/>
                </a:lnTo>
                <a:lnTo>
                  <a:pt x="1859699" y="198579"/>
                </a:lnTo>
                <a:lnTo>
                  <a:pt x="1860759" y="199098"/>
                </a:lnTo>
                <a:lnTo>
                  <a:pt x="1861837" y="199571"/>
                </a:lnTo>
                <a:lnTo>
                  <a:pt x="1862932" y="199999"/>
                </a:lnTo>
                <a:lnTo>
                  <a:pt x="1864046" y="200382"/>
                </a:lnTo>
                <a:lnTo>
                  <a:pt x="1865177" y="200720"/>
                </a:lnTo>
                <a:lnTo>
                  <a:pt x="1866327" y="201013"/>
                </a:lnTo>
                <a:lnTo>
                  <a:pt x="1867494" y="201261"/>
                </a:lnTo>
                <a:lnTo>
                  <a:pt x="1868679" y="201464"/>
                </a:lnTo>
                <a:lnTo>
                  <a:pt x="1869882" y="201622"/>
                </a:lnTo>
                <a:lnTo>
                  <a:pt x="1871103" y="201734"/>
                </a:lnTo>
                <a:lnTo>
                  <a:pt x="1872341" y="201802"/>
                </a:lnTo>
                <a:lnTo>
                  <a:pt x="1873598" y="201824"/>
                </a:lnTo>
                <a:lnTo>
                  <a:pt x="1874674" y="201810"/>
                </a:lnTo>
                <a:lnTo>
                  <a:pt x="1875738" y="201766"/>
                </a:lnTo>
                <a:lnTo>
                  <a:pt x="1876790" y="201692"/>
                </a:lnTo>
                <a:lnTo>
                  <a:pt x="1877830" y="201590"/>
                </a:lnTo>
                <a:lnTo>
                  <a:pt x="1878859" y="201458"/>
                </a:lnTo>
                <a:lnTo>
                  <a:pt x="1879875" y="201296"/>
                </a:lnTo>
                <a:lnTo>
                  <a:pt x="1880879" y="201105"/>
                </a:lnTo>
                <a:lnTo>
                  <a:pt x="1881872" y="200885"/>
                </a:lnTo>
                <a:lnTo>
                  <a:pt x="1882852" y="200636"/>
                </a:lnTo>
                <a:lnTo>
                  <a:pt x="1883821" y="200357"/>
                </a:lnTo>
                <a:lnTo>
                  <a:pt x="1884778" y="200049"/>
                </a:lnTo>
                <a:lnTo>
                  <a:pt x="1885723" y="199712"/>
                </a:lnTo>
                <a:lnTo>
                  <a:pt x="1886656" y="199345"/>
                </a:lnTo>
                <a:lnTo>
                  <a:pt x="1887577" y="198949"/>
                </a:lnTo>
                <a:lnTo>
                  <a:pt x="1888486" y="198524"/>
                </a:lnTo>
                <a:lnTo>
                  <a:pt x="1889383" y="198069"/>
                </a:lnTo>
                <a:lnTo>
                  <a:pt x="1890268" y="197585"/>
                </a:lnTo>
                <a:lnTo>
                  <a:pt x="1891141" y="197071"/>
                </a:lnTo>
                <a:lnTo>
                  <a:pt x="1892002" y="196528"/>
                </a:lnTo>
                <a:lnTo>
                  <a:pt x="1892852" y="195956"/>
                </a:lnTo>
                <a:lnTo>
                  <a:pt x="1893689" y="195355"/>
                </a:lnTo>
                <a:lnTo>
                  <a:pt x="1894515" y="194724"/>
                </a:lnTo>
                <a:lnTo>
                  <a:pt x="1895329" y="194064"/>
                </a:lnTo>
                <a:lnTo>
                  <a:pt x="1896130" y="193374"/>
                </a:lnTo>
                <a:lnTo>
                  <a:pt x="1896919" y="192657"/>
                </a:lnTo>
                <a:lnTo>
                  <a:pt x="1897693" y="191915"/>
                </a:lnTo>
                <a:lnTo>
                  <a:pt x="1898451" y="191147"/>
                </a:lnTo>
                <a:lnTo>
                  <a:pt x="1899195" y="190353"/>
                </a:lnTo>
                <a:lnTo>
                  <a:pt x="1899924" y="189534"/>
                </a:lnTo>
                <a:lnTo>
                  <a:pt x="1900639" y="188690"/>
                </a:lnTo>
                <a:lnTo>
                  <a:pt x="1901338" y="187820"/>
                </a:lnTo>
                <a:lnTo>
                  <a:pt x="1902022" y="186924"/>
                </a:lnTo>
                <a:lnTo>
                  <a:pt x="1902692" y="186003"/>
                </a:lnTo>
                <a:lnTo>
                  <a:pt x="1903347" y="185057"/>
                </a:lnTo>
                <a:lnTo>
                  <a:pt x="1903986" y="184085"/>
                </a:lnTo>
                <a:lnTo>
                  <a:pt x="1904611" y="183087"/>
                </a:lnTo>
                <a:lnTo>
                  <a:pt x="1905221" y="182064"/>
                </a:lnTo>
                <a:lnTo>
                  <a:pt x="1905816" y="181015"/>
                </a:lnTo>
                <a:lnTo>
                  <a:pt x="1906397" y="179941"/>
                </a:lnTo>
                <a:lnTo>
                  <a:pt x="1906962" y="178842"/>
                </a:lnTo>
                <a:lnTo>
                  <a:pt x="1907512" y="177717"/>
                </a:lnTo>
                <a:lnTo>
                  <a:pt x="1908048" y="176566"/>
                </a:lnTo>
                <a:lnTo>
                  <a:pt x="1908569" y="175390"/>
                </a:lnTo>
                <a:lnTo>
                  <a:pt x="1909074" y="174188"/>
                </a:lnTo>
                <a:lnTo>
                  <a:pt x="1909565" y="172961"/>
                </a:lnTo>
                <a:lnTo>
                  <a:pt x="1910041" y="171708"/>
                </a:lnTo>
                <a:lnTo>
                  <a:pt x="1910503" y="170430"/>
                </a:lnTo>
                <a:lnTo>
                  <a:pt x="1910949" y="169126"/>
                </a:lnTo>
                <a:lnTo>
                  <a:pt x="1911379" y="167801"/>
                </a:lnTo>
                <a:lnTo>
                  <a:pt x="1911791" y="166457"/>
                </a:lnTo>
                <a:lnTo>
                  <a:pt x="1912184" y="165095"/>
                </a:lnTo>
                <a:lnTo>
                  <a:pt x="1912559" y="163714"/>
                </a:lnTo>
                <a:lnTo>
                  <a:pt x="1912916" y="162315"/>
                </a:lnTo>
                <a:lnTo>
                  <a:pt x="1913254" y="160898"/>
                </a:lnTo>
                <a:lnTo>
                  <a:pt x="1913575" y="159463"/>
                </a:lnTo>
                <a:lnTo>
                  <a:pt x="1913876" y="158009"/>
                </a:lnTo>
                <a:lnTo>
                  <a:pt x="1914160" y="156537"/>
                </a:lnTo>
                <a:lnTo>
                  <a:pt x="1914425" y="155047"/>
                </a:lnTo>
                <a:lnTo>
                  <a:pt x="1914672" y="153539"/>
                </a:lnTo>
                <a:lnTo>
                  <a:pt x="1914901" y="152012"/>
                </a:lnTo>
                <a:lnTo>
                  <a:pt x="1915112" y="150467"/>
                </a:lnTo>
                <a:lnTo>
                  <a:pt x="1915304" y="148904"/>
                </a:lnTo>
                <a:lnTo>
                  <a:pt x="1915477" y="147322"/>
                </a:lnTo>
                <a:lnTo>
                  <a:pt x="1915633" y="145722"/>
                </a:lnTo>
                <a:lnTo>
                  <a:pt x="1915770" y="144104"/>
                </a:lnTo>
                <a:lnTo>
                  <a:pt x="1915889" y="142468"/>
                </a:lnTo>
                <a:lnTo>
                  <a:pt x="1915990" y="140813"/>
                </a:lnTo>
                <a:lnTo>
                  <a:pt x="1916072" y="139140"/>
                </a:lnTo>
                <a:lnTo>
                  <a:pt x="1916136" y="137448"/>
                </a:lnTo>
                <a:lnTo>
                  <a:pt x="1916182" y="135739"/>
                </a:lnTo>
                <a:lnTo>
                  <a:pt x="1916209" y="134011"/>
                </a:lnTo>
                <a:lnTo>
                  <a:pt x="1916219" y="132265"/>
                </a:lnTo>
                <a:lnTo>
                  <a:pt x="1916201" y="129516"/>
                </a:lnTo>
                <a:lnTo>
                  <a:pt x="1916149" y="126821"/>
                </a:lnTo>
                <a:lnTo>
                  <a:pt x="1916062" y="124180"/>
                </a:lnTo>
                <a:lnTo>
                  <a:pt x="1915940" y="121593"/>
                </a:lnTo>
                <a:lnTo>
                  <a:pt x="1915783" y="119060"/>
                </a:lnTo>
                <a:lnTo>
                  <a:pt x="1915591" y="116581"/>
                </a:lnTo>
                <a:lnTo>
                  <a:pt x="1915364" y="114157"/>
                </a:lnTo>
                <a:lnTo>
                  <a:pt x="1915103" y="111786"/>
                </a:lnTo>
                <a:lnTo>
                  <a:pt x="1914806" y="109469"/>
                </a:lnTo>
                <a:lnTo>
                  <a:pt x="1914475" y="107206"/>
                </a:lnTo>
                <a:lnTo>
                  <a:pt x="1914109" y="104997"/>
                </a:lnTo>
                <a:lnTo>
                  <a:pt x="1913708" y="102843"/>
                </a:lnTo>
                <a:lnTo>
                  <a:pt x="1913272" y="100742"/>
                </a:lnTo>
                <a:lnTo>
                  <a:pt x="1912801" y="98695"/>
                </a:lnTo>
                <a:lnTo>
                  <a:pt x="1912296" y="96702"/>
                </a:lnTo>
                <a:lnTo>
                  <a:pt x="1911755" y="94763"/>
                </a:lnTo>
                <a:lnTo>
                  <a:pt x="1911180" y="92879"/>
                </a:lnTo>
                <a:lnTo>
                  <a:pt x="1910570" y="91048"/>
                </a:lnTo>
                <a:lnTo>
                  <a:pt x="1909925" y="89271"/>
                </a:lnTo>
                <a:lnTo>
                  <a:pt x="1909245" y="87548"/>
                </a:lnTo>
                <a:lnTo>
                  <a:pt x="1908530" y="85880"/>
                </a:lnTo>
                <a:lnTo>
                  <a:pt x="1907780" y="84265"/>
                </a:lnTo>
                <a:lnTo>
                  <a:pt x="1906996" y="82704"/>
                </a:lnTo>
                <a:lnTo>
                  <a:pt x="1906176" y="81198"/>
                </a:lnTo>
                <a:lnTo>
                  <a:pt x="1905324" y="79749"/>
                </a:lnTo>
                <a:lnTo>
                  <a:pt x="1904440" y="78361"/>
                </a:lnTo>
                <a:lnTo>
                  <a:pt x="1903524" y="77035"/>
                </a:lnTo>
                <a:lnTo>
                  <a:pt x="1902577" y="75771"/>
                </a:lnTo>
                <a:lnTo>
                  <a:pt x="1901599" y="74569"/>
                </a:lnTo>
                <a:lnTo>
                  <a:pt x="1900589" y="73428"/>
                </a:lnTo>
                <a:lnTo>
                  <a:pt x="1899547" y="72349"/>
                </a:lnTo>
                <a:lnTo>
                  <a:pt x="1898474" y="71331"/>
                </a:lnTo>
                <a:lnTo>
                  <a:pt x="1897370" y="70375"/>
                </a:lnTo>
                <a:lnTo>
                  <a:pt x="1896234" y="69481"/>
                </a:lnTo>
                <a:lnTo>
                  <a:pt x="1895067" y="68649"/>
                </a:lnTo>
                <a:lnTo>
                  <a:pt x="1893868" y="67878"/>
                </a:lnTo>
                <a:lnTo>
                  <a:pt x="1892638" y="67169"/>
                </a:lnTo>
                <a:lnTo>
                  <a:pt x="1891376" y="66521"/>
                </a:lnTo>
                <a:lnTo>
                  <a:pt x="1890083" y="65935"/>
                </a:lnTo>
                <a:lnTo>
                  <a:pt x="1888759" y="65411"/>
                </a:lnTo>
                <a:lnTo>
                  <a:pt x="1887402" y="64949"/>
                </a:lnTo>
                <a:lnTo>
                  <a:pt x="1886015" y="64548"/>
                </a:lnTo>
                <a:lnTo>
                  <a:pt x="1884596" y="64209"/>
                </a:lnTo>
                <a:lnTo>
                  <a:pt x="1883145" y="63931"/>
                </a:lnTo>
                <a:lnTo>
                  <a:pt x="1881663" y="63715"/>
                </a:lnTo>
                <a:lnTo>
                  <a:pt x="1880150" y="63561"/>
                </a:lnTo>
                <a:lnTo>
                  <a:pt x="1878605" y="63469"/>
                </a:lnTo>
                <a:lnTo>
                  <a:pt x="1877029" y="63438"/>
                </a:lnTo>
                <a:lnTo>
                  <a:pt x="1876216" y="63445"/>
                </a:lnTo>
                <a:lnTo>
                  <a:pt x="1875411" y="63468"/>
                </a:lnTo>
                <a:lnTo>
                  <a:pt x="1874613" y="63507"/>
                </a:lnTo>
                <a:lnTo>
                  <a:pt x="1873823" y="63560"/>
                </a:lnTo>
                <a:lnTo>
                  <a:pt x="1873041" y="63629"/>
                </a:lnTo>
                <a:close/>
                <a:moveTo>
                  <a:pt x="1859448" y="173956"/>
                </a:moveTo>
                <a:lnTo>
                  <a:pt x="1858796" y="173765"/>
                </a:lnTo>
                <a:lnTo>
                  <a:pt x="1858151" y="173538"/>
                </a:lnTo>
                <a:lnTo>
                  <a:pt x="1857515" y="173276"/>
                </a:lnTo>
                <a:lnTo>
                  <a:pt x="1856886" y="172980"/>
                </a:lnTo>
                <a:lnTo>
                  <a:pt x="1856264" y="172649"/>
                </a:lnTo>
                <a:lnTo>
                  <a:pt x="1855651" y="172283"/>
                </a:lnTo>
                <a:lnTo>
                  <a:pt x="1855045" y="171882"/>
                </a:lnTo>
                <a:lnTo>
                  <a:pt x="1854446" y="171446"/>
                </a:lnTo>
                <a:lnTo>
                  <a:pt x="1853856" y="170975"/>
                </a:lnTo>
                <a:lnTo>
                  <a:pt x="1853273" y="170469"/>
                </a:lnTo>
                <a:lnTo>
                  <a:pt x="1852697" y="169929"/>
                </a:lnTo>
                <a:lnTo>
                  <a:pt x="1852130" y="169354"/>
                </a:lnTo>
                <a:lnTo>
                  <a:pt x="1851570" y="168743"/>
                </a:lnTo>
                <a:lnTo>
                  <a:pt x="1851017" y="168098"/>
                </a:lnTo>
                <a:lnTo>
                  <a:pt x="1850473" y="167418"/>
                </a:lnTo>
                <a:lnTo>
                  <a:pt x="1849936" y="166704"/>
                </a:lnTo>
                <a:lnTo>
                  <a:pt x="1849406" y="165954"/>
                </a:lnTo>
                <a:lnTo>
                  <a:pt x="1848885" y="165169"/>
                </a:lnTo>
                <a:lnTo>
                  <a:pt x="1848371" y="164350"/>
                </a:lnTo>
                <a:lnTo>
                  <a:pt x="1848371" y="104343"/>
                </a:lnTo>
                <a:lnTo>
                  <a:pt x="1848966" y="103224"/>
                </a:lnTo>
                <a:lnTo>
                  <a:pt x="1849567" y="102152"/>
                </a:lnTo>
                <a:lnTo>
                  <a:pt x="1850174" y="101128"/>
                </a:lnTo>
                <a:lnTo>
                  <a:pt x="1850786" y="100152"/>
                </a:lnTo>
                <a:lnTo>
                  <a:pt x="1851405" y="99223"/>
                </a:lnTo>
                <a:lnTo>
                  <a:pt x="1852030" y="98342"/>
                </a:lnTo>
                <a:lnTo>
                  <a:pt x="1852661" y="97509"/>
                </a:lnTo>
                <a:lnTo>
                  <a:pt x="1853297" y="96723"/>
                </a:lnTo>
                <a:lnTo>
                  <a:pt x="1853940" y="95985"/>
                </a:lnTo>
                <a:lnTo>
                  <a:pt x="1854588" y="95294"/>
                </a:lnTo>
                <a:lnTo>
                  <a:pt x="1855243" y="94651"/>
                </a:lnTo>
                <a:lnTo>
                  <a:pt x="1855903" y="94056"/>
                </a:lnTo>
                <a:lnTo>
                  <a:pt x="1856570" y="93508"/>
                </a:lnTo>
                <a:lnTo>
                  <a:pt x="1857242" y="93008"/>
                </a:lnTo>
                <a:lnTo>
                  <a:pt x="1857920" y="92556"/>
                </a:lnTo>
                <a:lnTo>
                  <a:pt x="1858604" y="92151"/>
                </a:lnTo>
                <a:lnTo>
                  <a:pt x="1859294" y="91794"/>
                </a:lnTo>
                <a:lnTo>
                  <a:pt x="1859991" y="91484"/>
                </a:lnTo>
                <a:lnTo>
                  <a:pt x="1860693" y="91222"/>
                </a:lnTo>
                <a:lnTo>
                  <a:pt x="1861401" y="91008"/>
                </a:lnTo>
                <a:lnTo>
                  <a:pt x="1862114" y="90841"/>
                </a:lnTo>
                <a:lnTo>
                  <a:pt x="1862834" y="90722"/>
                </a:lnTo>
                <a:lnTo>
                  <a:pt x="1863560" y="90651"/>
                </a:lnTo>
                <a:lnTo>
                  <a:pt x="1864292" y="90627"/>
                </a:lnTo>
                <a:lnTo>
                  <a:pt x="1864877" y="90643"/>
                </a:lnTo>
                <a:lnTo>
                  <a:pt x="1865450" y="90689"/>
                </a:lnTo>
                <a:lnTo>
                  <a:pt x="1866010" y="90767"/>
                </a:lnTo>
                <a:lnTo>
                  <a:pt x="1866557" y="90875"/>
                </a:lnTo>
                <a:lnTo>
                  <a:pt x="1867091" y="91015"/>
                </a:lnTo>
                <a:lnTo>
                  <a:pt x="1867613" y="91186"/>
                </a:lnTo>
                <a:lnTo>
                  <a:pt x="1868121" y="91387"/>
                </a:lnTo>
                <a:lnTo>
                  <a:pt x="1868618" y="91620"/>
                </a:lnTo>
                <a:lnTo>
                  <a:pt x="1869101" y="91884"/>
                </a:lnTo>
                <a:lnTo>
                  <a:pt x="1869571" y="92179"/>
                </a:lnTo>
                <a:lnTo>
                  <a:pt x="1870029" y="92505"/>
                </a:lnTo>
                <a:lnTo>
                  <a:pt x="1870474" y="92862"/>
                </a:lnTo>
                <a:lnTo>
                  <a:pt x="1870907" y="93250"/>
                </a:lnTo>
                <a:lnTo>
                  <a:pt x="1871326" y="93669"/>
                </a:lnTo>
                <a:lnTo>
                  <a:pt x="1871733" y="94119"/>
                </a:lnTo>
                <a:lnTo>
                  <a:pt x="1872127" y="94600"/>
                </a:lnTo>
                <a:lnTo>
                  <a:pt x="1872508" y="95112"/>
                </a:lnTo>
                <a:lnTo>
                  <a:pt x="1872877" y="95656"/>
                </a:lnTo>
                <a:lnTo>
                  <a:pt x="1873232" y="96230"/>
                </a:lnTo>
                <a:lnTo>
                  <a:pt x="1873575" y="96835"/>
                </a:lnTo>
                <a:lnTo>
                  <a:pt x="1873906" y="97471"/>
                </a:lnTo>
                <a:lnTo>
                  <a:pt x="1874223" y="98139"/>
                </a:lnTo>
                <a:lnTo>
                  <a:pt x="1874528" y="98837"/>
                </a:lnTo>
                <a:lnTo>
                  <a:pt x="1874820" y="99567"/>
                </a:lnTo>
                <a:lnTo>
                  <a:pt x="1875100" y="100338"/>
                </a:lnTo>
                <a:lnTo>
                  <a:pt x="1875368" y="101163"/>
                </a:lnTo>
                <a:lnTo>
                  <a:pt x="1875624" y="102041"/>
                </a:lnTo>
                <a:lnTo>
                  <a:pt x="1875868" y="102972"/>
                </a:lnTo>
                <a:lnTo>
                  <a:pt x="1876101" y="103956"/>
                </a:lnTo>
                <a:lnTo>
                  <a:pt x="1876321" y="104993"/>
                </a:lnTo>
                <a:lnTo>
                  <a:pt x="1876529" y="106084"/>
                </a:lnTo>
                <a:lnTo>
                  <a:pt x="1876726" y="107227"/>
                </a:lnTo>
                <a:lnTo>
                  <a:pt x="1876911" y="108424"/>
                </a:lnTo>
                <a:lnTo>
                  <a:pt x="1877083" y="109674"/>
                </a:lnTo>
                <a:lnTo>
                  <a:pt x="1877244" y="110977"/>
                </a:lnTo>
                <a:lnTo>
                  <a:pt x="1877393" y="112334"/>
                </a:lnTo>
                <a:lnTo>
                  <a:pt x="1877530" y="113743"/>
                </a:lnTo>
                <a:lnTo>
                  <a:pt x="1877655" y="115205"/>
                </a:lnTo>
                <a:lnTo>
                  <a:pt x="1877768" y="116721"/>
                </a:lnTo>
                <a:lnTo>
                  <a:pt x="1877870" y="118290"/>
                </a:lnTo>
                <a:lnTo>
                  <a:pt x="1877959" y="119912"/>
                </a:lnTo>
                <a:lnTo>
                  <a:pt x="1878036" y="121587"/>
                </a:lnTo>
                <a:lnTo>
                  <a:pt x="1878102" y="123316"/>
                </a:lnTo>
                <a:lnTo>
                  <a:pt x="1878155" y="125097"/>
                </a:lnTo>
                <a:lnTo>
                  <a:pt x="1878197" y="126932"/>
                </a:lnTo>
                <a:lnTo>
                  <a:pt x="1878227" y="128819"/>
                </a:lnTo>
                <a:lnTo>
                  <a:pt x="1878245" y="130760"/>
                </a:lnTo>
                <a:lnTo>
                  <a:pt x="1878251" y="132754"/>
                </a:lnTo>
                <a:lnTo>
                  <a:pt x="1878244" y="134610"/>
                </a:lnTo>
                <a:lnTo>
                  <a:pt x="1878223" y="136420"/>
                </a:lnTo>
                <a:lnTo>
                  <a:pt x="1878188" y="138185"/>
                </a:lnTo>
                <a:lnTo>
                  <a:pt x="1878139" y="139905"/>
                </a:lnTo>
                <a:lnTo>
                  <a:pt x="1878075" y="141580"/>
                </a:lnTo>
                <a:lnTo>
                  <a:pt x="1877998" y="143209"/>
                </a:lnTo>
                <a:lnTo>
                  <a:pt x="1877907" y="144794"/>
                </a:lnTo>
                <a:lnTo>
                  <a:pt x="1877802" y="146334"/>
                </a:lnTo>
                <a:lnTo>
                  <a:pt x="1877683" y="147828"/>
                </a:lnTo>
                <a:lnTo>
                  <a:pt x="1877549" y="149278"/>
                </a:lnTo>
                <a:lnTo>
                  <a:pt x="1877402" y="150683"/>
                </a:lnTo>
                <a:lnTo>
                  <a:pt x="1877241" y="152042"/>
                </a:lnTo>
                <a:lnTo>
                  <a:pt x="1877065" y="153356"/>
                </a:lnTo>
                <a:lnTo>
                  <a:pt x="1876876" y="154626"/>
                </a:lnTo>
                <a:lnTo>
                  <a:pt x="1876673" y="155850"/>
                </a:lnTo>
                <a:lnTo>
                  <a:pt x="1876455" y="157029"/>
                </a:lnTo>
                <a:lnTo>
                  <a:pt x="1876224" y="158163"/>
                </a:lnTo>
                <a:lnTo>
                  <a:pt x="1875978" y="159252"/>
                </a:lnTo>
                <a:lnTo>
                  <a:pt x="1875719" y="160296"/>
                </a:lnTo>
                <a:lnTo>
                  <a:pt x="1875445" y="161295"/>
                </a:lnTo>
                <a:lnTo>
                  <a:pt x="1875158" y="162249"/>
                </a:lnTo>
                <a:lnTo>
                  <a:pt x="1874856" y="163157"/>
                </a:lnTo>
                <a:lnTo>
                  <a:pt x="1874540" y="164021"/>
                </a:lnTo>
                <a:lnTo>
                  <a:pt x="1874211" y="164840"/>
                </a:lnTo>
                <a:lnTo>
                  <a:pt x="1873868" y="165619"/>
                </a:lnTo>
                <a:lnTo>
                  <a:pt x="1873514" y="166365"/>
                </a:lnTo>
                <a:lnTo>
                  <a:pt x="1873149" y="167078"/>
                </a:lnTo>
                <a:lnTo>
                  <a:pt x="1872772" y="167758"/>
                </a:lnTo>
                <a:lnTo>
                  <a:pt x="1872384" y="168405"/>
                </a:lnTo>
                <a:lnTo>
                  <a:pt x="1871984" y="169019"/>
                </a:lnTo>
                <a:lnTo>
                  <a:pt x="1871573" y="169599"/>
                </a:lnTo>
                <a:lnTo>
                  <a:pt x="1871150" y="170147"/>
                </a:lnTo>
                <a:lnTo>
                  <a:pt x="1870716" y="170661"/>
                </a:lnTo>
                <a:lnTo>
                  <a:pt x="1870270" y="171142"/>
                </a:lnTo>
                <a:lnTo>
                  <a:pt x="1869812" y="171589"/>
                </a:lnTo>
                <a:lnTo>
                  <a:pt x="1869344" y="172004"/>
                </a:lnTo>
                <a:lnTo>
                  <a:pt x="1868864" y="172385"/>
                </a:lnTo>
                <a:lnTo>
                  <a:pt x="1868372" y="172734"/>
                </a:lnTo>
                <a:lnTo>
                  <a:pt x="1867869" y="173049"/>
                </a:lnTo>
                <a:lnTo>
                  <a:pt x="1867354" y="173331"/>
                </a:lnTo>
                <a:lnTo>
                  <a:pt x="1866828" y="173580"/>
                </a:lnTo>
                <a:lnTo>
                  <a:pt x="1866290" y="173795"/>
                </a:lnTo>
                <a:lnTo>
                  <a:pt x="1865741" y="173978"/>
                </a:lnTo>
                <a:lnTo>
                  <a:pt x="1865180" y="174127"/>
                </a:lnTo>
                <a:lnTo>
                  <a:pt x="1864608" y="174243"/>
                </a:lnTo>
                <a:lnTo>
                  <a:pt x="1864025" y="174326"/>
                </a:lnTo>
                <a:lnTo>
                  <a:pt x="1863430" y="174376"/>
                </a:lnTo>
                <a:lnTo>
                  <a:pt x="1862823" y="174392"/>
                </a:lnTo>
                <a:lnTo>
                  <a:pt x="1862133" y="174375"/>
                </a:lnTo>
                <a:lnTo>
                  <a:pt x="1861450" y="174322"/>
                </a:lnTo>
                <a:lnTo>
                  <a:pt x="1860775" y="174235"/>
                </a:lnTo>
                <a:lnTo>
                  <a:pt x="1860107" y="174113"/>
                </a:lnTo>
                <a:lnTo>
                  <a:pt x="1859448" y="173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f">
            <a:extLst xmlns:a="http://schemas.openxmlformats.org/drawingml/2006/main">
              <a:ext uri="{FF2B5EF4-FFF2-40B4-BE49-F238E27FC236}">
                <a16:creationId xmlns:a16="http://schemas.microsoft.com/office/drawing/2014/main" id="{0F8418D4-63B1-4D73-92F5-11EFDBC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477" y="5191949"/>
            <a:ext cx="89401" cy="185657"/>
          </a:xfrm>
          <a:custGeom xmlns:a="http://schemas.openxmlformats.org/drawingml/2006/main">
            <a:pathLst>
              <a:path w="89401" h="185657">
                <a:moveTo>
                  <a:pt x="63927" y="27185"/>
                </a:moveTo>
                <a:cubicBezTo>
                  <a:pt x="55762" y="27185"/>
                  <a:pt x="51680" y="31757"/>
                  <a:pt x="51680" y="40902"/>
                </a:cubicBezTo>
                <a:lnTo>
                  <a:pt x="51680" y="55597"/>
                </a:lnTo>
                <a:lnTo>
                  <a:pt x="75438" y="55597"/>
                </a:lnTo>
                <a:lnTo>
                  <a:pt x="71275" y="81560"/>
                </a:lnTo>
                <a:lnTo>
                  <a:pt x="51680" y="81560"/>
                </a:lnTo>
                <a:lnTo>
                  <a:pt x="51680" y="185657"/>
                </a:lnTo>
                <a:lnTo>
                  <a:pt x="14695" y="185657"/>
                </a:lnTo>
                <a:lnTo>
                  <a:pt x="14695" y="81560"/>
                </a:lnTo>
                <a:lnTo>
                  <a:pt x="0" y="81560"/>
                </a:lnTo>
                <a:lnTo>
                  <a:pt x="0" y="55597"/>
                </a:lnTo>
                <a:lnTo>
                  <a:pt x="14695" y="55597"/>
                </a:lnTo>
                <a:lnTo>
                  <a:pt x="14695" y="42370"/>
                </a:lnTo>
                <a:cubicBezTo>
                  <a:pt x="14695" y="29471"/>
                  <a:pt x="18451" y="19185"/>
                  <a:pt x="25963" y="11511"/>
                </a:cubicBezTo>
                <a:cubicBezTo>
                  <a:pt x="33475" y="3837"/>
                  <a:pt x="44253" y="0"/>
                  <a:pt x="58295" y="0"/>
                </a:cubicBezTo>
                <a:cubicBezTo>
                  <a:pt x="69398" y="0"/>
                  <a:pt x="79766" y="2612"/>
                  <a:pt x="89401" y="7837"/>
                </a:cubicBezTo>
                <a:lnTo>
                  <a:pt x="79602" y="31349"/>
                </a:lnTo>
                <a:cubicBezTo>
                  <a:pt x="74051" y="28573"/>
                  <a:pt x="68826" y="27185"/>
                  <a:pt x="63927" y="271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orPackageX">
            <a:extLst xmlns:a="http://schemas.openxmlformats.org/drawingml/2006/main">
              <a:ext uri="{FF2B5EF4-FFF2-40B4-BE49-F238E27FC236}">
                <a16:creationId xmlns:a16="http://schemas.microsoft.com/office/drawing/2014/main" id="{1563E5DA-EEB6-4FAB-BF3A-06BD4E6A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399" y="5191949"/>
            <a:ext cx="1198520" cy="239785"/>
          </a:xfrm>
          <a:custGeom xmlns:a="http://schemas.openxmlformats.org/drawingml/2006/main">
            <a:pathLst>
              <a:path w="1198520" h="239785">
                <a:moveTo>
                  <a:pt x="54128" y="51433"/>
                </a:moveTo>
                <a:cubicBezTo>
                  <a:pt x="71111" y="51433"/>
                  <a:pt x="84378" y="57230"/>
                  <a:pt x="93931" y="68823"/>
                </a:cubicBezTo>
                <a:cubicBezTo>
                  <a:pt x="103483" y="80417"/>
                  <a:pt x="108260" y="97725"/>
                  <a:pt x="108260" y="120750"/>
                </a:cubicBezTo>
                <a:cubicBezTo>
                  <a:pt x="108260" y="142793"/>
                  <a:pt x="103483" y="159815"/>
                  <a:pt x="93931" y="171817"/>
                </a:cubicBezTo>
                <a:cubicBezTo>
                  <a:pt x="84378" y="183819"/>
                  <a:pt x="71111" y="189820"/>
                  <a:pt x="54128" y="189820"/>
                </a:cubicBezTo>
                <a:cubicBezTo>
                  <a:pt x="37148" y="189820"/>
                  <a:pt x="23882" y="183982"/>
                  <a:pt x="14329" y="172307"/>
                </a:cubicBezTo>
                <a:cubicBezTo>
                  <a:pt x="4776" y="160631"/>
                  <a:pt x="0" y="143363"/>
                  <a:pt x="0" y="120503"/>
                </a:cubicBezTo>
                <a:cubicBezTo>
                  <a:pt x="0" y="98134"/>
                  <a:pt x="4776" y="81031"/>
                  <a:pt x="14329" y="69193"/>
                </a:cubicBezTo>
                <a:cubicBezTo>
                  <a:pt x="23882" y="57353"/>
                  <a:pt x="37148" y="51433"/>
                  <a:pt x="54128" y="51433"/>
                </a:cubicBezTo>
                <a:moveTo>
                  <a:pt x="54128" y="78866"/>
                </a:moveTo>
                <a:cubicBezTo>
                  <a:pt x="48415" y="78866"/>
                  <a:pt x="44293" y="82010"/>
                  <a:pt x="41761" y="88299"/>
                </a:cubicBezTo>
                <a:cubicBezTo>
                  <a:pt x="39230" y="94585"/>
                  <a:pt x="37964" y="105320"/>
                  <a:pt x="37964" y="120503"/>
                </a:cubicBezTo>
                <a:cubicBezTo>
                  <a:pt x="37964" y="136180"/>
                  <a:pt x="39230" y="147122"/>
                  <a:pt x="41761" y="153328"/>
                </a:cubicBezTo>
                <a:cubicBezTo>
                  <a:pt x="44293" y="159532"/>
                  <a:pt x="48415" y="162634"/>
                  <a:pt x="54128" y="162634"/>
                </a:cubicBezTo>
                <a:cubicBezTo>
                  <a:pt x="59844" y="162634"/>
                  <a:pt x="63967" y="159491"/>
                  <a:pt x="66499" y="153205"/>
                </a:cubicBezTo>
                <a:cubicBezTo>
                  <a:pt x="69030" y="146916"/>
                  <a:pt x="70296" y="136098"/>
                  <a:pt x="70296" y="120750"/>
                </a:cubicBezTo>
                <a:cubicBezTo>
                  <a:pt x="70296" y="105238"/>
                  <a:pt x="69030" y="94379"/>
                  <a:pt x="66499" y="88175"/>
                </a:cubicBezTo>
                <a:cubicBezTo>
                  <a:pt x="63967" y="81969"/>
                  <a:pt x="59844" y="78866"/>
                  <a:pt x="54128" y="78866"/>
                </a:cubicBezTo>
                <a:close/>
                <a:moveTo>
                  <a:pt x="189332" y="51923"/>
                </a:moveTo>
                <a:cubicBezTo>
                  <a:pt x="192760" y="51923"/>
                  <a:pt x="196189" y="52577"/>
                  <a:pt x="199617" y="53885"/>
                </a:cubicBezTo>
                <a:lnTo>
                  <a:pt x="193495" y="89397"/>
                </a:lnTo>
                <a:cubicBezTo>
                  <a:pt x="190555" y="88418"/>
                  <a:pt x="187534" y="87929"/>
                  <a:pt x="184432" y="87929"/>
                </a:cubicBezTo>
                <a:cubicBezTo>
                  <a:pt x="178390" y="87929"/>
                  <a:pt x="173858" y="90256"/>
                  <a:pt x="170836" y="94910"/>
                </a:cubicBezTo>
                <a:cubicBezTo>
                  <a:pt x="167816" y="99564"/>
                  <a:pt x="165327" y="106544"/>
                  <a:pt x="163368" y="115850"/>
                </a:cubicBezTo>
                <a:lnTo>
                  <a:pt x="163368" y="185657"/>
                </a:lnTo>
                <a:lnTo>
                  <a:pt x="126384" y="185657"/>
                </a:lnTo>
                <a:lnTo>
                  <a:pt x="126384" y="55597"/>
                </a:lnTo>
                <a:lnTo>
                  <a:pt x="158469" y="55597"/>
                </a:lnTo>
                <a:lnTo>
                  <a:pt x="161163" y="76907"/>
                </a:lnTo>
                <a:cubicBezTo>
                  <a:pt x="167370" y="60251"/>
                  <a:pt x="176759" y="51923"/>
                  <a:pt x="189332" y="51923"/>
                </a:cubicBezTo>
                <a:close/>
                <a:moveTo>
                  <a:pt x="299549" y="15921"/>
                </a:moveTo>
                <a:cubicBezTo>
                  <a:pt x="320613" y="15921"/>
                  <a:pt x="336696" y="20575"/>
                  <a:pt x="347798" y="29884"/>
                </a:cubicBezTo>
                <a:cubicBezTo>
                  <a:pt x="358903" y="39190"/>
                  <a:pt x="364455" y="52905"/>
                  <a:pt x="364455" y="71028"/>
                </a:cubicBezTo>
                <a:cubicBezTo>
                  <a:pt x="364455" y="89969"/>
                  <a:pt x="359148" y="104298"/>
                  <a:pt x="348534" y="114015"/>
                </a:cubicBezTo>
                <a:cubicBezTo>
                  <a:pt x="337920" y="123730"/>
                  <a:pt x="322899" y="128587"/>
                  <a:pt x="303469" y="128587"/>
                </a:cubicBezTo>
                <a:lnTo>
                  <a:pt x="294406" y="128587"/>
                </a:lnTo>
                <a:lnTo>
                  <a:pt x="294406" y="185657"/>
                </a:lnTo>
                <a:lnTo>
                  <a:pt x="255953" y="185657"/>
                </a:lnTo>
                <a:lnTo>
                  <a:pt x="255953" y="15921"/>
                </a:lnTo>
                <a:lnTo>
                  <a:pt x="299549" y="15921"/>
                </a:lnTo>
                <a:moveTo>
                  <a:pt x="300285" y="100666"/>
                </a:moveTo>
                <a:cubicBezTo>
                  <a:pt x="309103" y="100666"/>
                  <a:pt x="315430" y="98421"/>
                  <a:pt x="319267" y="93931"/>
                </a:cubicBezTo>
                <a:cubicBezTo>
                  <a:pt x="323104" y="89441"/>
                  <a:pt x="325023" y="81807"/>
                  <a:pt x="325023" y="71028"/>
                </a:cubicBezTo>
                <a:cubicBezTo>
                  <a:pt x="325023" y="61558"/>
                  <a:pt x="323185" y="54578"/>
                  <a:pt x="319510" y="50088"/>
                </a:cubicBezTo>
                <a:cubicBezTo>
                  <a:pt x="315838" y="45598"/>
                  <a:pt x="309592" y="43353"/>
                  <a:pt x="300775" y="43353"/>
                </a:cubicBezTo>
                <a:lnTo>
                  <a:pt x="294406" y="43353"/>
                </a:lnTo>
                <a:lnTo>
                  <a:pt x="294406" y="100666"/>
                </a:lnTo>
                <a:lnTo>
                  <a:pt x="300285" y="100666"/>
                </a:lnTo>
                <a:close/>
                <a:moveTo>
                  <a:pt x="466814" y="151120"/>
                </a:moveTo>
                <a:cubicBezTo>
                  <a:pt x="466814" y="155203"/>
                  <a:pt x="467304" y="158226"/>
                  <a:pt x="468283" y="160187"/>
                </a:cubicBezTo>
                <a:cubicBezTo>
                  <a:pt x="469262" y="162145"/>
                  <a:pt x="470977" y="163695"/>
                  <a:pt x="473426" y="164836"/>
                </a:cubicBezTo>
                <a:lnTo>
                  <a:pt x="465835" y="189087"/>
                </a:lnTo>
                <a:cubicBezTo>
                  <a:pt x="458814" y="188432"/>
                  <a:pt x="453057" y="186758"/>
                  <a:pt x="448565" y="184064"/>
                </a:cubicBezTo>
                <a:cubicBezTo>
                  <a:pt x="444075" y="181371"/>
                  <a:pt x="440606" y="177167"/>
                  <a:pt x="438156" y="171451"/>
                </a:cubicBezTo>
                <a:cubicBezTo>
                  <a:pt x="430644" y="183697"/>
                  <a:pt x="419949" y="189820"/>
                  <a:pt x="406071" y="189820"/>
                </a:cubicBezTo>
                <a:cubicBezTo>
                  <a:pt x="395293" y="189820"/>
                  <a:pt x="386719" y="186105"/>
                  <a:pt x="380351" y="178675"/>
                </a:cubicBezTo>
                <a:cubicBezTo>
                  <a:pt x="373985" y="171245"/>
                  <a:pt x="370802" y="161407"/>
                  <a:pt x="370802" y="149161"/>
                </a:cubicBezTo>
                <a:cubicBezTo>
                  <a:pt x="370802" y="134957"/>
                  <a:pt x="375211" y="124140"/>
                  <a:pt x="384028" y="116710"/>
                </a:cubicBezTo>
                <a:cubicBezTo>
                  <a:pt x="392846" y="109280"/>
                  <a:pt x="405745" y="105565"/>
                  <a:pt x="422725" y="105565"/>
                </a:cubicBezTo>
                <a:lnTo>
                  <a:pt x="430562" y="105565"/>
                </a:lnTo>
                <a:lnTo>
                  <a:pt x="430562" y="98707"/>
                </a:lnTo>
                <a:cubicBezTo>
                  <a:pt x="430562" y="90869"/>
                  <a:pt x="429379" y="85440"/>
                  <a:pt x="427012" y="82420"/>
                </a:cubicBezTo>
                <a:cubicBezTo>
                  <a:pt x="424645" y="79397"/>
                  <a:pt x="420440" y="77886"/>
                  <a:pt x="414398" y="77886"/>
                </a:cubicBezTo>
                <a:cubicBezTo>
                  <a:pt x="406886" y="77886"/>
                  <a:pt x="397579" y="80091"/>
                  <a:pt x="386476" y="84501"/>
                </a:cubicBezTo>
                <a:lnTo>
                  <a:pt x="378150" y="60986"/>
                </a:lnTo>
                <a:cubicBezTo>
                  <a:pt x="384844" y="57884"/>
                  <a:pt x="391988" y="55517"/>
                  <a:pt x="399580" y="53885"/>
                </a:cubicBezTo>
                <a:cubicBezTo>
                  <a:pt x="407174" y="52251"/>
                  <a:pt x="414399" y="51433"/>
                  <a:pt x="421256" y="51433"/>
                </a:cubicBezTo>
                <a:cubicBezTo>
                  <a:pt x="436604" y="51433"/>
                  <a:pt x="448034" y="55148"/>
                  <a:pt x="455546" y="62578"/>
                </a:cubicBezTo>
                <a:cubicBezTo>
                  <a:pt x="463058" y="70008"/>
                  <a:pt x="466814" y="81397"/>
                  <a:pt x="466814" y="96745"/>
                </a:cubicBezTo>
                <a:lnTo>
                  <a:pt x="466814" y="151120"/>
                </a:lnTo>
                <a:moveTo>
                  <a:pt x="417336" y="163614"/>
                </a:moveTo>
                <a:cubicBezTo>
                  <a:pt x="420114" y="163614"/>
                  <a:pt x="422645" y="162552"/>
                  <a:pt x="424930" y="160429"/>
                </a:cubicBezTo>
                <a:cubicBezTo>
                  <a:pt x="427217" y="158307"/>
                  <a:pt x="429095" y="155286"/>
                  <a:pt x="430562" y="151366"/>
                </a:cubicBezTo>
                <a:lnTo>
                  <a:pt x="430562" y="126139"/>
                </a:lnTo>
                <a:lnTo>
                  <a:pt x="426156" y="126139"/>
                </a:lnTo>
                <a:cubicBezTo>
                  <a:pt x="419461" y="126139"/>
                  <a:pt x="414602" y="127731"/>
                  <a:pt x="411580" y="130916"/>
                </a:cubicBezTo>
                <a:cubicBezTo>
                  <a:pt x="408560" y="134100"/>
                  <a:pt x="407050" y="139120"/>
                  <a:pt x="407050" y="145977"/>
                </a:cubicBezTo>
                <a:cubicBezTo>
                  <a:pt x="407050" y="151693"/>
                  <a:pt x="407949" y="156062"/>
                  <a:pt x="409745" y="159084"/>
                </a:cubicBezTo>
                <a:cubicBezTo>
                  <a:pt x="411542" y="162104"/>
                  <a:pt x="414072" y="163614"/>
                  <a:pt x="417336" y="163614"/>
                </a:cubicBezTo>
                <a:close/>
                <a:moveTo>
                  <a:pt x="540783" y="51433"/>
                </a:moveTo>
                <a:cubicBezTo>
                  <a:pt x="548295" y="51433"/>
                  <a:pt x="555070" y="52740"/>
                  <a:pt x="561110" y="55354"/>
                </a:cubicBezTo>
                <a:cubicBezTo>
                  <a:pt x="567152" y="57965"/>
                  <a:pt x="572787" y="61965"/>
                  <a:pt x="578014" y="67355"/>
                </a:cubicBezTo>
                <a:lnTo>
                  <a:pt x="562825" y="87686"/>
                </a:lnTo>
                <a:cubicBezTo>
                  <a:pt x="556131" y="82296"/>
                  <a:pt x="549763" y="79602"/>
                  <a:pt x="543724" y="79602"/>
                </a:cubicBezTo>
                <a:cubicBezTo>
                  <a:pt x="537029" y="79602"/>
                  <a:pt x="532048" y="82664"/>
                  <a:pt x="528782" y="88788"/>
                </a:cubicBezTo>
                <a:cubicBezTo>
                  <a:pt x="525515" y="94910"/>
                  <a:pt x="523882" y="105809"/>
                  <a:pt x="523882" y="121486"/>
                </a:cubicBezTo>
                <a:cubicBezTo>
                  <a:pt x="523882" y="136343"/>
                  <a:pt x="525596" y="146630"/>
                  <a:pt x="529025" y="152346"/>
                </a:cubicBezTo>
                <a:cubicBezTo>
                  <a:pt x="532456" y="158061"/>
                  <a:pt x="537273" y="160919"/>
                  <a:pt x="543477" y="160919"/>
                </a:cubicBezTo>
                <a:cubicBezTo>
                  <a:pt x="546744" y="160919"/>
                  <a:pt x="549765" y="160347"/>
                  <a:pt x="552540" y="159204"/>
                </a:cubicBezTo>
                <a:cubicBezTo>
                  <a:pt x="555316" y="158060"/>
                  <a:pt x="558500" y="156100"/>
                  <a:pt x="562093" y="153325"/>
                </a:cubicBezTo>
                <a:lnTo>
                  <a:pt x="578014" y="174635"/>
                </a:lnTo>
                <a:cubicBezTo>
                  <a:pt x="567400" y="184758"/>
                  <a:pt x="555153" y="189820"/>
                  <a:pt x="541272" y="189820"/>
                </a:cubicBezTo>
                <a:cubicBezTo>
                  <a:pt x="523637" y="189820"/>
                  <a:pt x="509921" y="184064"/>
                  <a:pt x="500124" y="172553"/>
                </a:cubicBezTo>
                <a:cubicBezTo>
                  <a:pt x="490327" y="161042"/>
                  <a:pt x="485429" y="144101"/>
                  <a:pt x="485429" y="121729"/>
                </a:cubicBezTo>
                <a:cubicBezTo>
                  <a:pt x="485429" y="107196"/>
                  <a:pt x="487674" y="94663"/>
                  <a:pt x="492163" y="84131"/>
                </a:cubicBezTo>
                <a:cubicBezTo>
                  <a:pt x="496653" y="73600"/>
                  <a:pt x="503061" y="65517"/>
                  <a:pt x="511388" y="59884"/>
                </a:cubicBezTo>
                <a:cubicBezTo>
                  <a:pt x="519718" y="54250"/>
                  <a:pt x="529516" y="51433"/>
                  <a:pt x="540783" y="51433"/>
                </a:cubicBezTo>
                <a:close/>
                <a:moveTo>
                  <a:pt x="626019" y="0"/>
                </a:moveTo>
                <a:lnTo>
                  <a:pt x="626019" y="185657"/>
                </a:lnTo>
                <a:lnTo>
                  <a:pt x="589034" y="185657"/>
                </a:lnTo>
                <a:lnTo>
                  <a:pt x="589034" y="3917"/>
                </a:lnTo>
                <a:lnTo>
                  <a:pt x="626019" y="0"/>
                </a:lnTo>
                <a:moveTo>
                  <a:pt x="693866" y="55597"/>
                </a:moveTo>
                <a:lnTo>
                  <a:pt x="663003" y="112913"/>
                </a:lnTo>
                <a:lnTo>
                  <a:pt x="695825" y="185657"/>
                </a:lnTo>
                <a:lnTo>
                  <a:pt x="656882" y="185657"/>
                </a:lnTo>
                <a:lnTo>
                  <a:pt x="626755" y="114628"/>
                </a:lnTo>
                <a:lnTo>
                  <a:pt x="658593" y="55597"/>
                </a:lnTo>
                <a:lnTo>
                  <a:pt x="693866" y="55597"/>
                </a:lnTo>
                <a:close/>
                <a:moveTo>
                  <a:pt x="794042" y="151120"/>
                </a:moveTo>
                <a:cubicBezTo>
                  <a:pt x="794042" y="155203"/>
                  <a:pt x="794532" y="158226"/>
                  <a:pt x="795511" y="160187"/>
                </a:cubicBezTo>
                <a:cubicBezTo>
                  <a:pt x="796490" y="162145"/>
                  <a:pt x="798204" y="163695"/>
                  <a:pt x="800653" y="164836"/>
                </a:cubicBezTo>
                <a:lnTo>
                  <a:pt x="793063" y="189087"/>
                </a:lnTo>
                <a:cubicBezTo>
                  <a:pt x="786041" y="188432"/>
                  <a:pt x="780285" y="186758"/>
                  <a:pt x="775792" y="184064"/>
                </a:cubicBezTo>
                <a:cubicBezTo>
                  <a:pt x="771303" y="181371"/>
                  <a:pt x="767833" y="177167"/>
                  <a:pt x="765384" y="171451"/>
                </a:cubicBezTo>
                <a:cubicBezTo>
                  <a:pt x="757872" y="183697"/>
                  <a:pt x="747177" y="189820"/>
                  <a:pt x="733299" y="189820"/>
                </a:cubicBezTo>
                <a:cubicBezTo>
                  <a:pt x="722520" y="189820"/>
                  <a:pt x="713947" y="186105"/>
                  <a:pt x="707578" y="178675"/>
                </a:cubicBezTo>
                <a:cubicBezTo>
                  <a:pt x="701212" y="171245"/>
                  <a:pt x="698029" y="161407"/>
                  <a:pt x="698029" y="149161"/>
                </a:cubicBezTo>
                <a:cubicBezTo>
                  <a:pt x="698029" y="134957"/>
                  <a:pt x="702438" y="124140"/>
                  <a:pt x="711256" y="116710"/>
                </a:cubicBezTo>
                <a:cubicBezTo>
                  <a:pt x="720074" y="109280"/>
                  <a:pt x="732972" y="105565"/>
                  <a:pt x="749952" y="105565"/>
                </a:cubicBezTo>
                <a:lnTo>
                  <a:pt x="757790" y="105565"/>
                </a:lnTo>
                <a:lnTo>
                  <a:pt x="757790" y="98707"/>
                </a:lnTo>
                <a:cubicBezTo>
                  <a:pt x="757790" y="90869"/>
                  <a:pt x="756606" y="85440"/>
                  <a:pt x="754239" y="82420"/>
                </a:cubicBezTo>
                <a:cubicBezTo>
                  <a:pt x="751872" y="79397"/>
                  <a:pt x="747668" y="77886"/>
                  <a:pt x="741626" y="77886"/>
                </a:cubicBezTo>
                <a:cubicBezTo>
                  <a:pt x="734114" y="77886"/>
                  <a:pt x="724806" y="80091"/>
                  <a:pt x="713704" y="84501"/>
                </a:cubicBezTo>
                <a:lnTo>
                  <a:pt x="705377" y="60986"/>
                </a:lnTo>
                <a:cubicBezTo>
                  <a:pt x="712072" y="57884"/>
                  <a:pt x="719215" y="55517"/>
                  <a:pt x="726807" y="53885"/>
                </a:cubicBezTo>
                <a:cubicBezTo>
                  <a:pt x="734401" y="52251"/>
                  <a:pt x="741627" y="51433"/>
                  <a:pt x="748484" y="51433"/>
                </a:cubicBezTo>
                <a:cubicBezTo>
                  <a:pt x="763832" y="51433"/>
                  <a:pt x="775262" y="55148"/>
                  <a:pt x="782774" y="62578"/>
                </a:cubicBezTo>
                <a:cubicBezTo>
                  <a:pt x="790286" y="70008"/>
                  <a:pt x="794042" y="81397"/>
                  <a:pt x="794042" y="96745"/>
                </a:cubicBezTo>
                <a:lnTo>
                  <a:pt x="794042" y="151120"/>
                </a:lnTo>
                <a:moveTo>
                  <a:pt x="744563" y="163614"/>
                </a:moveTo>
                <a:cubicBezTo>
                  <a:pt x="747341" y="163614"/>
                  <a:pt x="749873" y="162552"/>
                  <a:pt x="752157" y="160429"/>
                </a:cubicBezTo>
                <a:cubicBezTo>
                  <a:pt x="754445" y="158307"/>
                  <a:pt x="756322" y="155286"/>
                  <a:pt x="757790" y="151366"/>
                </a:cubicBezTo>
                <a:lnTo>
                  <a:pt x="757790" y="126139"/>
                </a:lnTo>
                <a:lnTo>
                  <a:pt x="753383" y="126139"/>
                </a:lnTo>
                <a:cubicBezTo>
                  <a:pt x="746688" y="126139"/>
                  <a:pt x="741830" y="127731"/>
                  <a:pt x="738808" y="130916"/>
                </a:cubicBezTo>
                <a:cubicBezTo>
                  <a:pt x="735788" y="134100"/>
                  <a:pt x="734278" y="139120"/>
                  <a:pt x="734278" y="145977"/>
                </a:cubicBezTo>
                <a:cubicBezTo>
                  <a:pt x="734278" y="151693"/>
                  <a:pt x="735176" y="156062"/>
                  <a:pt x="736973" y="159084"/>
                </a:cubicBezTo>
                <a:cubicBezTo>
                  <a:pt x="738769" y="162104"/>
                  <a:pt x="741299" y="163614"/>
                  <a:pt x="744563" y="163614"/>
                </a:cubicBezTo>
                <a:close/>
                <a:moveTo>
                  <a:pt x="918958" y="62944"/>
                </a:moveTo>
                <a:cubicBezTo>
                  <a:pt x="912916" y="66211"/>
                  <a:pt x="902791" y="67844"/>
                  <a:pt x="888584" y="67844"/>
                </a:cubicBezTo>
                <a:cubicBezTo>
                  <a:pt x="895770" y="71111"/>
                  <a:pt x="901077" y="75480"/>
                  <a:pt x="904505" y="80951"/>
                </a:cubicBezTo>
                <a:cubicBezTo>
                  <a:pt x="907934" y="86420"/>
                  <a:pt x="909648" y="93318"/>
                  <a:pt x="909648" y="101645"/>
                </a:cubicBezTo>
                <a:cubicBezTo>
                  <a:pt x="909648" y="114544"/>
                  <a:pt x="905443" y="124994"/>
                  <a:pt x="897034" y="132997"/>
                </a:cubicBezTo>
                <a:cubicBezTo>
                  <a:pt x="888625" y="140998"/>
                  <a:pt x="877154" y="144998"/>
                  <a:pt x="862621" y="144998"/>
                </a:cubicBezTo>
                <a:cubicBezTo>
                  <a:pt x="858049" y="144998"/>
                  <a:pt x="854131" y="144508"/>
                  <a:pt x="850867" y="143529"/>
                </a:cubicBezTo>
                <a:cubicBezTo>
                  <a:pt x="848253" y="145326"/>
                  <a:pt x="846946" y="148101"/>
                  <a:pt x="846946" y="151856"/>
                </a:cubicBezTo>
                <a:cubicBezTo>
                  <a:pt x="846946" y="154632"/>
                  <a:pt x="847803" y="156754"/>
                  <a:pt x="849518" y="158224"/>
                </a:cubicBezTo>
                <a:cubicBezTo>
                  <a:pt x="851232" y="159694"/>
                  <a:pt x="854375" y="160429"/>
                  <a:pt x="858947" y="160429"/>
                </a:cubicBezTo>
                <a:lnTo>
                  <a:pt x="872173" y="160429"/>
                </a:lnTo>
                <a:cubicBezTo>
                  <a:pt x="886216" y="160429"/>
                  <a:pt x="897196" y="163859"/>
                  <a:pt x="905114" y="170718"/>
                </a:cubicBezTo>
                <a:cubicBezTo>
                  <a:pt x="913035" y="177575"/>
                  <a:pt x="916995" y="186392"/>
                  <a:pt x="916995" y="197168"/>
                </a:cubicBezTo>
                <a:cubicBezTo>
                  <a:pt x="916995" y="210069"/>
                  <a:pt x="911974" y="220396"/>
                  <a:pt x="901930" y="228150"/>
                </a:cubicBezTo>
                <a:cubicBezTo>
                  <a:pt x="891889" y="235906"/>
                  <a:pt x="877561" y="239785"/>
                  <a:pt x="858947" y="239785"/>
                </a:cubicBezTo>
                <a:cubicBezTo>
                  <a:pt x="838862" y="239785"/>
                  <a:pt x="824983" y="236274"/>
                  <a:pt x="817309" y="229253"/>
                </a:cubicBezTo>
                <a:cubicBezTo>
                  <a:pt x="809635" y="222232"/>
                  <a:pt x="805798" y="211863"/>
                  <a:pt x="805798" y="198147"/>
                </a:cubicBezTo>
                <a:lnTo>
                  <a:pt x="838620" y="198147"/>
                </a:lnTo>
                <a:cubicBezTo>
                  <a:pt x="838620" y="204353"/>
                  <a:pt x="840048" y="208803"/>
                  <a:pt x="842906" y="211497"/>
                </a:cubicBezTo>
                <a:cubicBezTo>
                  <a:pt x="845764" y="214190"/>
                  <a:pt x="851193" y="215537"/>
                  <a:pt x="859194" y="215537"/>
                </a:cubicBezTo>
                <a:cubicBezTo>
                  <a:pt x="873236" y="215537"/>
                  <a:pt x="880257" y="210312"/>
                  <a:pt x="880257" y="199862"/>
                </a:cubicBezTo>
                <a:cubicBezTo>
                  <a:pt x="880257" y="195128"/>
                  <a:pt x="878909" y="191577"/>
                  <a:pt x="876214" y="189207"/>
                </a:cubicBezTo>
                <a:cubicBezTo>
                  <a:pt x="873520" y="186840"/>
                  <a:pt x="869398" y="185657"/>
                  <a:pt x="863847" y="185657"/>
                </a:cubicBezTo>
                <a:lnTo>
                  <a:pt x="854051" y="185657"/>
                </a:lnTo>
                <a:cubicBezTo>
                  <a:pt x="841150" y="185657"/>
                  <a:pt x="831760" y="183412"/>
                  <a:pt x="825883" y="178922"/>
                </a:cubicBezTo>
                <a:cubicBezTo>
                  <a:pt x="820005" y="174432"/>
                  <a:pt x="817066" y="168268"/>
                  <a:pt x="817066" y="160429"/>
                </a:cubicBezTo>
                <a:cubicBezTo>
                  <a:pt x="817066" y="155693"/>
                  <a:pt x="818291" y="151243"/>
                  <a:pt x="820740" y="147080"/>
                </a:cubicBezTo>
                <a:cubicBezTo>
                  <a:pt x="823189" y="142916"/>
                  <a:pt x="826537" y="139365"/>
                  <a:pt x="830782" y="136424"/>
                </a:cubicBezTo>
                <a:cubicBezTo>
                  <a:pt x="823761" y="132017"/>
                  <a:pt x="818658" y="126874"/>
                  <a:pt x="815474" y="120997"/>
                </a:cubicBezTo>
                <a:cubicBezTo>
                  <a:pt x="812290" y="115117"/>
                  <a:pt x="810698" y="107768"/>
                  <a:pt x="810698" y="98950"/>
                </a:cubicBezTo>
                <a:cubicBezTo>
                  <a:pt x="810698" y="84255"/>
                  <a:pt x="815188" y="72744"/>
                  <a:pt x="824167" y="64417"/>
                </a:cubicBezTo>
                <a:cubicBezTo>
                  <a:pt x="833149" y="56088"/>
                  <a:pt x="845397" y="51923"/>
                  <a:pt x="860909" y="51923"/>
                </a:cubicBezTo>
                <a:cubicBezTo>
                  <a:pt x="871194" y="51923"/>
                  <a:pt x="879889" y="50617"/>
                  <a:pt x="886992" y="48006"/>
                </a:cubicBezTo>
                <a:cubicBezTo>
                  <a:pt x="894095" y="45393"/>
                  <a:pt x="901730" y="41556"/>
                  <a:pt x="909894" y="36495"/>
                </a:cubicBezTo>
                <a:lnTo>
                  <a:pt x="918958" y="62944"/>
                </a:lnTo>
                <a:moveTo>
                  <a:pt x="861152" y="75928"/>
                </a:moveTo>
                <a:cubicBezTo>
                  <a:pt x="856418" y="75928"/>
                  <a:pt x="852866" y="77683"/>
                  <a:pt x="850497" y="81194"/>
                </a:cubicBezTo>
                <a:cubicBezTo>
                  <a:pt x="848130" y="84705"/>
                  <a:pt x="846946" y="90460"/>
                  <a:pt x="846946" y="98460"/>
                </a:cubicBezTo>
                <a:cubicBezTo>
                  <a:pt x="846946" y="113647"/>
                  <a:pt x="851601" y="121240"/>
                  <a:pt x="860909" y="121240"/>
                </a:cubicBezTo>
                <a:cubicBezTo>
                  <a:pt x="865481" y="121240"/>
                  <a:pt x="868909" y="119525"/>
                  <a:pt x="871194" y="116097"/>
                </a:cubicBezTo>
                <a:cubicBezTo>
                  <a:pt x="873482" y="112669"/>
                  <a:pt x="874625" y="106627"/>
                  <a:pt x="874625" y="97971"/>
                </a:cubicBezTo>
                <a:cubicBezTo>
                  <a:pt x="874625" y="90132"/>
                  <a:pt x="873523" y="84499"/>
                  <a:pt x="871318" y="81071"/>
                </a:cubicBezTo>
                <a:cubicBezTo>
                  <a:pt x="869113" y="77642"/>
                  <a:pt x="865724" y="75928"/>
                  <a:pt x="861152" y="75928"/>
                </a:cubicBezTo>
                <a:close/>
                <a:moveTo>
                  <a:pt x="1027314" y="118055"/>
                </a:moveTo>
                <a:cubicBezTo>
                  <a:pt x="1027314" y="123280"/>
                  <a:pt x="1027069" y="127771"/>
                  <a:pt x="1026578" y="131529"/>
                </a:cubicBezTo>
                <a:lnTo>
                  <a:pt x="960445" y="131529"/>
                </a:lnTo>
                <a:cubicBezTo>
                  <a:pt x="961263" y="143284"/>
                  <a:pt x="963426" y="151407"/>
                  <a:pt x="966937" y="155900"/>
                </a:cubicBezTo>
                <a:cubicBezTo>
                  <a:pt x="970448" y="160390"/>
                  <a:pt x="975550" y="162634"/>
                  <a:pt x="982245" y="162634"/>
                </a:cubicBezTo>
                <a:cubicBezTo>
                  <a:pt x="986655" y="162634"/>
                  <a:pt x="990901" y="161777"/>
                  <a:pt x="994982" y="160063"/>
                </a:cubicBezTo>
                <a:cubicBezTo>
                  <a:pt x="999063" y="158347"/>
                  <a:pt x="1003472" y="155693"/>
                  <a:pt x="1008209" y="152103"/>
                </a:cubicBezTo>
                <a:lnTo>
                  <a:pt x="1023393" y="172187"/>
                </a:lnTo>
                <a:cubicBezTo>
                  <a:pt x="1011309" y="183942"/>
                  <a:pt x="996695" y="189820"/>
                  <a:pt x="979551" y="189820"/>
                </a:cubicBezTo>
                <a:cubicBezTo>
                  <a:pt x="961263" y="189820"/>
                  <a:pt x="947383" y="183819"/>
                  <a:pt x="937913" y="171817"/>
                </a:cubicBezTo>
                <a:cubicBezTo>
                  <a:pt x="928442" y="159815"/>
                  <a:pt x="923707" y="143038"/>
                  <a:pt x="923707" y="121486"/>
                </a:cubicBezTo>
                <a:cubicBezTo>
                  <a:pt x="923707" y="99932"/>
                  <a:pt x="928238" y="82868"/>
                  <a:pt x="937300" y="70296"/>
                </a:cubicBezTo>
                <a:cubicBezTo>
                  <a:pt x="946362" y="57721"/>
                  <a:pt x="959303" y="51433"/>
                  <a:pt x="976123" y="51433"/>
                </a:cubicBezTo>
                <a:cubicBezTo>
                  <a:pt x="992124" y="51433"/>
                  <a:pt x="1004656" y="57108"/>
                  <a:pt x="1013717" y="68457"/>
                </a:cubicBezTo>
                <a:cubicBezTo>
                  <a:pt x="1022782" y="79806"/>
                  <a:pt x="1027314" y="96339"/>
                  <a:pt x="1027314" y="118055"/>
                </a:cubicBezTo>
                <a:moveTo>
                  <a:pt x="991308" y="107524"/>
                </a:moveTo>
                <a:cubicBezTo>
                  <a:pt x="991308" y="96421"/>
                  <a:pt x="990206" y="88380"/>
                  <a:pt x="988001" y="83399"/>
                </a:cubicBezTo>
                <a:cubicBezTo>
                  <a:pt x="985796" y="78418"/>
                  <a:pt x="981918" y="75928"/>
                  <a:pt x="976366" y="75928"/>
                </a:cubicBezTo>
                <a:cubicBezTo>
                  <a:pt x="971468" y="75928"/>
                  <a:pt x="967753" y="78336"/>
                  <a:pt x="965222" y="83152"/>
                </a:cubicBezTo>
                <a:cubicBezTo>
                  <a:pt x="962690" y="87968"/>
                  <a:pt x="961098" y="96664"/>
                  <a:pt x="960445" y="109239"/>
                </a:cubicBezTo>
                <a:lnTo>
                  <a:pt x="991308" y="109239"/>
                </a:lnTo>
                <a:lnTo>
                  <a:pt x="991308" y="107524"/>
                </a:lnTo>
                <a:close/>
                <a:moveTo>
                  <a:pt x="1159087" y="94054"/>
                </a:moveTo>
                <a:lnTo>
                  <a:pt x="1198520" y="185657"/>
                </a:lnTo>
                <a:lnTo>
                  <a:pt x="1158351" y="185657"/>
                </a:lnTo>
                <a:lnTo>
                  <a:pt x="1136062" y="119524"/>
                </a:lnTo>
                <a:lnTo>
                  <a:pt x="1114998" y="185657"/>
                </a:lnTo>
                <a:lnTo>
                  <a:pt x="1075318" y="185657"/>
                </a:lnTo>
                <a:lnTo>
                  <a:pt x="1113282" y="95523"/>
                </a:lnTo>
                <a:lnTo>
                  <a:pt x="1078013" y="15921"/>
                </a:lnTo>
                <a:lnTo>
                  <a:pt x="1118182" y="15921"/>
                </a:lnTo>
                <a:lnTo>
                  <a:pt x="1136551" y="71765"/>
                </a:lnTo>
                <a:lnTo>
                  <a:pt x="1156146" y="15921"/>
                </a:lnTo>
                <a:lnTo>
                  <a:pt x="1195336" y="15921"/>
                </a:lnTo>
                <a:lnTo>
                  <a:pt x="1159087" y="940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PackageXinstalled">
            <a:extLst xmlns:a="http://schemas.openxmlformats.org/drawingml/2006/main">
              <a:ext uri="{FF2B5EF4-FFF2-40B4-BE49-F238E27FC236}">
                <a16:creationId xmlns:a16="http://schemas.microsoft.com/office/drawing/2014/main" id="{7AB205B6-5EDD-4F17-A26E-CC98566D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322" y="3734648"/>
            <a:ext cx="1807244" cy="251789"/>
          </a:xfrm>
          <a:custGeom xmlns:a="http://schemas.openxmlformats.org/drawingml/2006/main">
            <a:pathLst>
              <a:path w="1807244" h="251789">
                <a:moveTo>
                  <a:pt x="43596" y="27925"/>
                </a:moveTo>
                <a:cubicBezTo>
                  <a:pt x="64660" y="27925"/>
                  <a:pt x="80743" y="32580"/>
                  <a:pt x="91845" y="41888"/>
                </a:cubicBezTo>
                <a:cubicBezTo>
                  <a:pt x="102950" y="51194"/>
                  <a:pt x="108503" y="64909"/>
                  <a:pt x="108503" y="83033"/>
                </a:cubicBezTo>
                <a:cubicBezTo>
                  <a:pt x="108503" y="101974"/>
                  <a:pt x="103196" y="116303"/>
                  <a:pt x="92582" y="126020"/>
                </a:cubicBezTo>
                <a:cubicBezTo>
                  <a:pt x="81968" y="135734"/>
                  <a:pt x="66946" y="140592"/>
                  <a:pt x="47517" y="140592"/>
                </a:cubicBezTo>
                <a:lnTo>
                  <a:pt x="38454" y="140592"/>
                </a:lnTo>
                <a:lnTo>
                  <a:pt x="38454" y="197661"/>
                </a:lnTo>
                <a:lnTo>
                  <a:pt x="0" y="197661"/>
                </a:lnTo>
                <a:lnTo>
                  <a:pt x="0" y="27925"/>
                </a:lnTo>
                <a:lnTo>
                  <a:pt x="43596" y="27925"/>
                </a:lnTo>
                <a:moveTo>
                  <a:pt x="44332" y="112670"/>
                </a:moveTo>
                <a:cubicBezTo>
                  <a:pt x="53150" y="112670"/>
                  <a:pt x="59477" y="110425"/>
                  <a:pt x="63314" y="105935"/>
                </a:cubicBezTo>
                <a:cubicBezTo>
                  <a:pt x="67151" y="101445"/>
                  <a:pt x="69070" y="93811"/>
                  <a:pt x="69070" y="83033"/>
                </a:cubicBezTo>
                <a:cubicBezTo>
                  <a:pt x="69070" y="73562"/>
                  <a:pt x="67232" y="66582"/>
                  <a:pt x="63557" y="62092"/>
                </a:cubicBezTo>
                <a:cubicBezTo>
                  <a:pt x="59885" y="57603"/>
                  <a:pt x="53640" y="55358"/>
                  <a:pt x="44822" y="55358"/>
                </a:cubicBezTo>
                <a:lnTo>
                  <a:pt x="38454" y="55358"/>
                </a:lnTo>
                <a:lnTo>
                  <a:pt x="38454" y="112670"/>
                </a:lnTo>
                <a:lnTo>
                  <a:pt x="44332" y="112670"/>
                </a:lnTo>
                <a:close/>
                <a:moveTo>
                  <a:pt x="210861" y="163124"/>
                </a:moveTo>
                <a:cubicBezTo>
                  <a:pt x="210861" y="167208"/>
                  <a:pt x="211350" y="170230"/>
                  <a:pt x="212329" y="172191"/>
                </a:cubicBezTo>
                <a:cubicBezTo>
                  <a:pt x="213309" y="174149"/>
                  <a:pt x="215023" y="175699"/>
                  <a:pt x="217472" y="176840"/>
                </a:cubicBezTo>
                <a:lnTo>
                  <a:pt x="209881" y="201092"/>
                </a:lnTo>
                <a:cubicBezTo>
                  <a:pt x="202860" y="200437"/>
                  <a:pt x="197103" y="198762"/>
                  <a:pt x="192611" y="196069"/>
                </a:cubicBezTo>
                <a:cubicBezTo>
                  <a:pt x="188121" y="193375"/>
                  <a:pt x="184652" y="189171"/>
                  <a:pt x="182203" y="183455"/>
                </a:cubicBezTo>
                <a:cubicBezTo>
                  <a:pt x="174690" y="195701"/>
                  <a:pt x="163995" y="201824"/>
                  <a:pt x="150117" y="201824"/>
                </a:cubicBezTo>
                <a:cubicBezTo>
                  <a:pt x="139339" y="201824"/>
                  <a:pt x="130765" y="198109"/>
                  <a:pt x="124397" y="190680"/>
                </a:cubicBezTo>
                <a:cubicBezTo>
                  <a:pt x="118031" y="183250"/>
                  <a:pt x="114848" y="173412"/>
                  <a:pt x="114848" y="161166"/>
                </a:cubicBezTo>
                <a:cubicBezTo>
                  <a:pt x="114848" y="146961"/>
                  <a:pt x="119257" y="136144"/>
                  <a:pt x="128075" y="128714"/>
                </a:cubicBezTo>
                <a:cubicBezTo>
                  <a:pt x="136892" y="121284"/>
                  <a:pt x="149791" y="117570"/>
                  <a:pt x="166771" y="117570"/>
                </a:cubicBezTo>
                <a:lnTo>
                  <a:pt x="174608" y="117570"/>
                </a:lnTo>
                <a:lnTo>
                  <a:pt x="174608" y="110712"/>
                </a:lnTo>
                <a:cubicBezTo>
                  <a:pt x="174608" y="102873"/>
                  <a:pt x="173425" y="97444"/>
                  <a:pt x="171058" y="94424"/>
                </a:cubicBezTo>
                <a:cubicBezTo>
                  <a:pt x="168691" y="91402"/>
                  <a:pt x="164486" y="89891"/>
                  <a:pt x="158444" y="89891"/>
                </a:cubicBezTo>
                <a:cubicBezTo>
                  <a:pt x="150932" y="89891"/>
                  <a:pt x="141625" y="92096"/>
                  <a:pt x="130522" y="96506"/>
                </a:cubicBezTo>
                <a:lnTo>
                  <a:pt x="122196" y="72990"/>
                </a:lnTo>
                <a:cubicBezTo>
                  <a:pt x="128891" y="69888"/>
                  <a:pt x="136034" y="67521"/>
                  <a:pt x="143626" y="65889"/>
                </a:cubicBezTo>
                <a:cubicBezTo>
                  <a:pt x="151220" y="64255"/>
                  <a:pt x="158445" y="63438"/>
                  <a:pt x="165302" y="63438"/>
                </a:cubicBezTo>
                <a:cubicBezTo>
                  <a:pt x="180650" y="63438"/>
                  <a:pt x="192080" y="67153"/>
                  <a:pt x="199592" y="74583"/>
                </a:cubicBezTo>
                <a:cubicBezTo>
                  <a:pt x="207105" y="82012"/>
                  <a:pt x="210861" y="93401"/>
                  <a:pt x="210861" y="108749"/>
                </a:cubicBezTo>
                <a:lnTo>
                  <a:pt x="210861" y="163124"/>
                </a:lnTo>
                <a:moveTo>
                  <a:pt x="161382" y="175618"/>
                </a:moveTo>
                <a:cubicBezTo>
                  <a:pt x="164160" y="175618"/>
                  <a:pt x="166691" y="174557"/>
                  <a:pt x="168976" y="172434"/>
                </a:cubicBezTo>
                <a:cubicBezTo>
                  <a:pt x="171263" y="170311"/>
                  <a:pt x="173141" y="167290"/>
                  <a:pt x="174608" y="163371"/>
                </a:cubicBezTo>
                <a:lnTo>
                  <a:pt x="174608" y="138144"/>
                </a:lnTo>
                <a:lnTo>
                  <a:pt x="170202" y="138144"/>
                </a:lnTo>
                <a:cubicBezTo>
                  <a:pt x="163507" y="138144"/>
                  <a:pt x="158649" y="139736"/>
                  <a:pt x="155626" y="142920"/>
                </a:cubicBezTo>
                <a:cubicBezTo>
                  <a:pt x="152606" y="146104"/>
                  <a:pt x="151097" y="151125"/>
                  <a:pt x="151097" y="157981"/>
                </a:cubicBezTo>
                <a:cubicBezTo>
                  <a:pt x="151097" y="163697"/>
                  <a:pt x="151995" y="168066"/>
                  <a:pt x="153791" y="171088"/>
                </a:cubicBezTo>
                <a:cubicBezTo>
                  <a:pt x="155588" y="174108"/>
                  <a:pt x="158118" y="175618"/>
                  <a:pt x="161382" y="175618"/>
                </a:cubicBezTo>
                <a:close/>
                <a:moveTo>
                  <a:pt x="284730" y="63438"/>
                </a:moveTo>
                <a:cubicBezTo>
                  <a:pt x="292242" y="63438"/>
                  <a:pt x="299018" y="64745"/>
                  <a:pt x="305058" y="67358"/>
                </a:cubicBezTo>
                <a:cubicBezTo>
                  <a:pt x="311100" y="69969"/>
                  <a:pt x="316734" y="73970"/>
                  <a:pt x="321962" y="79359"/>
                </a:cubicBezTo>
                <a:lnTo>
                  <a:pt x="306773" y="99690"/>
                </a:lnTo>
                <a:cubicBezTo>
                  <a:pt x="300078" y="94301"/>
                  <a:pt x="293711" y="91606"/>
                  <a:pt x="287671" y="91606"/>
                </a:cubicBezTo>
                <a:cubicBezTo>
                  <a:pt x="280977" y="91606"/>
                  <a:pt x="275996" y="94668"/>
                  <a:pt x="272729" y="100793"/>
                </a:cubicBezTo>
                <a:cubicBezTo>
                  <a:pt x="269463" y="106914"/>
                  <a:pt x="267830" y="117814"/>
                  <a:pt x="267830" y="133491"/>
                </a:cubicBezTo>
                <a:cubicBezTo>
                  <a:pt x="267830" y="148348"/>
                  <a:pt x="269544" y="158634"/>
                  <a:pt x="272972" y="164350"/>
                </a:cubicBezTo>
                <a:cubicBezTo>
                  <a:pt x="276403" y="170066"/>
                  <a:pt x="281221" y="172923"/>
                  <a:pt x="287425" y="172923"/>
                </a:cubicBezTo>
                <a:cubicBezTo>
                  <a:pt x="290691" y="172923"/>
                  <a:pt x="293712" y="172352"/>
                  <a:pt x="296488" y="171208"/>
                </a:cubicBezTo>
                <a:cubicBezTo>
                  <a:pt x="299263" y="170064"/>
                  <a:pt x="302448" y="168105"/>
                  <a:pt x="306040" y="165329"/>
                </a:cubicBezTo>
                <a:lnTo>
                  <a:pt x="321962" y="186639"/>
                </a:lnTo>
                <a:cubicBezTo>
                  <a:pt x="311347" y="196763"/>
                  <a:pt x="299100" y="201824"/>
                  <a:pt x="285220" y="201824"/>
                </a:cubicBezTo>
                <a:cubicBezTo>
                  <a:pt x="267584" y="201824"/>
                  <a:pt x="253868" y="196069"/>
                  <a:pt x="244071" y="184558"/>
                </a:cubicBezTo>
                <a:cubicBezTo>
                  <a:pt x="234275" y="173047"/>
                  <a:pt x="229376" y="156105"/>
                  <a:pt x="229376" y="133734"/>
                </a:cubicBezTo>
                <a:cubicBezTo>
                  <a:pt x="229376" y="119200"/>
                  <a:pt x="231621" y="106668"/>
                  <a:pt x="236111" y="96136"/>
                </a:cubicBezTo>
                <a:cubicBezTo>
                  <a:pt x="240601" y="85604"/>
                  <a:pt x="247009" y="77521"/>
                  <a:pt x="255336" y="71888"/>
                </a:cubicBezTo>
                <a:cubicBezTo>
                  <a:pt x="263665" y="66254"/>
                  <a:pt x="273463" y="63438"/>
                  <a:pt x="284730" y="63438"/>
                </a:cubicBezTo>
                <a:close/>
                <a:moveTo>
                  <a:pt x="369917" y="12004"/>
                </a:moveTo>
                <a:lnTo>
                  <a:pt x="369917" y="197661"/>
                </a:lnTo>
                <a:lnTo>
                  <a:pt x="332932" y="197661"/>
                </a:lnTo>
                <a:lnTo>
                  <a:pt x="332932" y="15921"/>
                </a:lnTo>
                <a:lnTo>
                  <a:pt x="369917" y="12004"/>
                </a:lnTo>
                <a:moveTo>
                  <a:pt x="437764" y="67601"/>
                </a:moveTo>
                <a:lnTo>
                  <a:pt x="406901" y="124917"/>
                </a:lnTo>
                <a:lnTo>
                  <a:pt x="439723" y="197661"/>
                </a:lnTo>
                <a:lnTo>
                  <a:pt x="400780" y="197661"/>
                </a:lnTo>
                <a:lnTo>
                  <a:pt x="370653" y="126633"/>
                </a:lnTo>
                <a:lnTo>
                  <a:pt x="402491" y="67601"/>
                </a:lnTo>
                <a:lnTo>
                  <a:pt x="437764" y="67601"/>
                </a:lnTo>
                <a:close/>
                <a:moveTo>
                  <a:pt x="537941" y="163124"/>
                </a:moveTo>
                <a:cubicBezTo>
                  <a:pt x="537941" y="167208"/>
                  <a:pt x="538430" y="170230"/>
                  <a:pt x="539409" y="172191"/>
                </a:cubicBezTo>
                <a:cubicBezTo>
                  <a:pt x="540389" y="174149"/>
                  <a:pt x="542103" y="175699"/>
                  <a:pt x="544552" y="176840"/>
                </a:cubicBezTo>
                <a:lnTo>
                  <a:pt x="536961" y="201092"/>
                </a:lnTo>
                <a:cubicBezTo>
                  <a:pt x="529940" y="200437"/>
                  <a:pt x="524183" y="198762"/>
                  <a:pt x="519691" y="196069"/>
                </a:cubicBezTo>
                <a:cubicBezTo>
                  <a:pt x="515201" y="193375"/>
                  <a:pt x="511732" y="189171"/>
                  <a:pt x="509283" y="183455"/>
                </a:cubicBezTo>
                <a:cubicBezTo>
                  <a:pt x="501770" y="195701"/>
                  <a:pt x="491075" y="201824"/>
                  <a:pt x="477197" y="201824"/>
                </a:cubicBezTo>
                <a:cubicBezTo>
                  <a:pt x="466419" y="201824"/>
                  <a:pt x="457845" y="198109"/>
                  <a:pt x="451477" y="190680"/>
                </a:cubicBezTo>
                <a:cubicBezTo>
                  <a:pt x="445111" y="183250"/>
                  <a:pt x="441928" y="173412"/>
                  <a:pt x="441928" y="161166"/>
                </a:cubicBezTo>
                <a:cubicBezTo>
                  <a:pt x="441928" y="146961"/>
                  <a:pt x="446337" y="136144"/>
                  <a:pt x="455155" y="128714"/>
                </a:cubicBezTo>
                <a:cubicBezTo>
                  <a:pt x="463972" y="121284"/>
                  <a:pt x="476871" y="117570"/>
                  <a:pt x="493851" y="117570"/>
                </a:cubicBezTo>
                <a:lnTo>
                  <a:pt x="501688" y="117570"/>
                </a:lnTo>
                <a:lnTo>
                  <a:pt x="501688" y="110712"/>
                </a:lnTo>
                <a:cubicBezTo>
                  <a:pt x="501688" y="102873"/>
                  <a:pt x="500505" y="97444"/>
                  <a:pt x="498138" y="94424"/>
                </a:cubicBezTo>
                <a:cubicBezTo>
                  <a:pt x="495771" y="91402"/>
                  <a:pt x="491566" y="89891"/>
                  <a:pt x="485524" y="89891"/>
                </a:cubicBezTo>
                <a:cubicBezTo>
                  <a:pt x="478012" y="89891"/>
                  <a:pt x="468705" y="92096"/>
                  <a:pt x="457602" y="96506"/>
                </a:cubicBezTo>
                <a:lnTo>
                  <a:pt x="449276" y="72990"/>
                </a:lnTo>
                <a:cubicBezTo>
                  <a:pt x="455971" y="69888"/>
                  <a:pt x="463114" y="67521"/>
                  <a:pt x="470706" y="65889"/>
                </a:cubicBezTo>
                <a:cubicBezTo>
                  <a:pt x="478300" y="64255"/>
                  <a:pt x="485525" y="63438"/>
                  <a:pt x="492382" y="63438"/>
                </a:cubicBezTo>
                <a:cubicBezTo>
                  <a:pt x="507730" y="63438"/>
                  <a:pt x="519160" y="67153"/>
                  <a:pt x="526672" y="74583"/>
                </a:cubicBezTo>
                <a:cubicBezTo>
                  <a:pt x="534185" y="82012"/>
                  <a:pt x="537941" y="93401"/>
                  <a:pt x="537941" y="108749"/>
                </a:cubicBezTo>
                <a:lnTo>
                  <a:pt x="537941" y="163124"/>
                </a:lnTo>
                <a:moveTo>
                  <a:pt x="488462" y="175618"/>
                </a:moveTo>
                <a:cubicBezTo>
                  <a:pt x="491240" y="175618"/>
                  <a:pt x="493771" y="174557"/>
                  <a:pt x="496056" y="172434"/>
                </a:cubicBezTo>
                <a:cubicBezTo>
                  <a:pt x="498343" y="170311"/>
                  <a:pt x="500221" y="167290"/>
                  <a:pt x="501688" y="163371"/>
                </a:cubicBezTo>
                <a:lnTo>
                  <a:pt x="501688" y="138144"/>
                </a:lnTo>
                <a:lnTo>
                  <a:pt x="497282" y="138144"/>
                </a:lnTo>
                <a:cubicBezTo>
                  <a:pt x="490587" y="138144"/>
                  <a:pt x="485729" y="139736"/>
                  <a:pt x="482706" y="142920"/>
                </a:cubicBezTo>
                <a:cubicBezTo>
                  <a:pt x="479686" y="146104"/>
                  <a:pt x="478177" y="151125"/>
                  <a:pt x="478177" y="157981"/>
                </a:cubicBezTo>
                <a:cubicBezTo>
                  <a:pt x="478177" y="163697"/>
                  <a:pt x="479075" y="168066"/>
                  <a:pt x="480871" y="171088"/>
                </a:cubicBezTo>
                <a:cubicBezTo>
                  <a:pt x="482668" y="174108"/>
                  <a:pt x="485198" y="175618"/>
                  <a:pt x="488462" y="175618"/>
                </a:cubicBezTo>
                <a:close/>
                <a:moveTo>
                  <a:pt x="662758" y="74949"/>
                </a:moveTo>
                <a:cubicBezTo>
                  <a:pt x="656716" y="78215"/>
                  <a:pt x="646592" y="79848"/>
                  <a:pt x="632385" y="79848"/>
                </a:cubicBezTo>
                <a:cubicBezTo>
                  <a:pt x="639570" y="83115"/>
                  <a:pt x="644877" y="87484"/>
                  <a:pt x="648306" y="92955"/>
                </a:cubicBezTo>
                <a:cubicBezTo>
                  <a:pt x="651734" y="98424"/>
                  <a:pt x="653448" y="105322"/>
                  <a:pt x="653448" y="113649"/>
                </a:cubicBezTo>
                <a:cubicBezTo>
                  <a:pt x="653448" y="126548"/>
                  <a:pt x="649244" y="136999"/>
                  <a:pt x="640835" y="145002"/>
                </a:cubicBezTo>
                <a:cubicBezTo>
                  <a:pt x="632426" y="153002"/>
                  <a:pt x="620955" y="157002"/>
                  <a:pt x="606421" y="157002"/>
                </a:cubicBezTo>
                <a:cubicBezTo>
                  <a:pt x="601849" y="157002"/>
                  <a:pt x="597931" y="156513"/>
                  <a:pt x="594667" y="155534"/>
                </a:cubicBezTo>
                <a:cubicBezTo>
                  <a:pt x="592054" y="157330"/>
                  <a:pt x="590747" y="160106"/>
                  <a:pt x="590747" y="163860"/>
                </a:cubicBezTo>
                <a:cubicBezTo>
                  <a:pt x="590747" y="166636"/>
                  <a:pt x="591604" y="168759"/>
                  <a:pt x="593318" y="170229"/>
                </a:cubicBezTo>
                <a:cubicBezTo>
                  <a:pt x="595032" y="171699"/>
                  <a:pt x="598176" y="172434"/>
                  <a:pt x="602748" y="172434"/>
                </a:cubicBezTo>
                <a:lnTo>
                  <a:pt x="615974" y="172434"/>
                </a:lnTo>
                <a:cubicBezTo>
                  <a:pt x="630017" y="172434"/>
                  <a:pt x="640997" y="175863"/>
                  <a:pt x="648915" y="182723"/>
                </a:cubicBezTo>
                <a:cubicBezTo>
                  <a:pt x="656836" y="189580"/>
                  <a:pt x="660796" y="198396"/>
                  <a:pt x="660796" y="209172"/>
                </a:cubicBezTo>
                <a:cubicBezTo>
                  <a:pt x="660796" y="222073"/>
                  <a:pt x="655774" y="232401"/>
                  <a:pt x="645731" y="240155"/>
                </a:cubicBezTo>
                <a:cubicBezTo>
                  <a:pt x="635690" y="247911"/>
                  <a:pt x="621362" y="251789"/>
                  <a:pt x="602748" y="251789"/>
                </a:cubicBezTo>
                <a:cubicBezTo>
                  <a:pt x="582663" y="251789"/>
                  <a:pt x="568784" y="248278"/>
                  <a:pt x="561110" y="241257"/>
                </a:cubicBezTo>
                <a:cubicBezTo>
                  <a:pt x="553436" y="234236"/>
                  <a:pt x="549599" y="223867"/>
                  <a:pt x="549599" y="210151"/>
                </a:cubicBezTo>
                <a:lnTo>
                  <a:pt x="582420" y="210151"/>
                </a:lnTo>
                <a:cubicBezTo>
                  <a:pt x="582420" y="216358"/>
                  <a:pt x="583849" y="220808"/>
                  <a:pt x="586707" y="223501"/>
                </a:cubicBezTo>
                <a:cubicBezTo>
                  <a:pt x="589565" y="226194"/>
                  <a:pt x="594994" y="227541"/>
                  <a:pt x="602994" y="227541"/>
                </a:cubicBezTo>
                <a:cubicBezTo>
                  <a:pt x="617037" y="227541"/>
                  <a:pt x="624058" y="222316"/>
                  <a:pt x="624058" y="211867"/>
                </a:cubicBezTo>
                <a:cubicBezTo>
                  <a:pt x="624058" y="207133"/>
                  <a:pt x="622710" y="203581"/>
                  <a:pt x="620014" y="201211"/>
                </a:cubicBezTo>
                <a:cubicBezTo>
                  <a:pt x="617321" y="198844"/>
                  <a:pt x="613198" y="197661"/>
                  <a:pt x="607647" y="197661"/>
                </a:cubicBezTo>
                <a:lnTo>
                  <a:pt x="597852" y="197661"/>
                </a:lnTo>
                <a:cubicBezTo>
                  <a:pt x="584950" y="197661"/>
                  <a:pt x="575561" y="195416"/>
                  <a:pt x="569683" y="190926"/>
                </a:cubicBezTo>
                <a:cubicBezTo>
                  <a:pt x="563806" y="186436"/>
                  <a:pt x="560867" y="180272"/>
                  <a:pt x="560867" y="172434"/>
                </a:cubicBezTo>
                <a:cubicBezTo>
                  <a:pt x="560867" y="167697"/>
                  <a:pt x="562091" y="163247"/>
                  <a:pt x="564541" y="159084"/>
                </a:cubicBezTo>
                <a:cubicBezTo>
                  <a:pt x="566990" y="154921"/>
                  <a:pt x="570337" y="151369"/>
                  <a:pt x="574583" y="148429"/>
                </a:cubicBezTo>
                <a:cubicBezTo>
                  <a:pt x="567562" y="144021"/>
                  <a:pt x="562459" y="138879"/>
                  <a:pt x="559275" y="133001"/>
                </a:cubicBezTo>
                <a:cubicBezTo>
                  <a:pt x="556091" y="127121"/>
                  <a:pt x="554498" y="119772"/>
                  <a:pt x="554498" y="110954"/>
                </a:cubicBezTo>
                <a:cubicBezTo>
                  <a:pt x="554498" y="96259"/>
                  <a:pt x="558988" y="84748"/>
                  <a:pt x="567968" y="76421"/>
                </a:cubicBezTo>
                <a:cubicBezTo>
                  <a:pt x="576950" y="68092"/>
                  <a:pt x="589197" y="63927"/>
                  <a:pt x="604710" y="63927"/>
                </a:cubicBezTo>
                <a:cubicBezTo>
                  <a:pt x="614995" y="63927"/>
                  <a:pt x="623689" y="62622"/>
                  <a:pt x="630793" y="60011"/>
                </a:cubicBezTo>
                <a:cubicBezTo>
                  <a:pt x="637896" y="57397"/>
                  <a:pt x="645530" y="53560"/>
                  <a:pt x="653695" y="48500"/>
                </a:cubicBezTo>
                <a:lnTo>
                  <a:pt x="662758" y="74949"/>
                </a:lnTo>
                <a:moveTo>
                  <a:pt x="604953" y="87932"/>
                </a:moveTo>
                <a:cubicBezTo>
                  <a:pt x="600219" y="87932"/>
                  <a:pt x="596667" y="89688"/>
                  <a:pt x="594297" y="93198"/>
                </a:cubicBezTo>
                <a:cubicBezTo>
                  <a:pt x="591930" y="96709"/>
                  <a:pt x="590747" y="102464"/>
                  <a:pt x="590747" y="110465"/>
                </a:cubicBezTo>
                <a:cubicBezTo>
                  <a:pt x="590747" y="125651"/>
                  <a:pt x="595401" y="133244"/>
                  <a:pt x="604710" y="133244"/>
                </a:cubicBezTo>
                <a:cubicBezTo>
                  <a:pt x="609282" y="133244"/>
                  <a:pt x="612710" y="131530"/>
                  <a:pt x="614995" y="128101"/>
                </a:cubicBezTo>
                <a:cubicBezTo>
                  <a:pt x="617282" y="124673"/>
                  <a:pt x="618426" y="118631"/>
                  <a:pt x="618426" y="109975"/>
                </a:cubicBezTo>
                <a:cubicBezTo>
                  <a:pt x="618426" y="102137"/>
                  <a:pt x="617323" y="96503"/>
                  <a:pt x="615118" y="93075"/>
                </a:cubicBezTo>
                <a:cubicBezTo>
                  <a:pt x="612913" y="89647"/>
                  <a:pt x="609525" y="87932"/>
                  <a:pt x="604953" y="87932"/>
                </a:cubicBezTo>
                <a:close/>
                <a:moveTo>
                  <a:pt x="771140" y="130060"/>
                </a:moveTo>
                <a:cubicBezTo>
                  <a:pt x="771140" y="135285"/>
                  <a:pt x="770895" y="139776"/>
                  <a:pt x="770404" y="143533"/>
                </a:cubicBezTo>
                <a:lnTo>
                  <a:pt x="704272" y="143533"/>
                </a:lnTo>
                <a:cubicBezTo>
                  <a:pt x="705089" y="155288"/>
                  <a:pt x="707253" y="163412"/>
                  <a:pt x="710763" y="167904"/>
                </a:cubicBezTo>
                <a:cubicBezTo>
                  <a:pt x="714274" y="172394"/>
                  <a:pt x="719377" y="174639"/>
                  <a:pt x="726072" y="174639"/>
                </a:cubicBezTo>
                <a:cubicBezTo>
                  <a:pt x="730482" y="174639"/>
                  <a:pt x="734727" y="173782"/>
                  <a:pt x="738809" y="172068"/>
                </a:cubicBezTo>
                <a:cubicBezTo>
                  <a:pt x="742890" y="170351"/>
                  <a:pt x="747299" y="167697"/>
                  <a:pt x="752035" y="164107"/>
                </a:cubicBezTo>
                <a:lnTo>
                  <a:pt x="767220" y="184192"/>
                </a:lnTo>
                <a:cubicBezTo>
                  <a:pt x="755136" y="195947"/>
                  <a:pt x="740521" y="201824"/>
                  <a:pt x="723377" y="201824"/>
                </a:cubicBezTo>
                <a:cubicBezTo>
                  <a:pt x="705089" y="201824"/>
                  <a:pt x="691210" y="195823"/>
                  <a:pt x="681739" y="183822"/>
                </a:cubicBezTo>
                <a:cubicBezTo>
                  <a:pt x="672269" y="171820"/>
                  <a:pt x="667534" y="155043"/>
                  <a:pt x="667534" y="133491"/>
                </a:cubicBezTo>
                <a:cubicBezTo>
                  <a:pt x="667534" y="111936"/>
                  <a:pt x="672064" y="94873"/>
                  <a:pt x="681126" y="82300"/>
                </a:cubicBezTo>
                <a:cubicBezTo>
                  <a:pt x="690188" y="69725"/>
                  <a:pt x="703129" y="63438"/>
                  <a:pt x="719950" y="63438"/>
                </a:cubicBezTo>
                <a:cubicBezTo>
                  <a:pt x="735951" y="63438"/>
                  <a:pt x="748482" y="69112"/>
                  <a:pt x="757544" y="80461"/>
                </a:cubicBezTo>
                <a:cubicBezTo>
                  <a:pt x="766608" y="91810"/>
                  <a:pt x="771140" y="108343"/>
                  <a:pt x="771140" y="130060"/>
                </a:cubicBezTo>
                <a:moveTo>
                  <a:pt x="735135" y="119528"/>
                </a:moveTo>
                <a:cubicBezTo>
                  <a:pt x="735135" y="108425"/>
                  <a:pt x="734032" y="100384"/>
                  <a:pt x="731827" y="95403"/>
                </a:cubicBezTo>
                <a:cubicBezTo>
                  <a:pt x="729622" y="90423"/>
                  <a:pt x="725744" y="87932"/>
                  <a:pt x="720193" y="87932"/>
                </a:cubicBezTo>
                <a:cubicBezTo>
                  <a:pt x="715294" y="87932"/>
                  <a:pt x="711579" y="90340"/>
                  <a:pt x="709048" y="95157"/>
                </a:cubicBezTo>
                <a:cubicBezTo>
                  <a:pt x="706517" y="99973"/>
                  <a:pt x="704924" y="108668"/>
                  <a:pt x="704272" y="121243"/>
                </a:cubicBezTo>
                <a:lnTo>
                  <a:pt x="735135" y="121243"/>
                </a:lnTo>
                <a:lnTo>
                  <a:pt x="735135" y="119528"/>
                </a:lnTo>
                <a:close/>
                <a:moveTo>
                  <a:pt x="904382" y="106059"/>
                </a:moveTo>
                <a:lnTo>
                  <a:pt x="943815" y="197661"/>
                </a:lnTo>
                <a:lnTo>
                  <a:pt x="903646" y="197661"/>
                </a:lnTo>
                <a:lnTo>
                  <a:pt x="881357" y="131529"/>
                </a:lnTo>
                <a:lnTo>
                  <a:pt x="860293" y="197661"/>
                </a:lnTo>
                <a:lnTo>
                  <a:pt x="820613" y="197661"/>
                </a:lnTo>
                <a:lnTo>
                  <a:pt x="858577" y="107527"/>
                </a:lnTo>
                <a:lnTo>
                  <a:pt x="823308" y="27925"/>
                </a:lnTo>
                <a:lnTo>
                  <a:pt x="863477" y="27925"/>
                </a:lnTo>
                <a:lnTo>
                  <a:pt x="881846" y="83769"/>
                </a:lnTo>
                <a:lnTo>
                  <a:pt x="901441" y="27925"/>
                </a:lnTo>
                <a:lnTo>
                  <a:pt x="940631" y="27925"/>
                </a:lnTo>
                <a:lnTo>
                  <a:pt x="904382" y="106059"/>
                </a:lnTo>
                <a:close/>
                <a:moveTo>
                  <a:pt x="1036154" y="67601"/>
                </a:moveTo>
                <a:lnTo>
                  <a:pt x="1036154" y="197661"/>
                </a:lnTo>
                <a:lnTo>
                  <a:pt x="999169" y="197661"/>
                </a:lnTo>
                <a:lnTo>
                  <a:pt x="999169" y="67601"/>
                </a:lnTo>
                <a:lnTo>
                  <a:pt x="1036154" y="67601"/>
                </a:lnTo>
                <a:moveTo>
                  <a:pt x="1017296" y="0"/>
                </a:moveTo>
                <a:cubicBezTo>
                  <a:pt x="1023664" y="0"/>
                  <a:pt x="1028767" y="2001"/>
                  <a:pt x="1032604" y="6002"/>
                </a:cubicBezTo>
                <a:cubicBezTo>
                  <a:pt x="1036441" y="10004"/>
                  <a:pt x="1038359" y="15106"/>
                  <a:pt x="1038359" y="21310"/>
                </a:cubicBezTo>
                <a:cubicBezTo>
                  <a:pt x="1038359" y="27352"/>
                  <a:pt x="1036400" y="32374"/>
                  <a:pt x="1032480" y="36376"/>
                </a:cubicBezTo>
                <a:cubicBezTo>
                  <a:pt x="1028561" y="40375"/>
                  <a:pt x="1023500" y="42374"/>
                  <a:pt x="1017296" y="42374"/>
                </a:cubicBezTo>
                <a:cubicBezTo>
                  <a:pt x="1011089" y="42374"/>
                  <a:pt x="1006026" y="40375"/>
                  <a:pt x="1002107" y="36376"/>
                </a:cubicBezTo>
                <a:cubicBezTo>
                  <a:pt x="998190" y="32374"/>
                  <a:pt x="996232" y="27352"/>
                  <a:pt x="996232" y="21310"/>
                </a:cubicBezTo>
                <a:cubicBezTo>
                  <a:pt x="996232" y="15106"/>
                  <a:pt x="998190" y="10004"/>
                  <a:pt x="1002107" y="6002"/>
                </a:cubicBezTo>
                <a:cubicBezTo>
                  <a:pt x="1006026" y="2001"/>
                  <a:pt x="1011089" y="0"/>
                  <a:pt x="1017296" y="0"/>
                </a:cubicBezTo>
                <a:close/>
                <a:moveTo>
                  <a:pt x="1125063" y="63438"/>
                </a:moveTo>
                <a:cubicBezTo>
                  <a:pt x="1134369" y="63438"/>
                  <a:pt x="1141676" y="66785"/>
                  <a:pt x="1146983" y="73480"/>
                </a:cubicBezTo>
                <a:cubicBezTo>
                  <a:pt x="1152290" y="80175"/>
                  <a:pt x="1154943" y="89156"/>
                  <a:pt x="1154943" y="100423"/>
                </a:cubicBezTo>
                <a:lnTo>
                  <a:pt x="1154943" y="197661"/>
                </a:lnTo>
                <a:lnTo>
                  <a:pt x="1117959" y="197661"/>
                </a:lnTo>
                <a:lnTo>
                  <a:pt x="1117959" y="104343"/>
                </a:lnTo>
                <a:cubicBezTo>
                  <a:pt x="1117959" y="95852"/>
                  <a:pt x="1115592" y="91606"/>
                  <a:pt x="1110858" y="91606"/>
                </a:cubicBezTo>
                <a:cubicBezTo>
                  <a:pt x="1106121" y="91606"/>
                  <a:pt x="1100977" y="96831"/>
                  <a:pt x="1095426" y="107281"/>
                </a:cubicBezTo>
                <a:lnTo>
                  <a:pt x="1095426" y="197661"/>
                </a:lnTo>
                <a:lnTo>
                  <a:pt x="1058441" y="197661"/>
                </a:lnTo>
                <a:lnTo>
                  <a:pt x="1058441" y="67601"/>
                </a:lnTo>
                <a:lnTo>
                  <a:pt x="1090527" y="67601"/>
                </a:lnTo>
                <a:lnTo>
                  <a:pt x="1093221" y="83033"/>
                </a:lnTo>
                <a:cubicBezTo>
                  <a:pt x="1097467" y="76502"/>
                  <a:pt x="1102120" y="71604"/>
                  <a:pt x="1107180" y="68337"/>
                </a:cubicBezTo>
                <a:cubicBezTo>
                  <a:pt x="1112243" y="65071"/>
                  <a:pt x="1118204" y="63438"/>
                  <a:pt x="1125063" y="63438"/>
                </a:cubicBezTo>
                <a:close/>
                <a:moveTo>
                  <a:pt x="1215272" y="63438"/>
                </a:moveTo>
                <a:cubicBezTo>
                  <a:pt x="1223272" y="63438"/>
                  <a:pt x="1230783" y="64826"/>
                  <a:pt x="1237805" y="67601"/>
                </a:cubicBezTo>
                <a:cubicBezTo>
                  <a:pt x="1244826" y="70377"/>
                  <a:pt x="1250949" y="74296"/>
                  <a:pt x="1256174" y="79359"/>
                </a:cubicBezTo>
                <a:lnTo>
                  <a:pt x="1242704" y="99200"/>
                </a:lnTo>
                <a:cubicBezTo>
                  <a:pt x="1233725" y="92994"/>
                  <a:pt x="1225642" y="89891"/>
                  <a:pt x="1218456" y="89891"/>
                </a:cubicBezTo>
                <a:cubicBezTo>
                  <a:pt x="1214537" y="89891"/>
                  <a:pt x="1211475" y="90871"/>
                  <a:pt x="1209270" y="92832"/>
                </a:cubicBezTo>
                <a:cubicBezTo>
                  <a:pt x="1207067" y="94790"/>
                  <a:pt x="1205966" y="97484"/>
                  <a:pt x="1205966" y="100912"/>
                </a:cubicBezTo>
                <a:cubicBezTo>
                  <a:pt x="1205966" y="104669"/>
                  <a:pt x="1207354" y="107732"/>
                  <a:pt x="1210129" y="110099"/>
                </a:cubicBezTo>
                <a:cubicBezTo>
                  <a:pt x="1212905" y="112466"/>
                  <a:pt x="1218865" y="115526"/>
                  <a:pt x="1228009" y="119281"/>
                </a:cubicBezTo>
                <a:cubicBezTo>
                  <a:pt x="1238949" y="123853"/>
                  <a:pt x="1247032" y="129160"/>
                  <a:pt x="1252257" y="135202"/>
                </a:cubicBezTo>
                <a:cubicBezTo>
                  <a:pt x="1257482" y="141244"/>
                  <a:pt x="1260094" y="149327"/>
                  <a:pt x="1260094" y="159450"/>
                </a:cubicBezTo>
                <a:cubicBezTo>
                  <a:pt x="1260094" y="172514"/>
                  <a:pt x="1255481" y="182842"/>
                  <a:pt x="1246255" y="190437"/>
                </a:cubicBezTo>
                <a:cubicBezTo>
                  <a:pt x="1237028" y="198028"/>
                  <a:pt x="1225068" y="201824"/>
                  <a:pt x="1210372" y="201824"/>
                </a:cubicBezTo>
                <a:cubicBezTo>
                  <a:pt x="1201228" y="201824"/>
                  <a:pt x="1192656" y="200151"/>
                  <a:pt x="1184656" y="196805"/>
                </a:cubicBezTo>
                <a:cubicBezTo>
                  <a:pt x="1176655" y="193456"/>
                  <a:pt x="1169797" y="188761"/>
                  <a:pt x="1164082" y="182719"/>
                </a:cubicBezTo>
                <a:lnTo>
                  <a:pt x="1181471" y="163614"/>
                </a:lnTo>
                <a:cubicBezTo>
                  <a:pt x="1191268" y="171617"/>
                  <a:pt x="1200249" y="175618"/>
                  <a:pt x="1208414" y="175618"/>
                </a:cubicBezTo>
                <a:cubicBezTo>
                  <a:pt x="1212822" y="175618"/>
                  <a:pt x="1216291" y="174476"/>
                  <a:pt x="1218823" y="172191"/>
                </a:cubicBezTo>
                <a:cubicBezTo>
                  <a:pt x="1221354" y="169904"/>
                  <a:pt x="1222620" y="166718"/>
                  <a:pt x="1222620" y="162635"/>
                </a:cubicBezTo>
                <a:cubicBezTo>
                  <a:pt x="1222620" y="158062"/>
                  <a:pt x="1221191" y="154430"/>
                  <a:pt x="1218333" y="151736"/>
                </a:cubicBezTo>
                <a:cubicBezTo>
                  <a:pt x="1215475" y="149043"/>
                  <a:pt x="1209637" y="145900"/>
                  <a:pt x="1200820" y="142307"/>
                </a:cubicBezTo>
                <a:cubicBezTo>
                  <a:pt x="1189717" y="137735"/>
                  <a:pt x="1181717" y="132469"/>
                  <a:pt x="1176818" y="126509"/>
                </a:cubicBezTo>
                <a:cubicBezTo>
                  <a:pt x="1171920" y="120549"/>
                  <a:pt x="1169471" y="112915"/>
                  <a:pt x="1169471" y="103607"/>
                </a:cubicBezTo>
                <a:cubicBezTo>
                  <a:pt x="1169471" y="91852"/>
                  <a:pt x="1173552" y="82218"/>
                  <a:pt x="1181714" y="74706"/>
                </a:cubicBezTo>
                <a:cubicBezTo>
                  <a:pt x="1189879" y="67194"/>
                  <a:pt x="1201065" y="63438"/>
                  <a:pt x="1215272" y="63438"/>
                </a:cubicBezTo>
                <a:close/>
                <a:moveTo>
                  <a:pt x="1345821" y="191539"/>
                </a:moveTo>
                <a:cubicBezTo>
                  <a:pt x="1341739" y="194968"/>
                  <a:pt x="1337004" y="197539"/>
                  <a:pt x="1331615" y="199253"/>
                </a:cubicBezTo>
                <a:cubicBezTo>
                  <a:pt x="1326226" y="200967"/>
                  <a:pt x="1320755" y="201824"/>
                  <a:pt x="1315204" y="201824"/>
                </a:cubicBezTo>
                <a:cubicBezTo>
                  <a:pt x="1302632" y="201824"/>
                  <a:pt x="1293161" y="198233"/>
                  <a:pt x="1286793" y="191050"/>
                </a:cubicBezTo>
                <a:cubicBezTo>
                  <a:pt x="1280424" y="183864"/>
                  <a:pt x="1277240" y="174229"/>
                  <a:pt x="1277240" y="162145"/>
                </a:cubicBezTo>
                <a:lnTo>
                  <a:pt x="1277240" y="93565"/>
                </a:lnTo>
                <a:lnTo>
                  <a:pt x="1263771" y="93565"/>
                </a:lnTo>
                <a:lnTo>
                  <a:pt x="1263771" y="67601"/>
                </a:lnTo>
                <a:lnTo>
                  <a:pt x="1277240" y="67601"/>
                </a:lnTo>
                <a:lnTo>
                  <a:pt x="1277240" y="39190"/>
                </a:lnTo>
                <a:lnTo>
                  <a:pt x="1314225" y="35026"/>
                </a:lnTo>
                <a:lnTo>
                  <a:pt x="1314225" y="67601"/>
                </a:lnTo>
                <a:lnTo>
                  <a:pt x="1338473" y="67601"/>
                </a:lnTo>
                <a:lnTo>
                  <a:pt x="1334552" y="93565"/>
                </a:lnTo>
                <a:lnTo>
                  <a:pt x="1314225" y="93565"/>
                </a:lnTo>
                <a:lnTo>
                  <a:pt x="1314225" y="161902"/>
                </a:lnTo>
                <a:cubicBezTo>
                  <a:pt x="1314225" y="168923"/>
                  <a:pt x="1317164" y="172434"/>
                  <a:pt x="1323041" y="172434"/>
                </a:cubicBezTo>
                <a:cubicBezTo>
                  <a:pt x="1326308" y="172434"/>
                  <a:pt x="1329818" y="171290"/>
                  <a:pt x="1333573" y="169003"/>
                </a:cubicBezTo>
                <a:lnTo>
                  <a:pt x="1345821" y="191539"/>
                </a:lnTo>
                <a:close/>
                <a:moveTo>
                  <a:pt x="1443059" y="163124"/>
                </a:moveTo>
                <a:cubicBezTo>
                  <a:pt x="1443059" y="167208"/>
                  <a:pt x="1443548" y="170230"/>
                  <a:pt x="1444528" y="172191"/>
                </a:cubicBezTo>
                <a:cubicBezTo>
                  <a:pt x="1445507" y="174149"/>
                  <a:pt x="1447221" y="175699"/>
                  <a:pt x="1449670" y="176840"/>
                </a:cubicBezTo>
                <a:lnTo>
                  <a:pt x="1442080" y="201092"/>
                </a:lnTo>
                <a:cubicBezTo>
                  <a:pt x="1435058" y="200437"/>
                  <a:pt x="1429302" y="198762"/>
                  <a:pt x="1424809" y="196069"/>
                </a:cubicBezTo>
                <a:cubicBezTo>
                  <a:pt x="1420320" y="193375"/>
                  <a:pt x="1416850" y="189171"/>
                  <a:pt x="1414401" y="183455"/>
                </a:cubicBezTo>
                <a:cubicBezTo>
                  <a:pt x="1406889" y="195701"/>
                  <a:pt x="1396194" y="201824"/>
                  <a:pt x="1382316" y="201824"/>
                </a:cubicBezTo>
                <a:cubicBezTo>
                  <a:pt x="1371537" y="201824"/>
                  <a:pt x="1362964" y="198109"/>
                  <a:pt x="1356595" y="190680"/>
                </a:cubicBezTo>
                <a:cubicBezTo>
                  <a:pt x="1350229" y="183250"/>
                  <a:pt x="1347046" y="173412"/>
                  <a:pt x="1347046" y="161166"/>
                </a:cubicBezTo>
                <a:cubicBezTo>
                  <a:pt x="1347046" y="146961"/>
                  <a:pt x="1351455" y="136144"/>
                  <a:pt x="1360273" y="128714"/>
                </a:cubicBezTo>
                <a:cubicBezTo>
                  <a:pt x="1369090" y="121284"/>
                  <a:pt x="1381989" y="117570"/>
                  <a:pt x="1398969" y="117570"/>
                </a:cubicBezTo>
                <a:lnTo>
                  <a:pt x="1406807" y="117570"/>
                </a:lnTo>
                <a:lnTo>
                  <a:pt x="1406807" y="110712"/>
                </a:lnTo>
                <a:cubicBezTo>
                  <a:pt x="1406807" y="102873"/>
                  <a:pt x="1405623" y="97444"/>
                  <a:pt x="1403256" y="94424"/>
                </a:cubicBezTo>
                <a:cubicBezTo>
                  <a:pt x="1400889" y="91402"/>
                  <a:pt x="1396685" y="89891"/>
                  <a:pt x="1390643" y="89891"/>
                </a:cubicBezTo>
                <a:cubicBezTo>
                  <a:pt x="1383130" y="89891"/>
                  <a:pt x="1373823" y="92096"/>
                  <a:pt x="1362721" y="96506"/>
                </a:cubicBezTo>
                <a:lnTo>
                  <a:pt x="1354394" y="72990"/>
                </a:lnTo>
                <a:cubicBezTo>
                  <a:pt x="1361089" y="69888"/>
                  <a:pt x="1368232" y="67521"/>
                  <a:pt x="1375824" y="65889"/>
                </a:cubicBezTo>
                <a:cubicBezTo>
                  <a:pt x="1383418" y="64255"/>
                  <a:pt x="1390644" y="63438"/>
                  <a:pt x="1397501" y="63438"/>
                </a:cubicBezTo>
                <a:cubicBezTo>
                  <a:pt x="1412849" y="63438"/>
                  <a:pt x="1424279" y="67153"/>
                  <a:pt x="1431791" y="74583"/>
                </a:cubicBezTo>
                <a:cubicBezTo>
                  <a:pt x="1439303" y="82012"/>
                  <a:pt x="1443059" y="93401"/>
                  <a:pt x="1443059" y="108749"/>
                </a:cubicBezTo>
                <a:lnTo>
                  <a:pt x="1443059" y="163124"/>
                </a:lnTo>
                <a:moveTo>
                  <a:pt x="1393580" y="175618"/>
                </a:moveTo>
                <a:cubicBezTo>
                  <a:pt x="1396358" y="175618"/>
                  <a:pt x="1398890" y="174557"/>
                  <a:pt x="1401174" y="172434"/>
                </a:cubicBezTo>
                <a:cubicBezTo>
                  <a:pt x="1403462" y="170311"/>
                  <a:pt x="1405339" y="167290"/>
                  <a:pt x="1406807" y="163371"/>
                </a:cubicBezTo>
                <a:lnTo>
                  <a:pt x="1406807" y="138144"/>
                </a:lnTo>
                <a:lnTo>
                  <a:pt x="1402400" y="138144"/>
                </a:lnTo>
                <a:cubicBezTo>
                  <a:pt x="1395705" y="138144"/>
                  <a:pt x="1390847" y="139736"/>
                  <a:pt x="1387825" y="142920"/>
                </a:cubicBezTo>
                <a:cubicBezTo>
                  <a:pt x="1384805" y="146104"/>
                  <a:pt x="1383295" y="151125"/>
                  <a:pt x="1383295" y="157981"/>
                </a:cubicBezTo>
                <a:cubicBezTo>
                  <a:pt x="1383295" y="163697"/>
                  <a:pt x="1384193" y="168066"/>
                  <a:pt x="1385990" y="171088"/>
                </a:cubicBezTo>
                <a:cubicBezTo>
                  <a:pt x="1387786" y="174108"/>
                  <a:pt x="1390316" y="175618"/>
                  <a:pt x="1393580" y="175618"/>
                </a:cubicBezTo>
                <a:close/>
                <a:moveTo>
                  <a:pt x="1497580" y="201824"/>
                </a:moveTo>
                <a:cubicBezTo>
                  <a:pt x="1487293" y="201824"/>
                  <a:pt x="1479291" y="198803"/>
                  <a:pt x="1473575" y="192761"/>
                </a:cubicBezTo>
                <a:cubicBezTo>
                  <a:pt x="1467860" y="186719"/>
                  <a:pt x="1465002" y="178473"/>
                  <a:pt x="1465002" y="168024"/>
                </a:cubicBezTo>
                <a:lnTo>
                  <a:pt x="1465002" y="15921"/>
                </a:lnTo>
                <a:lnTo>
                  <a:pt x="1501987" y="12004"/>
                </a:lnTo>
                <a:lnTo>
                  <a:pt x="1501987" y="166308"/>
                </a:lnTo>
                <a:cubicBezTo>
                  <a:pt x="1501987" y="170392"/>
                  <a:pt x="1503702" y="172434"/>
                  <a:pt x="1507133" y="172434"/>
                </a:cubicBezTo>
                <a:cubicBezTo>
                  <a:pt x="1508112" y="172434"/>
                  <a:pt x="1509581" y="172188"/>
                  <a:pt x="1511539" y="171698"/>
                </a:cubicBezTo>
                <a:lnTo>
                  <a:pt x="1518154" y="197171"/>
                </a:lnTo>
                <a:cubicBezTo>
                  <a:pt x="1515541" y="198477"/>
                  <a:pt x="1512438" y="199578"/>
                  <a:pt x="1508845" y="200475"/>
                </a:cubicBezTo>
                <a:cubicBezTo>
                  <a:pt x="1505254" y="201375"/>
                  <a:pt x="1501500" y="201824"/>
                  <a:pt x="1497580" y="201824"/>
                </a:cubicBezTo>
                <a:close/>
                <a:moveTo>
                  <a:pt x="1559964" y="201824"/>
                </a:moveTo>
                <a:cubicBezTo>
                  <a:pt x="1549677" y="201824"/>
                  <a:pt x="1541675" y="198803"/>
                  <a:pt x="1535959" y="192761"/>
                </a:cubicBezTo>
                <a:cubicBezTo>
                  <a:pt x="1530244" y="186719"/>
                  <a:pt x="1527386" y="178473"/>
                  <a:pt x="1527386" y="168024"/>
                </a:cubicBezTo>
                <a:lnTo>
                  <a:pt x="1527386" y="15921"/>
                </a:lnTo>
                <a:lnTo>
                  <a:pt x="1564371" y="12004"/>
                </a:lnTo>
                <a:lnTo>
                  <a:pt x="1564371" y="166308"/>
                </a:lnTo>
                <a:cubicBezTo>
                  <a:pt x="1564371" y="170392"/>
                  <a:pt x="1566086" y="172434"/>
                  <a:pt x="1569517" y="172434"/>
                </a:cubicBezTo>
                <a:cubicBezTo>
                  <a:pt x="1570496" y="172434"/>
                  <a:pt x="1571965" y="172188"/>
                  <a:pt x="1573923" y="171698"/>
                </a:cubicBezTo>
                <a:lnTo>
                  <a:pt x="1580538" y="197171"/>
                </a:lnTo>
                <a:cubicBezTo>
                  <a:pt x="1577925" y="198477"/>
                  <a:pt x="1574821" y="199578"/>
                  <a:pt x="1571229" y="200475"/>
                </a:cubicBezTo>
                <a:cubicBezTo>
                  <a:pt x="1567638" y="201375"/>
                  <a:pt x="1563883" y="201824"/>
                  <a:pt x="1559964" y="201824"/>
                </a:cubicBezTo>
                <a:close/>
                <a:moveTo>
                  <a:pt x="1689925" y="130060"/>
                </a:moveTo>
                <a:cubicBezTo>
                  <a:pt x="1689925" y="135285"/>
                  <a:pt x="1689679" y="139776"/>
                  <a:pt x="1689188" y="143533"/>
                </a:cubicBezTo>
                <a:lnTo>
                  <a:pt x="1623056" y="143533"/>
                </a:lnTo>
                <a:cubicBezTo>
                  <a:pt x="1623873" y="155288"/>
                  <a:pt x="1626037" y="163412"/>
                  <a:pt x="1629548" y="167904"/>
                </a:cubicBezTo>
                <a:cubicBezTo>
                  <a:pt x="1633058" y="172394"/>
                  <a:pt x="1638161" y="174639"/>
                  <a:pt x="1644856" y="174639"/>
                </a:cubicBezTo>
                <a:cubicBezTo>
                  <a:pt x="1649266" y="174639"/>
                  <a:pt x="1653512" y="173782"/>
                  <a:pt x="1657593" y="172068"/>
                </a:cubicBezTo>
                <a:cubicBezTo>
                  <a:pt x="1661674" y="170351"/>
                  <a:pt x="1666083" y="167697"/>
                  <a:pt x="1670819" y="164107"/>
                </a:cubicBezTo>
                <a:lnTo>
                  <a:pt x="1686004" y="184192"/>
                </a:lnTo>
                <a:cubicBezTo>
                  <a:pt x="1673920" y="195947"/>
                  <a:pt x="1659306" y="201824"/>
                  <a:pt x="1642161" y="201824"/>
                </a:cubicBezTo>
                <a:cubicBezTo>
                  <a:pt x="1623873" y="201824"/>
                  <a:pt x="1609994" y="195823"/>
                  <a:pt x="1600523" y="183822"/>
                </a:cubicBezTo>
                <a:cubicBezTo>
                  <a:pt x="1591053" y="171820"/>
                  <a:pt x="1586318" y="155043"/>
                  <a:pt x="1586318" y="133491"/>
                </a:cubicBezTo>
                <a:cubicBezTo>
                  <a:pt x="1586318" y="111936"/>
                  <a:pt x="1590849" y="94873"/>
                  <a:pt x="1599911" y="82300"/>
                </a:cubicBezTo>
                <a:cubicBezTo>
                  <a:pt x="1608972" y="69725"/>
                  <a:pt x="1621914" y="63438"/>
                  <a:pt x="1638734" y="63438"/>
                </a:cubicBezTo>
                <a:cubicBezTo>
                  <a:pt x="1654735" y="63438"/>
                  <a:pt x="1667266" y="69112"/>
                  <a:pt x="1676328" y="80461"/>
                </a:cubicBezTo>
                <a:cubicBezTo>
                  <a:pt x="1685392" y="91810"/>
                  <a:pt x="1689925" y="108343"/>
                  <a:pt x="1689925" y="130060"/>
                </a:cubicBezTo>
                <a:moveTo>
                  <a:pt x="1653919" y="119528"/>
                </a:moveTo>
                <a:cubicBezTo>
                  <a:pt x="1653919" y="108425"/>
                  <a:pt x="1652816" y="100384"/>
                  <a:pt x="1650611" y="95403"/>
                </a:cubicBezTo>
                <a:cubicBezTo>
                  <a:pt x="1648406" y="90423"/>
                  <a:pt x="1644528" y="87932"/>
                  <a:pt x="1638977" y="87932"/>
                </a:cubicBezTo>
                <a:cubicBezTo>
                  <a:pt x="1634079" y="87932"/>
                  <a:pt x="1630364" y="90340"/>
                  <a:pt x="1627832" y="95157"/>
                </a:cubicBezTo>
                <a:cubicBezTo>
                  <a:pt x="1625301" y="99973"/>
                  <a:pt x="1623709" y="108668"/>
                  <a:pt x="1623056" y="121243"/>
                </a:cubicBezTo>
                <a:lnTo>
                  <a:pt x="1653919" y="121243"/>
                </a:lnTo>
                <a:lnTo>
                  <a:pt x="1653919" y="119528"/>
                </a:lnTo>
                <a:close/>
                <a:moveTo>
                  <a:pt x="1807244" y="15921"/>
                </a:moveTo>
                <a:lnTo>
                  <a:pt x="1807244" y="197661"/>
                </a:lnTo>
                <a:lnTo>
                  <a:pt x="1774180" y="197661"/>
                </a:lnTo>
                <a:lnTo>
                  <a:pt x="1772954" y="183945"/>
                </a:lnTo>
                <a:cubicBezTo>
                  <a:pt x="1769199" y="189496"/>
                  <a:pt x="1764953" y="193864"/>
                  <a:pt x="1760217" y="197048"/>
                </a:cubicBezTo>
                <a:cubicBezTo>
                  <a:pt x="1755483" y="200232"/>
                  <a:pt x="1749768" y="201824"/>
                  <a:pt x="1743074" y="201824"/>
                </a:cubicBezTo>
                <a:cubicBezTo>
                  <a:pt x="1729684" y="201824"/>
                  <a:pt x="1719478" y="195823"/>
                  <a:pt x="1712457" y="183822"/>
                </a:cubicBezTo>
                <a:cubicBezTo>
                  <a:pt x="1705436" y="171820"/>
                  <a:pt x="1701925" y="154715"/>
                  <a:pt x="1701925" y="132508"/>
                </a:cubicBezTo>
                <a:cubicBezTo>
                  <a:pt x="1701925" y="118630"/>
                  <a:pt x="1703803" y="106466"/>
                  <a:pt x="1707558" y="96016"/>
                </a:cubicBezTo>
                <a:cubicBezTo>
                  <a:pt x="1711315" y="85564"/>
                  <a:pt x="1716541" y="77521"/>
                  <a:pt x="1723236" y="71888"/>
                </a:cubicBezTo>
                <a:cubicBezTo>
                  <a:pt x="1729931" y="66254"/>
                  <a:pt x="1737522" y="63438"/>
                  <a:pt x="1746011" y="63438"/>
                </a:cubicBezTo>
                <a:cubicBezTo>
                  <a:pt x="1755810" y="63438"/>
                  <a:pt x="1763893" y="67439"/>
                  <a:pt x="1770259" y="75442"/>
                </a:cubicBezTo>
                <a:lnTo>
                  <a:pt x="1770259" y="12004"/>
                </a:lnTo>
                <a:lnTo>
                  <a:pt x="1807244" y="15921"/>
                </a:lnTo>
                <a:moveTo>
                  <a:pt x="1755074" y="174639"/>
                </a:moveTo>
                <a:cubicBezTo>
                  <a:pt x="1760790" y="174639"/>
                  <a:pt x="1765851" y="170393"/>
                  <a:pt x="1770259" y="161902"/>
                </a:cubicBezTo>
                <a:lnTo>
                  <a:pt x="1770259" y="101159"/>
                </a:lnTo>
                <a:cubicBezTo>
                  <a:pt x="1768139" y="97566"/>
                  <a:pt x="1766017" y="94912"/>
                  <a:pt x="1763894" y="93198"/>
                </a:cubicBezTo>
                <a:cubicBezTo>
                  <a:pt x="1761772" y="91484"/>
                  <a:pt x="1759321" y="90627"/>
                  <a:pt x="1756543" y="90627"/>
                </a:cubicBezTo>
                <a:cubicBezTo>
                  <a:pt x="1745441" y="90627"/>
                  <a:pt x="1739889" y="104587"/>
                  <a:pt x="1739889" y="132508"/>
                </a:cubicBezTo>
                <a:cubicBezTo>
                  <a:pt x="1739889" y="148347"/>
                  <a:pt x="1741236" y="159328"/>
                  <a:pt x="1743929" y="165452"/>
                </a:cubicBezTo>
                <a:cubicBezTo>
                  <a:pt x="1746625" y="171577"/>
                  <a:pt x="1750340" y="174639"/>
                  <a:pt x="1755074" y="17463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andmalicious">
            <a:extLst xmlns:a="http://schemas.openxmlformats.org/drawingml/2006/main">
              <a:ext uri="{FF2B5EF4-FFF2-40B4-BE49-F238E27FC236}">
                <a16:creationId xmlns:a16="http://schemas.microsoft.com/office/drawing/2014/main" id="{67CE841D-01CF-4A3B-8C71-9BCBE3CA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233" y="4029790"/>
            <a:ext cx="1291251" cy="201824"/>
          </a:xfrm>
          <a:custGeom xmlns:a="http://schemas.openxmlformats.org/drawingml/2006/main">
            <a:pathLst>
              <a:path w="1291251" h="201824">
                <a:moveTo>
                  <a:pt x="96013" y="163124"/>
                </a:moveTo>
                <a:cubicBezTo>
                  <a:pt x="96013" y="167208"/>
                  <a:pt x="96502" y="170230"/>
                  <a:pt x="97481" y="172191"/>
                </a:cubicBezTo>
                <a:cubicBezTo>
                  <a:pt x="98460" y="174149"/>
                  <a:pt x="100175" y="175699"/>
                  <a:pt x="102624" y="176840"/>
                </a:cubicBezTo>
                <a:lnTo>
                  <a:pt x="95033" y="201092"/>
                </a:lnTo>
                <a:cubicBezTo>
                  <a:pt x="88012" y="200437"/>
                  <a:pt x="82255" y="198762"/>
                  <a:pt x="77763" y="196069"/>
                </a:cubicBezTo>
                <a:cubicBezTo>
                  <a:pt x="73273" y="193375"/>
                  <a:pt x="69804" y="189171"/>
                  <a:pt x="67355" y="183455"/>
                </a:cubicBezTo>
                <a:cubicBezTo>
                  <a:pt x="59842" y="195701"/>
                  <a:pt x="49147" y="201824"/>
                  <a:pt x="35269" y="201824"/>
                </a:cubicBezTo>
                <a:cubicBezTo>
                  <a:pt x="24491" y="201824"/>
                  <a:pt x="15917" y="198109"/>
                  <a:pt x="9549" y="190680"/>
                </a:cubicBezTo>
                <a:cubicBezTo>
                  <a:pt x="3183" y="183250"/>
                  <a:pt x="0" y="173412"/>
                  <a:pt x="0" y="161166"/>
                </a:cubicBezTo>
                <a:cubicBezTo>
                  <a:pt x="0" y="146961"/>
                  <a:pt x="4409" y="136144"/>
                  <a:pt x="13226" y="128714"/>
                </a:cubicBezTo>
                <a:cubicBezTo>
                  <a:pt x="22044" y="121284"/>
                  <a:pt x="34943" y="117570"/>
                  <a:pt x="51923" y="117570"/>
                </a:cubicBezTo>
                <a:lnTo>
                  <a:pt x="59760" y="117570"/>
                </a:lnTo>
                <a:lnTo>
                  <a:pt x="59760" y="110712"/>
                </a:lnTo>
                <a:cubicBezTo>
                  <a:pt x="59760" y="102873"/>
                  <a:pt x="58577" y="97444"/>
                  <a:pt x="56210" y="94424"/>
                </a:cubicBezTo>
                <a:cubicBezTo>
                  <a:pt x="53843" y="91402"/>
                  <a:pt x="49638" y="89891"/>
                  <a:pt x="43596" y="89891"/>
                </a:cubicBezTo>
                <a:cubicBezTo>
                  <a:pt x="36084" y="89891"/>
                  <a:pt x="26777" y="92096"/>
                  <a:pt x="15674" y="96506"/>
                </a:cubicBezTo>
                <a:lnTo>
                  <a:pt x="7348" y="72990"/>
                </a:lnTo>
                <a:cubicBezTo>
                  <a:pt x="14042" y="69888"/>
                  <a:pt x="21186" y="67521"/>
                  <a:pt x="28778" y="65889"/>
                </a:cubicBezTo>
                <a:cubicBezTo>
                  <a:pt x="36372" y="64255"/>
                  <a:pt x="43597" y="63438"/>
                  <a:pt x="50454" y="63438"/>
                </a:cubicBezTo>
                <a:cubicBezTo>
                  <a:pt x="65802" y="63438"/>
                  <a:pt x="77232" y="67153"/>
                  <a:pt x="84744" y="74583"/>
                </a:cubicBezTo>
                <a:cubicBezTo>
                  <a:pt x="92256" y="82012"/>
                  <a:pt x="96013" y="93401"/>
                  <a:pt x="96013" y="108749"/>
                </a:cubicBezTo>
                <a:lnTo>
                  <a:pt x="96013" y="163124"/>
                </a:lnTo>
                <a:moveTo>
                  <a:pt x="46534" y="175618"/>
                </a:moveTo>
                <a:cubicBezTo>
                  <a:pt x="49312" y="175618"/>
                  <a:pt x="51843" y="174557"/>
                  <a:pt x="54128" y="172434"/>
                </a:cubicBezTo>
                <a:cubicBezTo>
                  <a:pt x="56415" y="170311"/>
                  <a:pt x="58293" y="167290"/>
                  <a:pt x="59760" y="163371"/>
                </a:cubicBezTo>
                <a:lnTo>
                  <a:pt x="59760" y="138144"/>
                </a:lnTo>
                <a:lnTo>
                  <a:pt x="55354" y="138144"/>
                </a:lnTo>
                <a:cubicBezTo>
                  <a:pt x="48659" y="138144"/>
                  <a:pt x="43800" y="139736"/>
                  <a:pt x="40778" y="142920"/>
                </a:cubicBezTo>
                <a:cubicBezTo>
                  <a:pt x="37758" y="146104"/>
                  <a:pt x="36249" y="151125"/>
                  <a:pt x="36249" y="157981"/>
                </a:cubicBezTo>
                <a:cubicBezTo>
                  <a:pt x="36249" y="163697"/>
                  <a:pt x="37147" y="168066"/>
                  <a:pt x="38943" y="171088"/>
                </a:cubicBezTo>
                <a:cubicBezTo>
                  <a:pt x="40740" y="174108"/>
                  <a:pt x="43270" y="175618"/>
                  <a:pt x="46534" y="175618"/>
                </a:cubicBezTo>
                <a:close/>
                <a:moveTo>
                  <a:pt x="185804" y="63438"/>
                </a:moveTo>
                <a:cubicBezTo>
                  <a:pt x="195110" y="63438"/>
                  <a:pt x="202417" y="66785"/>
                  <a:pt x="207724" y="73480"/>
                </a:cubicBezTo>
                <a:cubicBezTo>
                  <a:pt x="213031" y="80175"/>
                  <a:pt x="215684" y="89156"/>
                  <a:pt x="215684" y="100423"/>
                </a:cubicBezTo>
                <a:lnTo>
                  <a:pt x="215684" y="197661"/>
                </a:lnTo>
                <a:lnTo>
                  <a:pt x="178699" y="197661"/>
                </a:lnTo>
                <a:lnTo>
                  <a:pt x="178699" y="104343"/>
                </a:lnTo>
                <a:cubicBezTo>
                  <a:pt x="178699" y="95852"/>
                  <a:pt x="176332" y="91606"/>
                  <a:pt x="171598" y="91606"/>
                </a:cubicBezTo>
                <a:cubicBezTo>
                  <a:pt x="166862" y="91606"/>
                  <a:pt x="161718" y="96831"/>
                  <a:pt x="156167" y="107281"/>
                </a:cubicBezTo>
                <a:lnTo>
                  <a:pt x="156167" y="197661"/>
                </a:lnTo>
                <a:lnTo>
                  <a:pt x="119182" y="197661"/>
                </a:lnTo>
                <a:lnTo>
                  <a:pt x="119182" y="67601"/>
                </a:lnTo>
                <a:lnTo>
                  <a:pt x="151267" y="67601"/>
                </a:lnTo>
                <a:lnTo>
                  <a:pt x="153962" y="83033"/>
                </a:lnTo>
                <a:cubicBezTo>
                  <a:pt x="158207" y="76502"/>
                  <a:pt x="162860" y="71604"/>
                  <a:pt x="167921" y="68337"/>
                </a:cubicBezTo>
                <a:cubicBezTo>
                  <a:pt x="172984" y="65071"/>
                  <a:pt x="178945" y="63438"/>
                  <a:pt x="185804" y="63438"/>
                </a:cubicBezTo>
                <a:close/>
                <a:moveTo>
                  <a:pt x="336998" y="15921"/>
                </a:moveTo>
                <a:lnTo>
                  <a:pt x="336998" y="197661"/>
                </a:lnTo>
                <a:lnTo>
                  <a:pt x="303934" y="197661"/>
                </a:lnTo>
                <a:lnTo>
                  <a:pt x="302708" y="183945"/>
                </a:lnTo>
                <a:cubicBezTo>
                  <a:pt x="298953" y="189496"/>
                  <a:pt x="294708" y="193864"/>
                  <a:pt x="289971" y="197048"/>
                </a:cubicBezTo>
                <a:cubicBezTo>
                  <a:pt x="285237" y="200232"/>
                  <a:pt x="279523" y="201824"/>
                  <a:pt x="272828" y="201824"/>
                </a:cubicBezTo>
                <a:cubicBezTo>
                  <a:pt x="259438" y="201824"/>
                  <a:pt x="249233" y="195823"/>
                  <a:pt x="242212" y="183822"/>
                </a:cubicBezTo>
                <a:cubicBezTo>
                  <a:pt x="235190" y="171820"/>
                  <a:pt x="231680" y="154715"/>
                  <a:pt x="231680" y="132508"/>
                </a:cubicBezTo>
                <a:cubicBezTo>
                  <a:pt x="231680" y="118630"/>
                  <a:pt x="233557" y="106466"/>
                  <a:pt x="237312" y="96016"/>
                </a:cubicBezTo>
                <a:cubicBezTo>
                  <a:pt x="241069" y="85564"/>
                  <a:pt x="246295" y="77521"/>
                  <a:pt x="252990" y="71888"/>
                </a:cubicBezTo>
                <a:cubicBezTo>
                  <a:pt x="259685" y="66254"/>
                  <a:pt x="267277" y="63438"/>
                  <a:pt x="275765" y="63438"/>
                </a:cubicBezTo>
                <a:cubicBezTo>
                  <a:pt x="285565" y="63438"/>
                  <a:pt x="293647" y="67439"/>
                  <a:pt x="300013" y="75442"/>
                </a:cubicBezTo>
                <a:lnTo>
                  <a:pt x="300013" y="12004"/>
                </a:lnTo>
                <a:lnTo>
                  <a:pt x="336998" y="15921"/>
                </a:lnTo>
                <a:moveTo>
                  <a:pt x="284828" y="174639"/>
                </a:moveTo>
                <a:cubicBezTo>
                  <a:pt x="290544" y="174639"/>
                  <a:pt x="295606" y="170393"/>
                  <a:pt x="300013" y="161902"/>
                </a:cubicBezTo>
                <a:lnTo>
                  <a:pt x="300013" y="101159"/>
                </a:lnTo>
                <a:cubicBezTo>
                  <a:pt x="297893" y="97566"/>
                  <a:pt x="295771" y="94912"/>
                  <a:pt x="293649" y="93198"/>
                </a:cubicBezTo>
                <a:cubicBezTo>
                  <a:pt x="291526" y="91484"/>
                  <a:pt x="289075" y="90627"/>
                  <a:pt x="286297" y="90627"/>
                </a:cubicBezTo>
                <a:cubicBezTo>
                  <a:pt x="275195" y="90627"/>
                  <a:pt x="269644" y="104587"/>
                  <a:pt x="269644" y="132508"/>
                </a:cubicBezTo>
                <a:cubicBezTo>
                  <a:pt x="269644" y="148347"/>
                  <a:pt x="270990" y="159328"/>
                  <a:pt x="273684" y="165452"/>
                </a:cubicBezTo>
                <a:cubicBezTo>
                  <a:pt x="276380" y="171577"/>
                  <a:pt x="280095" y="174639"/>
                  <a:pt x="284828" y="174639"/>
                </a:cubicBezTo>
                <a:close/>
                <a:moveTo>
                  <a:pt x="526675" y="63438"/>
                </a:moveTo>
                <a:cubicBezTo>
                  <a:pt x="535328" y="63438"/>
                  <a:pt x="542226" y="66785"/>
                  <a:pt x="547368" y="73480"/>
                </a:cubicBezTo>
                <a:cubicBezTo>
                  <a:pt x="552513" y="80175"/>
                  <a:pt x="555086" y="89156"/>
                  <a:pt x="555086" y="100423"/>
                </a:cubicBezTo>
                <a:lnTo>
                  <a:pt x="555086" y="197661"/>
                </a:lnTo>
                <a:lnTo>
                  <a:pt x="518837" y="197661"/>
                </a:lnTo>
                <a:lnTo>
                  <a:pt x="518837" y="104096"/>
                </a:lnTo>
                <a:cubicBezTo>
                  <a:pt x="518837" y="99689"/>
                  <a:pt x="518266" y="96465"/>
                  <a:pt x="517122" y="94424"/>
                </a:cubicBezTo>
                <a:cubicBezTo>
                  <a:pt x="515978" y="92381"/>
                  <a:pt x="514264" y="91360"/>
                  <a:pt x="511979" y="91360"/>
                </a:cubicBezTo>
                <a:cubicBezTo>
                  <a:pt x="507407" y="91360"/>
                  <a:pt x="502753" y="96177"/>
                  <a:pt x="498017" y="105812"/>
                </a:cubicBezTo>
                <a:lnTo>
                  <a:pt x="498017" y="197661"/>
                </a:lnTo>
                <a:lnTo>
                  <a:pt x="462258" y="197661"/>
                </a:lnTo>
                <a:lnTo>
                  <a:pt x="462258" y="104096"/>
                </a:lnTo>
                <a:cubicBezTo>
                  <a:pt x="462258" y="95605"/>
                  <a:pt x="459972" y="91360"/>
                  <a:pt x="455400" y="91360"/>
                </a:cubicBezTo>
                <a:cubicBezTo>
                  <a:pt x="450663" y="91360"/>
                  <a:pt x="445928" y="96177"/>
                  <a:pt x="441194" y="105812"/>
                </a:cubicBezTo>
                <a:lnTo>
                  <a:pt x="441194" y="197661"/>
                </a:lnTo>
                <a:lnTo>
                  <a:pt x="405188" y="197661"/>
                </a:lnTo>
                <a:lnTo>
                  <a:pt x="405188" y="67601"/>
                </a:lnTo>
                <a:lnTo>
                  <a:pt x="437273" y="67601"/>
                </a:lnTo>
                <a:lnTo>
                  <a:pt x="439479" y="83279"/>
                </a:lnTo>
                <a:cubicBezTo>
                  <a:pt x="447805" y="70052"/>
                  <a:pt x="458011" y="63438"/>
                  <a:pt x="470095" y="63438"/>
                </a:cubicBezTo>
                <a:cubicBezTo>
                  <a:pt x="475972" y="63438"/>
                  <a:pt x="481075" y="65234"/>
                  <a:pt x="485403" y="68827"/>
                </a:cubicBezTo>
                <a:cubicBezTo>
                  <a:pt x="489731" y="72420"/>
                  <a:pt x="493037" y="77564"/>
                  <a:pt x="495322" y="84259"/>
                </a:cubicBezTo>
                <a:cubicBezTo>
                  <a:pt x="503813" y="70378"/>
                  <a:pt x="514264" y="63438"/>
                  <a:pt x="526675" y="63438"/>
                </a:cubicBezTo>
                <a:close/>
                <a:moveTo>
                  <a:pt x="664988" y="163124"/>
                </a:moveTo>
                <a:cubicBezTo>
                  <a:pt x="664988" y="167208"/>
                  <a:pt x="665477" y="170230"/>
                  <a:pt x="666456" y="172191"/>
                </a:cubicBezTo>
                <a:cubicBezTo>
                  <a:pt x="667436" y="174149"/>
                  <a:pt x="669150" y="175699"/>
                  <a:pt x="671599" y="176840"/>
                </a:cubicBezTo>
                <a:lnTo>
                  <a:pt x="664008" y="201092"/>
                </a:lnTo>
                <a:cubicBezTo>
                  <a:pt x="656987" y="200437"/>
                  <a:pt x="651230" y="198762"/>
                  <a:pt x="646738" y="196069"/>
                </a:cubicBezTo>
                <a:cubicBezTo>
                  <a:pt x="642248" y="193375"/>
                  <a:pt x="638779" y="189171"/>
                  <a:pt x="636330" y="183455"/>
                </a:cubicBezTo>
                <a:cubicBezTo>
                  <a:pt x="628818" y="195701"/>
                  <a:pt x="618123" y="201824"/>
                  <a:pt x="604244" y="201824"/>
                </a:cubicBezTo>
                <a:cubicBezTo>
                  <a:pt x="593466" y="201824"/>
                  <a:pt x="584892" y="198109"/>
                  <a:pt x="578524" y="190680"/>
                </a:cubicBezTo>
                <a:cubicBezTo>
                  <a:pt x="572158" y="183250"/>
                  <a:pt x="568975" y="173412"/>
                  <a:pt x="568975" y="161166"/>
                </a:cubicBezTo>
                <a:cubicBezTo>
                  <a:pt x="568975" y="146961"/>
                  <a:pt x="573384" y="136144"/>
                  <a:pt x="582202" y="128714"/>
                </a:cubicBezTo>
                <a:cubicBezTo>
                  <a:pt x="591019" y="121284"/>
                  <a:pt x="603918" y="117570"/>
                  <a:pt x="620898" y="117570"/>
                </a:cubicBezTo>
                <a:lnTo>
                  <a:pt x="628735" y="117570"/>
                </a:lnTo>
                <a:lnTo>
                  <a:pt x="628735" y="110712"/>
                </a:lnTo>
                <a:cubicBezTo>
                  <a:pt x="628735" y="102873"/>
                  <a:pt x="627552" y="97444"/>
                  <a:pt x="625185" y="94424"/>
                </a:cubicBezTo>
                <a:cubicBezTo>
                  <a:pt x="622818" y="91402"/>
                  <a:pt x="618613" y="89891"/>
                  <a:pt x="612571" y="89891"/>
                </a:cubicBezTo>
                <a:cubicBezTo>
                  <a:pt x="605059" y="89891"/>
                  <a:pt x="595752" y="92096"/>
                  <a:pt x="584650" y="96506"/>
                </a:cubicBezTo>
                <a:lnTo>
                  <a:pt x="576323" y="72990"/>
                </a:lnTo>
                <a:cubicBezTo>
                  <a:pt x="583018" y="69888"/>
                  <a:pt x="590161" y="67521"/>
                  <a:pt x="597753" y="65889"/>
                </a:cubicBezTo>
                <a:cubicBezTo>
                  <a:pt x="605347" y="64255"/>
                  <a:pt x="612573" y="63438"/>
                  <a:pt x="619429" y="63438"/>
                </a:cubicBezTo>
                <a:cubicBezTo>
                  <a:pt x="634777" y="63438"/>
                  <a:pt x="646207" y="67153"/>
                  <a:pt x="653720" y="74583"/>
                </a:cubicBezTo>
                <a:cubicBezTo>
                  <a:pt x="661232" y="82012"/>
                  <a:pt x="664988" y="93401"/>
                  <a:pt x="664988" y="108749"/>
                </a:cubicBezTo>
                <a:lnTo>
                  <a:pt x="664988" y="163124"/>
                </a:lnTo>
                <a:moveTo>
                  <a:pt x="615509" y="175618"/>
                </a:moveTo>
                <a:cubicBezTo>
                  <a:pt x="618287" y="175618"/>
                  <a:pt x="620818" y="174557"/>
                  <a:pt x="623103" y="172434"/>
                </a:cubicBezTo>
                <a:cubicBezTo>
                  <a:pt x="625390" y="170311"/>
                  <a:pt x="627268" y="167290"/>
                  <a:pt x="628735" y="163371"/>
                </a:cubicBezTo>
                <a:lnTo>
                  <a:pt x="628735" y="138144"/>
                </a:lnTo>
                <a:lnTo>
                  <a:pt x="624329" y="138144"/>
                </a:lnTo>
                <a:cubicBezTo>
                  <a:pt x="617634" y="138144"/>
                  <a:pt x="612776" y="139736"/>
                  <a:pt x="609753" y="142920"/>
                </a:cubicBezTo>
                <a:cubicBezTo>
                  <a:pt x="606734" y="146104"/>
                  <a:pt x="605224" y="151125"/>
                  <a:pt x="605224" y="157981"/>
                </a:cubicBezTo>
                <a:cubicBezTo>
                  <a:pt x="605224" y="163697"/>
                  <a:pt x="606122" y="168066"/>
                  <a:pt x="607918" y="171088"/>
                </a:cubicBezTo>
                <a:cubicBezTo>
                  <a:pt x="609715" y="174108"/>
                  <a:pt x="612245" y="175618"/>
                  <a:pt x="615509" y="175618"/>
                </a:cubicBezTo>
                <a:close/>
                <a:moveTo>
                  <a:pt x="719509" y="201824"/>
                </a:moveTo>
                <a:cubicBezTo>
                  <a:pt x="709221" y="201824"/>
                  <a:pt x="701220" y="198803"/>
                  <a:pt x="695504" y="192761"/>
                </a:cubicBezTo>
                <a:cubicBezTo>
                  <a:pt x="689789" y="186719"/>
                  <a:pt x="686931" y="178473"/>
                  <a:pt x="686931" y="168024"/>
                </a:cubicBezTo>
                <a:lnTo>
                  <a:pt x="686931" y="15921"/>
                </a:lnTo>
                <a:lnTo>
                  <a:pt x="723916" y="12004"/>
                </a:lnTo>
                <a:lnTo>
                  <a:pt x="723916" y="166308"/>
                </a:lnTo>
                <a:cubicBezTo>
                  <a:pt x="723916" y="170392"/>
                  <a:pt x="725631" y="172434"/>
                  <a:pt x="729062" y="172434"/>
                </a:cubicBezTo>
                <a:cubicBezTo>
                  <a:pt x="730041" y="172434"/>
                  <a:pt x="731510" y="172188"/>
                  <a:pt x="733468" y="171698"/>
                </a:cubicBezTo>
                <a:lnTo>
                  <a:pt x="740083" y="197171"/>
                </a:lnTo>
                <a:cubicBezTo>
                  <a:pt x="737470" y="198477"/>
                  <a:pt x="734366" y="199578"/>
                  <a:pt x="730774" y="200475"/>
                </a:cubicBezTo>
                <a:cubicBezTo>
                  <a:pt x="727183" y="201375"/>
                  <a:pt x="723428" y="201824"/>
                  <a:pt x="719509" y="201824"/>
                </a:cubicBezTo>
                <a:close/>
                <a:moveTo>
                  <a:pt x="787525" y="67601"/>
                </a:moveTo>
                <a:lnTo>
                  <a:pt x="787525" y="197661"/>
                </a:lnTo>
                <a:lnTo>
                  <a:pt x="750540" y="197661"/>
                </a:lnTo>
                <a:lnTo>
                  <a:pt x="750540" y="67601"/>
                </a:lnTo>
                <a:lnTo>
                  <a:pt x="787525" y="67601"/>
                </a:lnTo>
                <a:moveTo>
                  <a:pt x="768666" y="0"/>
                </a:moveTo>
                <a:cubicBezTo>
                  <a:pt x="775035" y="0"/>
                  <a:pt x="780138" y="2001"/>
                  <a:pt x="783975" y="6002"/>
                </a:cubicBezTo>
                <a:cubicBezTo>
                  <a:pt x="787812" y="10004"/>
                  <a:pt x="789730" y="15106"/>
                  <a:pt x="789730" y="21310"/>
                </a:cubicBezTo>
                <a:cubicBezTo>
                  <a:pt x="789730" y="27352"/>
                  <a:pt x="787771" y="32374"/>
                  <a:pt x="783851" y="36376"/>
                </a:cubicBezTo>
                <a:cubicBezTo>
                  <a:pt x="779932" y="40375"/>
                  <a:pt x="774870" y="42374"/>
                  <a:pt x="768666" y="42374"/>
                </a:cubicBezTo>
                <a:cubicBezTo>
                  <a:pt x="762460" y="42374"/>
                  <a:pt x="757397" y="40375"/>
                  <a:pt x="753478" y="36376"/>
                </a:cubicBezTo>
                <a:cubicBezTo>
                  <a:pt x="749561" y="32374"/>
                  <a:pt x="747603" y="27352"/>
                  <a:pt x="747603" y="21310"/>
                </a:cubicBezTo>
                <a:cubicBezTo>
                  <a:pt x="747603" y="15106"/>
                  <a:pt x="749561" y="10004"/>
                  <a:pt x="753478" y="6002"/>
                </a:cubicBezTo>
                <a:cubicBezTo>
                  <a:pt x="757397" y="2001"/>
                  <a:pt x="762460" y="0"/>
                  <a:pt x="768666" y="0"/>
                </a:cubicBezTo>
                <a:close/>
                <a:moveTo>
                  <a:pt x="860514" y="63438"/>
                </a:moveTo>
                <a:cubicBezTo>
                  <a:pt x="868026" y="63438"/>
                  <a:pt x="874802" y="64745"/>
                  <a:pt x="880841" y="67358"/>
                </a:cubicBezTo>
                <a:cubicBezTo>
                  <a:pt x="886883" y="69969"/>
                  <a:pt x="892518" y="73970"/>
                  <a:pt x="897745" y="79359"/>
                </a:cubicBezTo>
                <a:lnTo>
                  <a:pt x="882557" y="99690"/>
                </a:lnTo>
                <a:cubicBezTo>
                  <a:pt x="875862" y="94301"/>
                  <a:pt x="869495" y="91606"/>
                  <a:pt x="863455" y="91606"/>
                </a:cubicBezTo>
                <a:cubicBezTo>
                  <a:pt x="856760" y="91606"/>
                  <a:pt x="851780" y="94668"/>
                  <a:pt x="848513" y="100793"/>
                </a:cubicBezTo>
                <a:cubicBezTo>
                  <a:pt x="845247" y="106914"/>
                  <a:pt x="843613" y="117814"/>
                  <a:pt x="843613" y="133491"/>
                </a:cubicBezTo>
                <a:cubicBezTo>
                  <a:pt x="843613" y="148348"/>
                  <a:pt x="845328" y="158634"/>
                  <a:pt x="848756" y="164350"/>
                </a:cubicBezTo>
                <a:cubicBezTo>
                  <a:pt x="852187" y="170066"/>
                  <a:pt x="857004" y="172923"/>
                  <a:pt x="863208" y="172923"/>
                </a:cubicBezTo>
                <a:cubicBezTo>
                  <a:pt x="866475" y="172923"/>
                  <a:pt x="869496" y="172352"/>
                  <a:pt x="872271" y="171208"/>
                </a:cubicBezTo>
                <a:cubicBezTo>
                  <a:pt x="875047" y="170064"/>
                  <a:pt x="878231" y="168105"/>
                  <a:pt x="881824" y="165329"/>
                </a:cubicBezTo>
                <a:lnTo>
                  <a:pt x="897745" y="186639"/>
                </a:lnTo>
                <a:cubicBezTo>
                  <a:pt x="887131" y="196763"/>
                  <a:pt x="874884" y="201824"/>
                  <a:pt x="861003" y="201824"/>
                </a:cubicBezTo>
                <a:cubicBezTo>
                  <a:pt x="843368" y="201824"/>
                  <a:pt x="829652" y="196069"/>
                  <a:pt x="819855" y="184558"/>
                </a:cubicBezTo>
                <a:cubicBezTo>
                  <a:pt x="810058" y="173047"/>
                  <a:pt x="805160" y="156105"/>
                  <a:pt x="805160" y="133734"/>
                </a:cubicBezTo>
                <a:cubicBezTo>
                  <a:pt x="805160" y="119200"/>
                  <a:pt x="807405" y="106668"/>
                  <a:pt x="811895" y="96136"/>
                </a:cubicBezTo>
                <a:cubicBezTo>
                  <a:pt x="816384" y="85604"/>
                  <a:pt x="822793" y="77521"/>
                  <a:pt x="831120" y="71888"/>
                </a:cubicBezTo>
                <a:cubicBezTo>
                  <a:pt x="839449" y="66254"/>
                  <a:pt x="849247" y="63438"/>
                  <a:pt x="860514" y="63438"/>
                </a:cubicBezTo>
                <a:close/>
                <a:moveTo>
                  <a:pt x="945677" y="67601"/>
                </a:moveTo>
                <a:lnTo>
                  <a:pt x="945677" y="197661"/>
                </a:lnTo>
                <a:lnTo>
                  <a:pt x="908692" y="197661"/>
                </a:lnTo>
                <a:lnTo>
                  <a:pt x="908692" y="67601"/>
                </a:lnTo>
                <a:lnTo>
                  <a:pt x="945677" y="67601"/>
                </a:lnTo>
                <a:moveTo>
                  <a:pt x="926818" y="0"/>
                </a:moveTo>
                <a:cubicBezTo>
                  <a:pt x="933186" y="0"/>
                  <a:pt x="938289" y="2001"/>
                  <a:pt x="942126" y="6002"/>
                </a:cubicBezTo>
                <a:cubicBezTo>
                  <a:pt x="945963" y="10004"/>
                  <a:pt x="947882" y="15106"/>
                  <a:pt x="947882" y="21310"/>
                </a:cubicBezTo>
                <a:cubicBezTo>
                  <a:pt x="947882" y="27352"/>
                  <a:pt x="945922" y="32374"/>
                  <a:pt x="942003" y="36376"/>
                </a:cubicBezTo>
                <a:cubicBezTo>
                  <a:pt x="938084" y="40375"/>
                  <a:pt x="933022" y="42374"/>
                  <a:pt x="926818" y="42374"/>
                </a:cubicBezTo>
                <a:cubicBezTo>
                  <a:pt x="920611" y="42374"/>
                  <a:pt x="915549" y="40375"/>
                  <a:pt x="911629" y="36376"/>
                </a:cubicBezTo>
                <a:cubicBezTo>
                  <a:pt x="907713" y="32374"/>
                  <a:pt x="905754" y="27352"/>
                  <a:pt x="905754" y="21310"/>
                </a:cubicBezTo>
                <a:cubicBezTo>
                  <a:pt x="905754" y="15106"/>
                  <a:pt x="907713" y="10004"/>
                  <a:pt x="911629" y="6002"/>
                </a:cubicBezTo>
                <a:cubicBezTo>
                  <a:pt x="915549" y="2001"/>
                  <a:pt x="920611" y="0"/>
                  <a:pt x="926818" y="0"/>
                </a:cubicBezTo>
                <a:close/>
                <a:moveTo>
                  <a:pt x="1017440" y="63438"/>
                </a:moveTo>
                <a:cubicBezTo>
                  <a:pt x="1034423" y="63438"/>
                  <a:pt x="1047690" y="69234"/>
                  <a:pt x="1057243" y="80828"/>
                </a:cubicBezTo>
                <a:cubicBezTo>
                  <a:pt x="1066796" y="92421"/>
                  <a:pt x="1071572" y="109730"/>
                  <a:pt x="1071572" y="132754"/>
                </a:cubicBezTo>
                <a:cubicBezTo>
                  <a:pt x="1071572" y="154797"/>
                  <a:pt x="1066796" y="171820"/>
                  <a:pt x="1057243" y="183822"/>
                </a:cubicBezTo>
                <a:cubicBezTo>
                  <a:pt x="1047690" y="195823"/>
                  <a:pt x="1034423" y="201824"/>
                  <a:pt x="1017440" y="201824"/>
                </a:cubicBezTo>
                <a:cubicBezTo>
                  <a:pt x="1000460" y="201824"/>
                  <a:pt x="987194" y="195987"/>
                  <a:pt x="977641" y="184311"/>
                </a:cubicBezTo>
                <a:cubicBezTo>
                  <a:pt x="968089" y="172636"/>
                  <a:pt x="963312" y="155368"/>
                  <a:pt x="963312" y="132508"/>
                </a:cubicBezTo>
                <a:cubicBezTo>
                  <a:pt x="963312" y="110138"/>
                  <a:pt x="968089" y="93035"/>
                  <a:pt x="977641" y="81198"/>
                </a:cubicBezTo>
                <a:cubicBezTo>
                  <a:pt x="987194" y="69358"/>
                  <a:pt x="1000460" y="63438"/>
                  <a:pt x="1017440" y="63438"/>
                </a:cubicBezTo>
                <a:moveTo>
                  <a:pt x="1017440" y="90870"/>
                </a:moveTo>
                <a:cubicBezTo>
                  <a:pt x="1011727" y="90870"/>
                  <a:pt x="1007605" y="94014"/>
                  <a:pt x="1005073" y="100303"/>
                </a:cubicBezTo>
                <a:cubicBezTo>
                  <a:pt x="1002542" y="106589"/>
                  <a:pt x="1001276" y="117324"/>
                  <a:pt x="1001276" y="132508"/>
                </a:cubicBezTo>
                <a:cubicBezTo>
                  <a:pt x="1001276" y="148185"/>
                  <a:pt x="1002542" y="159126"/>
                  <a:pt x="1005073" y="165333"/>
                </a:cubicBezTo>
                <a:cubicBezTo>
                  <a:pt x="1007605" y="171537"/>
                  <a:pt x="1011727" y="174639"/>
                  <a:pt x="1017440" y="174639"/>
                </a:cubicBezTo>
                <a:cubicBezTo>
                  <a:pt x="1023156" y="174639"/>
                  <a:pt x="1027279" y="171496"/>
                  <a:pt x="1029811" y="165210"/>
                </a:cubicBezTo>
                <a:cubicBezTo>
                  <a:pt x="1032342" y="158921"/>
                  <a:pt x="1033608" y="148102"/>
                  <a:pt x="1033608" y="132754"/>
                </a:cubicBezTo>
                <a:cubicBezTo>
                  <a:pt x="1033608" y="117242"/>
                  <a:pt x="1032342" y="106384"/>
                  <a:pt x="1029811" y="100180"/>
                </a:cubicBezTo>
                <a:cubicBezTo>
                  <a:pt x="1027279" y="93973"/>
                  <a:pt x="1023156" y="90870"/>
                  <a:pt x="1017440" y="90870"/>
                </a:cubicBezTo>
                <a:close/>
                <a:moveTo>
                  <a:pt x="1184215" y="197661"/>
                </a:moveTo>
                <a:lnTo>
                  <a:pt x="1151884" y="197661"/>
                </a:lnTo>
                <a:lnTo>
                  <a:pt x="1150415" y="182719"/>
                </a:lnTo>
                <a:cubicBezTo>
                  <a:pt x="1142576" y="195456"/>
                  <a:pt x="1132208" y="201824"/>
                  <a:pt x="1119309" y="201824"/>
                </a:cubicBezTo>
                <a:cubicBezTo>
                  <a:pt x="1109838" y="201824"/>
                  <a:pt x="1102367" y="198396"/>
                  <a:pt x="1096896" y="191539"/>
                </a:cubicBezTo>
                <a:cubicBezTo>
                  <a:pt x="1091427" y="184680"/>
                  <a:pt x="1088692" y="175617"/>
                  <a:pt x="1088692" y="164350"/>
                </a:cubicBezTo>
                <a:lnTo>
                  <a:pt x="1088692" y="67601"/>
                </a:lnTo>
                <a:lnTo>
                  <a:pt x="1125677" y="67601"/>
                </a:lnTo>
                <a:lnTo>
                  <a:pt x="1125677" y="162881"/>
                </a:lnTo>
                <a:cubicBezTo>
                  <a:pt x="1125677" y="166636"/>
                  <a:pt x="1126330" y="169494"/>
                  <a:pt x="1127636" y="171455"/>
                </a:cubicBezTo>
                <a:cubicBezTo>
                  <a:pt x="1128941" y="173413"/>
                  <a:pt x="1130820" y="174392"/>
                  <a:pt x="1133272" y="174392"/>
                </a:cubicBezTo>
                <a:cubicBezTo>
                  <a:pt x="1138496" y="174392"/>
                  <a:pt x="1143149" y="169820"/>
                  <a:pt x="1147231" y="160676"/>
                </a:cubicBezTo>
                <a:lnTo>
                  <a:pt x="1147231" y="67601"/>
                </a:lnTo>
                <a:lnTo>
                  <a:pt x="1184215" y="67601"/>
                </a:lnTo>
                <a:lnTo>
                  <a:pt x="1184215" y="197661"/>
                </a:lnTo>
                <a:close/>
                <a:moveTo>
                  <a:pt x="1246429" y="63438"/>
                </a:moveTo>
                <a:cubicBezTo>
                  <a:pt x="1254429" y="63438"/>
                  <a:pt x="1261940" y="64826"/>
                  <a:pt x="1268961" y="67601"/>
                </a:cubicBezTo>
                <a:cubicBezTo>
                  <a:pt x="1275982" y="70377"/>
                  <a:pt x="1282105" y="74296"/>
                  <a:pt x="1287330" y="79359"/>
                </a:cubicBezTo>
                <a:lnTo>
                  <a:pt x="1273861" y="99200"/>
                </a:lnTo>
                <a:cubicBezTo>
                  <a:pt x="1264881" y="92994"/>
                  <a:pt x="1256798" y="89891"/>
                  <a:pt x="1249613" y="89891"/>
                </a:cubicBezTo>
                <a:cubicBezTo>
                  <a:pt x="1245694" y="89891"/>
                  <a:pt x="1242631" y="90871"/>
                  <a:pt x="1240426" y="92832"/>
                </a:cubicBezTo>
                <a:cubicBezTo>
                  <a:pt x="1238224" y="94790"/>
                  <a:pt x="1237123" y="97484"/>
                  <a:pt x="1237123" y="100912"/>
                </a:cubicBezTo>
                <a:cubicBezTo>
                  <a:pt x="1237123" y="104669"/>
                  <a:pt x="1238510" y="107732"/>
                  <a:pt x="1241286" y="110099"/>
                </a:cubicBezTo>
                <a:cubicBezTo>
                  <a:pt x="1244062" y="112466"/>
                  <a:pt x="1250021" y="115526"/>
                  <a:pt x="1259165" y="119281"/>
                </a:cubicBezTo>
                <a:cubicBezTo>
                  <a:pt x="1270106" y="123853"/>
                  <a:pt x="1278189" y="129160"/>
                  <a:pt x="1283413" y="135202"/>
                </a:cubicBezTo>
                <a:cubicBezTo>
                  <a:pt x="1288638" y="141244"/>
                  <a:pt x="1291251" y="149327"/>
                  <a:pt x="1291251" y="159450"/>
                </a:cubicBezTo>
                <a:cubicBezTo>
                  <a:pt x="1291251" y="172514"/>
                  <a:pt x="1286637" y="182842"/>
                  <a:pt x="1277411" y="190437"/>
                </a:cubicBezTo>
                <a:cubicBezTo>
                  <a:pt x="1268185" y="198028"/>
                  <a:pt x="1256224" y="201824"/>
                  <a:pt x="1241529" y="201824"/>
                </a:cubicBezTo>
                <a:cubicBezTo>
                  <a:pt x="1232385" y="201824"/>
                  <a:pt x="1223813" y="200151"/>
                  <a:pt x="1215812" y="196805"/>
                </a:cubicBezTo>
                <a:cubicBezTo>
                  <a:pt x="1207812" y="193456"/>
                  <a:pt x="1200954" y="188761"/>
                  <a:pt x="1195238" y="182719"/>
                </a:cubicBezTo>
                <a:lnTo>
                  <a:pt x="1212628" y="163614"/>
                </a:lnTo>
                <a:cubicBezTo>
                  <a:pt x="1222425" y="171617"/>
                  <a:pt x="1231406" y="175618"/>
                  <a:pt x="1239570" y="175618"/>
                </a:cubicBezTo>
                <a:cubicBezTo>
                  <a:pt x="1243978" y="175618"/>
                  <a:pt x="1247448" y="174476"/>
                  <a:pt x="1249979" y="172191"/>
                </a:cubicBezTo>
                <a:cubicBezTo>
                  <a:pt x="1252510" y="169904"/>
                  <a:pt x="1253776" y="166718"/>
                  <a:pt x="1253776" y="162635"/>
                </a:cubicBezTo>
                <a:cubicBezTo>
                  <a:pt x="1253776" y="158062"/>
                  <a:pt x="1252347" y="154430"/>
                  <a:pt x="1249489" y="151736"/>
                </a:cubicBezTo>
                <a:cubicBezTo>
                  <a:pt x="1246632" y="149043"/>
                  <a:pt x="1240794" y="145900"/>
                  <a:pt x="1231976" y="142307"/>
                </a:cubicBezTo>
                <a:cubicBezTo>
                  <a:pt x="1220874" y="137735"/>
                  <a:pt x="1212873" y="132469"/>
                  <a:pt x="1207975" y="126509"/>
                </a:cubicBezTo>
                <a:cubicBezTo>
                  <a:pt x="1203077" y="120549"/>
                  <a:pt x="1200627" y="112915"/>
                  <a:pt x="1200627" y="103607"/>
                </a:cubicBezTo>
                <a:cubicBezTo>
                  <a:pt x="1200627" y="91852"/>
                  <a:pt x="1204708" y="82218"/>
                  <a:pt x="1212871" y="74706"/>
                </a:cubicBezTo>
                <a:cubicBezTo>
                  <a:pt x="1221036" y="67194"/>
                  <a:pt x="1232222" y="63438"/>
                  <a:pt x="1246429" y="63438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codedelivered">
            <a:extLst xmlns:a="http://schemas.openxmlformats.org/drawingml/2006/main">
              <a:ext uri="{FF2B5EF4-FFF2-40B4-BE49-F238E27FC236}">
                <a16:creationId xmlns:a16="http://schemas.microsoft.com/office/drawing/2014/main" id="{BB57C1A7-ABF5-40DC-8FF6-1476D0E1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2042" y="4324931"/>
            <a:ext cx="1389172" cy="201824"/>
          </a:xfrm>
          <a:custGeom xmlns:a="http://schemas.openxmlformats.org/drawingml/2006/main">
            <a:pathLst>
              <a:path w="1389172" h="201824">
                <a:moveTo>
                  <a:pt x="55354" y="63438"/>
                </a:moveTo>
                <a:cubicBezTo>
                  <a:pt x="62866" y="63438"/>
                  <a:pt x="69642" y="64745"/>
                  <a:pt x="75681" y="67358"/>
                </a:cubicBezTo>
                <a:cubicBezTo>
                  <a:pt x="81723" y="69969"/>
                  <a:pt x="87358" y="73970"/>
                  <a:pt x="92585" y="79359"/>
                </a:cubicBezTo>
                <a:lnTo>
                  <a:pt x="77397" y="99690"/>
                </a:lnTo>
                <a:cubicBezTo>
                  <a:pt x="70702" y="94301"/>
                  <a:pt x="64335" y="91606"/>
                  <a:pt x="58295" y="91606"/>
                </a:cubicBezTo>
                <a:cubicBezTo>
                  <a:pt x="51600" y="91606"/>
                  <a:pt x="46620" y="94668"/>
                  <a:pt x="43353" y="100793"/>
                </a:cubicBezTo>
                <a:cubicBezTo>
                  <a:pt x="40087" y="106914"/>
                  <a:pt x="38454" y="117814"/>
                  <a:pt x="38454" y="133491"/>
                </a:cubicBezTo>
                <a:cubicBezTo>
                  <a:pt x="38454" y="148348"/>
                  <a:pt x="40168" y="158634"/>
                  <a:pt x="43596" y="164350"/>
                </a:cubicBezTo>
                <a:cubicBezTo>
                  <a:pt x="47027" y="170066"/>
                  <a:pt x="51845" y="172923"/>
                  <a:pt x="58049" y="172923"/>
                </a:cubicBezTo>
                <a:cubicBezTo>
                  <a:pt x="61315" y="172923"/>
                  <a:pt x="64336" y="172352"/>
                  <a:pt x="67112" y="171208"/>
                </a:cubicBezTo>
                <a:cubicBezTo>
                  <a:pt x="69887" y="170064"/>
                  <a:pt x="73071" y="168105"/>
                  <a:pt x="76664" y="165329"/>
                </a:cubicBezTo>
                <a:lnTo>
                  <a:pt x="92585" y="186639"/>
                </a:lnTo>
                <a:cubicBezTo>
                  <a:pt x="81971" y="196763"/>
                  <a:pt x="69724" y="201824"/>
                  <a:pt x="55843" y="201824"/>
                </a:cubicBezTo>
                <a:cubicBezTo>
                  <a:pt x="38208" y="201824"/>
                  <a:pt x="24492" y="196069"/>
                  <a:pt x="14695" y="184558"/>
                </a:cubicBezTo>
                <a:cubicBezTo>
                  <a:pt x="4898" y="173047"/>
                  <a:pt x="0" y="156105"/>
                  <a:pt x="0" y="133734"/>
                </a:cubicBezTo>
                <a:cubicBezTo>
                  <a:pt x="0" y="119200"/>
                  <a:pt x="2245" y="106668"/>
                  <a:pt x="6735" y="96136"/>
                </a:cubicBezTo>
                <a:cubicBezTo>
                  <a:pt x="11225" y="85604"/>
                  <a:pt x="17633" y="77521"/>
                  <a:pt x="25960" y="71888"/>
                </a:cubicBezTo>
                <a:cubicBezTo>
                  <a:pt x="34289" y="66254"/>
                  <a:pt x="44087" y="63438"/>
                  <a:pt x="55354" y="63438"/>
                </a:cubicBezTo>
                <a:close/>
                <a:moveTo>
                  <a:pt x="153007" y="63438"/>
                </a:moveTo>
                <a:cubicBezTo>
                  <a:pt x="169989" y="63438"/>
                  <a:pt x="183257" y="69234"/>
                  <a:pt x="192810" y="80828"/>
                </a:cubicBezTo>
                <a:cubicBezTo>
                  <a:pt x="202362" y="92421"/>
                  <a:pt x="207139" y="109730"/>
                  <a:pt x="207139" y="132754"/>
                </a:cubicBezTo>
                <a:cubicBezTo>
                  <a:pt x="207139" y="154797"/>
                  <a:pt x="202362" y="171820"/>
                  <a:pt x="192810" y="183822"/>
                </a:cubicBezTo>
                <a:cubicBezTo>
                  <a:pt x="183257" y="195823"/>
                  <a:pt x="169989" y="201824"/>
                  <a:pt x="153007" y="201824"/>
                </a:cubicBezTo>
                <a:cubicBezTo>
                  <a:pt x="136027" y="201824"/>
                  <a:pt x="122761" y="195987"/>
                  <a:pt x="113208" y="184311"/>
                </a:cubicBezTo>
                <a:cubicBezTo>
                  <a:pt x="103655" y="172636"/>
                  <a:pt x="98879" y="155368"/>
                  <a:pt x="98879" y="132508"/>
                </a:cubicBezTo>
                <a:cubicBezTo>
                  <a:pt x="98879" y="110138"/>
                  <a:pt x="103655" y="93035"/>
                  <a:pt x="113208" y="81198"/>
                </a:cubicBezTo>
                <a:cubicBezTo>
                  <a:pt x="122761" y="69358"/>
                  <a:pt x="136027" y="63438"/>
                  <a:pt x="153007" y="63438"/>
                </a:cubicBezTo>
                <a:moveTo>
                  <a:pt x="153007" y="90870"/>
                </a:moveTo>
                <a:cubicBezTo>
                  <a:pt x="147294" y="90870"/>
                  <a:pt x="143172" y="94014"/>
                  <a:pt x="140640" y="100303"/>
                </a:cubicBezTo>
                <a:cubicBezTo>
                  <a:pt x="138109" y="106589"/>
                  <a:pt x="136843" y="117324"/>
                  <a:pt x="136843" y="132508"/>
                </a:cubicBezTo>
                <a:cubicBezTo>
                  <a:pt x="136843" y="148185"/>
                  <a:pt x="138109" y="159126"/>
                  <a:pt x="140640" y="165333"/>
                </a:cubicBezTo>
                <a:cubicBezTo>
                  <a:pt x="143172" y="171537"/>
                  <a:pt x="147294" y="174639"/>
                  <a:pt x="153007" y="174639"/>
                </a:cubicBezTo>
                <a:cubicBezTo>
                  <a:pt x="158723" y="174639"/>
                  <a:pt x="162846" y="171496"/>
                  <a:pt x="165378" y="165210"/>
                </a:cubicBezTo>
                <a:cubicBezTo>
                  <a:pt x="167909" y="158921"/>
                  <a:pt x="169175" y="148102"/>
                  <a:pt x="169175" y="132754"/>
                </a:cubicBezTo>
                <a:cubicBezTo>
                  <a:pt x="169175" y="117242"/>
                  <a:pt x="167909" y="106384"/>
                  <a:pt x="165378" y="100180"/>
                </a:cubicBezTo>
                <a:cubicBezTo>
                  <a:pt x="162846" y="93973"/>
                  <a:pt x="158723" y="90870"/>
                  <a:pt x="153007" y="90870"/>
                </a:cubicBezTo>
                <a:close/>
                <a:moveTo>
                  <a:pt x="325903" y="15921"/>
                </a:moveTo>
                <a:lnTo>
                  <a:pt x="325903" y="197661"/>
                </a:lnTo>
                <a:lnTo>
                  <a:pt x="292839" y="197661"/>
                </a:lnTo>
                <a:lnTo>
                  <a:pt x="291613" y="183945"/>
                </a:lnTo>
                <a:cubicBezTo>
                  <a:pt x="287858" y="189496"/>
                  <a:pt x="283613" y="193864"/>
                  <a:pt x="278876" y="197048"/>
                </a:cubicBezTo>
                <a:cubicBezTo>
                  <a:pt x="274142" y="200232"/>
                  <a:pt x="268428" y="201824"/>
                  <a:pt x="261733" y="201824"/>
                </a:cubicBezTo>
                <a:cubicBezTo>
                  <a:pt x="248343" y="201824"/>
                  <a:pt x="238138" y="195823"/>
                  <a:pt x="231117" y="183822"/>
                </a:cubicBezTo>
                <a:cubicBezTo>
                  <a:pt x="224095" y="171820"/>
                  <a:pt x="220585" y="154715"/>
                  <a:pt x="220585" y="132508"/>
                </a:cubicBezTo>
                <a:cubicBezTo>
                  <a:pt x="220585" y="118630"/>
                  <a:pt x="222462" y="106466"/>
                  <a:pt x="226217" y="96016"/>
                </a:cubicBezTo>
                <a:cubicBezTo>
                  <a:pt x="229974" y="85564"/>
                  <a:pt x="235200" y="77521"/>
                  <a:pt x="241895" y="71888"/>
                </a:cubicBezTo>
                <a:cubicBezTo>
                  <a:pt x="248590" y="66254"/>
                  <a:pt x="256182" y="63438"/>
                  <a:pt x="264670" y="63438"/>
                </a:cubicBezTo>
                <a:cubicBezTo>
                  <a:pt x="274470" y="63438"/>
                  <a:pt x="282552" y="67439"/>
                  <a:pt x="288918" y="75442"/>
                </a:cubicBezTo>
                <a:lnTo>
                  <a:pt x="288918" y="12004"/>
                </a:lnTo>
                <a:lnTo>
                  <a:pt x="325903" y="15921"/>
                </a:lnTo>
                <a:moveTo>
                  <a:pt x="273734" y="174639"/>
                </a:moveTo>
                <a:cubicBezTo>
                  <a:pt x="279449" y="174639"/>
                  <a:pt x="284511" y="170393"/>
                  <a:pt x="288918" y="161902"/>
                </a:cubicBezTo>
                <a:lnTo>
                  <a:pt x="288918" y="101159"/>
                </a:lnTo>
                <a:cubicBezTo>
                  <a:pt x="286798" y="97566"/>
                  <a:pt x="284677" y="94912"/>
                  <a:pt x="282554" y="93198"/>
                </a:cubicBezTo>
                <a:cubicBezTo>
                  <a:pt x="280431" y="91484"/>
                  <a:pt x="277980" y="90627"/>
                  <a:pt x="275202" y="90627"/>
                </a:cubicBezTo>
                <a:cubicBezTo>
                  <a:pt x="264100" y="90627"/>
                  <a:pt x="258549" y="104587"/>
                  <a:pt x="258549" y="132508"/>
                </a:cubicBezTo>
                <a:cubicBezTo>
                  <a:pt x="258549" y="148347"/>
                  <a:pt x="259895" y="159328"/>
                  <a:pt x="262589" y="165452"/>
                </a:cubicBezTo>
                <a:cubicBezTo>
                  <a:pt x="265285" y="171577"/>
                  <a:pt x="269000" y="174639"/>
                  <a:pt x="273734" y="174639"/>
                </a:cubicBezTo>
                <a:close/>
                <a:moveTo>
                  <a:pt x="445898" y="130060"/>
                </a:moveTo>
                <a:cubicBezTo>
                  <a:pt x="445898" y="135285"/>
                  <a:pt x="445653" y="139776"/>
                  <a:pt x="445162" y="143533"/>
                </a:cubicBezTo>
                <a:lnTo>
                  <a:pt x="379029" y="143533"/>
                </a:lnTo>
                <a:cubicBezTo>
                  <a:pt x="379847" y="155288"/>
                  <a:pt x="382011" y="163412"/>
                  <a:pt x="385521" y="167904"/>
                </a:cubicBezTo>
                <a:cubicBezTo>
                  <a:pt x="389032" y="172394"/>
                  <a:pt x="394135" y="174639"/>
                  <a:pt x="400829" y="174639"/>
                </a:cubicBezTo>
                <a:cubicBezTo>
                  <a:pt x="405240" y="174639"/>
                  <a:pt x="409485" y="173782"/>
                  <a:pt x="413566" y="172068"/>
                </a:cubicBezTo>
                <a:cubicBezTo>
                  <a:pt x="417648" y="170351"/>
                  <a:pt x="422056" y="167697"/>
                  <a:pt x="426793" y="164107"/>
                </a:cubicBezTo>
                <a:lnTo>
                  <a:pt x="441978" y="184192"/>
                </a:lnTo>
                <a:cubicBezTo>
                  <a:pt x="429894" y="195947"/>
                  <a:pt x="415279" y="201824"/>
                  <a:pt x="398135" y="201824"/>
                </a:cubicBezTo>
                <a:cubicBezTo>
                  <a:pt x="379847" y="201824"/>
                  <a:pt x="365967" y="195823"/>
                  <a:pt x="356497" y="183822"/>
                </a:cubicBezTo>
                <a:cubicBezTo>
                  <a:pt x="347027" y="171820"/>
                  <a:pt x="342291" y="155043"/>
                  <a:pt x="342291" y="133491"/>
                </a:cubicBezTo>
                <a:cubicBezTo>
                  <a:pt x="342291" y="111936"/>
                  <a:pt x="346822" y="94873"/>
                  <a:pt x="355884" y="82300"/>
                </a:cubicBezTo>
                <a:cubicBezTo>
                  <a:pt x="364946" y="69725"/>
                  <a:pt x="377887" y="63438"/>
                  <a:pt x="394708" y="63438"/>
                </a:cubicBezTo>
                <a:cubicBezTo>
                  <a:pt x="410709" y="63438"/>
                  <a:pt x="423240" y="69112"/>
                  <a:pt x="432302" y="80461"/>
                </a:cubicBezTo>
                <a:cubicBezTo>
                  <a:pt x="441366" y="91810"/>
                  <a:pt x="445898" y="108343"/>
                  <a:pt x="445898" y="130060"/>
                </a:cubicBezTo>
                <a:moveTo>
                  <a:pt x="409893" y="119528"/>
                </a:moveTo>
                <a:cubicBezTo>
                  <a:pt x="409893" y="108425"/>
                  <a:pt x="408790" y="100384"/>
                  <a:pt x="406585" y="95403"/>
                </a:cubicBezTo>
                <a:cubicBezTo>
                  <a:pt x="404380" y="90423"/>
                  <a:pt x="400502" y="87932"/>
                  <a:pt x="394951" y="87932"/>
                </a:cubicBezTo>
                <a:cubicBezTo>
                  <a:pt x="390052" y="87932"/>
                  <a:pt x="386337" y="90340"/>
                  <a:pt x="383806" y="95157"/>
                </a:cubicBezTo>
                <a:cubicBezTo>
                  <a:pt x="381274" y="99973"/>
                  <a:pt x="379682" y="108668"/>
                  <a:pt x="379029" y="121243"/>
                </a:cubicBezTo>
                <a:lnTo>
                  <a:pt x="409893" y="121243"/>
                </a:lnTo>
                <a:lnTo>
                  <a:pt x="409893" y="119528"/>
                </a:lnTo>
                <a:close/>
                <a:moveTo>
                  <a:pt x="610366" y="15921"/>
                </a:moveTo>
                <a:lnTo>
                  <a:pt x="610366" y="197661"/>
                </a:lnTo>
                <a:lnTo>
                  <a:pt x="577302" y="197661"/>
                </a:lnTo>
                <a:lnTo>
                  <a:pt x="576076" y="183945"/>
                </a:lnTo>
                <a:cubicBezTo>
                  <a:pt x="572321" y="189496"/>
                  <a:pt x="568075" y="193864"/>
                  <a:pt x="563339" y="197048"/>
                </a:cubicBezTo>
                <a:cubicBezTo>
                  <a:pt x="558605" y="200232"/>
                  <a:pt x="552890" y="201824"/>
                  <a:pt x="546196" y="201824"/>
                </a:cubicBezTo>
                <a:cubicBezTo>
                  <a:pt x="532806" y="201824"/>
                  <a:pt x="522600" y="195823"/>
                  <a:pt x="515579" y="183822"/>
                </a:cubicBezTo>
                <a:cubicBezTo>
                  <a:pt x="508558" y="171820"/>
                  <a:pt x="505047" y="154715"/>
                  <a:pt x="505047" y="132508"/>
                </a:cubicBezTo>
                <a:cubicBezTo>
                  <a:pt x="505047" y="118630"/>
                  <a:pt x="506925" y="106466"/>
                  <a:pt x="510680" y="96016"/>
                </a:cubicBezTo>
                <a:cubicBezTo>
                  <a:pt x="514437" y="85564"/>
                  <a:pt x="519663" y="77521"/>
                  <a:pt x="526358" y="71888"/>
                </a:cubicBezTo>
                <a:cubicBezTo>
                  <a:pt x="533053" y="66254"/>
                  <a:pt x="540644" y="63438"/>
                  <a:pt x="549133" y="63438"/>
                </a:cubicBezTo>
                <a:cubicBezTo>
                  <a:pt x="558933" y="63438"/>
                  <a:pt x="567015" y="67439"/>
                  <a:pt x="573381" y="75442"/>
                </a:cubicBezTo>
                <a:lnTo>
                  <a:pt x="573381" y="12004"/>
                </a:lnTo>
                <a:lnTo>
                  <a:pt x="610366" y="15921"/>
                </a:lnTo>
                <a:moveTo>
                  <a:pt x="558196" y="174639"/>
                </a:moveTo>
                <a:cubicBezTo>
                  <a:pt x="563912" y="174639"/>
                  <a:pt x="568974" y="170393"/>
                  <a:pt x="573381" y="161902"/>
                </a:cubicBezTo>
                <a:lnTo>
                  <a:pt x="573381" y="101159"/>
                </a:lnTo>
                <a:cubicBezTo>
                  <a:pt x="571261" y="97566"/>
                  <a:pt x="569139" y="94912"/>
                  <a:pt x="567016" y="93198"/>
                </a:cubicBezTo>
                <a:cubicBezTo>
                  <a:pt x="564894" y="91484"/>
                  <a:pt x="562443" y="90627"/>
                  <a:pt x="559665" y="90627"/>
                </a:cubicBezTo>
                <a:cubicBezTo>
                  <a:pt x="548563" y="90627"/>
                  <a:pt x="543011" y="104587"/>
                  <a:pt x="543011" y="132508"/>
                </a:cubicBezTo>
                <a:cubicBezTo>
                  <a:pt x="543011" y="148347"/>
                  <a:pt x="544358" y="159328"/>
                  <a:pt x="547051" y="165452"/>
                </a:cubicBezTo>
                <a:cubicBezTo>
                  <a:pt x="549747" y="171577"/>
                  <a:pt x="553462" y="174639"/>
                  <a:pt x="558196" y="174639"/>
                </a:cubicBezTo>
                <a:close/>
                <a:moveTo>
                  <a:pt x="730360" y="130060"/>
                </a:moveTo>
                <a:cubicBezTo>
                  <a:pt x="730360" y="135285"/>
                  <a:pt x="730115" y="139776"/>
                  <a:pt x="729624" y="143533"/>
                </a:cubicBezTo>
                <a:lnTo>
                  <a:pt x="663492" y="143533"/>
                </a:lnTo>
                <a:cubicBezTo>
                  <a:pt x="664309" y="155288"/>
                  <a:pt x="666473" y="163412"/>
                  <a:pt x="669983" y="167904"/>
                </a:cubicBezTo>
                <a:cubicBezTo>
                  <a:pt x="673494" y="172394"/>
                  <a:pt x="678597" y="174639"/>
                  <a:pt x="685292" y="174639"/>
                </a:cubicBezTo>
                <a:cubicBezTo>
                  <a:pt x="689702" y="174639"/>
                  <a:pt x="693947" y="173782"/>
                  <a:pt x="698028" y="172068"/>
                </a:cubicBezTo>
                <a:cubicBezTo>
                  <a:pt x="702110" y="170351"/>
                  <a:pt x="706518" y="167697"/>
                  <a:pt x="711255" y="164107"/>
                </a:cubicBezTo>
                <a:lnTo>
                  <a:pt x="726440" y="184192"/>
                </a:lnTo>
                <a:cubicBezTo>
                  <a:pt x="714356" y="195947"/>
                  <a:pt x="699741" y="201824"/>
                  <a:pt x="682597" y="201824"/>
                </a:cubicBezTo>
                <a:cubicBezTo>
                  <a:pt x="664309" y="201824"/>
                  <a:pt x="650430" y="195823"/>
                  <a:pt x="640959" y="183822"/>
                </a:cubicBezTo>
                <a:cubicBezTo>
                  <a:pt x="631489" y="171820"/>
                  <a:pt x="626753" y="155043"/>
                  <a:pt x="626753" y="133491"/>
                </a:cubicBezTo>
                <a:cubicBezTo>
                  <a:pt x="626753" y="111936"/>
                  <a:pt x="631284" y="94873"/>
                  <a:pt x="640346" y="82300"/>
                </a:cubicBezTo>
                <a:cubicBezTo>
                  <a:pt x="649408" y="69725"/>
                  <a:pt x="662349" y="63438"/>
                  <a:pt x="679170" y="63438"/>
                </a:cubicBezTo>
                <a:cubicBezTo>
                  <a:pt x="695171" y="63438"/>
                  <a:pt x="707702" y="69112"/>
                  <a:pt x="716764" y="80461"/>
                </a:cubicBezTo>
                <a:cubicBezTo>
                  <a:pt x="725828" y="91810"/>
                  <a:pt x="730360" y="108343"/>
                  <a:pt x="730360" y="130060"/>
                </a:cubicBezTo>
                <a:moveTo>
                  <a:pt x="694355" y="119528"/>
                </a:moveTo>
                <a:cubicBezTo>
                  <a:pt x="694355" y="108425"/>
                  <a:pt x="693252" y="100384"/>
                  <a:pt x="691047" y="95403"/>
                </a:cubicBezTo>
                <a:cubicBezTo>
                  <a:pt x="688842" y="90423"/>
                  <a:pt x="684964" y="87932"/>
                  <a:pt x="679413" y="87932"/>
                </a:cubicBezTo>
                <a:cubicBezTo>
                  <a:pt x="674514" y="87932"/>
                  <a:pt x="670799" y="90340"/>
                  <a:pt x="668268" y="95157"/>
                </a:cubicBezTo>
                <a:cubicBezTo>
                  <a:pt x="665737" y="99973"/>
                  <a:pt x="664144" y="108668"/>
                  <a:pt x="663492" y="121243"/>
                </a:cubicBezTo>
                <a:lnTo>
                  <a:pt x="694355" y="121243"/>
                </a:lnTo>
                <a:lnTo>
                  <a:pt x="694355" y="119528"/>
                </a:lnTo>
                <a:close/>
                <a:moveTo>
                  <a:pt x="778366" y="201824"/>
                </a:moveTo>
                <a:cubicBezTo>
                  <a:pt x="768079" y="201824"/>
                  <a:pt x="760077" y="198803"/>
                  <a:pt x="754361" y="192761"/>
                </a:cubicBezTo>
                <a:cubicBezTo>
                  <a:pt x="748646" y="186719"/>
                  <a:pt x="745788" y="178473"/>
                  <a:pt x="745788" y="168024"/>
                </a:cubicBezTo>
                <a:lnTo>
                  <a:pt x="745788" y="15921"/>
                </a:lnTo>
                <a:lnTo>
                  <a:pt x="782773" y="12004"/>
                </a:lnTo>
                <a:lnTo>
                  <a:pt x="782773" y="166308"/>
                </a:lnTo>
                <a:cubicBezTo>
                  <a:pt x="782773" y="170392"/>
                  <a:pt x="784488" y="172434"/>
                  <a:pt x="787919" y="172434"/>
                </a:cubicBezTo>
                <a:cubicBezTo>
                  <a:pt x="788898" y="172434"/>
                  <a:pt x="790367" y="172188"/>
                  <a:pt x="792325" y="171698"/>
                </a:cubicBezTo>
                <a:lnTo>
                  <a:pt x="798941" y="197171"/>
                </a:lnTo>
                <a:cubicBezTo>
                  <a:pt x="796327" y="198477"/>
                  <a:pt x="793224" y="199578"/>
                  <a:pt x="789631" y="200475"/>
                </a:cubicBezTo>
                <a:cubicBezTo>
                  <a:pt x="786040" y="201375"/>
                  <a:pt x="782286" y="201824"/>
                  <a:pt x="778366" y="201824"/>
                </a:cubicBezTo>
                <a:close/>
                <a:moveTo>
                  <a:pt x="846358" y="67601"/>
                </a:moveTo>
                <a:lnTo>
                  <a:pt x="846358" y="197661"/>
                </a:lnTo>
                <a:lnTo>
                  <a:pt x="809373" y="197661"/>
                </a:lnTo>
                <a:lnTo>
                  <a:pt x="809373" y="67601"/>
                </a:lnTo>
                <a:lnTo>
                  <a:pt x="846358" y="67601"/>
                </a:lnTo>
                <a:moveTo>
                  <a:pt x="827499" y="0"/>
                </a:moveTo>
                <a:cubicBezTo>
                  <a:pt x="833868" y="0"/>
                  <a:pt x="838971" y="2001"/>
                  <a:pt x="842808" y="6002"/>
                </a:cubicBezTo>
                <a:cubicBezTo>
                  <a:pt x="846645" y="10004"/>
                  <a:pt x="848563" y="15106"/>
                  <a:pt x="848563" y="21310"/>
                </a:cubicBezTo>
                <a:cubicBezTo>
                  <a:pt x="848563" y="27352"/>
                  <a:pt x="846604" y="32374"/>
                  <a:pt x="842684" y="36376"/>
                </a:cubicBezTo>
                <a:cubicBezTo>
                  <a:pt x="838765" y="40375"/>
                  <a:pt x="833703" y="42374"/>
                  <a:pt x="827499" y="42374"/>
                </a:cubicBezTo>
                <a:cubicBezTo>
                  <a:pt x="821293" y="42374"/>
                  <a:pt x="816230" y="40375"/>
                  <a:pt x="812311" y="36376"/>
                </a:cubicBezTo>
                <a:cubicBezTo>
                  <a:pt x="808394" y="32374"/>
                  <a:pt x="806436" y="27352"/>
                  <a:pt x="806436" y="21310"/>
                </a:cubicBezTo>
                <a:cubicBezTo>
                  <a:pt x="806436" y="15106"/>
                  <a:pt x="808394" y="10004"/>
                  <a:pt x="812311" y="6002"/>
                </a:cubicBezTo>
                <a:cubicBezTo>
                  <a:pt x="816230" y="2001"/>
                  <a:pt x="821293" y="0"/>
                  <a:pt x="827499" y="0"/>
                </a:cubicBezTo>
                <a:close/>
                <a:moveTo>
                  <a:pt x="965638" y="67601"/>
                </a:moveTo>
                <a:lnTo>
                  <a:pt x="933310" y="197661"/>
                </a:lnTo>
                <a:lnTo>
                  <a:pt x="889710" y="197661"/>
                </a:lnTo>
                <a:lnTo>
                  <a:pt x="856399" y="67601"/>
                </a:lnTo>
                <a:lnTo>
                  <a:pt x="894120" y="67601"/>
                </a:lnTo>
                <a:lnTo>
                  <a:pt x="911510" y="169493"/>
                </a:lnTo>
                <a:lnTo>
                  <a:pt x="929879" y="67601"/>
                </a:lnTo>
                <a:lnTo>
                  <a:pt x="965638" y="67601"/>
                </a:lnTo>
                <a:close/>
                <a:moveTo>
                  <a:pt x="1074096" y="130060"/>
                </a:moveTo>
                <a:cubicBezTo>
                  <a:pt x="1074096" y="135285"/>
                  <a:pt x="1073850" y="139776"/>
                  <a:pt x="1073360" y="143533"/>
                </a:cubicBezTo>
                <a:lnTo>
                  <a:pt x="1007227" y="143533"/>
                </a:lnTo>
                <a:cubicBezTo>
                  <a:pt x="1008044" y="155288"/>
                  <a:pt x="1010208" y="163412"/>
                  <a:pt x="1013719" y="167904"/>
                </a:cubicBezTo>
                <a:cubicBezTo>
                  <a:pt x="1017230" y="172394"/>
                  <a:pt x="1022332" y="174639"/>
                  <a:pt x="1029027" y="174639"/>
                </a:cubicBezTo>
                <a:cubicBezTo>
                  <a:pt x="1033437" y="174639"/>
                  <a:pt x="1037683" y="173782"/>
                  <a:pt x="1041764" y="172068"/>
                </a:cubicBezTo>
                <a:cubicBezTo>
                  <a:pt x="1045845" y="170351"/>
                  <a:pt x="1050254" y="167697"/>
                  <a:pt x="1054990" y="164107"/>
                </a:cubicBezTo>
                <a:lnTo>
                  <a:pt x="1070175" y="184192"/>
                </a:lnTo>
                <a:cubicBezTo>
                  <a:pt x="1058091" y="195947"/>
                  <a:pt x="1043477" y="201824"/>
                  <a:pt x="1026332" y="201824"/>
                </a:cubicBezTo>
                <a:cubicBezTo>
                  <a:pt x="1008044" y="201824"/>
                  <a:pt x="994165" y="195823"/>
                  <a:pt x="984695" y="183822"/>
                </a:cubicBezTo>
                <a:cubicBezTo>
                  <a:pt x="975224" y="171820"/>
                  <a:pt x="970489" y="155043"/>
                  <a:pt x="970489" y="133491"/>
                </a:cubicBezTo>
                <a:cubicBezTo>
                  <a:pt x="970489" y="111936"/>
                  <a:pt x="975020" y="94873"/>
                  <a:pt x="984082" y="82300"/>
                </a:cubicBezTo>
                <a:cubicBezTo>
                  <a:pt x="993144" y="69725"/>
                  <a:pt x="1006085" y="63438"/>
                  <a:pt x="1022905" y="63438"/>
                </a:cubicBezTo>
                <a:cubicBezTo>
                  <a:pt x="1038906" y="63438"/>
                  <a:pt x="1051438" y="69112"/>
                  <a:pt x="1060499" y="80461"/>
                </a:cubicBezTo>
                <a:cubicBezTo>
                  <a:pt x="1069564" y="91810"/>
                  <a:pt x="1074096" y="108343"/>
                  <a:pt x="1074096" y="130060"/>
                </a:cubicBezTo>
                <a:moveTo>
                  <a:pt x="1038090" y="119528"/>
                </a:moveTo>
                <a:cubicBezTo>
                  <a:pt x="1038090" y="108425"/>
                  <a:pt x="1036988" y="100384"/>
                  <a:pt x="1034783" y="95403"/>
                </a:cubicBezTo>
                <a:cubicBezTo>
                  <a:pt x="1032578" y="90423"/>
                  <a:pt x="1028699" y="87932"/>
                  <a:pt x="1023148" y="87932"/>
                </a:cubicBezTo>
                <a:cubicBezTo>
                  <a:pt x="1018250" y="87932"/>
                  <a:pt x="1014535" y="90340"/>
                  <a:pt x="1012003" y="95157"/>
                </a:cubicBezTo>
                <a:cubicBezTo>
                  <a:pt x="1009472" y="99973"/>
                  <a:pt x="1007880" y="108668"/>
                  <a:pt x="1007227" y="121243"/>
                </a:cubicBezTo>
                <a:lnTo>
                  <a:pt x="1038090" y="121243"/>
                </a:lnTo>
                <a:lnTo>
                  <a:pt x="1038090" y="119528"/>
                </a:lnTo>
                <a:close/>
                <a:moveTo>
                  <a:pt x="1153697" y="63927"/>
                </a:moveTo>
                <a:cubicBezTo>
                  <a:pt x="1157125" y="63927"/>
                  <a:pt x="1160554" y="64581"/>
                  <a:pt x="1163982" y="65889"/>
                </a:cubicBezTo>
                <a:lnTo>
                  <a:pt x="1157860" y="101402"/>
                </a:lnTo>
                <a:cubicBezTo>
                  <a:pt x="1154920" y="100423"/>
                  <a:pt x="1151899" y="99933"/>
                  <a:pt x="1148797" y="99933"/>
                </a:cubicBezTo>
                <a:cubicBezTo>
                  <a:pt x="1142755" y="99933"/>
                  <a:pt x="1138223" y="102260"/>
                  <a:pt x="1135201" y="106914"/>
                </a:cubicBezTo>
                <a:cubicBezTo>
                  <a:pt x="1132181" y="111569"/>
                  <a:pt x="1129692" y="118549"/>
                  <a:pt x="1127734" y="127855"/>
                </a:cubicBezTo>
                <a:lnTo>
                  <a:pt x="1127734" y="197661"/>
                </a:lnTo>
                <a:lnTo>
                  <a:pt x="1090749" y="197661"/>
                </a:lnTo>
                <a:lnTo>
                  <a:pt x="1090749" y="67601"/>
                </a:lnTo>
                <a:lnTo>
                  <a:pt x="1122834" y="67601"/>
                </a:lnTo>
                <a:lnTo>
                  <a:pt x="1125529" y="88912"/>
                </a:lnTo>
                <a:cubicBezTo>
                  <a:pt x="1131735" y="72255"/>
                  <a:pt x="1141124" y="63927"/>
                  <a:pt x="1153697" y="63927"/>
                </a:cubicBezTo>
                <a:close/>
                <a:moveTo>
                  <a:pt x="1271853" y="130060"/>
                </a:moveTo>
                <a:cubicBezTo>
                  <a:pt x="1271853" y="135285"/>
                  <a:pt x="1271607" y="139776"/>
                  <a:pt x="1271116" y="143533"/>
                </a:cubicBezTo>
                <a:lnTo>
                  <a:pt x="1204984" y="143533"/>
                </a:lnTo>
                <a:cubicBezTo>
                  <a:pt x="1205801" y="155288"/>
                  <a:pt x="1207965" y="163412"/>
                  <a:pt x="1211476" y="167904"/>
                </a:cubicBezTo>
                <a:cubicBezTo>
                  <a:pt x="1214986" y="172394"/>
                  <a:pt x="1220089" y="174639"/>
                  <a:pt x="1226784" y="174639"/>
                </a:cubicBezTo>
                <a:cubicBezTo>
                  <a:pt x="1231194" y="174639"/>
                  <a:pt x="1235440" y="173782"/>
                  <a:pt x="1239521" y="172068"/>
                </a:cubicBezTo>
                <a:cubicBezTo>
                  <a:pt x="1243602" y="170351"/>
                  <a:pt x="1248011" y="167697"/>
                  <a:pt x="1252747" y="164107"/>
                </a:cubicBezTo>
                <a:lnTo>
                  <a:pt x="1267932" y="184192"/>
                </a:lnTo>
                <a:cubicBezTo>
                  <a:pt x="1255848" y="195947"/>
                  <a:pt x="1241234" y="201824"/>
                  <a:pt x="1224089" y="201824"/>
                </a:cubicBezTo>
                <a:cubicBezTo>
                  <a:pt x="1205801" y="201824"/>
                  <a:pt x="1191922" y="195823"/>
                  <a:pt x="1182451" y="183822"/>
                </a:cubicBezTo>
                <a:cubicBezTo>
                  <a:pt x="1172981" y="171820"/>
                  <a:pt x="1168246" y="155043"/>
                  <a:pt x="1168246" y="133491"/>
                </a:cubicBezTo>
                <a:cubicBezTo>
                  <a:pt x="1168246" y="111936"/>
                  <a:pt x="1172777" y="94873"/>
                  <a:pt x="1181838" y="82300"/>
                </a:cubicBezTo>
                <a:cubicBezTo>
                  <a:pt x="1190900" y="69725"/>
                  <a:pt x="1203841" y="63438"/>
                  <a:pt x="1220662" y="63438"/>
                </a:cubicBezTo>
                <a:cubicBezTo>
                  <a:pt x="1236663" y="63438"/>
                  <a:pt x="1249194" y="69112"/>
                  <a:pt x="1258256" y="80461"/>
                </a:cubicBezTo>
                <a:cubicBezTo>
                  <a:pt x="1267320" y="91810"/>
                  <a:pt x="1271853" y="108343"/>
                  <a:pt x="1271853" y="130060"/>
                </a:cubicBezTo>
                <a:moveTo>
                  <a:pt x="1235847" y="119528"/>
                </a:moveTo>
                <a:cubicBezTo>
                  <a:pt x="1235847" y="108425"/>
                  <a:pt x="1234744" y="100384"/>
                  <a:pt x="1232539" y="95403"/>
                </a:cubicBezTo>
                <a:cubicBezTo>
                  <a:pt x="1230334" y="90423"/>
                  <a:pt x="1226456" y="87932"/>
                  <a:pt x="1220905" y="87932"/>
                </a:cubicBezTo>
                <a:cubicBezTo>
                  <a:pt x="1216007" y="87932"/>
                  <a:pt x="1212292" y="90340"/>
                  <a:pt x="1209760" y="95157"/>
                </a:cubicBezTo>
                <a:cubicBezTo>
                  <a:pt x="1207229" y="99973"/>
                  <a:pt x="1205637" y="108668"/>
                  <a:pt x="1204984" y="121243"/>
                </a:cubicBezTo>
                <a:lnTo>
                  <a:pt x="1235847" y="121243"/>
                </a:lnTo>
                <a:lnTo>
                  <a:pt x="1235847" y="119528"/>
                </a:lnTo>
                <a:close/>
                <a:moveTo>
                  <a:pt x="1389172" y="15921"/>
                </a:moveTo>
                <a:lnTo>
                  <a:pt x="1389172" y="197661"/>
                </a:lnTo>
                <a:lnTo>
                  <a:pt x="1356107" y="197661"/>
                </a:lnTo>
                <a:lnTo>
                  <a:pt x="1354881" y="183945"/>
                </a:lnTo>
                <a:cubicBezTo>
                  <a:pt x="1351127" y="189496"/>
                  <a:pt x="1346881" y="193864"/>
                  <a:pt x="1342144" y="197048"/>
                </a:cubicBezTo>
                <a:cubicBezTo>
                  <a:pt x="1337410" y="200232"/>
                  <a:pt x="1331696" y="201824"/>
                  <a:pt x="1325001" y="201824"/>
                </a:cubicBezTo>
                <a:cubicBezTo>
                  <a:pt x="1311612" y="201824"/>
                  <a:pt x="1301406" y="195823"/>
                  <a:pt x="1294385" y="183822"/>
                </a:cubicBezTo>
                <a:cubicBezTo>
                  <a:pt x="1287364" y="171820"/>
                  <a:pt x="1283853" y="154715"/>
                  <a:pt x="1283853" y="132508"/>
                </a:cubicBezTo>
                <a:cubicBezTo>
                  <a:pt x="1283853" y="118630"/>
                  <a:pt x="1285730" y="106466"/>
                  <a:pt x="1289485" y="96016"/>
                </a:cubicBezTo>
                <a:cubicBezTo>
                  <a:pt x="1293243" y="85564"/>
                  <a:pt x="1298469" y="77521"/>
                  <a:pt x="1305163" y="71888"/>
                </a:cubicBezTo>
                <a:cubicBezTo>
                  <a:pt x="1311858" y="66254"/>
                  <a:pt x="1319450" y="63438"/>
                  <a:pt x="1327939" y="63438"/>
                </a:cubicBezTo>
                <a:cubicBezTo>
                  <a:pt x="1337738" y="63438"/>
                  <a:pt x="1345821" y="67439"/>
                  <a:pt x="1352187" y="75442"/>
                </a:cubicBezTo>
                <a:lnTo>
                  <a:pt x="1352187" y="12004"/>
                </a:lnTo>
                <a:lnTo>
                  <a:pt x="1389172" y="15921"/>
                </a:lnTo>
                <a:moveTo>
                  <a:pt x="1337002" y="174639"/>
                </a:moveTo>
                <a:cubicBezTo>
                  <a:pt x="1342718" y="174639"/>
                  <a:pt x="1347779" y="170393"/>
                  <a:pt x="1352187" y="161902"/>
                </a:cubicBezTo>
                <a:lnTo>
                  <a:pt x="1352187" y="101159"/>
                </a:lnTo>
                <a:cubicBezTo>
                  <a:pt x="1350066" y="97566"/>
                  <a:pt x="1347945" y="94912"/>
                  <a:pt x="1345822" y="93198"/>
                </a:cubicBezTo>
                <a:cubicBezTo>
                  <a:pt x="1343699" y="91484"/>
                  <a:pt x="1341249" y="90627"/>
                  <a:pt x="1338471" y="90627"/>
                </a:cubicBezTo>
                <a:cubicBezTo>
                  <a:pt x="1327368" y="90627"/>
                  <a:pt x="1321817" y="104587"/>
                  <a:pt x="1321817" y="132508"/>
                </a:cubicBezTo>
                <a:cubicBezTo>
                  <a:pt x="1321817" y="148347"/>
                  <a:pt x="1323164" y="159328"/>
                  <a:pt x="1325857" y="165452"/>
                </a:cubicBezTo>
                <a:cubicBezTo>
                  <a:pt x="1328553" y="171577"/>
                  <a:pt x="1332268" y="174639"/>
                  <a:pt x="1337002" y="174639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324D8C-0BD0-4B4A-B126-EC813C4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7114" y="3945836"/>
            <a:ext cx="882323" cy="882279"/>
          </a:xfrm>
          <a:custGeom xmlns:a="http://schemas.openxmlformats.org/drawingml/2006/main">
            <a:pathLst>
              <a:path w="882323" h="882279">
                <a:moveTo>
                  <a:pt x="727227" y="0"/>
                </a:moveTo>
                <a:lnTo>
                  <a:pt x="155096" y="0"/>
                </a:lnTo>
                <a:cubicBezTo>
                  <a:pt x="69438" y="0"/>
                  <a:pt x="0" y="69435"/>
                  <a:pt x="0" y="155088"/>
                </a:cubicBezTo>
                <a:lnTo>
                  <a:pt x="0" y="727191"/>
                </a:lnTo>
                <a:cubicBezTo>
                  <a:pt x="0" y="812844"/>
                  <a:pt x="69438" y="882279"/>
                  <a:pt x="155096" y="882279"/>
                </a:cubicBezTo>
                <a:lnTo>
                  <a:pt x="727227" y="882279"/>
                </a:lnTo>
                <a:cubicBezTo>
                  <a:pt x="812885" y="882279"/>
                  <a:pt x="882323" y="812844"/>
                  <a:pt x="882323" y="727191"/>
                </a:cubicBezTo>
                <a:lnTo>
                  <a:pt x="882323" y="155088"/>
                </a:lnTo>
                <a:cubicBezTo>
                  <a:pt x="882323" y="69435"/>
                  <a:pt x="812885" y="0"/>
                  <a:pt x="727227" y="0"/>
                </a:cubicBezTo>
                <a:moveTo>
                  <a:pt x="844652" y="702756"/>
                </a:moveTo>
                <a:cubicBezTo>
                  <a:pt x="844662" y="781091"/>
                  <a:pt x="781164" y="844599"/>
                  <a:pt x="702825" y="844610"/>
                </a:cubicBezTo>
                <a:lnTo>
                  <a:pt x="702791" y="844610"/>
                </a:lnTo>
                <a:lnTo>
                  <a:pt x="179532" y="844610"/>
                </a:lnTo>
                <a:cubicBezTo>
                  <a:pt x="101193" y="844620"/>
                  <a:pt x="37681" y="781125"/>
                  <a:pt x="37671" y="702790"/>
                </a:cubicBezTo>
                <a:lnTo>
                  <a:pt x="37671" y="702756"/>
                </a:lnTo>
                <a:lnTo>
                  <a:pt x="37671" y="179523"/>
                </a:lnTo>
                <a:cubicBezTo>
                  <a:pt x="37661" y="101188"/>
                  <a:pt x="101159" y="37678"/>
                  <a:pt x="179498" y="37669"/>
                </a:cubicBezTo>
                <a:lnTo>
                  <a:pt x="179532" y="37669"/>
                </a:lnTo>
                <a:lnTo>
                  <a:pt x="702791" y="37669"/>
                </a:lnTo>
                <a:cubicBezTo>
                  <a:pt x="781130" y="37659"/>
                  <a:pt x="844642" y="101154"/>
                  <a:pt x="844652" y="179489"/>
                </a:cubicBezTo>
                <a:lnTo>
                  <a:pt x="844652" y="179523"/>
                </a:lnTo>
                <a:lnTo>
                  <a:pt x="844652" y="702756"/>
                </a:lnTo>
                <a:close/>
              </a:path>
            </a:pathLst>
          </a:custGeom>
          <a:solidFill xmlns:a="http://schemas.openxmlformats.org/drawingml/2006/main">
            <a:srgbClr val="3F3D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2F7CE-BED1-4C24-9451-2562C741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5940" y="4138036"/>
            <a:ext cx="361183" cy="490550"/>
          </a:xfrm>
          <a:custGeom xmlns:a="http://schemas.openxmlformats.org/drawingml/2006/main">
            <a:pathLst>
              <a:path w="361183" h="490550">
                <a:moveTo>
                  <a:pt x="323599" y="193264"/>
                </a:moveTo>
                <a:cubicBezTo>
                  <a:pt x="309917" y="175306"/>
                  <a:pt x="291832" y="161185"/>
                  <a:pt x="271090" y="152269"/>
                </a:cubicBezTo>
                <a:cubicBezTo>
                  <a:pt x="272021" y="152269"/>
                  <a:pt x="272951" y="152390"/>
                  <a:pt x="273865" y="152390"/>
                </a:cubicBezTo>
                <a:cubicBezTo>
                  <a:pt x="289043" y="152391"/>
                  <a:pt x="302202" y="141892"/>
                  <a:pt x="305573" y="127093"/>
                </a:cubicBezTo>
                <a:lnTo>
                  <a:pt x="321479" y="57252"/>
                </a:lnTo>
                <a:cubicBezTo>
                  <a:pt x="325069" y="41584"/>
                  <a:pt x="316668" y="25646"/>
                  <a:pt x="301713" y="19755"/>
                </a:cubicBezTo>
                <a:cubicBezTo>
                  <a:pt x="286434" y="13584"/>
                  <a:pt x="270683" y="8652"/>
                  <a:pt x="254615" y="5004"/>
                </a:cubicBezTo>
                <a:cubicBezTo>
                  <a:pt x="238060" y="1622"/>
                  <a:pt x="221192" y="0"/>
                  <a:pt x="204296" y="162"/>
                </a:cubicBezTo>
                <a:cubicBezTo>
                  <a:pt x="145411" y="162"/>
                  <a:pt x="96177" y="19014"/>
                  <a:pt x="57971" y="56218"/>
                </a:cubicBezTo>
                <a:cubicBezTo>
                  <a:pt x="19766" y="93422"/>
                  <a:pt x="0" y="144807"/>
                  <a:pt x="0" y="208170"/>
                </a:cubicBezTo>
                <a:lnTo>
                  <a:pt x="0" y="291366"/>
                </a:lnTo>
                <a:cubicBezTo>
                  <a:pt x="0" y="351316"/>
                  <a:pt x="16992" y="399927"/>
                  <a:pt x="50527" y="435666"/>
                </a:cubicBezTo>
                <a:cubicBezTo>
                  <a:pt x="84613" y="472078"/>
                  <a:pt x="129470" y="490550"/>
                  <a:pt x="183857" y="490550"/>
                </a:cubicBezTo>
                <a:cubicBezTo>
                  <a:pt x="234815" y="490550"/>
                  <a:pt x="277570" y="473629"/>
                  <a:pt x="310915" y="440285"/>
                </a:cubicBezTo>
                <a:cubicBezTo>
                  <a:pt x="344261" y="406941"/>
                  <a:pt x="361183" y="364843"/>
                  <a:pt x="361183" y="315215"/>
                </a:cubicBezTo>
                <a:cubicBezTo>
                  <a:pt x="361183" y="266603"/>
                  <a:pt x="348535" y="225574"/>
                  <a:pt x="323599" y="193264"/>
                </a:cubicBezTo>
                <a:moveTo>
                  <a:pt x="287927" y="417280"/>
                </a:moveTo>
                <a:cubicBezTo>
                  <a:pt x="260756" y="444438"/>
                  <a:pt x="226066" y="458016"/>
                  <a:pt x="183857" y="458016"/>
                </a:cubicBezTo>
                <a:cubicBezTo>
                  <a:pt x="138626" y="458016"/>
                  <a:pt x="102093" y="443162"/>
                  <a:pt x="74256" y="413454"/>
                </a:cubicBezTo>
                <a:cubicBezTo>
                  <a:pt x="46420" y="383746"/>
                  <a:pt x="32506" y="343050"/>
                  <a:pt x="32518" y="291366"/>
                </a:cubicBezTo>
                <a:lnTo>
                  <a:pt x="32518" y="208170"/>
                </a:lnTo>
                <a:cubicBezTo>
                  <a:pt x="32518" y="153670"/>
                  <a:pt x="48562" y="110797"/>
                  <a:pt x="80650" y="79550"/>
                </a:cubicBezTo>
                <a:cubicBezTo>
                  <a:pt x="112737" y="48303"/>
                  <a:pt x="153953" y="32691"/>
                  <a:pt x="204296" y="32713"/>
                </a:cubicBezTo>
                <a:cubicBezTo>
                  <a:pt x="218881" y="32550"/>
                  <a:pt x="233443" y="33930"/>
                  <a:pt x="247740" y="36832"/>
                </a:cubicBezTo>
                <a:cubicBezTo>
                  <a:pt x="262084" y="40087"/>
                  <a:pt x="276141" y="44500"/>
                  <a:pt x="289770" y="50031"/>
                </a:cubicBezTo>
                <a:lnTo>
                  <a:pt x="273865" y="119873"/>
                </a:lnTo>
                <a:cubicBezTo>
                  <a:pt x="260607" y="115887"/>
                  <a:pt x="249015" y="112906"/>
                  <a:pt x="239089" y="110929"/>
                </a:cubicBezTo>
                <a:cubicBezTo>
                  <a:pt x="227805" y="108824"/>
                  <a:pt x="216343" y="107826"/>
                  <a:pt x="204864" y="107948"/>
                </a:cubicBezTo>
                <a:cubicBezTo>
                  <a:pt x="182151" y="107948"/>
                  <a:pt x="163936" y="115944"/>
                  <a:pt x="150219" y="131935"/>
                </a:cubicBezTo>
                <a:cubicBezTo>
                  <a:pt x="136501" y="147926"/>
                  <a:pt x="129924" y="171259"/>
                  <a:pt x="130487" y="201932"/>
                </a:cubicBezTo>
                <a:lnTo>
                  <a:pt x="131332" y="203345"/>
                </a:lnTo>
                <a:cubicBezTo>
                  <a:pt x="139650" y="193889"/>
                  <a:pt x="150724" y="186509"/>
                  <a:pt x="164557" y="181201"/>
                </a:cubicBezTo>
                <a:cubicBezTo>
                  <a:pt x="179647" y="175685"/>
                  <a:pt x="195624" y="172992"/>
                  <a:pt x="211688" y="173257"/>
                </a:cubicBezTo>
                <a:cubicBezTo>
                  <a:pt x="248601" y="173257"/>
                  <a:pt x="277323" y="186555"/>
                  <a:pt x="297853" y="213150"/>
                </a:cubicBezTo>
                <a:cubicBezTo>
                  <a:pt x="318382" y="239744"/>
                  <a:pt x="328653" y="273767"/>
                  <a:pt x="328665" y="315215"/>
                </a:cubicBezTo>
                <a:cubicBezTo>
                  <a:pt x="328665" y="356043"/>
                  <a:pt x="315086" y="390065"/>
                  <a:pt x="287927" y="417280"/>
                </a:cubicBezTo>
                <a:moveTo>
                  <a:pt x="216083" y="140792"/>
                </a:moveTo>
                <a:lnTo>
                  <a:pt x="211688" y="140792"/>
                </a:lnTo>
                <a:cubicBezTo>
                  <a:pt x="205679" y="140792"/>
                  <a:pt x="199810" y="141056"/>
                  <a:pt x="194076" y="141585"/>
                </a:cubicBezTo>
                <a:cubicBezTo>
                  <a:pt x="197623" y="140841"/>
                  <a:pt x="201240" y="140482"/>
                  <a:pt x="204864" y="140517"/>
                </a:cubicBezTo>
                <a:cubicBezTo>
                  <a:pt x="208793" y="140482"/>
                  <a:pt x="212533" y="140574"/>
                  <a:pt x="216083" y="140792"/>
                </a:cubicBezTo>
                <a:moveTo>
                  <a:pt x="185288" y="247079"/>
                </a:moveTo>
                <a:cubicBezTo>
                  <a:pt x="173654" y="246795"/>
                  <a:pt x="162065" y="248592"/>
                  <a:pt x="151063" y="252387"/>
                </a:cubicBezTo>
                <a:cubicBezTo>
                  <a:pt x="142385" y="255380"/>
                  <a:pt x="134614" y="260541"/>
                  <a:pt x="128488" y="267379"/>
                </a:cubicBezTo>
                <a:lnTo>
                  <a:pt x="128488" y="291693"/>
                </a:lnTo>
                <a:cubicBezTo>
                  <a:pt x="128488" y="321470"/>
                  <a:pt x="133365" y="344325"/>
                  <a:pt x="143119" y="360259"/>
                </a:cubicBezTo>
                <a:cubicBezTo>
                  <a:pt x="152873" y="376194"/>
                  <a:pt x="166452" y="384160"/>
                  <a:pt x="183857" y="384160"/>
                </a:cubicBezTo>
                <a:cubicBezTo>
                  <a:pt x="198252" y="384160"/>
                  <a:pt x="209988" y="377371"/>
                  <a:pt x="219064" y="363792"/>
                </a:cubicBezTo>
                <a:cubicBezTo>
                  <a:pt x="228141" y="350213"/>
                  <a:pt x="232666" y="334113"/>
                  <a:pt x="232644" y="315490"/>
                </a:cubicBezTo>
                <a:cubicBezTo>
                  <a:pt x="232644" y="294571"/>
                  <a:pt x="228244" y="277913"/>
                  <a:pt x="219443" y="265518"/>
                </a:cubicBezTo>
                <a:cubicBezTo>
                  <a:pt x="210642" y="253123"/>
                  <a:pt x="199258" y="246976"/>
                  <a:pt x="185288" y="247079"/>
                </a:cubicBezTo>
                <a:moveTo>
                  <a:pt x="192043" y="345767"/>
                </a:moveTo>
                <a:cubicBezTo>
                  <a:pt x="188079" y="351678"/>
                  <a:pt x="185736" y="351678"/>
                  <a:pt x="183857" y="351678"/>
                </a:cubicBezTo>
                <a:cubicBezTo>
                  <a:pt x="179377" y="351678"/>
                  <a:pt x="175586" y="351075"/>
                  <a:pt x="170847" y="343337"/>
                </a:cubicBezTo>
                <a:cubicBezTo>
                  <a:pt x="166366" y="336014"/>
                  <a:pt x="161007" y="321108"/>
                  <a:pt x="161007" y="291745"/>
                </a:cubicBezTo>
                <a:lnTo>
                  <a:pt x="161007" y="283404"/>
                </a:lnTo>
                <a:lnTo>
                  <a:pt x="162471" y="282819"/>
                </a:lnTo>
                <a:cubicBezTo>
                  <a:pt x="169828" y="280403"/>
                  <a:pt x="177548" y="279288"/>
                  <a:pt x="185288" y="279527"/>
                </a:cubicBezTo>
                <a:cubicBezTo>
                  <a:pt x="187476" y="279527"/>
                  <a:pt x="189544" y="279527"/>
                  <a:pt x="193008" y="284387"/>
                </a:cubicBezTo>
                <a:cubicBezTo>
                  <a:pt x="197695" y="290969"/>
                  <a:pt x="200177" y="301705"/>
                  <a:pt x="200177" y="315404"/>
                </a:cubicBezTo>
                <a:cubicBezTo>
                  <a:pt x="200177" y="327691"/>
                  <a:pt x="197523" y="337582"/>
                  <a:pt x="192043" y="345767"/>
                </a:cubicBezTo>
              </a:path>
            </a:pathLst>
          </a:custGeom>
          <a:solidFill xmlns:a="http://schemas.openxmlformats.org/drawingml/2006/main">
            <a:srgbClr val="3F3D3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406D89-C640-4A94-8693-613D066F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0420" y="3347989"/>
            <a:ext cx="2530991" cy="422595"/>
          </a:xfrm>
          <a:custGeom xmlns:a="http://schemas.openxmlformats.org/drawingml/2006/main">
            <a:pathLst>
              <a:path w="2530991" h="422595" fill="none">
                <a:moveTo>
                  <a:pt x="0" y="0"/>
                </a:moveTo>
                <a:lnTo>
                  <a:pt x="2530991" y="0"/>
                </a:lnTo>
                <a:lnTo>
                  <a:pt x="2530991" y="422595"/>
                </a:lnTo>
              </a:path>
            </a:pathLst>
          </a:custGeom>
          <a:noFill xmlns:a="http://schemas.openxmlformats.org/drawingml/2006/main"/>
          <a:ln xmlns:a="http://schemas.openxmlformats.org/drawingml/2006/main" w="38033" cap="flat">
            <a:solidFill>
              <a:srgbClr val="FF0000"/>
            </a:solidFill>
            <a:custDash>
              <a:ds d="400000" sp="300000"/>
            </a:custDash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C8E34-7EAF-433A-AB78-5184D9EA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660" y="3749932"/>
            <a:ext cx="190138" cy="191774"/>
          </a:xfrm>
          <a:custGeom xmlns:a="http://schemas.openxmlformats.org/drawingml/2006/main">
            <a:pathLst>
              <a:path w="190138" h="191774">
                <a:moveTo>
                  <a:pt x="190138" y="3283"/>
                </a:moveTo>
                <a:lnTo>
                  <a:pt x="91798" y="191774"/>
                </a:lnTo>
                <a:lnTo>
                  <a:pt x="0" y="0"/>
                </a:lnTo>
                <a:lnTo>
                  <a:pt x="190138" y="3283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PromptsLLMtogeneratecode">
            <a:extLst xmlns:a="http://schemas.openxmlformats.org/drawingml/2006/main">
              <a:ext uri="{FF2B5EF4-FFF2-40B4-BE49-F238E27FC236}">
                <a16:creationId xmlns:a16="http://schemas.microsoft.com/office/drawing/2014/main" id="{F25D8B36-CA7B-4FCB-B0A5-E4B560B7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16" y="478706"/>
            <a:ext cx="2844701" cy="239785"/>
          </a:xfrm>
          <a:custGeom xmlns:a="http://schemas.openxmlformats.org/drawingml/2006/main">
            <a:pathLst>
              <a:path w="2844701" h="239785">
                <a:moveTo>
                  <a:pt x="43596" y="15921"/>
                </a:moveTo>
                <a:cubicBezTo>
                  <a:pt x="64660" y="15921"/>
                  <a:pt x="80743" y="20575"/>
                  <a:pt x="91845" y="29884"/>
                </a:cubicBezTo>
                <a:cubicBezTo>
                  <a:pt x="102950" y="39190"/>
                  <a:pt x="108503" y="52905"/>
                  <a:pt x="108503" y="71028"/>
                </a:cubicBezTo>
                <a:cubicBezTo>
                  <a:pt x="108503" y="89969"/>
                  <a:pt x="103196" y="104298"/>
                  <a:pt x="92582" y="114015"/>
                </a:cubicBezTo>
                <a:cubicBezTo>
                  <a:pt x="81968" y="123730"/>
                  <a:pt x="66946" y="128587"/>
                  <a:pt x="47517" y="128587"/>
                </a:cubicBezTo>
                <a:lnTo>
                  <a:pt x="38454" y="128587"/>
                </a:lnTo>
                <a:lnTo>
                  <a:pt x="38454" y="185657"/>
                </a:lnTo>
                <a:lnTo>
                  <a:pt x="0" y="185657"/>
                </a:lnTo>
                <a:lnTo>
                  <a:pt x="0" y="15921"/>
                </a:lnTo>
                <a:lnTo>
                  <a:pt x="43596" y="15921"/>
                </a:lnTo>
                <a:moveTo>
                  <a:pt x="44332" y="100666"/>
                </a:moveTo>
                <a:cubicBezTo>
                  <a:pt x="53150" y="100666"/>
                  <a:pt x="59477" y="98421"/>
                  <a:pt x="63314" y="93931"/>
                </a:cubicBezTo>
                <a:cubicBezTo>
                  <a:pt x="67151" y="89441"/>
                  <a:pt x="69070" y="81807"/>
                  <a:pt x="69070" y="71028"/>
                </a:cubicBezTo>
                <a:cubicBezTo>
                  <a:pt x="69070" y="61558"/>
                  <a:pt x="67232" y="54578"/>
                  <a:pt x="63557" y="50088"/>
                </a:cubicBezTo>
                <a:cubicBezTo>
                  <a:pt x="59885" y="45598"/>
                  <a:pt x="53640" y="43353"/>
                  <a:pt x="44822" y="43353"/>
                </a:cubicBezTo>
                <a:lnTo>
                  <a:pt x="38454" y="43353"/>
                </a:lnTo>
                <a:lnTo>
                  <a:pt x="38454" y="100666"/>
                </a:lnTo>
                <a:lnTo>
                  <a:pt x="44332" y="100666"/>
                </a:lnTo>
                <a:close/>
                <a:moveTo>
                  <a:pt x="184432" y="51923"/>
                </a:moveTo>
                <a:cubicBezTo>
                  <a:pt x="187861" y="51923"/>
                  <a:pt x="191289" y="52577"/>
                  <a:pt x="194717" y="53885"/>
                </a:cubicBezTo>
                <a:lnTo>
                  <a:pt x="188596" y="89397"/>
                </a:lnTo>
                <a:cubicBezTo>
                  <a:pt x="185656" y="88418"/>
                  <a:pt x="182634" y="87929"/>
                  <a:pt x="179532" y="87929"/>
                </a:cubicBezTo>
                <a:cubicBezTo>
                  <a:pt x="173490" y="87929"/>
                  <a:pt x="168958" y="90256"/>
                  <a:pt x="165936" y="94910"/>
                </a:cubicBezTo>
                <a:cubicBezTo>
                  <a:pt x="162916" y="99564"/>
                  <a:pt x="160427" y="106544"/>
                  <a:pt x="158469" y="115850"/>
                </a:cubicBezTo>
                <a:lnTo>
                  <a:pt x="158469" y="185657"/>
                </a:lnTo>
                <a:lnTo>
                  <a:pt x="121484" y="185657"/>
                </a:lnTo>
                <a:lnTo>
                  <a:pt x="121484" y="55597"/>
                </a:lnTo>
                <a:lnTo>
                  <a:pt x="153569" y="55597"/>
                </a:lnTo>
                <a:lnTo>
                  <a:pt x="156264" y="76907"/>
                </a:lnTo>
                <a:cubicBezTo>
                  <a:pt x="162470" y="60251"/>
                  <a:pt x="171860" y="51923"/>
                  <a:pt x="184432" y="51923"/>
                </a:cubicBezTo>
                <a:close/>
                <a:moveTo>
                  <a:pt x="253109" y="51433"/>
                </a:moveTo>
                <a:cubicBezTo>
                  <a:pt x="270091" y="51433"/>
                  <a:pt x="283359" y="57230"/>
                  <a:pt x="292911" y="68823"/>
                </a:cubicBezTo>
                <a:cubicBezTo>
                  <a:pt x="302464" y="80417"/>
                  <a:pt x="307240" y="97725"/>
                  <a:pt x="307240" y="120750"/>
                </a:cubicBezTo>
                <a:cubicBezTo>
                  <a:pt x="307240" y="142793"/>
                  <a:pt x="302464" y="159815"/>
                  <a:pt x="292911" y="171817"/>
                </a:cubicBezTo>
                <a:cubicBezTo>
                  <a:pt x="283359" y="183819"/>
                  <a:pt x="270091" y="189820"/>
                  <a:pt x="253109" y="189820"/>
                </a:cubicBezTo>
                <a:cubicBezTo>
                  <a:pt x="236129" y="189820"/>
                  <a:pt x="222862" y="183982"/>
                  <a:pt x="213310" y="172307"/>
                </a:cubicBezTo>
                <a:cubicBezTo>
                  <a:pt x="203757" y="160631"/>
                  <a:pt x="198981" y="143363"/>
                  <a:pt x="198981" y="120503"/>
                </a:cubicBezTo>
                <a:cubicBezTo>
                  <a:pt x="198981" y="98134"/>
                  <a:pt x="203757" y="81031"/>
                  <a:pt x="213310" y="69193"/>
                </a:cubicBezTo>
                <a:cubicBezTo>
                  <a:pt x="222862" y="57353"/>
                  <a:pt x="236129" y="51433"/>
                  <a:pt x="253109" y="51433"/>
                </a:cubicBezTo>
                <a:moveTo>
                  <a:pt x="253109" y="78866"/>
                </a:moveTo>
                <a:cubicBezTo>
                  <a:pt x="247396" y="78866"/>
                  <a:pt x="243273" y="82010"/>
                  <a:pt x="240742" y="88299"/>
                </a:cubicBezTo>
                <a:cubicBezTo>
                  <a:pt x="238210" y="94585"/>
                  <a:pt x="236945" y="105320"/>
                  <a:pt x="236945" y="120503"/>
                </a:cubicBezTo>
                <a:cubicBezTo>
                  <a:pt x="236945" y="136180"/>
                  <a:pt x="238210" y="147122"/>
                  <a:pt x="240742" y="153328"/>
                </a:cubicBezTo>
                <a:cubicBezTo>
                  <a:pt x="243273" y="159532"/>
                  <a:pt x="247396" y="162634"/>
                  <a:pt x="253109" y="162634"/>
                </a:cubicBezTo>
                <a:cubicBezTo>
                  <a:pt x="258824" y="162634"/>
                  <a:pt x="262948" y="159491"/>
                  <a:pt x="265479" y="153205"/>
                </a:cubicBezTo>
                <a:cubicBezTo>
                  <a:pt x="268011" y="146916"/>
                  <a:pt x="269276" y="136098"/>
                  <a:pt x="269276" y="120750"/>
                </a:cubicBezTo>
                <a:cubicBezTo>
                  <a:pt x="269276" y="105238"/>
                  <a:pt x="268011" y="94379"/>
                  <a:pt x="265479" y="88175"/>
                </a:cubicBezTo>
                <a:cubicBezTo>
                  <a:pt x="262948" y="81969"/>
                  <a:pt x="258824" y="78866"/>
                  <a:pt x="253109" y="78866"/>
                </a:cubicBezTo>
                <a:close/>
                <a:moveTo>
                  <a:pt x="446826" y="51433"/>
                </a:moveTo>
                <a:cubicBezTo>
                  <a:pt x="455479" y="51433"/>
                  <a:pt x="462377" y="54781"/>
                  <a:pt x="467520" y="61476"/>
                </a:cubicBezTo>
                <a:cubicBezTo>
                  <a:pt x="472665" y="68170"/>
                  <a:pt x="475237" y="77151"/>
                  <a:pt x="475237" y="88418"/>
                </a:cubicBezTo>
                <a:lnTo>
                  <a:pt x="475237" y="185657"/>
                </a:lnTo>
                <a:lnTo>
                  <a:pt x="438989" y="185657"/>
                </a:lnTo>
                <a:lnTo>
                  <a:pt x="438989" y="92092"/>
                </a:lnTo>
                <a:cubicBezTo>
                  <a:pt x="438989" y="87684"/>
                  <a:pt x="438417" y="84460"/>
                  <a:pt x="437273" y="82420"/>
                </a:cubicBezTo>
                <a:cubicBezTo>
                  <a:pt x="436130" y="80377"/>
                  <a:pt x="434416" y="79355"/>
                  <a:pt x="432131" y="79355"/>
                </a:cubicBezTo>
                <a:cubicBezTo>
                  <a:pt x="427559" y="79355"/>
                  <a:pt x="422904" y="84173"/>
                  <a:pt x="418168" y="93807"/>
                </a:cubicBezTo>
                <a:lnTo>
                  <a:pt x="418168" y="185657"/>
                </a:lnTo>
                <a:lnTo>
                  <a:pt x="382409" y="185657"/>
                </a:lnTo>
                <a:lnTo>
                  <a:pt x="382409" y="92092"/>
                </a:lnTo>
                <a:cubicBezTo>
                  <a:pt x="382409" y="83601"/>
                  <a:pt x="380123" y="79355"/>
                  <a:pt x="375551" y="79355"/>
                </a:cubicBezTo>
                <a:cubicBezTo>
                  <a:pt x="370815" y="79355"/>
                  <a:pt x="366079" y="84173"/>
                  <a:pt x="361345" y="93807"/>
                </a:cubicBezTo>
                <a:lnTo>
                  <a:pt x="361345" y="185657"/>
                </a:lnTo>
                <a:lnTo>
                  <a:pt x="325340" y="185657"/>
                </a:lnTo>
                <a:lnTo>
                  <a:pt x="325340" y="55597"/>
                </a:lnTo>
                <a:lnTo>
                  <a:pt x="357425" y="55597"/>
                </a:lnTo>
                <a:lnTo>
                  <a:pt x="359630" y="71275"/>
                </a:lnTo>
                <a:cubicBezTo>
                  <a:pt x="367957" y="58047"/>
                  <a:pt x="378162" y="51433"/>
                  <a:pt x="390246" y="51433"/>
                </a:cubicBezTo>
                <a:cubicBezTo>
                  <a:pt x="396124" y="51433"/>
                  <a:pt x="401227" y="53230"/>
                  <a:pt x="405554" y="56823"/>
                </a:cubicBezTo>
                <a:cubicBezTo>
                  <a:pt x="409882" y="60415"/>
                  <a:pt x="413189" y="65559"/>
                  <a:pt x="415473" y="72254"/>
                </a:cubicBezTo>
                <a:cubicBezTo>
                  <a:pt x="423965" y="58374"/>
                  <a:pt x="434416" y="51433"/>
                  <a:pt x="446826" y="51433"/>
                </a:cubicBezTo>
                <a:close/>
                <a:moveTo>
                  <a:pt x="561454" y="51433"/>
                </a:moveTo>
                <a:cubicBezTo>
                  <a:pt x="574191" y="51433"/>
                  <a:pt x="583907" y="57353"/>
                  <a:pt x="590602" y="69193"/>
                </a:cubicBezTo>
                <a:cubicBezTo>
                  <a:pt x="597297" y="81031"/>
                  <a:pt x="600644" y="98053"/>
                  <a:pt x="600644" y="120260"/>
                </a:cubicBezTo>
                <a:cubicBezTo>
                  <a:pt x="600644" y="134303"/>
                  <a:pt x="598887" y="146590"/>
                  <a:pt x="595374" y="157122"/>
                </a:cubicBezTo>
                <a:cubicBezTo>
                  <a:pt x="591864" y="167654"/>
                  <a:pt x="586924" y="175736"/>
                  <a:pt x="580556" y="181370"/>
                </a:cubicBezTo>
                <a:cubicBezTo>
                  <a:pt x="574190" y="187003"/>
                  <a:pt x="566679" y="189820"/>
                  <a:pt x="558023" y="189820"/>
                </a:cubicBezTo>
                <a:cubicBezTo>
                  <a:pt x="547900" y="189820"/>
                  <a:pt x="539491" y="185493"/>
                  <a:pt x="532796" y="176840"/>
                </a:cubicBezTo>
                <a:lnTo>
                  <a:pt x="532796" y="235868"/>
                </a:lnTo>
                <a:lnTo>
                  <a:pt x="495811" y="239785"/>
                </a:lnTo>
                <a:lnTo>
                  <a:pt x="495811" y="55597"/>
                </a:lnTo>
                <a:lnTo>
                  <a:pt x="528633" y="55597"/>
                </a:lnTo>
                <a:lnTo>
                  <a:pt x="530102" y="69802"/>
                </a:lnTo>
                <a:cubicBezTo>
                  <a:pt x="534347" y="63437"/>
                  <a:pt x="539000" y="58784"/>
                  <a:pt x="544061" y="55843"/>
                </a:cubicBezTo>
                <a:cubicBezTo>
                  <a:pt x="549123" y="52903"/>
                  <a:pt x="554921" y="51433"/>
                  <a:pt x="561454" y="51433"/>
                </a:cubicBezTo>
                <a:moveTo>
                  <a:pt x="547248" y="162388"/>
                </a:moveTo>
                <a:cubicBezTo>
                  <a:pt x="552147" y="162388"/>
                  <a:pt x="555943" y="159204"/>
                  <a:pt x="558636" y="152835"/>
                </a:cubicBezTo>
                <a:cubicBezTo>
                  <a:pt x="561330" y="146467"/>
                  <a:pt x="562676" y="135772"/>
                  <a:pt x="562676" y="120750"/>
                </a:cubicBezTo>
                <a:cubicBezTo>
                  <a:pt x="562676" y="104585"/>
                  <a:pt x="561533" y="93522"/>
                  <a:pt x="559245" y="87562"/>
                </a:cubicBezTo>
                <a:cubicBezTo>
                  <a:pt x="556961" y="81603"/>
                  <a:pt x="553451" y="78623"/>
                  <a:pt x="548717" y="78623"/>
                </a:cubicBezTo>
                <a:cubicBezTo>
                  <a:pt x="542840" y="78623"/>
                  <a:pt x="537533" y="83195"/>
                  <a:pt x="532796" y="92339"/>
                </a:cubicBezTo>
                <a:lnTo>
                  <a:pt x="532796" y="152346"/>
                </a:lnTo>
                <a:cubicBezTo>
                  <a:pt x="536877" y="159040"/>
                  <a:pt x="541695" y="162388"/>
                  <a:pt x="547248" y="162388"/>
                </a:cubicBezTo>
                <a:close/>
                <a:moveTo>
                  <a:pt x="688817" y="179535"/>
                </a:moveTo>
                <a:cubicBezTo>
                  <a:pt x="684736" y="182963"/>
                  <a:pt x="680001" y="185534"/>
                  <a:pt x="674611" y="187249"/>
                </a:cubicBezTo>
                <a:cubicBezTo>
                  <a:pt x="669222" y="188963"/>
                  <a:pt x="663752" y="189820"/>
                  <a:pt x="658201" y="189820"/>
                </a:cubicBezTo>
                <a:cubicBezTo>
                  <a:pt x="645628" y="189820"/>
                  <a:pt x="636158" y="186228"/>
                  <a:pt x="629789" y="179045"/>
                </a:cubicBezTo>
                <a:cubicBezTo>
                  <a:pt x="623421" y="171860"/>
                  <a:pt x="620237" y="162225"/>
                  <a:pt x="620237" y="150141"/>
                </a:cubicBezTo>
                <a:lnTo>
                  <a:pt x="620237" y="81560"/>
                </a:lnTo>
                <a:lnTo>
                  <a:pt x="606767" y="81560"/>
                </a:lnTo>
                <a:lnTo>
                  <a:pt x="606767" y="55597"/>
                </a:lnTo>
                <a:lnTo>
                  <a:pt x="620237" y="55597"/>
                </a:lnTo>
                <a:lnTo>
                  <a:pt x="620237" y="27185"/>
                </a:lnTo>
                <a:lnTo>
                  <a:pt x="657221" y="23022"/>
                </a:lnTo>
                <a:lnTo>
                  <a:pt x="657221" y="55597"/>
                </a:lnTo>
                <a:lnTo>
                  <a:pt x="681469" y="55597"/>
                </a:lnTo>
                <a:lnTo>
                  <a:pt x="677549" y="81560"/>
                </a:lnTo>
                <a:lnTo>
                  <a:pt x="657221" y="81560"/>
                </a:lnTo>
                <a:lnTo>
                  <a:pt x="657221" y="149898"/>
                </a:lnTo>
                <a:cubicBezTo>
                  <a:pt x="657221" y="156919"/>
                  <a:pt x="660160" y="160429"/>
                  <a:pt x="666038" y="160429"/>
                </a:cubicBezTo>
                <a:cubicBezTo>
                  <a:pt x="669304" y="160429"/>
                  <a:pt x="672815" y="159286"/>
                  <a:pt x="676570" y="156999"/>
                </a:cubicBezTo>
                <a:lnTo>
                  <a:pt x="688817" y="179535"/>
                </a:lnTo>
                <a:close/>
                <a:moveTo>
                  <a:pt x="736335" y="51433"/>
                </a:moveTo>
                <a:cubicBezTo>
                  <a:pt x="744335" y="51433"/>
                  <a:pt x="751846" y="52821"/>
                  <a:pt x="758867" y="55597"/>
                </a:cubicBezTo>
                <a:cubicBezTo>
                  <a:pt x="765888" y="58372"/>
                  <a:pt x="772011" y="62292"/>
                  <a:pt x="777236" y="67355"/>
                </a:cubicBezTo>
                <a:lnTo>
                  <a:pt x="763767" y="87196"/>
                </a:lnTo>
                <a:cubicBezTo>
                  <a:pt x="754787" y="80990"/>
                  <a:pt x="746705" y="77886"/>
                  <a:pt x="739519" y="77886"/>
                </a:cubicBezTo>
                <a:cubicBezTo>
                  <a:pt x="735600" y="77886"/>
                  <a:pt x="732538" y="78867"/>
                  <a:pt x="730333" y="80828"/>
                </a:cubicBezTo>
                <a:cubicBezTo>
                  <a:pt x="728130" y="82786"/>
                  <a:pt x="727029" y="85479"/>
                  <a:pt x="727029" y="88908"/>
                </a:cubicBezTo>
                <a:cubicBezTo>
                  <a:pt x="727029" y="92665"/>
                  <a:pt x="728417" y="95727"/>
                  <a:pt x="731192" y="98094"/>
                </a:cubicBezTo>
                <a:cubicBezTo>
                  <a:pt x="733968" y="100461"/>
                  <a:pt x="739928" y="103522"/>
                  <a:pt x="749072" y="107277"/>
                </a:cubicBezTo>
                <a:cubicBezTo>
                  <a:pt x="760012" y="111849"/>
                  <a:pt x="768095" y="117156"/>
                  <a:pt x="773320" y="123198"/>
                </a:cubicBezTo>
                <a:cubicBezTo>
                  <a:pt x="778544" y="129240"/>
                  <a:pt x="781157" y="137323"/>
                  <a:pt x="781157" y="147446"/>
                </a:cubicBezTo>
                <a:cubicBezTo>
                  <a:pt x="781157" y="160509"/>
                  <a:pt x="776544" y="170838"/>
                  <a:pt x="767317" y="178432"/>
                </a:cubicBezTo>
                <a:cubicBezTo>
                  <a:pt x="758091" y="186024"/>
                  <a:pt x="746130" y="189820"/>
                  <a:pt x="731435" y="189820"/>
                </a:cubicBezTo>
                <a:cubicBezTo>
                  <a:pt x="722291" y="189820"/>
                  <a:pt x="713719" y="188147"/>
                  <a:pt x="705718" y="184801"/>
                </a:cubicBezTo>
                <a:cubicBezTo>
                  <a:pt x="697718" y="181452"/>
                  <a:pt x="690860" y="176757"/>
                  <a:pt x="685144" y="170715"/>
                </a:cubicBezTo>
                <a:lnTo>
                  <a:pt x="702534" y="151609"/>
                </a:lnTo>
                <a:cubicBezTo>
                  <a:pt x="712331" y="159612"/>
                  <a:pt x="721312" y="163614"/>
                  <a:pt x="729477" y="163614"/>
                </a:cubicBezTo>
                <a:cubicBezTo>
                  <a:pt x="733884" y="163614"/>
                  <a:pt x="737354" y="162471"/>
                  <a:pt x="739885" y="160187"/>
                </a:cubicBezTo>
                <a:cubicBezTo>
                  <a:pt x="742417" y="157899"/>
                  <a:pt x="743682" y="154714"/>
                  <a:pt x="743682" y="150630"/>
                </a:cubicBezTo>
                <a:cubicBezTo>
                  <a:pt x="743682" y="146058"/>
                  <a:pt x="742253" y="142425"/>
                  <a:pt x="739396" y="139732"/>
                </a:cubicBezTo>
                <a:cubicBezTo>
                  <a:pt x="736538" y="137039"/>
                  <a:pt x="730700" y="133896"/>
                  <a:pt x="721882" y="130303"/>
                </a:cubicBezTo>
                <a:cubicBezTo>
                  <a:pt x="710780" y="125731"/>
                  <a:pt x="702780" y="120465"/>
                  <a:pt x="697881" y="114505"/>
                </a:cubicBezTo>
                <a:cubicBezTo>
                  <a:pt x="692983" y="108545"/>
                  <a:pt x="690534" y="100911"/>
                  <a:pt x="690534" y="91602"/>
                </a:cubicBezTo>
                <a:cubicBezTo>
                  <a:pt x="690534" y="79847"/>
                  <a:pt x="694615" y="70214"/>
                  <a:pt x="702777" y="62702"/>
                </a:cubicBezTo>
                <a:cubicBezTo>
                  <a:pt x="710942" y="55189"/>
                  <a:pt x="722128" y="51433"/>
                  <a:pt x="736335" y="51433"/>
                </a:cubicBezTo>
                <a:close/>
                <a:moveTo>
                  <a:pt x="881408" y="15921"/>
                </a:moveTo>
                <a:lnTo>
                  <a:pt x="881408" y="155287"/>
                </a:lnTo>
                <a:lnTo>
                  <a:pt x="934804" y="155287"/>
                </a:lnTo>
                <a:lnTo>
                  <a:pt x="930883" y="185657"/>
                </a:lnTo>
                <a:lnTo>
                  <a:pt x="842955" y="185657"/>
                </a:lnTo>
                <a:lnTo>
                  <a:pt x="842955" y="15921"/>
                </a:lnTo>
                <a:lnTo>
                  <a:pt x="881408" y="15921"/>
                </a:lnTo>
                <a:close/>
                <a:moveTo>
                  <a:pt x="986385" y="15921"/>
                </a:moveTo>
                <a:lnTo>
                  <a:pt x="986385" y="155287"/>
                </a:lnTo>
                <a:lnTo>
                  <a:pt x="1039781" y="155287"/>
                </a:lnTo>
                <a:lnTo>
                  <a:pt x="1035860" y="185657"/>
                </a:lnTo>
                <a:lnTo>
                  <a:pt x="947932" y="185657"/>
                </a:lnTo>
                <a:lnTo>
                  <a:pt x="947932" y="15921"/>
                </a:lnTo>
                <a:lnTo>
                  <a:pt x="986385" y="15921"/>
                </a:lnTo>
                <a:close/>
                <a:moveTo>
                  <a:pt x="1198371" y="185657"/>
                </a:moveTo>
                <a:lnTo>
                  <a:pt x="1162122" y="185657"/>
                </a:lnTo>
                <a:lnTo>
                  <a:pt x="1160650" y="118302"/>
                </a:lnTo>
                <a:cubicBezTo>
                  <a:pt x="1160161" y="102790"/>
                  <a:pt x="1159917" y="87684"/>
                  <a:pt x="1159917" y="72987"/>
                </a:cubicBezTo>
                <a:cubicBezTo>
                  <a:pt x="1159917" y="62702"/>
                  <a:pt x="1159998" y="55110"/>
                  <a:pt x="1160160" y="50211"/>
                </a:cubicBezTo>
                <a:lnTo>
                  <a:pt x="1141302" y="167530"/>
                </a:lnTo>
                <a:lnTo>
                  <a:pt x="1105296" y="167530"/>
                </a:lnTo>
                <a:lnTo>
                  <a:pt x="1085458" y="49965"/>
                </a:lnTo>
                <a:cubicBezTo>
                  <a:pt x="1085784" y="59109"/>
                  <a:pt x="1085948" y="71846"/>
                  <a:pt x="1085948" y="88175"/>
                </a:cubicBezTo>
                <a:cubicBezTo>
                  <a:pt x="1085948" y="101401"/>
                  <a:pt x="1085865" y="111606"/>
                  <a:pt x="1085701" y="118792"/>
                </a:cubicBezTo>
                <a:lnTo>
                  <a:pt x="1084232" y="185657"/>
                </a:lnTo>
                <a:lnTo>
                  <a:pt x="1048227" y="185657"/>
                </a:lnTo>
                <a:lnTo>
                  <a:pt x="1058515" y="15921"/>
                </a:lnTo>
                <a:lnTo>
                  <a:pt x="1106032" y="15921"/>
                </a:lnTo>
                <a:lnTo>
                  <a:pt x="1123912" y="132018"/>
                </a:lnTo>
                <a:lnTo>
                  <a:pt x="1140076" y="15921"/>
                </a:lnTo>
                <a:lnTo>
                  <a:pt x="1188329" y="15921"/>
                </a:lnTo>
                <a:lnTo>
                  <a:pt x="1198371" y="185657"/>
                </a:lnTo>
                <a:close/>
                <a:moveTo>
                  <a:pt x="1332348" y="179535"/>
                </a:moveTo>
                <a:cubicBezTo>
                  <a:pt x="1328267" y="182963"/>
                  <a:pt x="1323532" y="185534"/>
                  <a:pt x="1318142" y="187249"/>
                </a:cubicBezTo>
                <a:cubicBezTo>
                  <a:pt x="1312753" y="188963"/>
                  <a:pt x="1307283" y="189820"/>
                  <a:pt x="1301732" y="189820"/>
                </a:cubicBezTo>
                <a:cubicBezTo>
                  <a:pt x="1289159" y="189820"/>
                  <a:pt x="1279689" y="186228"/>
                  <a:pt x="1273320" y="179045"/>
                </a:cubicBezTo>
                <a:cubicBezTo>
                  <a:pt x="1266952" y="171860"/>
                  <a:pt x="1263768" y="162225"/>
                  <a:pt x="1263768" y="150141"/>
                </a:cubicBezTo>
                <a:lnTo>
                  <a:pt x="1263768" y="81560"/>
                </a:lnTo>
                <a:lnTo>
                  <a:pt x="1250298" y="81560"/>
                </a:lnTo>
                <a:lnTo>
                  <a:pt x="1250298" y="55597"/>
                </a:lnTo>
                <a:lnTo>
                  <a:pt x="1263768" y="55597"/>
                </a:lnTo>
                <a:lnTo>
                  <a:pt x="1263768" y="27185"/>
                </a:lnTo>
                <a:lnTo>
                  <a:pt x="1300752" y="23022"/>
                </a:lnTo>
                <a:lnTo>
                  <a:pt x="1300752" y="55597"/>
                </a:lnTo>
                <a:lnTo>
                  <a:pt x="1325000" y="55597"/>
                </a:lnTo>
                <a:lnTo>
                  <a:pt x="1321080" y="81560"/>
                </a:lnTo>
                <a:lnTo>
                  <a:pt x="1300752" y="81560"/>
                </a:lnTo>
                <a:lnTo>
                  <a:pt x="1300752" y="149898"/>
                </a:lnTo>
                <a:cubicBezTo>
                  <a:pt x="1300752" y="156919"/>
                  <a:pt x="1303691" y="160429"/>
                  <a:pt x="1309569" y="160429"/>
                </a:cubicBezTo>
                <a:cubicBezTo>
                  <a:pt x="1312835" y="160429"/>
                  <a:pt x="1316346" y="159286"/>
                  <a:pt x="1320101" y="156999"/>
                </a:cubicBezTo>
                <a:lnTo>
                  <a:pt x="1332348" y="179535"/>
                </a:lnTo>
                <a:close/>
                <a:moveTo>
                  <a:pt x="1389661" y="51433"/>
                </a:moveTo>
                <a:cubicBezTo>
                  <a:pt x="1406643" y="51433"/>
                  <a:pt x="1419911" y="57230"/>
                  <a:pt x="1429464" y="68823"/>
                </a:cubicBezTo>
                <a:cubicBezTo>
                  <a:pt x="1439016" y="80417"/>
                  <a:pt x="1443793" y="97725"/>
                  <a:pt x="1443793" y="120750"/>
                </a:cubicBezTo>
                <a:cubicBezTo>
                  <a:pt x="1443793" y="142793"/>
                  <a:pt x="1439016" y="159815"/>
                  <a:pt x="1429464" y="171817"/>
                </a:cubicBezTo>
                <a:cubicBezTo>
                  <a:pt x="1419911" y="183819"/>
                  <a:pt x="1406643" y="189820"/>
                  <a:pt x="1389661" y="189820"/>
                </a:cubicBezTo>
                <a:cubicBezTo>
                  <a:pt x="1372681" y="189820"/>
                  <a:pt x="1359414" y="183982"/>
                  <a:pt x="1349862" y="172307"/>
                </a:cubicBezTo>
                <a:cubicBezTo>
                  <a:pt x="1340309" y="160631"/>
                  <a:pt x="1335533" y="143363"/>
                  <a:pt x="1335533" y="120503"/>
                </a:cubicBezTo>
                <a:cubicBezTo>
                  <a:pt x="1335533" y="98134"/>
                  <a:pt x="1340309" y="81031"/>
                  <a:pt x="1349862" y="69193"/>
                </a:cubicBezTo>
                <a:cubicBezTo>
                  <a:pt x="1359414" y="57353"/>
                  <a:pt x="1372681" y="51433"/>
                  <a:pt x="1389661" y="51433"/>
                </a:cubicBezTo>
                <a:moveTo>
                  <a:pt x="1389661" y="78866"/>
                </a:moveTo>
                <a:cubicBezTo>
                  <a:pt x="1383948" y="78866"/>
                  <a:pt x="1379825" y="82010"/>
                  <a:pt x="1377294" y="88299"/>
                </a:cubicBezTo>
                <a:cubicBezTo>
                  <a:pt x="1374762" y="94585"/>
                  <a:pt x="1373497" y="105320"/>
                  <a:pt x="1373497" y="120503"/>
                </a:cubicBezTo>
                <a:cubicBezTo>
                  <a:pt x="1373497" y="136180"/>
                  <a:pt x="1374762" y="147122"/>
                  <a:pt x="1377294" y="153328"/>
                </a:cubicBezTo>
                <a:cubicBezTo>
                  <a:pt x="1379825" y="159532"/>
                  <a:pt x="1383948" y="162634"/>
                  <a:pt x="1389661" y="162634"/>
                </a:cubicBezTo>
                <a:cubicBezTo>
                  <a:pt x="1395376" y="162634"/>
                  <a:pt x="1399500" y="159491"/>
                  <a:pt x="1402031" y="153205"/>
                </a:cubicBezTo>
                <a:cubicBezTo>
                  <a:pt x="1404563" y="146916"/>
                  <a:pt x="1405829" y="136098"/>
                  <a:pt x="1405829" y="120750"/>
                </a:cubicBezTo>
                <a:cubicBezTo>
                  <a:pt x="1405829" y="105238"/>
                  <a:pt x="1404563" y="94379"/>
                  <a:pt x="1402031" y="88175"/>
                </a:cubicBezTo>
                <a:cubicBezTo>
                  <a:pt x="1399500" y="81969"/>
                  <a:pt x="1395376" y="78866"/>
                  <a:pt x="1389661" y="78866"/>
                </a:cubicBezTo>
                <a:close/>
                <a:moveTo>
                  <a:pt x="1610715" y="62944"/>
                </a:moveTo>
                <a:cubicBezTo>
                  <a:pt x="1604673" y="66211"/>
                  <a:pt x="1594549" y="67844"/>
                  <a:pt x="1580342" y="67844"/>
                </a:cubicBezTo>
                <a:cubicBezTo>
                  <a:pt x="1587527" y="71111"/>
                  <a:pt x="1592835" y="75480"/>
                  <a:pt x="1596263" y="80951"/>
                </a:cubicBezTo>
                <a:cubicBezTo>
                  <a:pt x="1599691" y="86420"/>
                  <a:pt x="1601406" y="93318"/>
                  <a:pt x="1601406" y="101645"/>
                </a:cubicBezTo>
                <a:cubicBezTo>
                  <a:pt x="1601406" y="114544"/>
                  <a:pt x="1597201" y="124994"/>
                  <a:pt x="1588792" y="132997"/>
                </a:cubicBezTo>
                <a:cubicBezTo>
                  <a:pt x="1580383" y="140998"/>
                  <a:pt x="1568912" y="144998"/>
                  <a:pt x="1554378" y="144998"/>
                </a:cubicBezTo>
                <a:cubicBezTo>
                  <a:pt x="1549806" y="144998"/>
                  <a:pt x="1545888" y="144508"/>
                  <a:pt x="1542624" y="143529"/>
                </a:cubicBezTo>
                <a:cubicBezTo>
                  <a:pt x="1540011" y="145326"/>
                  <a:pt x="1538704" y="148101"/>
                  <a:pt x="1538704" y="151856"/>
                </a:cubicBezTo>
                <a:cubicBezTo>
                  <a:pt x="1538704" y="154632"/>
                  <a:pt x="1539561" y="156754"/>
                  <a:pt x="1541275" y="158224"/>
                </a:cubicBezTo>
                <a:cubicBezTo>
                  <a:pt x="1542990" y="159694"/>
                  <a:pt x="1546133" y="160429"/>
                  <a:pt x="1550705" y="160429"/>
                </a:cubicBezTo>
                <a:lnTo>
                  <a:pt x="1563931" y="160429"/>
                </a:lnTo>
                <a:cubicBezTo>
                  <a:pt x="1577974" y="160429"/>
                  <a:pt x="1588954" y="163859"/>
                  <a:pt x="1596872" y="170718"/>
                </a:cubicBezTo>
                <a:cubicBezTo>
                  <a:pt x="1604793" y="177575"/>
                  <a:pt x="1608753" y="186392"/>
                  <a:pt x="1608753" y="197168"/>
                </a:cubicBezTo>
                <a:cubicBezTo>
                  <a:pt x="1608753" y="210069"/>
                  <a:pt x="1603731" y="220396"/>
                  <a:pt x="1593688" y="228150"/>
                </a:cubicBezTo>
                <a:cubicBezTo>
                  <a:pt x="1583647" y="235906"/>
                  <a:pt x="1569319" y="239785"/>
                  <a:pt x="1550705" y="239785"/>
                </a:cubicBezTo>
                <a:cubicBezTo>
                  <a:pt x="1530620" y="239785"/>
                  <a:pt x="1516741" y="236274"/>
                  <a:pt x="1509067" y="229253"/>
                </a:cubicBezTo>
                <a:cubicBezTo>
                  <a:pt x="1501393" y="222232"/>
                  <a:pt x="1497556" y="211863"/>
                  <a:pt x="1497556" y="198147"/>
                </a:cubicBezTo>
                <a:lnTo>
                  <a:pt x="1530377" y="198147"/>
                </a:lnTo>
                <a:cubicBezTo>
                  <a:pt x="1530377" y="204353"/>
                  <a:pt x="1531806" y="208803"/>
                  <a:pt x="1534664" y="211497"/>
                </a:cubicBezTo>
                <a:cubicBezTo>
                  <a:pt x="1537522" y="214190"/>
                  <a:pt x="1542951" y="215537"/>
                  <a:pt x="1550951" y="215537"/>
                </a:cubicBezTo>
                <a:cubicBezTo>
                  <a:pt x="1564994" y="215537"/>
                  <a:pt x="1572015" y="210312"/>
                  <a:pt x="1572015" y="199862"/>
                </a:cubicBezTo>
                <a:cubicBezTo>
                  <a:pt x="1572015" y="195128"/>
                  <a:pt x="1570667" y="191577"/>
                  <a:pt x="1567971" y="189207"/>
                </a:cubicBezTo>
                <a:cubicBezTo>
                  <a:pt x="1565278" y="186840"/>
                  <a:pt x="1561156" y="185657"/>
                  <a:pt x="1555604" y="185657"/>
                </a:cubicBezTo>
                <a:lnTo>
                  <a:pt x="1545809" y="185657"/>
                </a:lnTo>
                <a:cubicBezTo>
                  <a:pt x="1532907" y="185657"/>
                  <a:pt x="1523518" y="183412"/>
                  <a:pt x="1517640" y="178922"/>
                </a:cubicBezTo>
                <a:cubicBezTo>
                  <a:pt x="1511763" y="174432"/>
                  <a:pt x="1508824" y="168268"/>
                  <a:pt x="1508824" y="160429"/>
                </a:cubicBezTo>
                <a:cubicBezTo>
                  <a:pt x="1508824" y="155693"/>
                  <a:pt x="1510049" y="151243"/>
                  <a:pt x="1512498" y="147080"/>
                </a:cubicBezTo>
                <a:cubicBezTo>
                  <a:pt x="1514947" y="142916"/>
                  <a:pt x="1518294" y="139365"/>
                  <a:pt x="1522540" y="136424"/>
                </a:cubicBezTo>
                <a:cubicBezTo>
                  <a:pt x="1515519" y="132017"/>
                  <a:pt x="1510416" y="126874"/>
                  <a:pt x="1507232" y="120997"/>
                </a:cubicBezTo>
                <a:cubicBezTo>
                  <a:pt x="1504048" y="115117"/>
                  <a:pt x="1502455" y="107768"/>
                  <a:pt x="1502455" y="98950"/>
                </a:cubicBezTo>
                <a:cubicBezTo>
                  <a:pt x="1502455" y="84255"/>
                  <a:pt x="1506945" y="72744"/>
                  <a:pt x="1515925" y="64417"/>
                </a:cubicBezTo>
                <a:cubicBezTo>
                  <a:pt x="1524907" y="56088"/>
                  <a:pt x="1537154" y="51923"/>
                  <a:pt x="1552667" y="51923"/>
                </a:cubicBezTo>
                <a:cubicBezTo>
                  <a:pt x="1562952" y="51923"/>
                  <a:pt x="1571646" y="50617"/>
                  <a:pt x="1578750" y="48006"/>
                </a:cubicBezTo>
                <a:cubicBezTo>
                  <a:pt x="1585853" y="45393"/>
                  <a:pt x="1593487" y="41556"/>
                  <a:pt x="1601652" y="36495"/>
                </a:cubicBezTo>
                <a:lnTo>
                  <a:pt x="1610715" y="62944"/>
                </a:lnTo>
                <a:moveTo>
                  <a:pt x="1552910" y="75928"/>
                </a:moveTo>
                <a:cubicBezTo>
                  <a:pt x="1548176" y="75928"/>
                  <a:pt x="1544624" y="77683"/>
                  <a:pt x="1542254" y="81194"/>
                </a:cubicBezTo>
                <a:cubicBezTo>
                  <a:pt x="1539888" y="84705"/>
                  <a:pt x="1538704" y="90460"/>
                  <a:pt x="1538704" y="98460"/>
                </a:cubicBezTo>
                <a:cubicBezTo>
                  <a:pt x="1538704" y="113647"/>
                  <a:pt x="1543358" y="121240"/>
                  <a:pt x="1552667" y="121240"/>
                </a:cubicBezTo>
                <a:cubicBezTo>
                  <a:pt x="1557239" y="121240"/>
                  <a:pt x="1560667" y="119525"/>
                  <a:pt x="1562952" y="116097"/>
                </a:cubicBezTo>
                <a:cubicBezTo>
                  <a:pt x="1565239" y="112669"/>
                  <a:pt x="1566383" y="106627"/>
                  <a:pt x="1566383" y="97971"/>
                </a:cubicBezTo>
                <a:cubicBezTo>
                  <a:pt x="1566383" y="90132"/>
                  <a:pt x="1565280" y="84499"/>
                  <a:pt x="1563075" y="81071"/>
                </a:cubicBezTo>
                <a:cubicBezTo>
                  <a:pt x="1560870" y="77642"/>
                  <a:pt x="1557482" y="75928"/>
                  <a:pt x="1552910" y="75928"/>
                </a:cubicBezTo>
                <a:close/>
                <a:moveTo>
                  <a:pt x="1719072" y="118055"/>
                </a:moveTo>
                <a:cubicBezTo>
                  <a:pt x="1719072" y="123280"/>
                  <a:pt x="1718826" y="127771"/>
                  <a:pt x="1718335" y="131529"/>
                </a:cubicBezTo>
                <a:lnTo>
                  <a:pt x="1652203" y="131529"/>
                </a:lnTo>
                <a:cubicBezTo>
                  <a:pt x="1653020" y="143284"/>
                  <a:pt x="1655184" y="151407"/>
                  <a:pt x="1658695" y="155900"/>
                </a:cubicBezTo>
                <a:cubicBezTo>
                  <a:pt x="1662205" y="160390"/>
                  <a:pt x="1667308" y="162634"/>
                  <a:pt x="1674003" y="162634"/>
                </a:cubicBezTo>
                <a:cubicBezTo>
                  <a:pt x="1678413" y="162634"/>
                  <a:pt x="1682659" y="161777"/>
                  <a:pt x="1686740" y="160063"/>
                </a:cubicBezTo>
                <a:cubicBezTo>
                  <a:pt x="1690821" y="158347"/>
                  <a:pt x="1695230" y="155693"/>
                  <a:pt x="1699966" y="152103"/>
                </a:cubicBezTo>
                <a:lnTo>
                  <a:pt x="1715151" y="172187"/>
                </a:lnTo>
                <a:cubicBezTo>
                  <a:pt x="1703067" y="183942"/>
                  <a:pt x="1688453" y="189820"/>
                  <a:pt x="1671308" y="189820"/>
                </a:cubicBezTo>
                <a:cubicBezTo>
                  <a:pt x="1653020" y="189820"/>
                  <a:pt x="1639141" y="183819"/>
                  <a:pt x="1629671" y="171817"/>
                </a:cubicBezTo>
                <a:cubicBezTo>
                  <a:pt x="1620200" y="159815"/>
                  <a:pt x="1615465" y="143038"/>
                  <a:pt x="1615465" y="121486"/>
                </a:cubicBezTo>
                <a:cubicBezTo>
                  <a:pt x="1615465" y="99932"/>
                  <a:pt x="1619996" y="82868"/>
                  <a:pt x="1629058" y="70296"/>
                </a:cubicBezTo>
                <a:cubicBezTo>
                  <a:pt x="1638119" y="57721"/>
                  <a:pt x="1651061" y="51433"/>
                  <a:pt x="1667881" y="51433"/>
                </a:cubicBezTo>
                <a:cubicBezTo>
                  <a:pt x="1683882" y="51433"/>
                  <a:pt x="1696413" y="57108"/>
                  <a:pt x="1705475" y="68457"/>
                </a:cubicBezTo>
                <a:cubicBezTo>
                  <a:pt x="1714539" y="79806"/>
                  <a:pt x="1719072" y="96339"/>
                  <a:pt x="1719072" y="118055"/>
                </a:cubicBezTo>
                <a:moveTo>
                  <a:pt x="1683066" y="107524"/>
                </a:moveTo>
                <a:cubicBezTo>
                  <a:pt x="1683066" y="96421"/>
                  <a:pt x="1681964" y="88380"/>
                  <a:pt x="1679758" y="83399"/>
                </a:cubicBezTo>
                <a:cubicBezTo>
                  <a:pt x="1677553" y="78418"/>
                  <a:pt x="1673675" y="75928"/>
                  <a:pt x="1668124" y="75928"/>
                </a:cubicBezTo>
                <a:cubicBezTo>
                  <a:pt x="1663226" y="75928"/>
                  <a:pt x="1659511" y="78336"/>
                  <a:pt x="1656979" y="83152"/>
                </a:cubicBezTo>
                <a:cubicBezTo>
                  <a:pt x="1654448" y="87968"/>
                  <a:pt x="1652856" y="96664"/>
                  <a:pt x="1652203" y="109239"/>
                </a:cubicBezTo>
                <a:lnTo>
                  <a:pt x="1683066" y="109239"/>
                </a:lnTo>
                <a:lnTo>
                  <a:pt x="1683066" y="107524"/>
                </a:lnTo>
                <a:close/>
                <a:moveTo>
                  <a:pt x="1802347" y="51433"/>
                </a:moveTo>
                <a:cubicBezTo>
                  <a:pt x="1811653" y="51433"/>
                  <a:pt x="1818960" y="54781"/>
                  <a:pt x="1824267" y="61476"/>
                </a:cubicBezTo>
                <a:cubicBezTo>
                  <a:pt x="1829574" y="68170"/>
                  <a:pt x="1832228" y="77151"/>
                  <a:pt x="1832228" y="88418"/>
                </a:cubicBezTo>
                <a:lnTo>
                  <a:pt x="1832228" y="185657"/>
                </a:lnTo>
                <a:lnTo>
                  <a:pt x="1795243" y="185657"/>
                </a:lnTo>
                <a:lnTo>
                  <a:pt x="1795243" y="92339"/>
                </a:lnTo>
                <a:cubicBezTo>
                  <a:pt x="1795243" y="83847"/>
                  <a:pt x="1792876" y="79602"/>
                  <a:pt x="1788142" y="79602"/>
                </a:cubicBezTo>
                <a:cubicBezTo>
                  <a:pt x="1783405" y="79602"/>
                  <a:pt x="1778261" y="84827"/>
                  <a:pt x="1772710" y="95276"/>
                </a:cubicBezTo>
                <a:lnTo>
                  <a:pt x="1772710" y="185657"/>
                </a:lnTo>
                <a:lnTo>
                  <a:pt x="1735725" y="185657"/>
                </a:lnTo>
                <a:lnTo>
                  <a:pt x="1735725" y="55597"/>
                </a:lnTo>
                <a:lnTo>
                  <a:pt x="1767811" y="55597"/>
                </a:lnTo>
                <a:lnTo>
                  <a:pt x="1770505" y="71028"/>
                </a:lnTo>
                <a:cubicBezTo>
                  <a:pt x="1774751" y="64498"/>
                  <a:pt x="1779404" y="59600"/>
                  <a:pt x="1784464" y="56333"/>
                </a:cubicBezTo>
                <a:cubicBezTo>
                  <a:pt x="1789527" y="53067"/>
                  <a:pt x="1795488" y="51433"/>
                  <a:pt x="1802347" y="51433"/>
                </a:cubicBezTo>
                <a:close/>
                <a:moveTo>
                  <a:pt x="1951757" y="118055"/>
                </a:moveTo>
                <a:cubicBezTo>
                  <a:pt x="1951757" y="123280"/>
                  <a:pt x="1951511" y="127771"/>
                  <a:pt x="1951020" y="131529"/>
                </a:cubicBezTo>
                <a:lnTo>
                  <a:pt x="1884888" y="131529"/>
                </a:lnTo>
                <a:cubicBezTo>
                  <a:pt x="1885705" y="143284"/>
                  <a:pt x="1887869" y="151407"/>
                  <a:pt x="1891380" y="155900"/>
                </a:cubicBezTo>
                <a:cubicBezTo>
                  <a:pt x="1894890" y="160390"/>
                  <a:pt x="1899993" y="162634"/>
                  <a:pt x="1906688" y="162634"/>
                </a:cubicBezTo>
                <a:cubicBezTo>
                  <a:pt x="1911098" y="162634"/>
                  <a:pt x="1915344" y="161777"/>
                  <a:pt x="1919425" y="160063"/>
                </a:cubicBezTo>
                <a:cubicBezTo>
                  <a:pt x="1923506" y="158347"/>
                  <a:pt x="1927915" y="155693"/>
                  <a:pt x="1932651" y="152103"/>
                </a:cubicBezTo>
                <a:lnTo>
                  <a:pt x="1947836" y="172187"/>
                </a:lnTo>
                <a:cubicBezTo>
                  <a:pt x="1935752" y="183942"/>
                  <a:pt x="1921138" y="189820"/>
                  <a:pt x="1903993" y="189820"/>
                </a:cubicBezTo>
                <a:cubicBezTo>
                  <a:pt x="1885705" y="189820"/>
                  <a:pt x="1871826" y="183819"/>
                  <a:pt x="1862356" y="171817"/>
                </a:cubicBezTo>
                <a:cubicBezTo>
                  <a:pt x="1852885" y="159815"/>
                  <a:pt x="1848150" y="143038"/>
                  <a:pt x="1848150" y="121486"/>
                </a:cubicBezTo>
                <a:cubicBezTo>
                  <a:pt x="1848150" y="99932"/>
                  <a:pt x="1852681" y="82868"/>
                  <a:pt x="1861743" y="70296"/>
                </a:cubicBezTo>
                <a:cubicBezTo>
                  <a:pt x="1870805" y="57721"/>
                  <a:pt x="1883746" y="51433"/>
                  <a:pt x="1900566" y="51433"/>
                </a:cubicBezTo>
                <a:cubicBezTo>
                  <a:pt x="1916567" y="51433"/>
                  <a:pt x="1929098" y="57108"/>
                  <a:pt x="1938160" y="68457"/>
                </a:cubicBezTo>
                <a:cubicBezTo>
                  <a:pt x="1947225" y="79806"/>
                  <a:pt x="1951757" y="96339"/>
                  <a:pt x="1951757" y="118055"/>
                </a:cubicBezTo>
                <a:moveTo>
                  <a:pt x="1915751" y="107524"/>
                </a:moveTo>
                <a:cubicBezTo>
                  <a:pt x="1915751" y="96421"/>
                  <a:pt x="1914649" y="88380"/>
                  <a:pt x="1912444" y="83399"/>
                </a:cubicBezTo>
                <a:cubicBezTo>
                  <a:pt x="1910239" y="78418"/>
                  <a:pt x="1906360" y="75928"/>
                  <a:pt x="1900809" y="75928"/>
                </a:cubicBezTo>
                <a:cubicBezTo>
                  <a:pt x="1895911" y="75928"/>
                  <a:pt x="1892196" y="78336"/>
                  <a:pt x="1889664" y="83152"/>
                </a:cubicBezTo>
                <a:cubicBezTo>
                  <a:pt x="1887133" y="87968"/>
                  <a:pt x="1885541" y="96664"/>
                  <a:pt x="1884888" y="109239"/>
                </a:cubicBezTo>
                <a:lnTo>
                  <a:pt x="1915751" y="109239"/>
                </a:lnTo>
                <a:lnTo>
                  <a:pt x="1915751" y="107524"/>
                </a:lnTo>
                <a:close/>
                <a:moveTo>
                  <a:pt x="2031358" y="51923"/>
                </a:moveTo>
                <a:cubicBezTo>
                  <a:pt x="2034787" y="51923"/>
                  <a:pt x="2038215" y="52577"/>
                  <a:pt x="2041643" y="53885"/>
                </a:cubicBezTo>
                <a:lnTo>
                  <a:pt x="2035522" y="89397"/>
                </a:lnTo>
                <a:cubicBezTo>
                  <a:pt x="2032581" y="88418"/>
                  <a:pt x="2029560" y="87929"/>
                  <a:pt x="2026458" y="87929"/>
                </a:cubicBezTo>
                <a:cubicBezTo>
                  <a:pt x="2020416" y="87929"/>
                  <a:pt x="2015884" y="90256"/>
                  <a:pt x="2012862" y="94910"/>
                </a:cubicBezTo>
                <a:cubicBezTo>
                  <a:pt x="2009842" y="99564"/>
                  <a:pt x="2007353" y="106544"/>
                  <a:pt x="2005395" y="115850"/>
                </a:cubicBezTo>
                <a:lnTo>
                  <a:pt x="2005395" y="185657"/>
                </a:lnTo>
                <a:lnTo>
                  <a:pt x="1968410" y="185657"/>
                </a:lnTo>
                <a:lnTo>
                  <a:pt x="1968410" y="55597"/>
                </a:lnTo>
                <a:lnTo>
                  <a:pt x="2000495" y="55597"/>
                </a:lnTo>
                <a:lnTo>
                  <a:pt x="2003190" y="76907"/>
                </a:lnTo>
                <a:cubicBezTo>
                  <a:pt x="2009396" y="60251"/>
                  <a:pt x="2018786" y="51923"/>
                  <a:pt x="2031358" y="51923"/>
                </a:cubicBezTo>
                <a:close/>
                <a:moveTo>
                  <a:pt x="2139961" y="151120"/>
                </a:moveTo>
                <a:cubicBezTo>
                  <a:pt x="2139961" y="155203"/>
                  <a:pt x="2140451" y="158226"/>
                  <a:pt x="2141430" y="160187"/>
                </a:cubicBezTo>
                <a:cubicBezTo>
                  <a:pt x="2142409" y="162145"/>
                  <a:pt x="2144123" y="163695"/>
                  <a:pt x="2146572" y="164836"/>
                </a:cubicBezTo>
                <a:lnTo>
                  <a:pt x="2138982" y="189087"/>
                </a:lnTo>
                <a:cubicBezTo>
                  <a:pt x="2131961" y="188432"/>
                  <a:pt x="2126204" y="186758"/>
                  <a:pt x="2121712" y="184064"/>
                </a:cubicBezTo>
                <a:cubicBezTo>
                  <a:pt x="2117222" y="181371"/>
                  <a:pt x="2113752" y="177167"/>
                  <a:pt x="2111303" y="171451"/>
                </a:cubicBezTo>
                <a:cubicBezTo>
                  <a:pt x="2103791" y="183697"/>
                  <a:pt x="2093096" y="189820"/>
                  <a:pt x="2079218" y="189820"/>
                </a:cubicBezTo>
                <a:cubicBezTo>
                  <a:pt x="2068439" y="189820"/>
                  <a:pt x="2059866" y="186105"/>
                  <a:pt x="2053497" y="178675"/>
                </a:cubicBezTo>
                <a:cubicBezTo>
                  <a:pt x="2047132" y="171245"/>
                  <a:pt x="2043949" y="161407"/>
                  <a:pt x="2043949" y="149161"/>
                </a:cubicBezTo>
                <a:cubicBezTo>
                  <a:pt x="2043949" y="134957"/>
                  <a:pt x="2048357" y="124140"/>
                  <a:pt x="2057175" y="116710"/>
                </a:cubicBezTo>
                <a:cubicBezTo>
                  <a:pt x="2065993" y="109280"/>
                  <a:pt x="2078892" y="105565"/>
                  <a:pt x="2095872" y="105565"/>
                </a:cubicBezTo>
                <a:lnTo>
                  <a:pt x="2103709" y="105565"/>
                </a:lnTo>
                <a:lnTo>
                  <a:pt x="2103709" y="98707"/>
                </a:lnTo>
                <a:cubicBezTo>
                  <a:pt x="2103709" y="90869"/>
                  <a:pt x="2102525" y="85440"/>
                  <a:pt x="2100158" y="82420"/>
                </a:cubicBezTo>
                <a:cubicBezTo>
                  <a:pt x="2097791" y="79397"/>
                  <a:pt x="2093587" y="77886"/>
                  <a:pt x="2087545" y="77886"/>
                </a:cubicBezTo>
                <a:cubicBezTo>
                  <a:pt x="2080033" y="77886"/>
                  <a:pt x="2070725" y="80091"/>
                  <a:pt x="2059623" y="84501"/>
                </a:cubicBezTo>
                <a:lnTo>
                  <a:pt x="2051296" y="60986"/>
                </a:lnTo>
                <a:cubicBezTo>
                  <a:pt x="2057991" y="57884"/>
                  <a:pt x="2065134" y="55517"/>
                  <a:pt x="2072726" y="53885"/>
                </a:cubicBezTo>
                <a:cubicBezTo>
                  <a:pt x="2080320" y="52251"/>
                  <a:pt x="2087546" y="51433"/>
                  <a:pt x="2094403" y="51433"/>
                </a:cubicBezTo>
                <a:cubicBezTo>
                  <a:pt x="2109751" y="51433"/>
                  <a:pt x="2121181" y="55148"/>
                  <a:pt x="2128693" y="62578"/>
                </a:cubicBezTo>
                <a:cubicBezTo>
                  <a:pt x="2136205" y="70008"/>
                  <a:pt x="2139961" y="81397"/>
                  <a:pt x="2139961" y="96745"/>
                </a:cubicBezTo>
                <a:lnTo>
                  <a:pt x="2139961" y="151120"/>
                </a:lnTo>
                <a:moveTo>
                  <a:pt x="2090482" y="163614"/>
                </a:moveTo>
                <a:cubicBezTo>
                  <a:pt x="2093260" y="163614"/>
                  <a:pt x="2095792" y="162552"/>
                  <a:pt x="2098077" y="160429"/>
                </a:cubicBezTo>
                <a:cubicBezTo>
                  <a:pt x="2100364" y="158307"/>
                  <a:pt x="2102241" y="155286"/>
                  <a:pt x="2103709" y="151366"/>
                </a:cubicBezTo>
                <a:lnTo>
                  <a:pt x="2103709" y="126139"/>
                </a:lnTo>
                <a:lnTo>
                  <a:pt x="2099302" y="126139"/>
                </a:lnTo>
                <a:cubicBezTo>
                  <a:pt x="2092608" y="126139"/>
                  <a:pt x="2087749" y="127731"/>
                  <a:pt x="2084727" y="130916"/>
                </a:cubicBezTo>
                <a:cubicBezTo>
                  <a:pt x="2081707" y="134100"/>
                  <a:pt x="2080197" y="139120"/>
                  <a:pt x="2080197" y="145977"/>
                </a:cubicBezTo>
                <a:cubicBezTo>
                  <a:pt x="2080197" y="151693"/>
                  <a:pt x="2081095" y="156062"/>
                  <a:pt x="2082892" y="159084"/>
                </a:cubicBezTo>
                <a:cubicBezTo>
                  <a:pt x="2084688" y="162104"/>
                  <a:pt x="2087218" y="163614"/>
                  <a:pt x="2090482" y="163614"/>
                </a:cubicBezTo>
                <a:close/>
                <a:moveTo>
                  <a:pt x="2234429" y="179535"/>
                </a:moveTo>
                <a:cubicBezTo>
                  <a:pt x="2230348" y="182963"/>
                  <a:pt x="2225613" y="185534"/>
                  <a:pt x="2220223" y="187249"/>
                </a:cubicBezTo>
                <a:cubicBezTo>
                  <a:pt x="2214834" y="188963"/>
                  <a:pt x="2209364" y="189820"/>
                  <a:pt x="2203813" y="189820"/>
                </a:cubicBezTo>
                <a:cubicBezTo>
                  <a:pt x="2191240" y="189820"/>
                  <a:pt x="2181770" y="186228"/>
                  <a:pt x="2175401" y="179045"/>
                </a:cubicBezTo>
                <a:cubicBezTo>
                  <a:pt x="2169033" y="171860"/>
                  <a:pt x="2165849" y="162225"/>
                  <a:pt x="2165849" y="150141"/>
                </a:cubicBezTo>
                <a:lnTo>
                  <a:pt x="2165849" y="81560"/>
                </a:lnTo>
                <a:lnTo>
                  <a:pt x="2152379" y="81560"/>
                </a:lnTo>
                <a:lnTo>
                  <a:pt x="2152379" y="55597"/>
                </a:lnTo>
                <a:lnTo>
                  <a:pt x="2165849" y="55597"/>
                </a:lnTo>
                <a:lnTo>
                  <a:pt x="2165849" y="27185"/>
                </a:lnTo>
                <a:lnTo>
                  <a:pt x="2202833" y="23022"/>
                </a:lnTo>
                <a:lnTo>
                  <a:pt x="2202833" y="55597"/>
                </a:lnTo>
                <a:lnTo>
                  <a:pt x="2227081" y="55597"/>
                </a:lnTo>
                <a:lnTo>
                  <a:pt x="2223161" y="81560"/>
                </a:lnTo>
                <a:lnTo>
                  <a:pt x="2202833" y="81560"/>
                </a:lnTo>
                <a:lnTo>
                  <a:pt x="2202833" y="149898"/>
                </a:lnTo>
                <a:cubicBezTo>
                  <a:pt x="2202833" y="156919"/>
                  <a:pt x="2205772" y="160429"/>
                  <a:pt x="2211650" y="160429"/>
                </a:cubicBezTo>
                <a:cubicBezTo>
                  <a:pt x="2214916" y="160429"/>
                  <a:pt x="2218427" y="159286"/>
                  <a:pt x="2222182" y="156999"/>
                </a:cubicBezTo>
                <a:lnTo>
                  <a:pt x="2234429" y="179535"/>
                </a:lnTo>
                <a:close/>
                <a:moveTo>
                  <a:pt x="2341221" y="118055"/>
                </a:moveTo>
                <a:cubicBezTo>
                  <a:pt x="2341221" y="123280"/>
                  <a:pt x="2340975" y="127771"/>
                  <a:pt x="2340485" y="131529"/>
                </a:cubicBezTo>
                <a:lnTo>
                  <a:pt x="2274352" y="131529"/>
                </a:lnTo>
                <a:cubicBezTo>
                  <a:pt x="2275169" y="143284"/>
                  <a:pt x="2277333" y="151407"/>
                  <a:pt x="2280844" y="155900"/>
                </a:cubicBezTo>
                <a:cubicBezTo>
                  <a:pt x="2284355" y="160390"/>
                  <a:pt x="2289457" y="162634"/>
                  <a:pt x="2296152" y="162634"/>
                </a:cubicBezTo>
                <a:cubicBezTo>
                  <a:pt x="2300562" y="162634"/>
                  <a:pt x="2304808" y="161777"/>
                  <a:pt x="2308889" y="160063"/>
                </a:cubicBezTo>
                <a:cubicBezTo>
                  <a:pt x="2312970" y="158347"/>
                  <a:pt x="2317379" y="155693"/>
                  <a:pt x="2322116" y="152103"/>
                </a:cubicBezTo>
                <a:lnTo>
                  <a:pt x="2337300" y="172187"/>
                </a:lnTo>
                <a:cubicBezTo>
                  <a:pt x="2325216" y="183942"/>
                  <a:pt x="2310602" y="189820"/>
                  <a:pt x="2293458" y="189820"/>
                </a:cubicBezTo>
                <a:cubicBezTo>
                  <a:pt x="2275169" y="189820"/>
                  <a:pt x="2261290" y="183819"/>
                  <a:pt x="2251820" y="171817"/>
                </a:cubicBezTo>
                <a:cubicBezTo>
                  <a:pt x="2242349" y="159815"/>
                  <a:pt x="2237614" y="143038"/>
                  <a:pt x="2237614" y="121486"/>
                </a:cubicBezTo>
                <a:cubicBezTo>
                  <a:pt x="2237614" y="99932"/>
                  <a:pt x="2242145" y="82868"/>
                  <a:pt x="2251207" y="70296"/>
                </a:cubicBezTo>
                <a:cubicBezTo>
                  <a:pt x="2260269" y="57721"/>
                  <a:pt x="2273210" y="51433"/>
                  <a:pt x="2290030" y="51433"/>
                </a:cubicBezTo>
                <a:cubicBezTo>
                  <a:pt x="2306031" y="51433"/>
                  <a:pt x="2318563" y="57108"/>
                  <a:pt x="2327624" y="68457"/>
                </a:cubicBezTo>
                <a:cubicBezTo>
                  <a:pt x="2336689" y="79806"/>
                  <a:pt x="2341221" y="96339"/>
                  <a:pt x="2341221" y="118055"/>
                </a:cubicBezTo>
                <a:moveTo>
                  <a:pt x="2305215" y="107524"/>
                </a:moveTo>
                <a:cubicBezTo>
                  <a:pt x="2305215" y="96421"/>
                  <a:pt x="2304113" y="88380"/>
                  <a:pt x="2301908" y="83399"/>
                </a:cubicBezTo>
                <a:cubicBezTo>
                  <a:pt x="2299703" y="78418"/>
                  <a:pt x="2295825" y="75928"/>
                  <a:pt x="2290273" y="75928"/>
                </a:cubicBezTo>
                <a:cubicBezTo>
                  <a:pt x="2285375" y="75928"/>
                  <a:pt x="2281660" y="78336"/>
                  <a:pt x="2279129" y="83152"/>
                </a:cubicBezTo>
                <a:cubicBezTo>
                  <a:pt x="2276597" y="87968"/>
                  <a:pt x="2275005" y="96664"/>
                  <a:pt x="2274352" y="109239"/>
                </a:cubicBezTo>
                <a:lnTo>
                  <a:pt x="2305215" y="109239"/>
                </a:lnTo>
                <a:lnTo>
                  <a:pt x="2305215" y="107524"/>
                </a:lnTo>
                <a:close/>
                <a:moveTo>
                  <a:pt x="2454158" y="51433"/>
                </a:moveTo>
                <a:cubicBezTo>
                  <a:pt x="2461670" y="51433"/>
                  <a:pt x="2468446" y="52740"/>
                  <a:pt x="2474485" y="55354"/>
                </a:cubicBezTo>
                <a:cubicBezTo>
                  <a:pt x="2480527" y="57965"/>
                  <a:pt x="2486162" y="61965"/>
                  <a:pt x="2491389" y="67355"/>
                </a:cubicBezTo>
                <a:lnTo>
                  <a:pt x="2476201" y="87686"/>
                </a:lnTo>
                <a:cubicBezTo>
                  <a:pt x="2469506" y="82296"/>
                  <a:pt x="2463139" y="79602"/>
                  <a:pt x="2457099" y="79602"/>
                </a:cubicBezTo>
                <a:cubicBezTo>
                  <a:pt x="2450404" y="79602"/>
                  <a:pt x="2445424" y="82664"/>
                  <a:pt x="2442157" y="88788"/>
                </a:cubicBezTo>
                <a:cubicBezTo>
                  <a:pt x="2438891" y="94910"/>
                  <a:pt x="2437257" y="105809"/>
                  <a:pt x="2437257" y="121486"/>
                </a:cubicBezTo>
                <a:cubicBezTo>
                  <a:pt x="2437257" y="136343"/>
                  <a:pt x="2438972" y="146630"/>
                  <a:pt x="2442400" y="152346"/>
                </a:cubicBezTo>
                <a:cubicBezTo>
                  <a:pt x="2445831" y="158061"/>
                  <a:pt x="2450648" y="160919"/>
                  <a:pt x="2456852" y="160919"/>
                </a:cubicBezTo>
                <a:cubicBezTo>
                  <a:pt x="2460119" y="160919"/>
                  <a:pt x="2463140" y="160347"/>
                  <a:pt x="2465915" y="159204"/>
                </a:cubicBezTo>
                <a:cubicBezTo>
                  <a:pt x="2468691" y="158060"/>
                  <a:pt x="2471875" y="156100"/>
                  <a:pt x="2475468" y="153325"/>
                </a:cubicBezTo>
                <a:lnTo>
                  <a:pt x="2491389" y="174635"/>
                </a:lnTo>
                <a:cubicBezTo>
                  <a:pt x="2480775" y="184758"/>
                  <a:pt x="2468528" y="189820"/>
                  <a:pt x="2454647" y="189820"/>
                </a:cubicBezTo>
                <a:cubicBezTo>
                  <a:pt x="2437012" y="189820"/>
                  <a:pt x="2423296" y="184064"/>
                  <a:pt x="2413499" y="172553"/>
                </a:cubicBezTo>
                <a:cubicBezTo>
                  <a:pt x="2403702" y="161042"/>
                  <a:pt x="2398804" y="144101"/>
                  <a:pt x="2398804" y="121729"/>
                </a:cubicBezTo>
                <a:cubicBezTo>
                  <a:pt x="2398804" y="107196"/>
                  <a:pt x="2401049" y="94663"/>
                  <a:pt x="2405539" y="84131"/>
                </a:cubicBezTo>
                <a:cubicBezTo>
                  <a:pt x="2410028" y="73600"/>
                  <a:pt x="2416437" y="65517"/>
                  <a:pt x="2424764" y="59884"/>
                </a:cubicBezTo>
                <a:cubicBezTo>
                  <a:pt x="2433093" y="54250"/>
                  <a:pt x="2442891" y="51433"/>
                  <a:pt x="2454158" y="51433"/>
                </a:cubicBezTo>
                <a:close/>
                <a:moveTo>
                  <a:pt x="2551811" y="51433"/>
                </a:moveTo>
                <a:cubicBezTo>
                  <a:pt x="2568793" y="51433"/>
                  <a:pt x="2582061" y="57230"/>
                  <a:pt x="2591614" y="68823"/>
                </a:cubicBezTo>
                <a:cubicBezTo>
                  <a:pt x="2601166" y="80417"/>
                  <a:pt x="2605943" y="97725"/>
                  <a:pt x="2605943" y="120750"/>
                </a:cubicBezTo>
                <a:cubicBezTo>
                  <a:pt x="2605943" y="142793"/>
                  <a:pt x="2601166" y="159815"/>
                  <a:pt x="2591614" y="171817"/>
                </a:cubicBezTo>
                <a:cubicBezTo>
                  <a:pt x="2582061" y="183819"/>
                  <a:pt x="2568793" y="189820"/>
                  <a:pt x="2551811" y="189820"/>
                </a:cubicBezTo>
                <a:cubicBezTo>
                  <a:pt x="2534831" y="189820"/>
                  <a:pt x="2521564" y="183982"/>
                  <a:pt x="2512012" y="172307"/>
                </a:cubicBezTo>
                <a:cubicBezTo>
                  <a:pt x="2502459" y="160631"/>
                  <a:pt x="2497683" y="143363"/>
                  <a:pt x="2497683" y="120503"/>
                </a:cubicBezTo>
                <a:cubicBezTo>
                  <a:pt x="2497683" y="98134"/>
                  <a:pt x="2502459" y="81031"/>
                  <a:pt x="2512012" y="69193"/>
                </a:cubicBezTo>
                <a:cubicBezTo>
                  <a:pt x="2521564" y="57353"/>
                  <a:pt x="2534831" y="51433"/>
                  <a:pt x="2551811" y="51433"/>
                </a:cubicBezTo>
                <a:moveTo>
                  <a:pt x="2551811" y="78866"/>
                </a:moveTo>
                <a:cubicBezTo>
                  <a:pt x="2546098" y="78866"/>
                  <a:pt x="2541975" y="82010"/>
                  <a:pt x="2539444" y="88299"/>
                </a:cubicBezTo>
                <a:cubicBezTo>
                  <a:pt x="2536913" y="94585"/>
                  <a:pt x="2535647" y="105320"/>
                  <a:pt x="2535647" y="120503"/>
                </a:cubicBezTo>
                <a:cubicBezTo>
                  <a:pt x="2535647" y="136180"/>
                  <a:pt x="2536913" y="147122"/>
                  <a:pt x="2539444" y="153328"/>
                </a:cubicBezTo>
                <a:cubicBezTo>
                  <a:pt x="2541975" y="159532"/>
                  <a:pt x="2546098" y="162634"/>
                  <a:pt x="2551811" y="162634"/>
                </a:cubicBezTo>
                <a:cubicBezTo>
                  <a:pt x="2557527" y="162634"/>
                  <a:pt x="2561650" y="159491"/>
                  <a:pt x="2564181" y="153205"/>
                </a:cubicBezTo>
                <a:cubicBezTo>
                  <a:pt x="2566713" y="146916"/>
                  <a:pt x="2567979" y="136098"/>
                  <a:pt x="2567979" y="120750"/>
                </a:cubicBezTo>
                <a:cubicBezTo>
                  <a:pt x="2567979" y="105238"/>
                  <a:pt x="2566713" y="94379"/>
                  <a:pt x="2564181" y="88175"/>
                </a:cubicBezTo>
                <a:cubicBezTo>
                  <a:pt x="2561650" y="81969"/>
                  <a:pt x="2557527" y="78866"/>
                  <a:pt x="2551811" y="78866"/>
                </a:cubicBezTo>
                <a:close/>
                <a:moveTo>
                  <a:pt x="2724706" y="3917"/>
                </a:moveTo>
                <a:lnTo>
                  <a:pt x="2724706" y="185657"/>
                </a:lnTo>
                <a:lnTo>
                  <a:pt x="2691642" y="185657"/>
                </a:lnTo>
                <a:lnTo>
                  <a:pt x="2690416" y="171940"/>
                </a:lnTo>
                <a:cubicBezTo>
                  <a:pt x="2686661" y="177492"/>
                  <a:pt x="2682415" y="181859"/>
                  <a:pt x="2677679" y="185044"/>
                </a:cubicBezTo>
                <a:cubicBezTo>
                  <a:pt x="2672945" y="188228"/>
                  <a:pt x="2667231" y="189820"/>
                  <a:pt x="2660536" y="189820"/>
                </a:cubicBezTo>
                <a:cubicBezTo>
                  <a:pt x="2647146" y="189820"/>
                  <a:pt x="2636941" y="183819"/>
                  <a:pt x="2629919" y="171817"/>
                </a:cubicBezTo>
                <a:cubicBezTo>
                  <a:pt x="2622898" y="159815"/>
                  <a:pt x="2619387" y="142711"/>
                  <a:pt x="2619387" y="120503"/>
                </a:cubicBezTo>
                <a:cubicBezTo>
                  <a:pt x="2619387" y="106625"/>
                  <a:pt x="2621265" y="94462"/>
                  <a:pt x="2625020" y="84012"/>
                </a:cubicBezTo>
                <a:cubicBezTo>
                  <a:pt x="2628777" y="73560"/>
                  <a:pt x="2634003" y="65517"/>
                  <a:pt x="2640698" y="59884"/>
                </a:cubicBezTo>
                <a:cubicBezTo>
                  <a:pt x="2647393" y="54250"/>
                  <a:pt x="2654984" y="51433"/>
                  <a:pt x="2663473" y="51433"/>
                </a:cubicBezTo>
                <a:cubicBezTo>
                  <a:pt x="2673273" y="51433"/>
                  <a:pt x="2681355" y="55435"/>
                  <a:pt x="2687721" y="63438"/>
                </a:cubicBezTo>
                <a:lnTo>
                  <a:pt x="2687721" y="0"/>
                </a:lnTo>
                <a:lnTo>
                  <a:pt x="2724706" y="3917"/>
                </a:lnTo>
                <a:moveTo>
                  <a:pt x="2672536" y="162634"/>
                </a:moveTo>
                <a:cubicBezTo>
                  <a:pt x="2678252" y="162634"/>
                  <a:pt x="2683314" y="158389"/>
                  <a:pt x="2687721" y="149898"/>
                </a:cubicBezTo>
                <a:lnTo>
                  <a:pt x="2687721" y="89154"/>
                </a:lnTo>
                <a:cubicBezTo>
                  <a:pt x="2685601" y="85562"/>
                  <a:pt x="2683479" y="82908"/>
                  <a:pt x="2681356" y="81194"/>
                </a:cubicBezTo>
                <a:cubicBezTo>
                  <a:pt x="2679234" y="79480"/>
                  <a:pt x="2676783" y="78623"/>
                  <a:pt x="2674005" y="78623"/>
                </a:cubicBezTo>
                <a:cubicBezTo>
                  <a:pt x="2662903" y="78623"/>
                  <a:pt x="2657351" y="92583"/>
                  <a:pt x="2657351" y="120503"/>
                </a:cubicBezTo>
                <a:cubicBezTo>
                  <a:pt x="2657351" y="136342"/>
                  <a:pt x="2658698" y="147324"/>
                  <a:pt x="2661392" y="153448"/>
                </a:cubicBezTo>
                <a:cubicBezTo>
                  <a:pt x="2664087" y="159572"/>
                  <a:pt x="2667802" y="162634"/>
                  <a:pt x="2672536" y="162634"/>
                </a:cubicBezTo>
                <a:close/>
                <a:moveTo>
                  <a:pt x="2844701" y="118055"/>
                </a:moveTo>
                <a:cubicBezTo>
                  <a:pt x="2844701" y="123280"/>
                  <a:pt x="2844455" y="127771"/>
                  <a:pt x="2843965" y="131529"/>
                </a:cubicBezTo>
                <a:lnTo>
                  <a:pt x="2777832" y="131529"/>
                </a:lnTo>
                <a:cubicBezTo>
                  <a:pt x="2778649" y="143284"/>
                  <a:pt x="2780813" y="151407"/>
                  <a:pt x="2784324" y="155900"/>
                </a:cubicBezTo>
                <a:cubicBezTo>
                  <a:pt x="2787835" y="160390"/>
                  <a:pt x="2792937" y="162634"/>
                  <a:pt x="2799632" y="162634"/>
                </a:cubicBezTo>
                <a:cubicBezTo>
                  <a:pt x="2804042" y="162634"/>
                  <a:pt x="2808288" y="161777"/>
                  <a:pt x="2812369" y="160063"/>
                </a:cubicBezTo>
                <a:cubicBezTo>
                  <a:pt x="2816450" y="158347"/>
                  <a:pt x="2820859" y="155693"/>
                  <a:pt x="2825596" y="152103"/>
                </a:cubicBezTo>
                <a:lnTo>
                  <a:pt x="2840780" y="172187"/>
                </a:lnTo>
                <a:cubicBezTo>
                  <a:pt x="2828696" y="183942"/>
                  <a:pt x="2814082" y="189820"/>
                  <a:pt x="2796938" y="189820"/>
                </a:cubicBezTo>
                <a:cubicBezTo>
                  <a:pt x="2778649" y="189820"/>
                  <a:pt x="2764770" y="183819"/>
                  <a:pt x="2755300" y="171817"/>
                </a:cubicBezTo>
                <a:cubicBezTo>
                  <a:pt x="2745829" y="159815"/>
                  <a:pt x="2741094" y="143038"/>
                  <a:pt x="2741094" y="121486"/>
                </a:cubicBezTo>
                <a:cubicBezTo>
                  <a:pt x="2741094" y="99932"/>
                  <a:pt x="2745625" y="82868"/>
                  <a:pt x="2754687" y="70296"/>
                </a:cubicBezTo>
                <a:cubicBezTo>
                  <a:pt x="2763749" y="57721"/>
                  <a:pt x="2776690" y="51433"/>
                  <a:pt x="2793510" y="51433"/>
                </a:cubicBezTo>
                <a:cubicBezTo>
                  <a:pt x="2809511" y="51433"/>
                  <a:pt x="2822043" y="57108"/>
                  <a:pt x="2831104" y="68457"/>
                </a:cubicBezTo>
                <a:cubicBezTo>
                  <a:pt x="2840169" y="79806"/>
                  <a:pt x="2844701" y="96339"/>
                  <a:pt x="2844701" y="118055"/>
                </a:cubicBezTo>
                <a:moveTo>
                  <a:pt x="2808695" y="107524"/>
                </a:moveTo>
                <a:cubicBezTo>
                  <a:pt x="2808695" y="96421"/>
                  <a:pt x="2807593" y="88380"/>
                  <a:pt x="2805388" y="83399"/>
                </a:cubicBezTo>
                <a:cubicBezTo>
                  <a:pt x="2803183" y="78418"/>
                  <a:pt x="2799305" y="75928"/>
                  <a:pt x="2793753" y="75928"/>
                </a:cubicBezTo>
                <a:cubicBezTo>
                  <a:pt x="2788855" y="75928"/>
                  <a:pt x="2785140" y="78336"/>
                  <a:pt x="2782609" y="83152"/>
                </a:cubicBezTo>
                <a:cubicBezTo>
                  <a:pt x="2780077" y="87968"/>
                  <a:pt x="2778485" y="96664"/>
                  <a:pt x="2777832" y="109239"/>
                </a:cubicBezTo>
                <a:lnTo>
                  <a:pt x="2808695" y="109239"/>
                </a:lnTo>
                <a:lnTo>
                  <a:pt x="2808695" y="1075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MaliciousUser">
            <a:extLst xmlns:a="http://schemas.openxmlformats.org/drawingml/2006/main">
              <a:ext uri="{FF2B5EF4-FFF2-40B4-BE49-F238E27FC236}">
                <a16:creationId xmlns:a16="http://schemas.microsoft.com/office/drawing/2014/main" id="{A2CF65A7-3953-4001-8A18-92DE1D7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1" y="1810360"/>
            <a:ext cx="2108917" cy="313392"/>
          </a:xfrm>
          <a:custGeom xmlns:a="http://schemas.openxmlformats.org/drawingml/2006/main">
            <a:pathLst>
              <a:path w="2108917" h="313392">
                <a:moveTo>
                  <a:pt x="233143" y="306927"/>
                </a:moveTo>
                <a:lnTo>
                  <a:pt x="176857" y="306927"/>
                </a:lnTo>
                <a:lnTo>
                  <a:pt x="174570" y="202339"/>
                </a:lnTo>
                <a:cubicBezTo>
                  <a:pt x="173812" y="178251"/>
                  <a:pt x="173433" y="154796"/>
                  <a:pt x="173433" y="131974"/>
                </a:cubicBezTo>
                <a:cubicBezTo>
                  <a:pt x="173433" y="116003"/>
                  <a:pt x="173558" y="104214"/>
                  <a:pt x="173810" y="96608"/>
                </a:cubicBezTo>
                <a:lnTo>
                  <a:pt x="144526" y="278781"/>
                </a:lnTo>
                <a:lnTo>
                  <a:pt x="88617" y="278781"/>
                </a:lnTo>
                <a:lnTo>
                  <a:pt x="57813" y="96225"/>
                </a:lnTo>
                <a:cubicBezTo>
                  <a:pt x="58320" y="110424"/>
                  <a:pt x="58573" y="130202"/>
                  <a:pt x="58573" y="155558"/>
                </a:cubicBezTo>
                <a:cubicBezTo>
                  <a:pt x="58573" y="176095"/>
                  <a:pt x="58445" y="191942"/>
                  <a:pt x="58190" y="203099"/>
                </a:cubicBezTo>
                <a:lnTo>
                  <a:pt x="55909" y="306927"/>
                </a:lnTo>
                <a:lnTo>
                  <a:pt x="0" y="306927"/>
                </a:lnTo>
                <a:lnTo>
                  <a:pt x="15977" y="43363"/>
                </a:lnTo>
                <a:lnTo>
                  <a:pt x="89760" y="43363"/>
                </a:lnTo>
                <a:lnTo>
                  <a:pt x="117523" y="223637"/>
                </a:lnTo>
                <a:lnTo>
                  <a:pt x="142623" y="43363"/>
                </a:lnTo>
                <a:lnTo>
                  <a:pt x="217550" y="43363"/>
                </a:lnTo>
                <a:lnTo>
                  <a:pt x="233143" y="306927"/>
                </a:lnTo>
                <a:close/>
                <a:moveTo>
                  <a:pt x="399728" y="253298"/>
                </a:moveTo>
                <a:cubicBezTo>
                  <a:pt x="399728" y="259639"/>
                  <a:pt x="400489" y="264332"/>
                  <a:pt x="402009" y="267377"/>
                </a:cubicBezTo>
                <a:cubicBezTo>
                  <a:pt x="403530" y="270418"/>
                  <a:pt x="406191" y="272825"/>
                  <a:pt x="409995" y="274597"/>
                </a:cubicBezTo>
                <a:lnTo>
                  <a:pt x="398208" y="312254"/>
                </a:lnTo>
                <a:cubicBezTo>
                  <a:pt x="387305" y="311237"/>
                  <a:pt x="378366" y="308637"/>
                  <a:pt x="371391" y="304455"/>
                </a:cubicBezTo>
                <a:cubicBezTo>
                  <a:pt x="364419" y="300272"/>
                  <a:pt x="359032" y="293744"/>
                  <a:pt x="355228" y="284868"/>
                </a:cubicBezTo>
                <a:cubicBezTo>
                  <a:pt x="343564" y="303884"/>
                  <a:pt x="326956" y="313392"/>
                  <a:pt x="305407" y="313392"/>
                </a:cubicBezTo>
                <a:cubicBezTo>
                  <a:pt x="288670" y="313392"/>
                  <a:pt x="275357" y="307623"/>
                  <a:pt x="265468" y="296086"/>
                </a:cubicBezTo>
                <a:cubicBezTo>
                  <a:pt x="255583" y="284549"/>
                  <a:pt x="250641" y="269273"/>
                  <a:pt x="250641" y="250257"/>
                </a:cubicBezTo>
                <a:cubicBezTo>
                  <a:pt x="250641" y="228201"/>
                  <a:pt x="257487" y="211404"/>
                  <a:pt x="271179" y="199867"/>
                </a:cubicBezTo>
                <a:cubicBezTo>
                  <a:pt x="284871" y="188330"/>
                  <a:pt x="304900" y="182561"/>
                  <a:pt x="331266" y="182561"/>
                </a:cubicBezTo>
                <a:lnTo>
                  <a:pt x="343436" y="182561"/>
                </a:lnTo>
                <a:lnTo>
                  <a:pt x="343436" y="171912"/>
                </a:lnTo>
                <a:cubicBezTo>
                  <a:pt x="343436" y="159741"/>
                  <a:pt x="341598" y="151310"/>
                  <a:pt x="337923" y="146621"/>
                </a:cubicBezTo>
                <a:cubicBezTo>
                  <a:pt x="334247" y="141928"/>
                  <a:pt x="327719" y="139582"/>
                  <a:pt x="318337" y="139582"/>
                </a:cubicBezTo>
                <a:cubicBezTo>
                  <a:pt x="306672" y="139582"/>
                  <a:pt x="292220" y="143006"/>
                  <a:pt x="274980" y="149854"/>
                </a:cubicBezTo>
                <a:lnTo>
                  <a:pt x="262050" y="113339"/>
                </a:lnTo>
                <a:cubicBezTo>
                  <a:pt x="272446" y="108522"/>
                  <a:pt x="283538" y="104847"/>
                  <a:pt x="295326" y="102313"/>
                </a:cubicBezTo>
                <a:cubicBezTo>
                  <a:pt x="307119" y="99775"/>
                  <a:pt x="318339" y="98506"/>
                  <a:pt x="328986" y="98506"/>
                </a:cubicBezTo>
                <a:cubicBezTo>
                  <a:pt x="352818" y="98506"/>
                  <a:pt x="370567" y="104274"/>
                  <a:pt x="382231" y="115811"/>
                </a:cubicBezTo>
                <a:cubicBezTo>
                  <a:pt x="393896" y="127348"/>
                  <a:pt x="399728" y="145033"/>
                  <a:pt x="399728" y="168866"/>
                </a:cubicBezTo>
                <a:lnTo>
                  <a:pt x="399728" y="253298"/>
                </a:lnTo>
                <a:moveTo>
                  <a:pt x="322898" y="272699"/>
                </a:moveTo>
                <a:cubicBezTo>
                  <a:pt x="327212" y="272699"/>
                  <a:pt x="331143" y="271051"/>
                  <a:pt x="334690" y="267754"/>
                </a:cubicBezTo>
                <a:cubicBezTo>
                  <a:pt x="338242" y="264458"/>
                  <a:pt x="341157" y="259767"/>
                  <a:pt x="343436" y="253681"/>
                </a:cubicBezTo>
                <a:lnTo>
                  <a:pt x="343436" y="214509"/>
                </a:lnTo>
                <a:lnTo>
                  <a:pt x="336594" y="214509"/>
                </a:lnTo>
                <a:cubicBezTo>
                  <a:pt x="326198" y="214509"/>
                  <a:pt x="318654" y="216981"/>
                  <a:pt x="313961" y="221925"/>
                </a:cubicBezTo>
                <a:cubicBezTo>
                  <a:pt x="309272" y="226870"/>
                  <a:pt x="306927" y="234666"/>
                  <a:pt x="306927" y="245313"/>
                </a:cubicBezTo>
                <a:cubicBezTo>
                  <a:pt x="306927" y="254188"/>
                  <a:pt x="308322" y="260972"/>
                  <a:pt x="311111" y="265665"/>
                </a:cubicBezTo>
                <a:cubicBezTo>
                  <a:pt x="313901" y="270354"/>
                  <a:pt x="317830" y="272699"/>
                  <a:pt x="322898" y="272699"/>
                </a:cubicBezTo>
                <a:close/>
                <a:moveTo>
                  <a:pt x="483020" y="313392"/>
                </a:moveTo>
                <a:cubicBezTo>
                  <a:pt x="467046" y="313392"/>
                  <a:pt x="454621" y="308701"/>
                  <a:pt x="445745" y="299319"/>
                </a:cubicBezTo>
                <a:cubicBezTo>
                  <a:pt x="436870" y="289937"/>
                  <a:pt x="432433" y="277133"/>
                  <a:pt x="432433" y="260906"/>
                </a:cubicBezTo>
                <a:lnTo>
                  <a:pt x="432433" y="24722"/>
                </a:lnTo>
                <a:lnTo>
                  <a:pt x="489862" y="18640"/>
                </a:lnTo>
                <a:lnTo>
                  <a:pt x="489862" y="258243"/>
                </a:lnTo>
                <a:cubicBezTo>
                  <a:pt x="489862" y="264584"/>
                  <a:pt x="492526" y="267754"/>
                  <a:pt x="497854" y="267754"/>
                </a:cubicBezTo>
                <a:cubicBezTo>
                  <a:pt x="499374" y="267754"/>
                  <a:pt x="501655" y="267373"/>
                  <a:pt x="504696" y="266611"/>
                </a:cubicBezTo>
                <a:lnTo>
                  <a:pt x="514968" y="306167"/>
                </a:lnTo>
                <a:cubicBezTo>
                  <a:pt x="510909" y="308194"/>
                  <a:pt x="506090" y="309904"/>
                  <a:pt x="500512" y="311297"/>
                </a:cubicBezTo>
                <a:cubicBezTo>
                  <a:pt x="494936" y="312694"/>
                  <a:pt x="489106" y="313392"/>
                  <a:pt x="483020" y="313392"/>
                </a:cubicBezTo>
                <a:close/>
                <a:moveTo>
                  <a:pt x="589130" y="104971"/>
                </a:moveTo>
                <a:lnTo>
                  <a:pt x="589130" y="306927"/>
                </a:lnTo>
                <a:lnTo>
                  <a:pt x="531700" y="306927"/>
                </a:lnTo>
                <a:lnTo>
                  <a:pt x="531700" y="104971"/>
                </a:lnTo>
                <a:lnTo>
                  <a:pt x="589130" y="104971"/>
                </a:lnTo>
                <a:moveTo>
                  <a:pt x="559846" y="0"/>
                </a:moveTo>
                <a:cubicBezTo>
                  <a:pt x="569735" y="0"/>
                  <a:pt x="577659" y="3107"/>
                  <a:pt x="583617" y="9320"/>
                </a:cubicBezTo>
                <a:cubicBezTo>
                  <a:pt x="589575" y="15534"/>
                  <a:pt x="592554" y="23457"/>
                  <a:pt x="592554" y="33091"/>
                </a:cubicBezTo>
                <a:cubicBezTo>
                  <a:pt x="592554" y="42473"/>
                  <a:pt x="589511" y="50270"/>
                  <a:pt x="583425" y="56484"/>
                </a:cubicBezTo>
                <a:cubicBezTo>
                  <a:pt x="577339" y="62693"/>
                  <a:pt x="569480" y="65798"/>
                  <a:pt x="559846" y="65798"/>
                </a:cubicBezTo>
                <a:cubicBezTo>
                  <a:pt x="550209" y="65798"/>
                  <a:pt x="542347" y="62693"/>
                  <a:pt x="536261" y="56484"/>
                </a:cubicBezTo>
                <a:cubicBezTo>
                  <a:pt x="530179" y="50270"/>
                  <a:pt x="527139" y="42473"/>
                  <a:pt x="527139" y="33091"/>
                </a:cubicBezTo>
                <a:cubicBezTo>
                  <a:pt x="527139" y="23457"/>
                  <a:pt x="530179" y="15534"/>
                  <a:pt x="536261" y="9320"/>
                </a:cubicBezTo>
                <a:cubicBezTo>
                  <a:pt x="542347" y="3107"/>
                  <a:pt x="550209" y="0"/>
                  <a:pt x="559846" y="0"/>
                </a:cubicBezTo>
                <a:close/>
                <a:moveTo>
                  <a:pt x="701707" y="98506"/>
                </a:moveTo>
                <a:cubicBezTo>
                  <a:pt x="713371" y="98506"/>
                  <a:pt x="723893" y="100535"/>
                  <a:pt x="733271" y="104594"/>
                </a:cubicBezTo>
                <a:cubicBezTo>
                  <a:pt x="742653" y="108648"/>
                  <a:pt x="751403" y="114860"/>
                  <a:pt x="759520" y="123228"/>
                </a:cubicBezTo>
                <a:lnTo>
                  <a:pt x="735935" y="154798"/>
                </a:lnTo>
                <a:cubicBezTo>
                  <a:pt x="725539" y="146430"/>
                  <a:pt x="715652" y="142246"/>
                  <a:pt x="706274" y="142246"/>
                </a:cubicBezTo>
                <a:cubicBezTo>
                  <a:pt x="695878" y="142246"/>
                  <a:pt x="688144" y="147000"/>
                  <a:pt x="683072" y="156510"/>
                </a:cubicBezTo>
                <a:cubicBezTo>
                  <a:pt x="678000" y="166016"/>
                  <a:pt x="675464" y="182941"/>
                  <a:pt x="675464" y="207284"/>
                </a:cubicBezTo>
                <a:cubicBezTo>
                  <a:pt x="675464" y="230354"/>
                  <a:pt x="678126" y="246327"/>
                  <a:pt x="683449" y="255202"/>
                </a:cubicBezTo>
                <a:cubicBezTo>
                  <a:pt x="688777" y="264077"/>
                  <a:pt x="696257" y="268515"/>
                  <a:pt x="705891" y="268515"/>
                </a:cubicBezTo>
                <a:cubicBezTo>
                  <a:pt x="710963" y="268515"/>
                  <a:pt x="715654" y="267627"/>
                  <a:pt x="719964" y="265851"/>
                </a:cubicBezTo>
                <a:cubicBezTo>
                  <a:pt x="724274" y="264075"/>
                  <a:pt x="729218" y="261032"/>
                  <a:pt x="734797" y="256722"/>
                </a:cubicBezTo>
                <a:lnTo>
                  <a:pt x="759520" y="289813"/>
                </a:lnTo>
                <a:cubicBezTo>
                  <a:pt x="743038" y="305532"/>
                  <a:pt x="724020" y="313392"/>
                  <a:pt x="702467" y="313392"/>
                </a:cubicBezTo>
                <a:cubicBezTo>
                  <a:pt x="675083" y="313392"/>
                  <a:pt x="653785" y="304455"/>
                  <a:pt x="638572" y="286580"/>
                </a:cubicBezTo>
                <a:cubicBezTo>
                  <a:pt x="623360" y="268706"/>
                  <a:pt x="615753" y="242400"/>
                  <a:pt x="615753" y="207661"/>
                </a:cubicBezTo>
                <a:cubicBezTo>
                  <a:pt x="615753" y="185094"/>
                  <a:pt x="619239" y="165633"/>
                  <a:pt x="626211" y="149279"/>
                </a:cubicBezTo>
                <a:cubicBezTo>
                  <a:pt x="633183" y="132925"/>
                  <a:pt x="643134" y="120375"/>
                  <a:pt x="656063" y="111627"/>
                </a:cubicBezTo>
                <a:cubicBezTo>
                  <a:pt x="668997" y="102880"/>
                  <a:pt x="684212" y="98506"/>
                  <a:pt x="701707" y="98506"/>
                </a:cubicBezTo>
                <a:close/>
                <a:moveTo>
                  <a:pt x="832540" y="104971"/>
                </a:moveTo>
                <a:lnTo>
                  <a:pt x="832540" y="306927"/>
                </a:lnTo>
                <a:lnTo>
                  <a:pt x="775110" y="306927"/>
                </a:lnTo>
                <a:lnTo>
                  <a:pt x="775110" y="104971"/>
                </a:lnTo>
                <a:lnTo>
                  <a:pt x="832540" y="104971"/>
                </a:lnTo>
                <a:moveTo>
                  <a:pt x="803256" y="0"/>
                </a:moveTo>
                <a:cubicBezTo>
                  <a:pt x="813145" y="0"/>
                  <a:pt x="821068" y="3107"/>
                  <a:pt x="827026" y="9320"/>
                </a:cubicBezTo>
                <a:cubicBezTo>
                  <a:pt x="832984" y="15534"/>
                  <a:pt x="835964" y="23457"/>
                  <a:pt x="835964" y="33091"/>
                </a:cubicBezTo>
                <a:cubicBezTo>
                  <a:pt x="835964" y="42473"/>
                  <a:pt x="832921" y="50270"/>
                  <a:pt x="826835" y="56484"/>
                </a:cubicBezTo>
                <a:cubicBezTo>
                  <a:pt x="820749" y="62693"/>
                  <a:pt x="812889" y="65798"/>
                  <a:pt x="803256" y="65798"/>
                </a:cubicBezTo>
                <a:cubicBezTo>
                  <a:pt x="793618" y="65798"/>
                  <a:pt x="785757" y="62693"/>
                  <a:pt x="779671" y="56484"/>
                </a:cubicBezTo>
                <a:cubicBezTo>
                  <a:pt x="773589" y="50270"/>
                  <a:pt x="770548" y="42473"/>
                  <a:pt x="770548" y="33091"/>
                </a:cubicBezTo>
                <a:cubicBezTo>
                  <a:pt x="770548" y="23457"/>
                  <a:pt x="773589" y="15534"/>
                  <a:pt x="779671" y="9320"/>
                </a:cubicBezTo>
                <a:cubicBezTo>
                  <a:pt x="785757" y="3107"/>
                  <a:pt x="793618" y="0"/>
                  <a:pt x="803256" y="0"/>
                </a:cubicBezTo>
                <a:close/>
                <a:moveTo>
                  <a:pt x="943213" y="98506"/>
                </a:moveTo>
                <a:cubicBezTo>
                  <a:pt x="969583" y="98506"/>
                  <a:pt x="990185" y="107507"/>
                  <a:pt x="1005018" y="125509"/>
                </a:cubicBezTo>
                <a:cubicBezTo>
                  <a:pt x="1019852" y="143511"/>
                  <a:pt x="1027268" y="170388"/>
                  <a:pt x="1027268" y="206140"/>
                </a:cubicBezTo>
                <a:cubicBezTo>
                  <a:pt x="1027268" y="240368"/>
                  <a:pt x="1019852" y="266801"/>
                  <a:pt x="1005018" y="285437"/>
                </a:cubicBezTo>
                <a:cubicBezTo>
                  <a:pt x="990185" y="304074"/>
                  <a:pt x="969583" y="313392"/>
                  <a:pt x="943213" y="313392"/>
                </a:cubicBezTo>
                <a:cubicBezTo>
                  <a:pt x="916846" y="313392"/>
                  <a:pt x="896246" y="304327"/>
                  <a:pt x="881413" y="286197"/>
                </a:cubicBezTo>
                <a:cubicBezTo>
                  <a:pt x="866580" y="268068"/>
                  <a:pt x="859163" y="241254"/>
                  <a:pt x="859163" y="205757"/>
                </a:cubicBezTo>
                <a:cubicBezTo>
                  <a:pt x="859163" y="171022"/>
                  <a:pt x="866580" y="144464"/>
                  <a:pt x="881413" y="126083"/>
                </a:cubicBezTo>
                <a:cubicBezTo>
                  <a:pt x="896246" y="107698"/>
                  <a:pt x="916846" y="98506"/>
                  <a:pt x="943213" y="98506"/>
                </a:cubicBezTo>
                <a:moveTo>
                  <a:pt x="943213" y="141102"/>
                </a:moveTo>
                <a:cubicBezTo>
                  <a:pt x="934342" y="141102"/>
                  <a:pt x="927940" y="145985"/>
                  <a:pt x="924010" y="155750"/>
                </a:cubicBezTo>
                <a:cubicBezTo>
                  <a:pt x="920079" y="165511"/>
                  <a:pt x="918113" y="182180"/>
                  <a:pt x="918113" y="205757"/>
                </a:cubicBezTo>
                <a:cubicBezTo>
                  <a:pt x="918113" y="230100"/>
                  <a:pt x="920079" y="247091"/>
                  <a:pt x="924010" y="256728"/>
                </a:cubicBezTo>
                <a:cubicBezTo>
                  <a:pt x="927940" y="266362"/>
                  <a:pt x="934342" y="271178"/>
                  <a:pt x="943213" y="271178"/>
                </a:cubicBezTo>
                <a:cubicBezTo>
                  <a:pt x="952088" y="271178"/>
                  <a:pt x="958491" y="266298"/>
                  <a:pt x="962422" y="256537"/>
                </a:cubicBezTo>
                <a:cubicBezTo>
                  <a:pt x="966353" y="246771"/>
                  <a:pt x="968318" y="229973"/>
                  <a:pt x="968318" y="206140"/>
                </a:cubicBezTo>
                <a:cubicBezTo>
                  <a:pt x="968318" y="182053"/>
                  <a:pt x="966353" y="165192"/>
                  <a:pt x="962422" y="155558"/>
                </a:cubicBezTo>
                <a:cubicBezTo>
                  <a:pt x="958491" y="145921"/>
                  <a:pt x="952088" y="141102"/>
                  <a:pt x="943213" y="141102"/>
                </a:cubicBezTo>
                <a:close/>
                <a:moveTo>
                  <a:pt x="1201838" y="306927"/>
                </a:moveTo>
                <a:lnTo>
                  <a:pt x="1151633" y="306927"/>
                </a:lnTo>
                <a:lnTo>
                  <a:pt x="1149352" y="283725"/>
                </a:lnTo>
                <a:cubicBezTo>
                  <a:pt x="1137181" y="303503"/>
                  <a:pt x="1121081" y="313392"/>
                  <a:pt x="1101051" y="313392"/>
                </a:cubicBezTo>
                <a:cubicBezTo>
                  <a:pt x="1086346" y="313392"/>
                  <a:pt x="1074745" y="308068"/>
                  <a:pt x="1066249" y="297421"/>
                </a:cubicBezTo>
                <a:cubicBezTo>
                  <a:pt x="1057756" y="286770"/>
                  <a:pt x="1053510" y="272697"/>
                  <a:pt x="1053510" y="255202"/>
                </a:cubicBezTo>
                <a:lnTo>
                  <a:pt x="1053510" y="104971"/>
                </a:lnTo>
                <a:lnTo>
                  <a:pt x="1110940" y="104971"/>
                </a:lnTo>
                <a:lnTo>
                  <a:pt x="1110940" y="252921"/>
                </a:lnTo>
                <a:cubicBezTo>
                  <a:pt x="1110940" y="258751"/>
                  <a:pt x="1111954" y="263189"/>
                  <a:pt x="1113981" y="266234"/>
                </a:cubicBezTo>
                <a:cubicBezTo>
                  <a:pt x="1116008" y="269275"/>
                  <a:pt x="1118926" y="270795"/>
                  <a:pt x="1122733" y="270795"/>
                </a:cubicBezTo>
                <a:cubicBezTo>
                  <a:pt x="1130846" y="270795"/>
                  <a:pt x="1138071" y="263696"/>
                  <a:pt x="1144408" y="249497"/>
                </a:cubicBezTo>
                <a:lnTo>
                  <a:pt x="1144408" y="104971"/>
                </a:lnTo>
                <a:lnTo>
                  <a:pt x="1201838" y="104971"/>
                </a:lnTo>
                <a:lnTo>
                  <a:pt x="1201838" y="306927"/>
                </a:lnTo>
                <a:close/>
                <a:moveTo>
                  <a:pt x="1297681" y="98506"/>
                </a:moveTo>
                <a:cubicBezTo>
                  <a:pt x="1310104" y="98506"/>
                  <a:pt x="1321767" y="100661"/>
                  <a:pt x="1332669" y="104971"/>
                </a:cubicBezTo>
                <a:cubicBezTo>
                  <a:pt x="1343572" y="109281"/>
                  <a:pt x="1353080" y="115366"/>
                  <a:pt x="1361193" y="123228"/>
                </a:cubicBezTo>
                <a:lnTo>
                  <a:pt x="1340277" y="154038"/>
                </a:lnTo>
                <a:cubicBezTo>
                  <a:pt x="1326334" y="144401"/>
                  <a:pt x="1313783" y="139582"/>
                  <a:pt x="1302625" y="139582"/>
                </a:cubicBezTo>
                <a:cubicBezTo>
                  <a:pt x="1296540" y="139582"/>
                  <a:pt x="1291785" y="141104"/>
                  <a:pt x="1288361" y="144149"/>
                </a:cubicBezTo>
                <a:cubicBezTo>
                  <a:pt x="1284941" y="147190"/>
                  <a:pt x="1283231" y="151372"/>
                  <a:pt x="1283231" y="156696"/>
                </a:cubicBezTo>
                <a:cubicBezTo>
                  <a:pt x="1283231" y="162530"/>
                  <a:pt x="1285386" y="167285"/>
                  <a:pt x="1289695" y="170961"/>
                </a:cubicBezTo>
                <a:cubicBezTo>
                  <a:pt x="1294005" y="174636"/>
                  <a:pt x="1303260" y="179389"/>
                  <a:pt x="1317459" y="185219"/>
                </a:cubicBezTo>
                <a:cubicBezTo>
                  <a:pt x="1334447" y="192319"/>
                  <a:pt x="1346998" y="200559"/>
                  <a:pt x="1355111" y="209942"/>
                </a:cubicBezTo>
                <a:cubicBezTo>
                  <a:pt x="1363224" y="219324"/>
                  <a:pt x="1367280" y="231874"/>
                  <a:pt x="1367280" y="247594"/>
                </a:cubicBezTo>
                <a:cubicBezTo>
                  <a:pt x="1367280" y="267878"/>
                  <a:pt x="1360117" y="283917"/>
                  <a:pt x="1345791" y="295709"/>
                </a:cubicBezTo>
                <a:cubicBezTo>
                  <a:pt x="1331464" y="307498"/>
                  <a:pt x="1312891" y="313392"/>
                  <a:pt x="1290073" y="313392"/>
                </a:cubicBezTo>
                <a:cubicBezTo>
                  <a:pt x="1275874" y="313392"/>
                  <a:pt x="1262563" y="310794"/>
                  <a:pt x="1250140" y="305598"/>
                </a:cubicBezTo>
                <a:cubicBezTo>
                  <a:pt x="1237717" y="300398"/>
                  <a:pt x="1227068" y="293107"/>
                  <a:pt x="1218193" y="283725"/>
                </a:cubicBezTo>
                <a:lnTo>
                  <a:pt x="1245195" y="254059"/>
                </a:lnTo>
                <a:cubicBezTo>
                  <a:pt x="1260408" y="266485"/>
                  <a:pt x="1274353" y="272699"/>
                  <a:pt x="1287032" y="272699"/>
                </a:cubicBezTo>
                <a:cubicBezTo>
                  <a:pt x="1293876" y="272699"/>
                  <a:pt x="1299263" y="270925"/>
                  <a:pt x="1303194" y="267377"/>
                </a:cubicBezTo>
                <a:cubicBezTo>
                  <a:pt x="1307125" y="263826"/>
                  <a:pt x="1309090" y="258879"/>
                  <a:pt x="1309090" y="252538"/>
                </a:cubicBezTo>
                <a:cubicBezTo>
                  <a:pt x="1309090" y="245439"/>
                  <a:pt x="1306871" y="239798"/>
                  <a:pt x="1302434" y="235616"/>
                </a:cubicBezTo>
                <a:cubicBezTo>
                  <a:pt x="1297996" y="231433"/>
                  <a:pt x="1288931" y="226553"/>
                  <a:pt x="1275239" y="220974"/>
                </a:cubicBezTo>
                <a:cubicBezTo>
                  <a:pt x="1258000" y="213874"/>
                  <a:pt x="1245577" y="205697"/>
                  <a:pt x="1237970" y="196443"/>
                </a:cubicBezTo>
                <a:cubicBezTo>
                  <a:pt x="1230364" y="187189"/>
                  <a:pt x="1226561" y="175334"/>
                  <a:pt x="1226561" y="160880"/>
                </a:cubicBezTo>
                <a:cubicBezTo>
                  <a:pt x="1226561" y="142627"/>
                  <a:pt x="1232898" y="127668"/>
                  <a:pt x="1245573" y="116003"/>
                </a:cubicBezTo>
                <a:cubicBezTo>
                  <a:pt x="1258251" y="104338"/>
                  <a:pt x="1275620" y="98506"/>
                  <a:pt x="1297681" y="98506"/>
                </a:cubicBezTo>
                <a:close/>
                <a:moveTo>
                  <a:pt x="1631228" y="230863"/>
                </a:moveTo>
                <a:cubicBezTo>
                  <a:pt x="1631228" y="246582"/>
                  <a:pt x="1627931" y="260591"/>
                  <a:pt x="1621339" y="272890"/>
                </a:cubicBezTo>
                <a:cubicBezTo>
                  <a:pt x="1614746" y="285186"/>
                  <a:pt x="1604857" y="294947"/>
                  <a:pt x="1591672" y="302174"/>
                </a:cubicBezTo>
                <a:cubicBezTo>
                  <a:pt x="1578487" y="309401"/>
                  <a:pt x="1562261" y="313015"/>
                  <a:pt x="1542994" y="313015"/>
                </a:cubicBezTo>
                <a:cubicBezTo>
                  <a:pt x="1514089" y="313015"/>
                  <a:pt x="1492156" y="305534"/>
                  <a:pt x="1477195" y="290573"/>
                </a:cubicBezTo>
                <a:cubicBezTo>
                  <a:pt x="1462234" y="275612"/>
                  <a:pt x="1454754" y="255709"/>
                  <a:pt x="1454754" y="230863"/>
                </a:cubicBezTo>
                <a:lnTo>
                  <a:pt x="1454754" y="43363"/>
                </a:lnTo>
                <a:lnTo>
                  <a:pt x="1514464" y="43363"/>
                </a:lnTo>
                <a:lnTo>
                  <a:pt x="1514464" y="228199"/>
                </a:lnTo>
                <a:cubicBezTo>
                  <a:pt x="1514464" y="241891"/>
                  <a:pt x="1516683" y="252033"/>
                  <a:pt x="1521121" y="258626"/>
                </a:cubicBezTo>
                <a:cubicBezTo>
                  <a:pt x="1525558" y="265218"/>
                  <a:pt x="1532849" y="268515"/>
                  <a:pt x="1542994" y="268515"/>
                </a:cubicBezTo>
                <a:cubicBezTo>
                  <a:pt x="1553134" y="268515"/>
                  <a:pt x="1560423" y="265218"/>
                  <a:pt x="1564861" y="258626"/>
                </a:cubicBezTo>
                <a:cubicBezTo>
                  <a:pt x="1569298" y="252033"/>
                  <a:pt x="1571517" y="241891"/>
                  <a:pt x="1571517" y="228199"/>
                </a:cubicBezTo>
                <a:lnTo>
                  <a:pt x="1571517" y="43363"/>
                </a:lnTo>
                <a:lnTo>
                  <a:pt x="1631228" y="43363"/>
                </a:lnTo>
                <a:lnTo>
                  <a:pt x="1631228" y="230863"/>
                </a:lnTo>
                <a:close/>
                <a:moveTo>
                  <a:pt x="1723647" y="98506"/>
                </a:moveTo>
                <a:cubicBezTo>
                  <a:pt x="1736070" y="98506"/>
                  <a:pt x="1747733" y="100661"/>
                  <a:pt x="1758636" y="104971"/>
                </a:cubicBezTo>
                <a:cubicBezTo>
                  <a:pt x="1769538" y="109281"/>
                  <a:pt x="1779046" y="115366"/>
                  <a:pt x="1787159" y="123228"/>
                </a:cubicBezTo>
                <a:lnTo>
                  <a:pt x="1766244" y="154038"/>
                </a:lnTo>
                <a:cubicBezTo>
                  <a:pt x="1752300" y="144401"/>
                  <a:pt x="1739750" y="139582"/>
                  <a:pt x="1728592" y="139582"/>
                </a:cubicBezTo>
                <a:cubicBezTo>
                  <a:pt x="1722506" y="139582"/>
                  <a:pt x="1717751" y="141104"/>
                  <a:pt x="1714327" y="144149"/>
                </a:cubicBezTo>
                <a:cubicBezTo>
                  <a:pt x="1710907" y="147190"/>
                  <a:pt x="1709197" y="151372"/>
                  <a:pt x="1709197" y="156696"/>
                </a:cubicBezTo>
                <a:cubicBezTo>
                  <a:pt x="1709197" y="162530"/>
                  <a:pt x="1711352" y="167285"/>
                  <a:pt x="1715662" y="170961"/>
                </a:cubicBezTo>
                <a:cubicBezTo>
                  <a:pt x="1719972" y="174636"/>
                  <a:pt x="1729226" y="179389"/>
                  <a:pt x="1743425" y="185219"/>
                </a:cubicBezTo>
                <a:cubicBezTo>
                  <a:pt x="1760414" y="192319"/>
                  <a:pt x="1772964" y="200559"/>
                  <a:pt x="1781077" y="209942"/>
                </a:cubicBezTo>
                <a:cubicBezTo>
                  <a:pt x="1789190" y="219324"/>
                  <a:pt x="1793247" y="231874"/>
                  <a:pt x="1793247" y="247594"/>
                </a:cubicBezTo>
                <a:cubicBezTo>
                  <a:pt x="1793247" y="267878"/>
                  <a:pt x="1786084" y="283917"/>
                  <a:pt x="1771757" y="295709"/>
                </a:cubicBezTo>
                <a:cubicBezTo>
                  <a:pt x="1757431" y="307498"/>
                  <a:pt x="1738858" y="313392"/>
                  <a:pt x="1716039" y="313392"/>
                </a:cubicBezTo>
                <a:cubicBezTo>
                  <a:pt x="1701840" y="313392"/>
                  <a:pt x="1688529" y="310794"/>
                  <a:pt x="1676106" y="305598"/>
                </a:cubicBezTo>
                <a:cubicBezTo>
                  <a:pt x="1663683" y="300398"/>
                  <a:pt x="1653034" y="293107"/>
                  <a:pt x="1644159" y="283725"/>
                </a:cubicBezTo>
                <a:lnTo>
                  <a:pt x="1671162" y="254059"/>
                </a:lnTo>
                <a:cubicBezTo>
                  <a:pt x="1686375" y="266485"/>
                  <a:pt x="1700320" y="272699"/>
                  <a:pt x="1712998" y="272699"/>
                </a:cubicBezTo>
                <a:cubicBezTo>
                  <a:pt x="1719842" y="272699"/>
                  <a:pt x="1725230" y="270925"/>
                  <a:pt x="1729161" y="267377"/>
                </a:cubicBezTo>
                <a:cubicBezTo>
                  <a:pt x="1733091" y="263826"/>
                  <a:pt x="1735057" y="258879"/>
                  <a:pt x="1735057" y="252538"/>
                </a:cubicBezTo>
                <a:cubicBezTo>
                  <a:pt x="1735057" y="245439"/>
                  <a:pt x="1732838" y="239798"/>
                  <a:pt x="1728400" y="235616"/>
                </a:cubicBezTo>
                <a:cubicBezTo>
                  <a:pt x="1723963" y="231433"/>
                  <a:pt x="1714898" y="226553"/>
                  <a:pt x="1701206" y="220974"/>
                </a:cubicBezTo>
                <a:cubicBezTo>
                  <a:pt x="1683966" y="213874"/>
                  <a:pt x="1671543" y="205697"/>
                  <a:pt x="1663937" y="196443"/>
                </a:cubicBezTo>
                <a:cubicBezTo>
                  <a:pt x="1656331" y="187189"/>
                  <a:pt x="1652528" y="175334"/>
                  <a:pt x="1652528" y="160880"/>
                </a:cubicBezTo>
                <a:cubicBezTo>
                  <a:pt x="1652528" y="142627"/>
                  <a:pt x="1658865" y="127668"/>
                  <a:pt x="1671539" y="116003"/>
                </a:cubicBezTo>
                <a:cubicBezTo>
                  <a:pt x="1684218" y="104338"/>
                  <a:pt x="1701587" y="98506"/>
                  <a:pt x="1723647" y="98506"/>
                </a:cubicBezTo>
                <a:close/>
                <a:moveTo>
                  <a:pt x="1969341" y="201956"/>
                </a:moveTo>
                <a:cubicBezTo>
                  <a:pt x="1969341" y="210069"/>
                  <a:pt x="1968960" y="217043"/>
                  <a:pt x="1968197" y="222877"/>
                </a:cubicBezTo>
                <a:lnTo>
                  <a:pt x="1865507" y="222877"/>
                </a:lnTo>
                <a:cubicBezTo>
                  <a:pt x="1866776" y="241131"/>
                  <a:pt x="1870136" y="253745"/>
                  <a:pt x="1875588" y="260721"/>
                </a:cubicBezTo>
                <a:cubicBezTo>
                  <a:pt x="1881039" y="267692"/>
                  <a:pt x="1888962" y="271178"/>
                  <a:pt x="1899358" y="271178"/>
                </a:cubicBezTo>
                <a:cubicBezTo>
                  <a:pt x="1906206" y="271178"/>
                  <a:pt x="1912799" y="269847"/>
                  <a:pt x="1919136" y="267186"/>
                </a:cubicBezTo>
                <a:cubicBezTo>
                  <a:pt x="1925473" y="264520"/>
                  <a:pt x="1932319" y="260400"/>
                  <a:pt x="1939674" y="254825"/>
                </a:cubicBezTo>
                <a:lnTo>
                  <a:pt x="1963253" y="286012"/>
                </a:lnTo>
                <a:cubicBezTo>
                  <a:pt x="1944489" y="304265"/>
                  <a:pt x="1921796" y="313392"/>
                  <a:pt x="1895174" y="313392"/>
                </a:cubicBezTo>
                <a:cubicBezTo>
                  <a:pt x="1866776" y="313392"/>
                  <a:pt x="1845225" y="304074"/>
                  <a:pt x="1830519" y="285437"/>
                </a:cubicBezTo>
                <a:cubicBezTo>
                  <a:pt x="1815813" y="266801"/>
                  <a:pt x="1808460" y="240750"/>
                  <a:pt x="1808460" y="207284"/>
                </a:cubicBezTo>
                <a:cubicBezTo>
                  <a:pt x="1808460" y="173814"/>
                  <a:pt x="1815496" y="147318"/>
                  <a:pt x="1829567" y="127795"/>
                </a:cubicBezTo>
                <a:cubicBezTo>
                  <a:pt x="1843638" y="108269"/>
                  <a:pt x="1863733" y="98506"/>
                  <a:pt x="1889852" y="98506"/>
                </a:cubicBezTo>
                <a:cubicBezTo>
                  <a:pt x="1914698" y="98506"/>
                  <a:pt x="1934157" y="107317"/>
                  <a:pt x="1948228" y="124940"/>
                </a:cubicBezTo>
                <a:cubicBezTo>
                  <a:pt x="1962303" y="142563"/>
                  <a:pt x="1969341" y="168235"/>
                  <a:pt x="1969341" y="201956"/>
                </a:cubicBezTo>
                <a:moveTo>
                  <a:pt x="1913431" y="185602"/>
                </a:moveTo>
                <a:cubicBezTo>
                  <a:pt x="1913431" y="168363"/>
                  <a:pt x="1911719" y="155876"/>
                  <a:pt x="1908295" y="148142"/>
                </a:cubicBezTo>
                <a:cubicBezTo>
                  <a:pt x="1904871" y="140408"/>
                  <a:pt x="1898849" y="136541"/>
                  <a:pt x="1890229" y="136541"/>
                </a:cubicBezTo>
                <a:cubicBezTo>
                  <a:pt x="1882623" y="136541"/>
                  <a:pt x="1876855" y="140280"/>
                  <a:pt x="1872924" y="147759"/>
                </a:cubicBezTo>
                <a:cubicBezTo>
                  <a:pt x="1868993" y="155237"/>
                  <a:pt x="1866521" y="168740"/>
                  <a:pt x="1865507" y="188266"/>
                </a:cubicBezTo>
                <a:lnTo>
                  <a:pt x="1913431" y="188266"/>
                </a:lnTo>
                <a:lnTo>
                  <a:pt x="1913431" y="185602"/>
                </a:lnTo>
                <a:close/>
                <a:moveTo>
                  <a:pt x="2092946" y="99266"/>
                </a:moveTo>
                <a:cubicBezTo>
                  <a:pt x="2098270" y="99266"/>
                  <a:pt x="2103593" y="100282"/>
                  <a:pt x="2108917" y="102313"/>
                </a:cubicBezTo>
                <a:lnTo>
                  <a:pt x="2099411" y="157456"/>
                </a:lnTo>
                <a:cubicBezTo>
                  <a:pt x="2094846" y="155936"/>
                  <a:pt x="2090155" y="155175"/>
                  <a:pt x="2085338" y="155175"/>
                </a:cubicBezTo>
                <a:cubicBezTo>
                  <a:pt x="2075956" y="155175"/>
                  <a:pt x="2068918" y="158789"/>
                  <a:pt x="2064225" y="166016"/>
                </a:cubicBezTo>
                <a:cubicBezTo>
                  <a:pt x="2059536" y="173243"/>
                  <a:pt x="2055671" y="184082"/>
                  <a:pt x="2052630" y="198532"/>
                </a:cubicBezTo>
                <a:lnTo>
                  <a:pt x="2052630" y="306927"/>
                </a:lnTo>
                <a:lnTo>
                  <a:pt x="1995200" y="306927"/>
                </a:lnTo>
                <a:lnTo>
                  <a:pt x="1995200" y="104971"/>
                </a:lnTo>
                <a:lnTo>
                  <a:pt x="2045022" y="104971"/>
                </a:lnTo>
                <a:lnTo>
                  <a:pt x="2049206" y="138061"/>
                </a:lnTo>
                <a:cubicBezTo>
                  <a:pt x="2058844" y="112198"/>
                  <a:pt x="2073424" y="99266"/>
                  <a:pt x="2092946" y="992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515601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2026-09-05T08:53:01.9800000Z</dcterms:created>
  <dcterms:modified xsi:type="dcterms:W3CDTF">2026-09-05T08:53:01.9800000Z</dcterms:modified>
</coreProperties>
</file>