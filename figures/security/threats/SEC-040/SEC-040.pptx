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66df643edd24f98" /><Relationship Type="http://schemas.openxmlformats.org/officeDocument/2006/relationships/extended-properties" Target="/docProps/app.xml" Id="R80571ced20914638" /><Relationship Type="http://schemas.openxmlformats.org/officeDocument/2006/relationships/officeDocument" Target="/ppt/presentation.xml" Id="R99817ee517814f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36ee5cb0cc24579"/>
  </p:sldMasterIdLst>
  <p:notesMasterIdLst>
    <p:notesMasterId xmlns:r="http://schemas.openxmlformats.org/officeDocument/2006/relationships" r:id="Raa6a6c4b8bde416c"/>
  </p:notesMasterIdLst>
  <p:sldIdLst>
    <p:sldId xmlns:r="http://schemas.openxmlformats.org/officeDocument/2006/relationships" id="256" r:id="R96972f25484449d8"/>
  </p:sldIdLst>
  <p:sldSz cx="19050000" cy="104394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2a36298fda84643" /><Relationship Type="http://schemas.openxmlformats.org/officeDocument/2006/relationships/slideMaster" Target="/ppt/slideMasters/slideMaster1.xml" Id="R036ee5cb0cc24579" /><Relationship Type="http://schemas.openxmlformats.org/officeDocument/2006/relationships/notesMaster" Target="/ppt/notesMasters/notesMaster1.xml" Id="Raa6a6c4b8bde416c" /><Relationship Type="http://schemas.openxmlformats.org/officeDocument/2006/relationships/presProps" Target="/ppt/presProps.xml" Id="R4d2d694e38cd4552" /><Relationship Type="http://schemas.openxmlformats.org/officeDocument/2006/relationships/tableStyles" Target="/ppt/tableStyles.xml" Id="R3c217ba1238d4142" /><Relationship Type="http://schemas.openxmlformats.org/officeDocument/2006/relationships/slide" Target="/ppt/slides/slide1.xml" Id="R96972f25484449d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1b13091fe1744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d15ba60af2471a" /><Relationship Type="http://schemas.openxmlformats.org/officeDocument/2006/relationships/notesMaster" Target="/ppt/notesMasters/notesMaster1.xml" Id="R3d4e570624754ad9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素材ID：SEC-040</ns1:t>
            </ns1:r>
          </ns1:p>
          <ns1:p>
            <ns1:r>
              <ns1:t>论文：Bridges to Self: Silent Web-to-App Tracking on Mobile via Localhost</ns1:t>
            </ns1:r>
          </ns1:p>
          <ns1:p>
            <ns1:r>
              <ns1:t>会议：USENIX Security 2026</ns1:t>
            </ns1:r>
          </ns1:p>
          <ns1:p>
            <ns1:r>
              <ns1:t>奖项：Distinguished Paper Award</ns1:t>
            </ns1:r>
          </ns1:p>
          <ns1:p>
            <ns1:r>
              <ns1:t>图号：Figure 4，PDF第9页</ns1:t>
            </ns1:r>
          </ns1:p>
          <ns1:p>
            <ns1:r>
              <ns1:t>类型：威胁与攻击</ns1:t>
            </ns1:r>
          </ns1:p>
          <ns1:p>
            <ns1:r>
              <ns1:t>借鉴点：用设备外框、原生与浏览器双环境、socket通道、后台云服务和编号闭合完整跨环境跟踪链。</ns1:t>
            </ns1:r>
          </ns1:p>
          <ns1:p>
            <ns1:r>
              <ns1:t>论文URL：https://www.usenix.org/system/files/usenixsecurity26-vlummens.pdf</ns1:t>
            </ns1:r>
          </ns1:p>
          <ns1:p>
            <ns1:r>
              <ns1:t>官方获奖URL：https://www.usenix.org/conference/usenixsecurity26/presentation/vlummens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b0d69da7c0410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7933932e8c14c86" /><Relationship Type="http://schemas.openxmlformats.org/officeDocument/2006/relationships/slideLayout" Target="/ppt/slideLayouts/slideLayout1.xml" Id="Rabaeacbcd90a4e9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aeacbcd90a4e9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2ad33d0dac4f28" /><Relationship Type="http://schemas.openxmlformats.org/officeDocument/2006/relationships/image" Target="/ppt/media/image.png" Id="R03914057794e4b34" /><Relationship Type="http://schemas.openxmlformats.org/officeDocument/2006/relationships/image" Target="/ppt/media/image2.png" Id="R7f6b8a011d7743f5" /><Relationship Type="http://schemas.openxmlformats.org/officeDocument/2006/relationships/notesSlide" Target="/ppt/notesSlides/notesSlide1.xml" Id="Rf28b8977a06645e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SEC-040-1">
            <a:extLst xmlns:a="http://schemas.openxmlformats.org/drawingml/2006/main">
              <a:ext uri="{FF2B5EF4-FFF2-40B4-BE49-F238E27FC236}">
                <a16:creationId xmlns:a16="http://schemas.microsoft.com/office/drawing/2014/main" id="{D9DF33B9-EDA0-45F9-8C20-C15F02138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09575" y="400050"/>
            <a:ext cx="15430500" cy="7305675"/>
          </a:xfrm>
          <a:prstGeom xmlns:a="http://schemas.openxmlformats.org/drawingml/2006/main" prst="roundRect">
            <a:avLst>
              <a:gd name="adj" fmla="val 4824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0">
            <a:solidFill>
              <a:srgbClr val="BFBFBF"/>
            </a:solidFill>
          </a:ln>
        </p:spPr>
      </p:sp>
      <p:sp>
        <p:nvSpPr>
          <p:cNvPr id="2" name="SEC-040-2">
            <a:extLst xmlns:a="http://schemas.openxmlformats.org/drawingml/2006/main">
              <a:ext uri="{FF2B5EF4-FFF2-40B4-BE49-F238E27FC236}">
                <a16:creationId xmlns:a16="http://schemas.microsoft.com/office/drawing/2014/main" id="{568C5C0B-5BCF-4544-94B8-9B03EE4D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81025" y="552450"/>
            <a:ext cx="15125700" cy="7010400"/>
          </a:xfrm>
          <a:prstGeom xmlns:a="http://schemas.openxmlformats.org/drawingml/2006/main" prst="roundRect">
            <a:avLst>
              <a:gd name="adj" fmla="val 244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75">
            <a:solidFill>
              <a:srgbClr val="191919"/>
            </a:solidFill>
          </a:ln>
        </p:spPr>
      </p:sp>
      <p:sp>
        <p:nvSpPr>
          <p:cNvPr id="3" name="SEC-040-3">
            <a:extLst xmlns:a="http://schemas.openxmlformats.org/drawingml/2006/main">
              <a:ext uri="{FF2B5EF4-FFF2-40B4-BE49-F238E27FC236}">
                <a16:creationId xmlns:a16="http://schemas.microsoft.com/office/drawing/2014/main" id="{F4DFD8C1-EF11-4202-A122-125C41D85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982825" y="847725"/>
            <a:ext cx="409575" cy="409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38100">
            <a:solidFill>
              <a:srgbClr val="181818"/>
            </a:solidFill>
          </a:ln>
        </p:spPr>
      </p:sp>
      <p:sp>
        <p:nvSpPr>
          <p:cNvPr id="4" name="SEC-040-4">
            <a:extLst xmlns:a="http://schemas.openxmlformats.org/drawingml/2006/main">
              <a:ext uri="{FF2B5EF4-FFF2-40B4-BE49-F238E27FC236}">
                <a16:creationId xmlns:a16="http://schemas.microsoft.com/office/drawing/2014/main" id="{0B783AFD-FF53-4D99-A40B-24CB8BB02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191625" y="7715250"/>
            <a:ext cx="73342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" name="SEC-040-5">
            <a:extLst xmlns:a="http://schemas.openxmlformats.org/drawingml/2006/main">
              <a:ext uri="{FF2B5EF4-FFF2-40B4-BE49-F238E27FC236}">
                <a16:creationId xmlns:a16="http://schemas.microsoft.com/office/drawing/2014/main" id="{CD4220D7-33E8-4209-BEED-409CFAA45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753850" y="7715250"/>
            <a:ext cx="73342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" name="SEC-040-6">
            <a:extLst xmlns:a="http://schemas.openxmlformats.org/drawingml/2006/main">
              <a:ext uri="{FF2B5EF4-FFF2-40B4-BE49-F238E27FC236}">
                <a16:creationId xmlns:a16="http://schemas.microsoft.com/office/drawing/2014/main" id="{17334E0D-E466-4CE6-95F0-43EFCFF9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896850" y="7715250"/>
            <a:ext cx="733425" cy="952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" name="SEC-040-7">
            <a:extLst xmlns:a="http://schemas.openxmlformats.org/drawingml/2006/main">
              <a:ext uri="{FF2B5EF4-FFF2-40B4-BE49-F238E27FC236}">
                <a16:creationId xmlns:a16="http://schemas.microsoft.com/office/drawing/2014/main" id="{F9870B94-177B-4A65-A35B-59277564E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91475" y="1866900"/>
            <a:ext cx="38100" cy="541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" name="SEC-040-8">
            <a:extLst xmlns:a="http://schemas.openxmlformats.org/drawingml/2006/main">
              <a:ext uri="{FF2B5EF4-FFF2-40B4-BE49-F238E27FC236}">
                <a16:creationId xmlns:a16="http://schemas.microsoft.com/office/drawing/2014/main" id="{BCE359CC-CDFF-414F-BCF5-2C4B71124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143500" y="723900"/>
            <a:ext cx="5905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Localhost comm.</a:t>
            </a:r>
          </a:p>
        </p:txBody>
      </p:sp>
      <p:sp>
        <p:nvSpPr>
          <p:cNvPr id="9" name="SEC-040-9">
            <a:extLst xmlns:a="http://schemas.openxmlformats.org/drawingml/2006/main">
              <a:ext uri="{FF2B5EF4-FFF2-40B4-BE49-F238E27FC236}">
                <a16:creationId xmlns:a16="http://schemas.microsoft.com/office/drawing/2014/main" id="{1175B2BE-19F4-4E6C-A574-3B80F6ED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29275" y="132397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channel</a:t>
            </a:r>
          </a:p>
        </p:txBody>
      </p:sp>
      <p:sp>
        <p:nvSpPr>
          <p:cNvPr id="10" name="SEC-040-10">
            <a:extLst xmlns:a="http://schemas.openxmlformats.org/drawingml/2006/main">
              <a:ext uri="{FF2B5EF4-FFF2-40B4-BE49-F238E27FC236}">
                <a16:creationId xmlns:a16="http://schemas.microsoft.com/office/drawing/2014/main" id="{6E628C2E-1FF9-4C3F-92A9-DBAD557E3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2809875"/>
            <a:ext cx="1704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0000"/>
            </a:solidFill>
          </a:ln>
        </p:spPr>
      </p:sp>
      <p:sp>
        <p:nvSpPr>
          <p:cNvPr id="11" name="SEC-040-11">
            <a:extLst xmlns:a="http://schemas.openxmlformats.org/drawingml/2006/main">
              <a:ext uri="{FF2B5EF4-FFF2-40B4-BE49-F238E27FC236}">
                <a16:creationId xmlns:a16="http://schemas.microsoft.com/office/drawing/2014/main" id="{638B0921-EA76-41E1-8384-C9D82201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2714625"/>
            <a:ext cx="238125" cy="7048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75">
            <a:solidFill>
              <a:srgbClr val="000000"/>
            </a:solidFill>
          </a:ln>
        </p:spPr>
      </p:sp>
      <p:sp>
        <p:nvSpPr>
          <p:cNvPr id="12" name="SEC-040-12">
            <a:extLst xmlns:a="http://schemas.openxmlformats.org/drawingml/2006/main">
              <a:ext uri="{FF2B5EF4-FFF2-40B4-BE49-F238E27FC236}">
                <a16:creationId xmlns:a16="http://schemas.microsoft.com/office/drawing/2014/main" id="{69FC845F-EA41-47A0-85F8-3EB84CF2D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175" y="2714625"/>
            <a:ext cx="247650" cy="7048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75">
            <a:solidFill>
              <a:srgbClr val="000000"/>
            </a:solidFill>
          </a:ln>
        </p:spPr>
      </p:sp>
      <p:sp>
        <p:nvSpPr>
          <p:cNvPr id="13" name="SEC-040-13">
            <a:extLst xmlns:a="http://schemas.openxmlformats.org/drawingml/2006/main">
              <a:ext uri="{FF2B5EF4-FFF2-40B4-BE49-F238E27FC236}">
                <a16:creationId xmlns:a16="http://schemas.microsoft.com/office/drawing/2014/main" id="{11208093-1233-423E-B7EE-AD5FD2064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4725" y="3243263"/>
            <a:ext cx="5048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4" name="SEC-040-14">
            <a:extLst xmlns:a="http://schemas.openxmlformats.org/drawingml/2006/main">
              <a:ext uri="{FF2B5EF4-FFF2-40B4-BE49-F238E27FC236}">
                <a16:creationId xmlns:a16="http://schemas.microsoft.com/office/drawing/2014/main" id="{E3378DB1-727A-440C-BE43-1EFDB3FA5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375" y="3243263"/>
            <a:ext cx="1238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15" name="path-15">
            <a:extLst xmlns:a="http://schemas.openxmlformats.org/drawingml/2006/main">
              <a:ext uri="{FF2B5EF4-FFF2-40B4-BE49-F238E27FC236}">
                <a16:creationId xmlns:a16="http://schemas.microsoft.com/office/drawing/2014/main" id="{F9A6965B-8086-477C-937E-C4E39889B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752725"/>
            <a:ext cx="171450" cy="638175"/>
          </a:xfrm>
          <a:custGeom xmlns:a="http://schemas.openxmlformats.org/drawingml/2006/main">
            <a:pathLst>
              <a:path w="171450" h="638175">
                <a:moveTo>
                  <a:pt x="171450" y="0"/>
                </a:moveTo>
                <a:lnTo>
                  <a:pt x="0" y="0"/>
                </a:lnTo>
                <a:lnTo>
                  <a:pt x="0" y="638175"/>
                </a:lnTo>
                <a:lnTo>
                  <a:pt x="171450" y="638175"/>
                </a:lnTo>
                <a:lnTo>
                  <a:pt x="171450" y="485775"/>
                </a:lnTo>
                <a:lnTo>
                  <a:pt x="76200" y="485775"/>
                </a:lnTo>
                <a:lnTo>
                  <a:pt x="76200" y="152400"/>
                </a:lnTo>
                <a:lnTo>
                  <a:pt x="171450" y="1524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16" name="path-16">
            <a:extLst xmlns:a="http://schemas.openxmlformats.org/drawingml/2006/main">
              <a:ext uri="{FF2B5EF4-FFF2-40B4-BE49-F238E27FC236}">
                <a16:creationId xmlns:a16="http://schemas.microsoft.com/office/drawing/2014/main" id="{E07FFBFF-180C-4020-ACD0-1B730D60C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981325"/>
            <a:ext cx="476250" cy="190500"/>
          </a:xfrm>
          <a:custGeom xmlns:a="http://schemas.openxmlformats.org/drawingml/2006/main">
            <a:pathLst>
              <a:path w="476250" h="190500">
                <a:moveTo>
                  <a:pt x="0" y="95250"/>
                </a:moveTo>
                <a:lnTo>
                  <a:pt x="171450" y="0"/>
                </a:lnTo>
                <a:lnTo>
                  <a:pt x="171450" y="47625"/>
                </a:lnTo>
                <a:lnTo>
                  <a:pt x="476250" y="47625"/>
                </a:lnTo>
                <a:lnTo>
                  <a:pt x="476250" y="142875"/>
                </a:lnTo>
                <a:lnTo>
                  <a:pt x="171450" y="142875"/>
                </a:lnTo>
                <a:lnTo>
                  <a:pt x="171450" y="190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17" name="SEC-040-17">
            <a:extLst xmlns:a="http://schemas.openxmlformats.org/drawingml/2006/main">
              <a:ext uri="{FF2B5EF4-FFF2-40B4-BE49-F238E27FC236}">
                <a16:creationId xmlns:a16="http://schemas.microsoft.com/office/drawing/2014/main" id="{5BF3348B-2774-4B4F-9EC3-0D46EAC9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067550" y="5000625"/>
            <a:ext cx="17049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47625">
            <a:solidFill>
              <a:srgbClr val="000000"/>
            </a:solidFill>
          </a:ln>
        </p:spPr>
      </p:sp>
      <p:sp>
        <p:nvSpPr>
          <p:cNvPr id="18" name="SEC-040-18">
            <a:extLst xmlns:a="http://schemas.openxmlformats.org/drawingml/2006/main">
              <a:ext uri="{FF2B5EF4-FFF2-40B4-BE49-F238E27FC236}">
                <a16:creationId xmlns:a16="http://schemas.microsoft.com/office/drawing/2014/main" id="{5DC8C2B6-1567-4735-8D68-2C545C03C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962775" y="4905375"/>
            <a:ext cx="238125" cy="7048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75">
            <a:solidFill>
              <a:srgbClr val="000000"/>
            </a:solidFill>
          </a:ln>
        </p:spPr>
      </p:sp>
      <p:sp>
        <p:nvSpPr>
          <p:cNvPr id="19" name="SEC-040-19">
            <a:extLst xmlns:a="http://schemas.openxmlformats.org/drawingml/2006/main">
              <a:ext uri="{FF2B5EF4-FFF2-40B4-BE49-F238E27FC236}">
                <a16:creationId xmlns:a16="http://schemas.microsoft.com/office/drawing/2014/main" id="{5C6A0D28-F487-4269-9F31-C56EBA7A2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639175" y="4905375"/>
            <a:ext cx="247650" cy="70485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66675">
            <a:solidFill>
              <a:srgbClr val="000000"/>
            </a:solidFill>
          </a:ln>
        </p:spPr>
      </p:sp>
      <p:sp>
        <p:nvSpPr>
          <p:cNvPr id="20" name="SEC-040-20">
            <a:extLst xmlns:a="http://schemas.openxmlformats.org/drawingml/2006/main">
              <a:ext uri="{FF2B5EF4-FFF2-40B4-BE49-F238E27FC236}">
                <a16:creationId xmlns:a16="http://schemas.microsoft.com/office/drawing/2014/main" id="{875FEA18-A55C-4C74-93CF-6AEFDB16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324725" y="5434013"/>
            <a:ext cx="5048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1" name="SEC-040-21">
            <a:extLst xmlns:a="http://schemas.openxmlformats.org/drawingml/2006/main">
              <a:ext uri="{FF2B5EF4-FFF2-40B4-BE49-F238E27FC236}">
                <a16:creationId xmlns:a16="http://schemas.microsoft.com/office/drawing/2014/main" id="{A8698DC2-825A-4B51-9114-A51E7895E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953375" y="5434013"/>
            <a:ext cx="12382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22" name="path-22">
            <a:extLst xmlns:a="http://schemas.openxmlformats.org/drawingml/2006/main">
              <a:ext uri="{FF2B5EF4-FFF2-40B4-BE49-F238E27FC236}">
                <a16:creationId xmlns:a16="http://schemas.microsoft.com/office/drawing/2014/main" id="{927E0D2F-5632-41CF-A0C4-A9E4C0082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943475"/>
            <a:ext cx="171450" cy="638175"/>
          </a:xfrm>
          <a:custGeom xmlns:a="http://schemas.openxmlformats.org/drawingml/2006/main">
            <a:pathLst>
              <a:path w="171450" h="638175">
                <a:moveTo>
                  <a:pt x="171450" y="0"/>
                </a:moveTo>
                <a:lnTo>
                  <a:pt x="0" y="0"/>
                </a:lnTo>
                <a:lnTo>
                  <a:pt x="0" y="638175"/>
                </a:lnTo>
                <a:lnTo>
                  <a:pt x="171450" y="638175"/>
                </a:lnTo>
                <a:lnTo>
                  <a:pt x="171450" y="485775"/>
                </a:lnTo>
                <a:lnTo>
                  <a:pt x="76200" y="485775"/>
                </a:lnTo>
                <a:lnTo>
                  <a:pt x="76200" y="152400"/>
                </a:lnTo>
                <a:lnTo>
                  <a:pt x="171450" y="1524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sp>
        <p:nvSpPr>
          <p:cNvPr id="23" name="path-23">
            <a:extLst xmlns:a="http://schemas.openxmlformats.org/drawingml/2006/main">
              <a:ext uri="{FF2B5EF4-FFF2-40B4-BE49-F238E27FC236}">
                <a16:creationId xmlns:a16="http://schemas.microsoft.com/office/drawing/2014/main" id="{FD8290C9-C004-42C6-9911-20430B43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172075"/>
            <a:ext cx="476250" cy="190500"/>
          </a:xfrm>
          <a:custGeom xmlns:a="http://schemas.openxmlformats.org/drawingml/2006/main">
            <a:pathLst>
              <a:path w="476250" h="190500">
                <a:moveTo>
                  <a:pt x="0" y="95250"/>
                </a:moveTo>
                <a:lnTo>
                  <a:pt x="171450" y="0"/>
                </a:lnTo>
                <a:lnTo>
                  <a:pt x="171450" y="47625"/>
                </a:lnTo>
                <a:lnTo>
                  <a:pt x="476250" y="47625"/>
                </a:lnTo>
                <a:lnTo>
                  <a:pt x="476250" y="142875"/>
                </a:lnTo>
                <a:lnTo>
                  <a:pt x="171450" y="142875"/>
                </a:lnTo>
                <a:lnTo>
                  <a:pt x="171450" y="190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000000"/>
            </a:solidFill>
          </a:ln>
        </p:spPr>
      </p:sp>
      <p:pic>
        <p:nvPicPr>
          <p:cNvPr id="1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914057794e4b34"/>
          <a:stretch xmlns:a="http://schemas.openxmlformats.org/drawingml/2006/main"/>
        </p:blipFill>
        <p:spPr>
          <a:xfrm xmlns:a="http://schemas.openxmlformats.org/drawingml/2006/main">
            <a:off x="6200775" y="2733675"/>
            <a:ext cx="666750" cy="685800"/>
          </a:xfrm>
          <a:prstGeom xmlns:a="http://schemas.openxmlformats.org/drawingml/2006/main" prst="rect">
            <a:avLst/>
          </a:prstGeom>
        </p:spPr>
      </p:pic>
      <p:pic>
        <p:nvPicPr>
          <p:cNvPr id="1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6b8a011d7743f5"/>
          <a:stretch xmlns:a="http://schemas.openxmlformats.org/drawingml/2006/main"/>
        </p:blipFill>
        <p:spPr>
          <a:xfrm xmlns:a="http://schemas.openxmlformats.org/drawingml/2006/main">
            <a:off x="6200775" y="4933950"/>
            <a:ext cx="666750" cy="685800"/>
          </a:xfrm>
          <a:prstGeom xmlns:a="http://schemas.openxmlformats.org/drawingml/2006/main" prst="rect">
            <a:avLst/>
          </a:prstGeom>
        </p:spPr>
      </p:pic>
      <p:sp>
        <p:nvSpPr>
          <p:cNvPr id="26" name="SEC-040-24">
            <a:extLst xmlns:a="http://schemas.openxmlformats.org/drawingml/2006/main">
              <a:ext uri="{FF2B5EF4-FFF2-40B4-BE49-F238E27FC236}">
                <a16:creationId xmlns:a16="http://schemas.microsoft.com/office/drawing/2014/main" id="{1D39055A-96D4-4EE0-98A1-7D33EEBA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2962275"/>
            <a:ext cx="3590925" cy="10668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27" name="SEC-040-25">
            <a:extLst xmlns:a="http://schemas.openxmlformats.org/drawingml/2006/main">
              <a:ext uri="{FF2B5EF4-FFF2-40B4-BE49-F238E27FC236}">
                <a16:creationId xmlns:a16="http://schemas.microsoft.com/office/drawing/2014/main" id="{8A94140D-5FD8-44D6-935E-F648057BE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3143250"/>
            <a:ext cx="33432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Facebook app</a:t>
            </a:r>
          </a:p>
        </p:txBody>
      </p:sp>
      <p:sp>
        <p:nvSpPr>
          <p:cNvPr id="28" name="SEC-040-26">
            <a:extLst xmlns:a="http://schemas.openxmlformats.org/drawingml/2006/main">
              <a:ext uri="{FF2B5EF4-FFF2-40B4-BE49-F238E27FC236}">
                <a16:creationId xmlns:a16="http://schemas.microsoft.com/office/drawing/2014/main" id="{6D462E66-1818-4F37-85D7-28C880BE8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4152900"/>
            <a:ext cx="3590925" cy="1076325"/>
          </a:xfrm>
          <a:prstGeom xmlns:a="http://schemas.openxmlformats.org/drawingml/2006/main" prst="roundRect">
            <a:avLst>
              <a:gd name="adj" fmla="val 1769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29" name="SEC-040-27">
            <a:extLst xmlns:a="http://schemas.openxmlformats.org/drawingml/2006/main">
              <a:ext uri="{FF2B5EF4-FFF2-40B4-BE49-F238E27FC236}">
                <a16:creationId xmlns:a16="http://schemas.microsoft.com/office/drawing/2014/main" id="{8166BB86-F10B-473A-A193-9CC97EF74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81175" y="4324350"/>
            <a:ext cx="33432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Instagram app</a:t>
            </a:r>
          </a:p>
        </p:txBody>
      </p:sp>
      <p:sp>
        <p:nvSpPr>
          <p:cNvPr id="30" name="SEC-040-28">
            <a:extLst xmlns:a="http://schemas.openxmlformats.org/drawingml/2006/main">
              <a:ext uri="{FF2B5EF4-FFF2-40B4-BE49-F238E27FC236}">
                <a16:creationId xmlns:a16="http://schemas.microsoft.com/office/drawing/2014/main" id="{81E42CDD-3F64-4A1A-8428-9F131FFF7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410200" y="4048125"/>
            <a:ext cx="1981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31" name="path-29">
            <a:extLst xmlns:a="http://schemas.openxmlformats.org/drawingml/2006/main">
              <a:ext uri="{FF2B5EF4-FFF2-40B4-BE49-F238E27FC236}">
                <a16:creationId xmlns:a16="http://schemas.microsoft.com/office/drawing/2014/main" id="{14B19B10-2BCD-4101-8F4E-2FDA2862B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2268" y="3994899"/>
            <a:ext cx="199132" cy="182652"/>
          </a:xfrm>
          <a:custGeom xmlns:a="http://schemas.openxmlformats.org/drawingml/2006/main">
            <a:pathLst>
              <a:path w="199132" h="182652">
                <a:moveTo>
                  <a:pt x="199132" y="91326"/>
                </a:moveTo>
                <a:lnTo>
                  <a:pt x="0" y="1826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32" name="SEC-040-30">
            <a:extLst xmlns:a="http://schemas.openxmlformats.org/drawingml/2006/main">
              <a:ext uri="{FF2B5EF4-FFF2-40B4-BE49-F238E27FC236}">
                <a16:creationId xmlns:a16="http://schemas.microsoft.com/office/drawing/2014/main" id="{8510DB4D-7C56-412E-AD54-E191848C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3486150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UDP: 12580</a:t>
            </a:r>
          </a:p>
        </p:txBody>
      </p:sp>
      <p:sp>
        <p:nvSpPr>
          <p:cNvPr id="33" name="SEC-040-31">
            <a:extLst xmlns:a="http://schemas.openxmlformats.org/drawingml/2006/main">
              <a:ext uri="{FF2B5EF4-FFF2-40B4-BE49-F238E27FC236}">
                <a16:creationId xmlns:a16="http://schemas.microsoft.com/office/drawing/2014/main" id="{5F7CB803-4FCD-4F4F-ADCF-837590AD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381625" y="4200525"/>
            <a:ext cx="2590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TCP: 12387</a:t>
            </a:r>
          </a:p>
        </p:txBody>
      </p:sp>
      <p:sp>
        <p:nvSpPr>
          <p:cNvPr id="34" name="SEC-040-32">
            <a:extLst xmlns:a="http://schemas.openxmlformats.org/drawingml/2006/main">
              <a:ext uri="{FF2B5EF4-FFF2-40B4-BE49-F238E27FC236}">
                <a16:creationId xmlns:a16="http://schemas.microsoft.com/office/drawing/2014/main" id="{637EC469-F4F8-499E-A289-7523CECD7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85900" y="6457950"/>
            <a:ext cx="59817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80"/>
          </a:solidFill>
          <a:ln xmlns:a="http://schemas.openxmlformats.org/drawingml/2006/main" w="47625">
            <a:solidFill>
              <a:srgbClr val="000000"/>
            </a:solidFill>
          </a:ln>
        </p:spPr>
      </p:sp>
      <p:sp>
        <p:nvSpPr>
          <p:cNvPr id="35" name="SEC-040-33">
            <a:extLst xmlns:a="http://schemas.openxmlformats.org/drawingml/2006/main">
              <a:ext uri="{FF2B5EF4-FFF2-40B4-BE49-F238E27FC236}">
                <a16:creationId xmlns:a16="http://schemas.microsoft.com/office/drawing/2014/main" id="{EE27F47C-DDB7-4965-8029-CA9A6BA6F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714500" y="6562725"/>
            <a:ext cx="5524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Native mobile context</a:t>
            </a:r>
          </a:p>
        </p:txBody>
      </p:sp>
      <p:sp>
        <p:nvSpPr>
          <p:cNvPr id="36" name="SEC-040-34">
            <a:extLst xmlns:a="http://schemas.openxmlformats.org/drawingml/2006/main">
              <a:ext uri="{FF2B5EF4-FFF2-40B4-BE49-F238E27FC236}">
                <a16:creationId xmlns:a16="http://schemas.microsoft.com/office/drawing/2014/main" id="{3D849A92-6D83-4003-8D90-B1A52B540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562975" y="6457950"/>
            <a:ext cx="5981700" cy="790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FFCC"/>
          </a:solidFill>
          <a:ln xmlns:a="http://schemas.openxmlformats.org/drawingml/2006/main" w="47625">
            <a:solidFill>
              <a:srgbClr val="000000"/>
            </a:solidFill>
          </a:ln>
        </p:spPr>
      </p:sp>
      <p:sp>
        <p:nvSpPr>
          <p:cNvPr id="37" name="SEC-040-35">
            <a:extLst xmlns:a="http://schemas.openxmlformats.org/drawingml/2006/main">
              <a:ext uri="{FF2B5EF4-FFF2-40B4-BE49-F238E27FC236}">
                <a16:creationId xmlns:a16="http://schemas.microsoft.com/office/drawing/2014/main" id="{2477A105-BF5E-4B0E-9D18-C163D025A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743950" y="6562725"/>
            <a:ext cx="561975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675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675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Mobile browser context</a:t>
            </a:r>
          </a:p>
        </p:txBody>
      </p:sp>
      <p:sp>
        <p:nvSpPr>
          <p:cNvPr id="38" name="SEC-040-36">
            <a:extLst xmlns:a="http://schemas.openxmlformats.org/drawingml/2006/main">
              <a:ext uri="{FF2B5EF4-FFF2-40B4-BE49-F238E27FC236}">
                <a16:creationId xmlns:a16="http://schemas.microsoft.com/office/drawing/2014/main" id="{E7ED621C-256A-4EEF-8E52-4A5FDA06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20675" y="2200275"/>
            <a:ext cx="1028700" cy="942975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85725">
            <a:solidFill>
              <a:srgbClr val="000000"/>
            </a:solidFill>
          </a:ln>
        </p:spPr>
      </p:sp>
      <p:sp>
        <p:nvSpPr>
          <p:cNvPr id="39" name="SEC-040-37">
            <a:extLst xmlns:a="http://schemas.openxmlformats.org/drawingml/2006/main">
              <a:ext uri="{FF2B5EF4-FFF2-40B4-BE49-F238E27FC236}">
                <a16:creationId xmlns:a16="http://schemas.microsoft.com/office/drawing/2014/main" id="{9D1DC22C-9FE1-4341-AC07-FDBAF04F7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30200" y="2381250"/>
            <a:ext cx="1019175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0" name="SEC-040-38">
            <a:extLst xmlns:a="http://schemas.openxmlformats.org/drawingml/2006/main">
              <a:ext uri="{FF2B5EF4-FFF2-40B4-BE49-F238E27FC236}">
                <a16:creationId xmlns:a16="http://schemas.microsoft.com/office/drawing/2014/main" id="{55845ABD-BFF2-4FED-B793-50B2B868F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096875" y="2266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1" name="SEC-040-39">
            <a:extLst xmlns:a="http://schemas.openxmlformats.org/drawingml/2006/main">
              <a:ext uri="{FF2B5EF4-FFF2-40B4-BE49-F238E27FC236}">
                <a16:creationId xmlns:a16="http://schemas.microsoft.com/office/drawing/2014/main" id="{CD2C5D76-1335-46F5-B966-147FC672F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0" y="2266950"/>
            <a:ext cx="228600" cy="76200"/>
          </a:xfrm>
          <a:prstGeom xmlns:a="http://schemas.openxmlformats.org/drawingml/2006/main" prst="roundRect">
            <a:avLst>
              <a:gd name="adj" fmla="val 375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2" name="SEC-040-40">
            <a:extLst xmlns:a="http://schemas.openxmlformats.org/drawingml/2006/main">
              <a:ext uri="{FF2B5EF4-FFF2-40B4-BE49-F238E27FC236}">
                <a16:creationId xmlns:a16="http://schemas.microsoft.com/office/drawing/2014/main" id="{D3D19D7A-D803-4287-A2DD-37805259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0" y="2533650"/>
            <a:ext cx="590550" cy="5905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43" name="SEC-040-41">
            <a:extLst xmlns:a="http://schemas.openxmlformats.org/drawingml/2006/main">
              <a:ext uri="{FF2B5EF4-FFF2-40B4-BE49-F238E27FC236}">
                <a16:creationId xmlns:a16="http://schemas.microsoft.com/office/drawing/2014/main" id="{6E2FE750-0E11-4E18-AF49-A1728726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82625" y="2533650"/>
            <a:ext cx="304800" cy="590550"/>
          </a:xfrm>
          <a:prstGeom xmlns:a="http://schemas.openxmlformats.org/drawingml/2006/main" prst="ellips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000000"/>
            </a:solidFill>
          </a:ln>
        </p:spPr>
      </p:sp>
      <p:sp>
        <p:nvSpPr>
          <p:cNvPr id="44" name="SEC-040-42">
            <a:extLst xmlns:a="http://schemas.openxmlformats.org/drawingml/2006/main">
              <a:ext uri="{FF2B5EF4-FFF2-40B4-BE49-F238E27FC236}">
                <a16:creationId xmlns:a16="http://schemas.microsoft.com/office/drawing/2014/main" id="{1A20CA1D-C890-4D36-9B05-1FB5973E2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39750" y="2790825"/>
            <a:ext cx="5905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5" name="SEC-040-43">
            <a:extLst xmlns:a="http://schemas.openxmlformats.org/drawingml/2006/main">
              <a:ext uri="{FF2B5EF4-FFF2-40B4-BE49-F238E27FC236}">
                <a16:creationId xmlns:a16="http://schemas.microsoft.com/office/drawing/2014/main" id="{CE486759-91A2-4551-978E-7448A2465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5950" y="2647950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6" name="SEC-040-44">
            <a:extLst xmlns:a="http://schemas.openxmlformats.org/drawingml/2006/main">
              <a:ext uri="{FF2B5EF4-FFF2-40B4-BE49-F238E27FC236}">
                <a16:creationId xmlns:a16="http://schemas.microsoft.com/office/drawing/2014/main" id="{671898F9-E69D-425F-BDCA-6F4077E7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315950" y="2981325"/>
            <a:ext cx="44767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47" name="SEC-040-45">
            <a:extLst xmlns:a="http://schemas.openxmlformats.org/drawingml/2006/main">
              <a:ext uri="{FF2B5EF4-FFF2-40B4-BE49-F238E27FC236}">
                <a16:creationId xmlns:a16="http://schemas.microsoft.com/office/drawing/2014/main" id="{FDB7D515-8778-4E7F-BCCB-6A5746F62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73075" y="27432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00000"/>
            </a:solidFill>
          </a:ln>
        </p:spPr>
      </p:sp>
      <p:sp>
        <p:nvSpPr>
          <p:cNvPr id="48" name="SEC-040-46">
            <a:extLst xmlns:a="http://schemas.openxmlformats.org/drawingml/2006/main">
              <a:ext uri="{FF2B5EF4-FFF2-40B4-BE49-F238E27FC236}">
                <a16:creationId xmlns:a16="http://schemas.microsoft.com/office/drawing/2014/main" id="{884EBA38-0E9A-437A-B52E-4F7856E8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296900" y="275272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WWW</a:t>
            </a:r>
          </a:p>
        </p:txBody>
      </p:sp>
      <p:sp>
        <p:nvSpPr>
          <p:cNvPr id="49" name="SEC-040-47">
            <a:extLst xmlns:a="http://schemas.openxmlformats.org/drawingml/2006/main">
              <a:ext uri="{FF2B5EF4-FFF2-40B4-BE49-F238E27FC236}">
                <a16:creationId xmlns:a16="http://schemas.microsoft.com/office/drawing/2014/main" id="{293E1F48-4B3F-4CEE-823D-6BF90490A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734925" y="3476625"/>
            <a:ext cx="2152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site.com</a:t>
            </a:r>
          </a:p>
        </p:txBody>
      </p:sp>
      <p:sp>
        <p:nvSpPr>
          <p:cNvPr id="50" name="SEC-040-48">
            <a:extLst xmlns:a="http://schemas.openxmlformats.org/drawingml/2006/main">
              <a:ext uri="{FF2B5EF4-FFF2-40B4-BE49-F238E27FC236}">
                <a16:creationId xmlns:a16="http://schemas.microsoft.com/office/drawing/2014/main" id="{74F2B00B-FAB9-4C75-98F4-18B6870CF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30150" y="4162425"/>
            <a:ext cx="207645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51" name="SEC-040-49">
            <a:extLst xmlns:a="http://schemas.openxmlformats.org/drawingml/2006/main">
              <a:ext uri="{FF2B5EF4-FFF2-40B4-BE49-F238E27FC236}">
                <a16:creationId xmlns:a16="http://schemas.microsoft.com/office/drawing/2014/main" id="{F3209F73-AD47-413B-8291-D1C101875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58725" y="4238625"/>
            <a:ext cx="2038350" cy="962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 Pixel</a:t>
            </a:r>
          </a:p>
          <a:p xmlns:a="http://schemas.openxmlformats.org/drawingml/2006/main">
            <a:pPr algn="ctr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</a:t>
            </a:r>
          </a:p>
        </p:txBody>
      </p:sp>
      <p:sp>
        <p:nvSpPr>
          <p:cNvPr id="52" name="SEC-040-50">
            <a:extLst xmlns:a="http://schemas.openxmlformats.org/drawingml/2006/main">
              <a:ext uri="{FF2B5EF4-FFF2-40B4-BE49-F238E27FC236}">
                <a16:creationId xmlns:a16="http://schemas.microsoft.com/office/drawing/2014/main" id="{80B54C8D-76B9-4B28-A16B-05CD22B14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716375" y="44005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3" name="path-51">
            <a:extLst xmlns:a="http://schemas.openxmlformats.org/drawingml/2006/main">
              <a:ext uri="{FF2B5EF4-FFF2-40B4-BE49-F238E27FC236}">
                <a16:creationId xmlns:a16="http://schemas.microsoft.com/office/drawing/2014/main" id="{D0B66676-B9EE-41F2-B03D-2671F7777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4486275"/>
            <a:ext cx="1720869" cy="1038225"/>
          </a:xfrm>
          <a:custGeom xmlns:a="http://schemas.openxmlformats.org/drawingml/2006/main">
            <a:pathLst>
              <a:path w="1720869" h="1038225">
                <a:moveTo>
                  <a:pt x="1714500" y="0"/>
                </a:moveTo>
                <a:lnTo>
                  <a:pt x="1719993" y="53961"/>
                </a:lnTo>
                <a:lnTo>
                  <a:pt x="1720869" y="105864"/>
                </a:lnTo>
                <a:lnTo>
                  <a:pt x="1717295" y="155758"/>
                </a:lnTo>
                <a:lnTo>
                  <a:pt x="1709442" y="203692"/>
                </a:lnTo>
                <a:lnTo>
                  <a:pt x="1697478" y="249715"/>
                </a:lnTo>
                <a:lnTo>
                  <a:pt x="1681571" y="293876"/>
                </a:lnTo>
                <a:lnTo>
                  <a:pt x="1661890" y="336224"/>
                </a:lnTo>
                <a:lnTo>
                  <a:pt x="1638605" y="376809"/>
                </a:lnTo>
                <a:lnTo>
                  <a:pt x="1611883" y="415679"/>
                </a:lnTo>
                <a:lnTo>
                  <a:pt x="1581894" y="452884"/>
                </a:lnTo>
                <a:lnTo>
                  <a:pt x="1548807" y="488473"/>
                </a:lnTo>
                <a:lnTo>
                  <a:pt x="1512789" y="522494"/>
                </a:lnTo>
                <a:lnTo>
                  <a:pt x="1474011" y="554997"/>
                </a:lnTo>
                <a:lnTo>
                  <a:pt x="1432640" y="586032"/>
                </a:lnTo>
                <a:lnTo>
                  <a:pt x="1388845" y="615646"/>
                </a:lnTo>
                <a:lnTo>
                  <a:pt x="1342796" y="643890"/>
                </a:lnTo>
                <a:lnTo>
                  <a:pt x="1294661" y="670812"/>
                </a:lnTo>
                <a:lnTo>
                  <a:pt x="1244609" y="696462"/>
                </a:lnTo>
                <a:lnTo>
                  <a:pt x="1192808" y="720888"/>
                </a:lnTo>
                <a:lnTo>
                  <a:pt x="1139428" y="744141"/>
                </a:lnTo>
                <a:lnTo>
                  <a:pt x="1084637" y="766268"/>
                </a:lnTo>
                <a:lnTo>
                  <a:pt x="1028604" y="787319"/>
                </a:lnTo>
                <a:lnTo>
                  <a:pt x="971497" y="807343"/>
                </a:lnTo>
                <a:lnTo>
                  <a:pt x="913486" y="826389"/>
                </a:lnTo>
                <a:lnTo>
                  <a:pt x="854739" y="844507"/>
                </a:lnTo>
                <a:lnTo>
                  <a:pt x="795424" y="861745"/>
                </a:lnTo>
                <a:lnTo>
                  <a:pt x="735712" y="878152"/>
                </a:lnTo>
                <a:lnTo>
                  <a:pt x="675770" y="893778"/>
                </a:lnTo>
                <a:lnTo>
                  <a:pt x="615768" y="908672"/>
                </a:lnTo>
                <a:lnTo>
                  <a:pt x="555873" y="922883"/>
                </a:lnTo>
                <a:lnTo>
                  <a:pt x="496255" y="936460"/>
                </a:lnTo>
                <a:lnTo>
                  <a:pt x="437083" y="949452"/>
                </a:lnTo>
                <a:lnTo>
                  <a:pt x="378525" y="961908"/>
                </a:lnTo>
                <a:lnTo>
                  <a:pt x="320751" y="973878"/>
                </a:lnTo>
                <a:lnTo>
                  <a:pt x="263928" y="985410"/>
                </a:lnTo>
                <a:lnTo>
                  <a:pt x="208226" y="996553"/>
                </a:lnTo>
                <a:lnTo>
                  <a:pt x="153813" y="1007357"/>
                </a:lnTo>
                <a:lnTo>
                  <a:pt x="100859" y="1017871"/>
                </a:lnTo>
                <a:lnTo>
                  <a:pt x="49532" y="1028144"/>
                </a:lnTo>
                <a:lnTo>
                  <a:pt x="0" y="10382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54" name="path-52">
            <a:extLst xmlns:a="http://schemas.openxmlformats.org/drawingml/2006/main">
              <a:ext uri="{FF2B5EF4-FFF2-40B4-BE49-F238E27FC236}">
                <a16:creationId xmlns:a16="http://schemas.microsoft.com/office/drawing/2014/main" id="{5DCEFEB3-C167-4F01-ACCE-9B87BC85E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0" y="5412148"/>
            <a:ext cx="185517" cy="155637"/>
          </a:xfrm>
          <a:custGeom xmlns:a="http://schemas.openxmlformats.org/drawingml/2006/main">
            <a:pathLst>
              <a:path w="185517" h="155637">
                <a:moveTo>
                  <a:pt x="0" y="112352"/>
                </a:moveTo>
                <a:lnTo>
                  <a:pt x="153841" y="0"/>
                </a:lnTo>
                <a:lnTo>
                  <a:pt x="185517" y="155637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55" name="SEC-040-53">
            <a:extLst xmlns:a="http://schemas.openxmlformats.org/drawingml/2006/main">
              <a:ext uri="{FF2B5EF4-FFF2-40B4-BE49-F238E27FC236}">
                <a16:creationId xmlns:a16="http://schemas.microsoft.com/office/drawing/2014/main" id="{AA39A3E2-A4DD-4844-AA85-868C1C5E0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0" y="5429250"/>
            <a:ext cx="2876550" cy="600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EF250C"/>
                </a:solidFill>
                <a:latin typeface="Arial"/>
                <a:ea typeface="Arial"/>
                <a:cs typeface="Arial"/>
              </a:defRPr>
            </a:pPr>
            <a:r>
              <a:rPr sz="3750" b="1" i="0">
                <a:solidFill>
                  <a:srgbClr val="EF250C"/>
                </a:solidFill>
                <a:latin typeface="Arial"/>
                <a:ea typeface="Arial"/>
                <a:cs typeface="Arial"/>
              </a:rPr>
              <a:t>_fbp cookie</a:t>
            </a:r>
          </a:p>
        </p:txBody>
      </p:sp>
      <p:sp>
        <p:nvSpPr>
          <p:cNvPr id="56" name="SEC-040-54">
            <a:extLst xmlns:a="http://schemas.openxmlformats.org/drawingml/2006/main">
              <a:ext uri="{FF2B5EF4-FFF2-40B4-BE49-F238E27FC236}">
                <a16:creationId xmlns:a16="http://schemas.microsoft.com/office/drawing/2014/main" id="{9B5DD3D5-79D7-495E-A4F0-36B84BDD4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49000" y="340042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57" name="path-55">
            <a:extLst xmlns:a="http://schemas.openxmlformats.org/drawingml/2006/main">
              <a:ext uri="{FF2B5EF4-FFF2-40B4-BE49-F238E27FC236}">
                <a16:creationId xmlns:a16="http://schemas.microsoft.com/office/drawing/2014/main" id="{0BC6AC46-5D0E-475A-903F-F5F1209F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26716"/>
            <a:ext cx="1495134" cy="959434"/>
          </a:xfrm>
          <a:custGeom xmlns:a="http://schemas.openxmlformats.org/drawingml/2006/main">
            <a:pathLst>
              <a:path w="1495134" h="959434">
                <a:moveTo>
                  <a:pt x="1419225" y="959434"/>
                </a:moveTo>
                <a:lnTo>
                  <a:pt x="1443250" y="871261"/>
                </a:lnTo>
                <a:lnTo>
                  <a:pt x="1462549" y="788118"/>
                </a:lnTo>
                <a:lnTo>
                  <a:pt x="1477255" y="709889"/>
                </a:lnTo>
                <a:lnTo>
                  <a:pt x="1487500" y="636460"/>
                </a:lnTo>
                <a:lnTo>
                  <a:pt x="1493416" y="567719"/>
                </a:lnTo>
                <a:lnTo>
                  <a:pt x="1495134" y="503549"/>
                </a:lnTo>
                <a:lnTo>
                  <a:pt x="1492788" y="443836"/>
                </a:lnTo>
                <a:lnTo>
                  <a:pt x="1486510" y="388468"/>
                </a:lnTo>
                <a:lnTo>
                  <a:pt x="1476430" y="337328"/>
                </a:lnTo>
                <a:lnTo>
                  <a:pt x="1462683" y="290303"/>
                </a:lnTo>
                <a:lnTo>
                  <a:pt x="1445399" y="247279"/>
                </a:lnTo>
                <a:lnTo>
                  <a:pt x="1424711" y="208140"/>
                </a:lnTo>
                <a:lnTo>
                  <a:pt x="1400752" y="172774"/>
                </a:lnTo>
                <a:lnTo>
                  <a:pt x="1373653" y="141065"/>
                </a:lnTo>
                <a:lnTo>
                  <a:pt x="1343546" y="112900"/>
                </a:lnTo>
                <a:lnTo>
                  <a:pt x="1310564" y="88163"/>
                </a:lnTo>
                <a:lnTo>
                  <a:pt x="1274839" y="66742"/>
                </a:lnTo>
                <a:lnTo>
                  <a:pt x="1236502" y="48520"/>
                </a:lnTo>
                <a:lnTo>
                  <a:pt x="1195687" y="33385"/>
                </a:lnTo>
                <a:lnTo>
                  <a:pt x="1152525" y="21222"/>
                </a:lnTo>
                <a:lnTo>
                  <a:pt x="1107148" y="11916"/>
                </a:lnTo>
                <a:lnTo>
                  <a:pt x="1059690" y="5353"/>
                </a:lnTo>
                <a:lnTo>
                  <a:pt x="1010280" y="1419"/>
                </a:lnTo>
                <a:lnTo>
                  <a:pt x="959053" y="0"/>
                </a:lnTo>
                <a:lnTo>
                  <a:pt x="906140" y="981"/>
                </a:lnTo>
                <a:lnTo>
                  <a:pt x="851673" y="4248"/>
                </a:lnTo>
                <a:lnTo>
                  <a:pt x="795785" y="9687"/>
                </a:lnTo>
                <a:lnTo>
                  <a:pt x="738607" y="17183"/>
                </a:lnTo>
                <a:lnTo>
                  <a:pt x="680271" y="26622"/>
                </a:lnTo>
                <a:lnTo>
                  <a:pt x="620911" y="37890"/>
                </a:lnTo>
                <a:lnTo>
                  <a:pt x="560658" y="50873"/>
                </a:lnTo>
                <a:lnTo>
                  <a:pt x="499643" y="65456"/>
                </a:lnTo>
                <a:lnTo>
                  <a:pt x="438001" y="81524"/>
                </a:lnTo>
                <a:lnTo>
                  <a:pt x="375861" y="98965"/>
                </a:lnTo>
                <a:lnTo>
                  <a:pt x="313358" y="117662"/>
                </a:lnTo>
                <a:lnTo>
                  <a:pt x="250622" y="137503"/>
                </a:lnTo>
                <a:lnTo>
                  <a:pt x="187786" y="158372"/>
                </a:lnTo>
                <a:lnTo>
                  <a:pt x="124982" y="180156"/>
                </a:lnTo>
                <a:lnTo>
                  <a:pt x="62343" y="202740"/>
                </a:lnTo>
                <a:lnTo>
                  <a:pt x="0" y="226009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58" name="path-56">
            <a:extLst xmlns:a="http://schemas.openxmlformats.org/drawingml/2006/main">
              <a:ext uri="{FF2B5EF4-FFF2-40B4-BE49-F238E27FC236}">
                <a16:creationId xmlns:a16="http://schemas.microsoft.com/office/drawing/2014/main" id="{83F8C644-FBED-4906-B38E-211085C1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24521"/>
            <a:ext cx="180496" cy="141360"/>
          </a:xfrm>
          <a:custGeom xmlns:a="http://schemas.openxmlformats.org/drawingml/2006/main">
            <a:pathLst>
              <a:path w="180496" h="141360">
                <a:moveTo>
                  <a:pt x="0" y="128204"/>
                </a:moveTo>
                <a:lnTo>
                  <a:pt x="127733" y="0"/>
                </a:lnTo>
                <a:lnTo>
                  <a:pt x="180496" y="14136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59" name="SEC-040-57">
            <a:extLst xmlns:a="http://schemas.openxmlformats.org/drawingml/2006/main">
              <a:ext uri="{FF2B5EF4-FFF2-40B4-BE49-F238E27FC236}">
                <a16:creationId xmlns:a16="http://schemas.microsoft.com/office/drawing/2014/main" id="{7622DB41-00D9-4479-AD9C-E721EC162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039475" y="459105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0" name="path-58">
            <a:extLst xmlns:a="http://schemas.openxmlformats.org/drawingml/2006/main">
              <a:ext uri="{FF2B5EF4-FFF2-40B4-BE49-F238E27FC236}">
                <a16:creationId xmlns:a16="http://schemas.microsoft.com/office/drawing/2014/main" id="{BC3F026E-12F7-4478-AEF0-677539A2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676775"/>
            <a:ext cx="1218486" cy="927900"/>
          </a:xfrm>
          <a:custGeom xmlns:a="http://schemas.openxmlformats.org/drawingml/2006/main">
            <a:pathLst>
              <a:path w="1218486" h="927900">
                <a:moveTo>
                  <a:pt x="1123950" y="0"/>
                </a:moveTo>
                <a:lnTo>
                  <a:pt x="1150835" y="97350"/>
                </a:lnTo>
                <a:lnTo>
                  <a:pt x="1173012" y="188082"/>
                </a:lnTo>
                <a:lnTo>
                  <a:pt x="1190629" y="272401"/>
                </a:lnTo>
                <a:lnTo>
                  <a:pt x="1203836" y="350510"/>
                </a:lnTo>
                <a:lnTo>
                  <a:pt x="1212782" y="422616"/>
                </a:lnTo>
                <a:lnTo>
                  <a:pt x="1217615" y="488922"/>
                </a:lnTo>
                <a:lnTo>
                  <a:pt x="1218486" y="549632"/>
                </a:lnTo>
                <a:lnTo>
                  <a:pt x="1215542" y="604952"/>
                </a:lnTo>
                <a:lnTo>
                  <a:pt x="1208934" y="655085"/>
                </a:lnTo>
                <a:lnTo>
                  <a:pt x="1198811" y="700236"/>
                </a:lnTo>
                <a:lnTo>
                  <a:pt x="1185320" y="740610"/>
                </a:lnTo>
                <a:lnTo>
                  <a:pt x="1168613" y="776411"/>
                </a:lnTo>
                <a:lnTo>
                  <a:pt x="1148837" y="807844"/>
                </a:lnTo>
                <a:lnTo>
                  <a:pt x="1126142" y="835113"/>
                </a:lnTo>
                <a:lnTo>
                  <a:pt x="1100677" y="858422"/>
                </a:lnTo>
                <a:lnTo>
                  <a:pt x="1072591" y="877976"/>
                </a:lnTo>
                <a:lnTo>
                  <a:pt x="1042034" y="893980"/>
                </a:lnTo>
                <a:lnTo>
                  <a:pt x="1009154" y="906638"/>
                </a:lnTo>
                <a:lnTo>
                  <a:pt x="974100" y="916155"/>
                </a:lnTo>
                <a:lnTo>
                  <a:pt x="937022" y="922734"/>
                </a:lnTo>
                <a:lnTo>
                  <a:pt x="898069" y="926581"/>
                </a:lnTo>
                <a:lnTo>
                  <a:pt x="857389" y="927900"/>
                </a:lnTo>
                <a:lnTo>
                  <a:pt x="815133" y="926896"/>
                </a:lnTo>
                <a:lnTo>
                  <a:pt x="771449" y="923773"/>
                </a:lnTo>
                <a:lnTo>
                  <a:pt x="726486" y="918735"/>
                </a:lnTo>
                <a:lnTo>
                  <a:pt x="680393" y="911987"/>
                </a:lnTo>
                <a:lnTo>
                  <a:pt x="633320" y="903733"/>
                </a:lnTo>
                <a:lnTo>
                  <a:pt x="585416" y="894178"/>
                </a:lnTo>
                <a:lnTo>
                  <a:pt x="536829" y="883527"/>
                </a:lnTo>
                <a:lnTo>
                  <a:pt x="487710" y="871984"/>
                </a:lnTo>
                <a:lnTo>
                  <a:pt x="438206" y="859753"/>
                </a:lnTo>
                <a:lnTo>
                  <a:pt x="388468" y="847039"/>
                </a:lnTo>
                <a:lnTo>
                  <a:pt x="338643" y="834047"/>
                </a:lnTo>
                <a:lnTo>
                  <a:pt x="288883" y="820980"/>
                </a:lnTo>
                <a:lnTo>
                  <a:pt x="239334" y="808044"/>
                </a:lnTo>
                <a:lnTo>
                  <a:pt x="190148" y="795442"/>
                </a:lnTo>
                <a:lnTo>
                  <a:pt x="141472" y="783380"/>
                </a:lnTo>
                <a:lnTo>
                  <a:pt x="93456" y="772062"/>
                </a:lnTo>
                <a:lnTo>
                  <a:pt x="46249" y="761692"/>
                </a:lnTo>
                <a:lnTo>
                  <a:pt x="0" y="75247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61" name="path-59">
            <a:extLst xmlns:a="http://schemas.openxmlformats.org/drawingml/2006/main">
              <a:ext uri="{FF2B5EF4-FFF2-40B4-BE49-F238E27FC236}">
                <a16:creationId xmlns:a16="http://schemas.microsoft.com/office/drawing/2014/main" id="{65F44678-EBEE-4DF9-9A8C-E7AE87A62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387413"/>
            <a:ext cx="176073" cy="147976"/>
          </a:xfrm>
          <a:custGeom xmlns:a="http://schemas.openxmlformats.org/drawingml/2006/main">
            <a:pathLst>
              <a:path w="176073" h="147976">
                <a:moveTo>
                  <a:pt x="0" y="41837"/>
                </a:moveTo>
                <a:lnTo>
                  <a:pt x="176073" y="0"/>
                </a:lnTo>
                <a:lnTo>
                  <a:pt x="146582" y="147976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2" name="SEC-040-60">
            <a:extLst xmlns:a="http://schemas.openxmlformats.org/drawingml/2006/main">
              <a:ext uri="{FF2B5EF4-FFF2-40B4-BE49-F238E27FC236}">
                <a16:creationId xmlns:a16="http://schemas.microsoft.com/office/drawing/2014/main" id="{64AFC3DF-121B-4949-A237-963EE118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314450" y="3962400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3" name="path-61">
            <a:extLst xmlns:a="http://schemas.openxmlformats.org/drawingml/2006/main">
              <a:ext uri="{FF2B5EF4-FFF2-40B4-BE49-F238E27FC236}">
                <a16:creationId xmlns:a16="http://schemas.microsoft.com/office/drawing/2014/main" id="{2336BAB1-B3C1-4DFC-9A2E-27F6ED1D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750" y="4048125"/>
            <a:ext cx="5715150" cy="4693816"/>
          </a:xfrm>
          <a:custGeom xmlns:a="http://schemas.openxmlformats.org/drawingml/2006/main">
            <a:pathLst>
              <a:path w="5715150" h="4693816">
                <a:moveTo>
                  <a:pt x="295425" y="0"/>
                </a:moveTo>
                <a:lnTo>
                  <a:pt x="215446" y="307288"/>
                </a:lnTo>
                <a:lnTo>
                  <a:pt x="148292" y="602070"/>
                </a:lnTo>
                <a:lnTo>
                  <a:pt x="93823" y="884559"/>
                </a:lnTo>
                <a:lnTo>
                  <a:pt x="51900" y="1154963"/>
                </a:lnTo>
                <a:lnTo>
                  <a:pt x="22382" y="1413495"/>
                </a:lnTo>
                <a:lnTo>
                  <a:pt x="5128" y="1660365"/>
                </a:lnTo>
                <a:lnTo>
                  <a:pt x="0" y="1895783"/>
                </a:lnTo>
                <a:lnTo>
                  <a:pt x="6856" y="2119960"/>
                </a:lnTo>
                <a:lnTo>
                  <a:pt x="25556" y="2333108"/>
                </a:lnTo>
                <a:lnTo>
                  <a:pt x="55961" y="2535436"/>
                </a:lnTo>
                <a:lnTo>
                  <a:pt x="97930" y="2727156"/>
                </a:lnTo>
                <a:lnTo>
                  <a:pt x="151322" y="2908478"/>
                </a:lnTo>
                <a:lnTo>
                  <a:pt x="215998" y="3079613"/>
                </a:lnTo>
                <a:lnTo>
                  <a:pt x="291817" y="3240772"/>
                </a:lnTo>
                <a:lnTo>
                  <a:pt x="378639" y="3392165"/>
                </a:lnTo>
                <a:lnTo>
                  <a:pt x="476324" y="3534004"/>
                </a:lnTo>
                <a:lnTo>
                  <a:pt x="584732" y="3666498"/>
                </a:lnTo>
                <a:lnTo>
                  <a:pt x="703723" y="3789859"/>
                </a:lnTo>
                <a:lnTo>
                  <a:pt x="833156" y="3904298"/>
                </a:lnTo>
                <a:lnTo>
                  <a:pt x="972891" y="4010025"/>
                </a:lnTo>
                <a:lnTo>
                  <a:pt x="1122788" y="4107251"/>
                </a:lnTo>
                <a:lnTo>
                  <a:pt x="1282707" y="4196186"/>
                </a:lnTo>
                <a:lnTo>
                  <a:pt x="1452508" y="4277042"/>
                </a:lnTo>
                <a:lnTo>
                  <a:pt x="1632050" y="4350029"/>
                </a:lnTo>
                <a:lnTo>
                  <a:pt x="1821193" y="4415358"/>
                </a:lnTo>
                <a:lnTo>
                  <a:pt x="2019797" y="4473240"/>
                </a:lnTo>
                <a:lnTo>
                  <a:pt x="2227722" y="4523885"/>
                </a:lnTo>
                <a:lnTo>
                  <a:pt x="2444827" y="4567504"/>
                </a:lnTo>
                <a:lnTo>
                  <a:pt x="2670973" y="4604308"/>
                </a:lnTo>
                <a:lnTo>
                  <a:pt x="2906020" y="4634508"/>
                </a:lnTo>
                <a:lnTo>
                  <a:pt x="3149826" y="4658314"/>
                </a:lnTo>
                <a:lnTo>
                  <a:pt x="3402252" y="4675937"/>
                </a:lnTo>
                <a:lnTo>
                  <a:pt x="3663158" y="4687588"/>
                </a:lnTo>
                <a:lnTo>
                  <a:pt x="3932403" y="4693477"/>
                </a:lnTo>
                <a:lnTo>
                  <a:pt x="4209847" y="4693816"/>
                </a:lnTo>
                <a:lnTo>
                  <a:pt x="4495350" y="4688815"/>
                </a:lnTo>
                <a:lnTo>
                  <a:pt x="4788773" y="4678684"/>
                </a:lnTo>
                <a:lnTo>
                  <a:pt x="5089974" y="4663635"/>
                </a:lnTo>
                <a:lnTo>
                  <a:pt x="5398813" y="4643879"/>
                </a:lnTo>
                <a:lnTo>
                  <a:pt x="5715150" y="4619625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64" name="path-62">
            <a:extLst xmlns:a="http://schemas.openxmlformats.org/drawingml/2006/main">
              <a:ext uri="{FF2B5EF4-FFF2-40B4-BE49-F238E27FC236}">
                <a16:creationId xmlns:a16="http://schemas.microsoft.com/office/drawing/2014/main" id="{8099C2E6-C5B6-42E2-8B48-28A4A2041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242" y="8598508"/>
            <a:ext cx="187658" cy="166281"/>
          </a:xfrm>
          <a:custGeom xmlns:a="http://schemas.openxmlformats.org/drawingml/2006/main">
            <a:pathLst>
              <a:path w="187658" h="166281">
                <a:moveTo>
                  <a:pt x="187658" y="69242"/>
                </a:moveTo>
                <a:lnTo>
                  <a:pt x="12749" y="16628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5" name="SEC-040-63">
            <a:extLst xmlns:a="http://schemas.openxmlformats.org/drawingml/2006/main">
              <a:ext uri="{FF2B5EF4-FFF2-40B4-BE49-F238E27FC236}">
                <a16:creationId xmlns:a16="http://schemas.microsoft.com/office/drawing/2014/main" id="{7E948D75-B16F-4B6E-AE5F-1A306085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601825" y="5895975"/>
            <a:ext cx="171450" cy="171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66" name="path-64">
            <a:extLst xmlns:a="http://schemas.openxmlformats.org/drawingml/2006/main">
              <a:ext uri="{FF2B5EF4-FFF2-40B4-BE49-F238E27FC236}">
                <a16:creationId xmlns:a16="http://schemas.microsoft.com/office/drawing/2014/main" id="{CC8A8032-8DCD-4BC0-BBAF-A36D17E72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5981700"/>
            <a:ext cx="5605237" cy="2812965"/>
          </a:xfrm>
          <a:custGeom xmlns:a="http://schemas.openxmlformats.org/drawingml/2006/main">
            <a:pathLst>
              <a:path w="5605237" h="2812965">
                <a:moveTo>
                  <a:pt x="5534025" y="0"/>
                </a:moveTo>
                <a:lnTo>
                  <a:pt x="5569948" y="191896"/>
                </a:lnTo>
                <a:lnTo>
                  <a:pt x="5593598" y="376168"/>
                </a:lnTo>
                <a:lnTo>
                  <a:pt x="5605237" y="552907"/>
                </a:lnTo>
                <a:lnTo>
                  <a:pt x="5605129" y="722205"/>
                </a:lnTo>
                <a:lnTo>
                  <a:pt x="5593538" y="884151"/>
                </a:lnTo>
                <a:lnTo>
                  <a:pt x="5570726" y="1038837"/>
                </a:lnTo>
                <a:lnTo>
                  <a:pt x="5536958" y="1186355"/>
                </a:lnTo>
                <a:lnTo>
                  <a:pt x="5492496" y="1326794"/>
                </a:lnTo>
                <a:lnTo>
                  <a:pt x="5437604" y="1460248"/>
                </a:lnTo>
                <a:lnTo>
                  <a:pt x="5372546" y="1586805"/>
                </a:lnTo>
                <a:lnTo>
                  <a:pt x="5297585" y="1706559"/>
                </a:lnTo>
                <a:lnTo>
                  <a:pt x="5212985" y="1819599"/>
                </a:lnTo>
                <a:lnTo>
                  <a:pt x="5119008" y="1926017"/>
                </a:lnTo>
                <a:lnTo>
                  <a:pt x="5015919" y="2025903"/>
                </a:lnTo>
                <a:lnTo>
                  <a:pt x="4903980" y="2119350"/>
                </a:lnTo>
                <a:lnTo>
                  <a:pt x="4783455" y="2206447"/>
                </a:lnTo>
                <a:lnTo>
                  <a:pt x="4654608" y="2287287"/>
                </a:lnTo>
                <a:lnTo>
                  <a:pt x="4517702" y="2361959"/>
                </a:lnTo>
                <a:lnTo>
                  <a:pt x="4373000" y="2430556"/>
                </a:lnTo>
                <a:lnTo>
                  <a:pt x="4220766" y="2493169"/>
                </a:lnTo>
                <a:lnTo>
                  <a:pt x="4061263" y="2549887"/>
                </a:lnTo>
                <a:lnTo>
                  <a:pt x="3894755" y="2600804"/>
                </a:lnTo>
                <a:lnTo>
                  <a:pt x="3721505" y="2646008"/>
                </a:lnTo>
                <a:lnTo>
                  <a:pt x="3541776" y="2685593"/>
                </a:lnTo>
                <a:lnTo>
                  <a:pt x="3355832" y="2719648"/>
                </a:lnTo>
                <a:lnTo>
                  <a:pt x="3163937" y="2748265"/>
                </a:lnTo>
                <a:lnTo>
                  <a:pt x="2966354" y="2771535"/>
                </a:lnTo>
                <a:lnTo>
                  <a:pt x="2763345" y="2789549"/>
                </a:lnTo>
                <a:lnTo>
                  <a:pt x="2555176" y="2802398"/>
                </a:lnTo>
                <a:lnTo>
                  <a:pt x="2342108" y="2810173"/>
                </a:lnTo>
                <a:lnTo>
                  <a:pt x="2124406" y="2812965"/>
                </a:lnTo>
                <a:lnTo>
                  <a:pt x="1902333" y="2810866"/>
                </a:lnTo>
                <a:lnTo>
                  <a:pt x="1676152" y="2803966"/>
                </a:lnTo>
                <a:lnTo>
                  <a:pt x="1446127" y="2792356"/>
                </a:lnTo>
                <a:lnTo>
                  <a:pt x="1212521" y="2776128"/>
                </a:lnTo>
                <a:lnTo>
                  <a:pt x="975598" y="2755373"/>
                </a:lnTo>
                <a:lnTo>
                  <a:pt x="735621" y="2730181"/>
                </a:lnTo>
                <a:lnTo>
                  <a:pt x="492853" y="2700645"/>
                </a:lnTo>
                <a:lnTo>
                  <a:pt x="247558" y="2666854"/>
                </a:lnTo>
                <a:lnTo>
                  <a:pt x="0" y="2628900"/>
                </a:lnTo>
              </a:path>
            </a:pathLst>
          </a:custGeom>
          <a:noFill xmlns:a="http://schemas.openxmlformats.org/drawingml/2006/main"/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67" name="path-65">
            <a:extLst xmlns:a="http://schemas.openxmlformats.org/drawingml/2006/main">
              <a:ext uri="{FF2B5EF4-FFF2-40B4-BE49-F238E27FC236}">
                <a16:creationId xmlns:a16="http://schemas.microsoft.com/office/drawing/2014/main" id="{8E0FDECD-3A69-424A-A02F-6588F24E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8555731"/>
            <a:ext cx="192352" cy="164843"/>
          </a:xfrm>
          <a:custGeom xmlns:a="http://schemas.openxmlformats.org/drawingml/2006/main">
            <a:pathLst>
              <a:path w="192352" h="164843">
                <a:moveTo>
                  <a:pt x="0" y="54869"/>
                </a:moveTo>
                <a:lnTo>
                  <a:pt x="192352" y="0"/>
                </a:lnTo>
                <a:lnTo>
                  <a:pt x="167080" y="164843"/>
                </a:lnTo>
                <a:close/>
              </a:path>
            </a:pathLst>
          </a:cu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</a:ln>
        </p:spPr>
      </p:sp>
      <p:sp>
        <p:nvSpPr>
          <p:cNvPr id="68" name="path-66">
            <a:extLst xmlns:a="http://schemas.openxmlformats.org/drawingml/2006/main">
              <a:ext uri="{FF2B5EF4-FFF2-40B4-BE49-F238E27FC236}">
                <a16:creationId xmlns:a16="http://schemas.microsoft.com/office/drawing/2014/main" id="{5CF53994-8710-4AC3-B927-8F11429A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5470" y="8055086"/>
            <a:ext cx="2230908" cy="1511078"/>
          </a:xfrm>
          <a:custGeom xmlns:a="http://schemas.openxmlformats.org/drawingml/2006/main">
            <a:pathLst>
              <a:path w="2230908" h="1511078">
                <a:moveTo>
                  <a:pt x="2230908" y="755539"/>
                </a:moveTo>
                <a:lnTo>
                  <a:pt x="2225688" y="785728"/>
                </a:lnTo>
                <a:lnTo>
                  <a:pt x="2210392" y="815210"/>
                </a:lnTo>
                <a:lnTo>
                  <a:pt x="2186084" y="843368"/>
                </a:lnTo>
                <a:lnTo>
                  <a:pt x="2154435" y="869744"/>
                </a:lnTo>
                <a:lnTo>
                  <a:pt x="2117576" y="894101"/>
                </a:lnTo>
                <a:lnTo>
                  <a:pt x="2077913" y="916459"/>
                </a:lnTo>
                <a:lnTo>
                  <a:pt x="2037925" y="937093"/>
                </a:lnTo>
                <a:lnTo>
                  <a:pt x="1999947" y="956514"/>
                </a:lnTo>
                <a:lnTo>
                  <a:pt x="1965980" y="975413"/>
                </a:lnTo>
                <a:lnTo>
                  <a:pt x="1937526" y="994587"/>
                </a:lnTo>
                <a:lnTo>
                  <a:pt x="1915472" y="1014844"/>
                </a:lnTo>
                <a:lnTo>
                  <a:pt x="1900031" y="1036914"/>
                </a:lnTo>
                <a:lnTo>
                  <a:pt x="1890743" y="1061350"/>
                </a:lnTo>
                <a:lnTo>
                  <a:pt x="1886535" y="1088457"/>
                </a:lnTo>
                <a:lnTo>
                  <a:pt x="1885838" y="1118233"/>
                </a:lnTo>
                <a:lnTo>
                  <a:pt x="1886740" y="1150348"/>
                </a:lnTo>
                <a:lnTo>
                  <a:pt x="1887168" y="1184152"/>
                </a:lnTo>
                <a:lnTo>
                  <a:pt x="1885080" y="1218713"/>
                </a:lnTo>
                <a:lnTo>
                  <a:pt x="1878645" y="1252895"/>
                </a:lnTo>
                <a:lnTo>
                  <a:pt x="1866403" y="1285451"/>
                </a:lnTo>
                <a:lnTo>
                  <a:pt x="1847377" y="1315136"/>
                </a:lnTo>
                <a:lnTo>
                  <a:pt x="1821147" y="1340822"/>
                </a:lnTo>
                <a:lnTo>
                  <a:pt x="1787858" y="1361609"/>
                </a:lnTo>
                <a:lnTo>
                  <a:pt x="1748186" y="1376919"/>
                </a:lnTo>
                <a:lnTo>
                  <a:pt x="1703244" y="1386559"/>
                </a:lnTo>
                <a:lnTo>
                  <a:pt x="1654463" y="1390755"/>
                </a:lnTo>
                <a:lnTo>
                  <a:pt x="1603435" y="1390146"/>
                </a:lnTo>
                <a:lnTo>
                  <a:pt x="1551759" y="1385739"/>
                </a:lnTo>
                <a:lnTo>
                  <a:pt x="1500885" y="1378830"/>
                </a:lnTo>
                <a:lnTo>
                  <a:pt x="1451984" y="1370894"/>
                </a:lnTo>
                <a:lnTo>
                  <a:pt x="1405853" y="1363462"/>
                </a:lnTo>
                <a:lnTo>
                  <a:pt x="1362865" y="1357983"/>
                </a:lnTo>
                <a:lnTo>
                  <a:pt x="1322957" y="1355694"/>
                </a:lnTo>
                <a:lnTo>
                  <a:pt x="1285676" y="1357509"/>
                </a:lnTo>
                <a:lnTo>
                  <a:pt x="1250259" y="1363929"/>
                </a:lnTo>
                <a:lnTo>
                  <a:pt x="1215745" y="1374993"/>
                </a:lnTo>
                <a:lnTo>
                  <a:pt x="1181108" y="1390269"/>
                </a:lnTo>
                <a:lnTo>
                  <a:pt x="1145386" y="1408880"/>
                </a:lnTo>
                <a:lnTo>
                  <a:pt x="1107812" y="1429583"/>
                </a:lnTo>
                <a:lnTo>
                  <a:pt x="1067905" y="1450864"/>
                </a:lnTo>
                <a:lnTo>
                  <a:pt x="1025543" y="1471073"/>
                </a:lnTo>
                <a:lnTo>
                  <a:pt x="980975" y="1488561"/>
                </a:lnTo>
                <a:lnTo>
                  <a:pt x="934808" y="1501820"/>
                </a:lnTo>
                <a:lnTo>
                  <a:pt x="887937" y="1509614"/>
                </a:lnTo>
                <a:lnTo>
                  <a:pt x="841447" y="1511078"/>
                </a:lnTo>
                <a:lnTo>
                  <a:pt x="796491" y="1505796"/>
                </a:lnTo>
                <a:lnTo>
                  <a:pt x="754153" y="1493823"/>
                </a:lnTo>
                <a:lnTo>
                  <a:pt x="715320" y="1475682"/>
                </a:lnTo>
                <a:lnTo>
                  <a:pt x="680565" y="1452312"/>
                </a:lnTo>
                <a:lnTo>
                  <a:pt x="650071" y="1424978"/>
                </a:lnTo>
                <a:lnTo>
                  <a:pt x="623583" y="1395158"/>
                </a:lnTo>
                <a:lnTo>
                  <a:pt x="600422" y="1364417"/>
                </a:lnTo>
                <a:lnTo>
                  <a:pt x="579529" y="1334269"/>
                </a:lnTo>
                <a:lnTo>
                  <a:pt x="559567" y="1306048"/>
                </a:lnTo>
                <a:lnTo>
                  <a:pt x="539046" y="1280803"/>
                </a:lnTo>
                <a:lnTo>
                  <a:pt x="516482" y="1259219"/>
                </a:lnTo>
                <a:lnTo>
                  <a:pt x="490547" y="1241570"/>
                </a:lnTo>
                <a:lnTo>
                  <a:pt x="460229" y="1227715"/>
                </a:lnTo>
                <a:lnTo>
                  <a:pt x="424950" y="1217128"/>
                </a:lnTo>
                <a:lnTo>
                  <a:pt x="384661" y="1208965"/>
                </a:lnTo>
                <a:lnTo>
                  <a:pt x="339872" y="1202158"/>
                </a:lnTo>
                <a:lnTo>
                  <a:pt x="291649" y="1195521"/>
                </a:lnTo>
                <a:lnTo>
                  <a:pt x="241536" y="1187870"/>
                </a:lnTo>
                <a:lnTo>
                  <a:pt x="191445" y="1178134"/>
                </a:lnTo>
                <a:lnTo>
                  <a:pt x="143493" y="1165449"/>
                </a:lnTo>
                <a:lnTo>
                  <a:pt x="99827" y="1149234"/>
                </a:lnTo>
                <a:lnTo>
                  <a:pt x="62427" y="1129229"/>
                </a:lnTo>
                <a:lnTo>
                  <a:pt x="32927" y="1105506"/>
                </a:lnTo>
                <a:lnTo>
                  <a:pt x="12458" y="1078443"/>
                </a:lnTo>
                <a:lnTo>
                  <a:pt x="1536" y="1048670"/>
                </a:lnTo>
                <a:lnTo>
                  <a:pt x="0" y="1016993"/>
                </a:lnTo>
                <a:lnTo>
                  <a:pt x="7008" y="984299"/>
                </a:lnTo>
                <a:lnTo>
                  <a:pt x="21100" y="951464"/>
                </a:lnTo>
                <a:lnTo>
                  <a:pt x="40312" y="919261"/>
                </a:lnTo>
                <a:lnTo>
                  <a:pt x="62340" y="888279"/>
                </a:lnTo>
                <a:lnTo>
                  <a:pt x="84734" y="858880"/>
                </a:lnTo>
                <a:lnTo>
                  <a:pt x="105109" y="831164"/>
                </a:lnTo>
                <a:lnTo>
                  <a:pt x="121351" y="804977"/>
                </a:lnTo>
                <a:lnTo>
                  <a:pt x="131803" y="779947"/>
                </a:lnTo>
                <a:lnTo>
                  <a:pt x="135408" y="755539"/>
                </a:lnTo>
                <a:lnTo>
                  <a:pt x="131803" y="731131"/>
                </a:lnTo>
                <a:lnTo>
                  <a:pt x="121351" y="706101"/>
                </a:lnTo>
                <a:lnTo>
                  <a:pt x="105109" y="679915"/>
                </a:lnTo>
                <a:lnTo>
                  <a:pt x="84734" y="652198"/>
                </a:lnTo>
                <a:lnTo>
                  <a:pt x="62340" y="622799"/>
                </a:lnTo>
                <a:lnTo>
                  <a:pt x="40312" y="591818"/>
                </a:lnTo>
                <a:lnTo>
                  <a:pt x="21100" y="559614"/>
                </a:lnTo>
                <a:lnTo>
                  <a:pt x="7008" y="526779"/>
                </a:lnTo>
                <a:lnTo>
                  <a:pt x="0" y="494086"/>
                </a:lnTo>
                <a:lnTo>
                  <a:pt x="1536" y="462408"/>
                </a:lnTo>
                <a:lnTo>
                  <a:pt x="12458" y="432635"/>
                </a:lnTo>
                <a:lnTo>
                  <a:pt x="32927" y="405572"/>
                </a:lnTo>
                <a:lnTo>
                  <a:pt x="62427" y="381849"/>
                </a:lnTo>
                <a:lnTo>
                  <a:pt x="99827" y="361844"/>
                </a:lnTo>
                <a:lnTo>
                  <a:pt x="143493" y="345629"/>
                </a:lnTo>
                <a:lnTo>
                  <a:pt x="191445" y="332945"/>
                </a:lnTo>
                <a:lnTo>
                  <a:pt x="241536" y="323209"/>
                </a:lnTo>
                <a:lnTo>
                  <a:pt x="291649" y="315558"/>
                </a:lnTo>
                <a:lnTo>
                  <a:pt x="339872" y="308921"/>
                </a:lnTo>
                <a:lnTo>
                  <a:pt x="384661" y="302113"/>
                </a:lnTo>
                <a:lnTo>
                  <a:pt x="424950" y="293950"/>
                </a:lnTo>
                <a:lnTo>
                  <a:pt x="460229" y="283363"/>
                </a:lnTo>
                <a:lnTo>
                  <a:pt x="490547" y="269508"/>
                </a:lnTo>
                <a:lnTo>
                  <a:pt x="516482" y="251859"/>
                </a:lnTo>
                <a:lnTo>
                  <a:pt x="539046" y="230275"/>
                </a:lnTo>
                <a:lnTo>
                  <a:pt x="559567" y="205031"/>
                </a:lnTo>
                <a:lnTo>
                  <a:pt x="579529" y="176810"/>
                </a:lnTo>
                <a:lnTo>
                  <a:pt x="600422" y="146661"/>
                </a:lnTo>
                <a:lnTo>
                  <a:pt x="623583" y="115920"/>
                </a:lnTo>
                <a:lnTo>
                  <a:pt x="650071" y="86101"/>
                </a:lnTo>
                <a:lnTo>
                  <a:pt x="680565" y="58766"/>
                </a:lnTo>
                <a:lnTo>
                  <a:pt x="715320" y="35396"/>
                </a:lnTo>
                <a:lnTo>
                  <a:pt x="754153" y="17256"/>
                </a:lnTo>
                <a:lnTo>
                  <a:pt x="796491" y="5283"/>
                </a:lnTo>
                <a:lnTo>
                  <a:pt x="841447" y="0"/>
                </a:lnTo>
                <a:lnTo>
                  <a:pt x="887937" y="1465"/>
                </a:lnTo>
                <a:lnTo>
                  <a:pt x="934808" y="9258"/>
                </a:lnTo>
                <a:lnTo>
                  <a:pt x="980975" y="22517"/>
                </a:lnTo>
                <a:lnTo>
                  <a:pt x="1025543" y="40005"/>
                </a:lnTo>
                <a:lnTo>
                  <a:pt x="1067905" y="60214"/>
                </a:lnTo>
                <a:lnTo>
                  <a:pt x="1107812" y="81496"/>
                </a:lnTo>
                <a:lnTo>
                  <a:pt x="1145386" y="102198"/>
                </a:lnTo>
                <a:lnTo>
                  <a:pt x="1181108" y="120810"/>
                </a:lnTo>
                <a:lnTo>
                  <a:pt x="1215745" y="136085"/>
                </a:lnTo>
                <a:lnTo>
                  <a:pt x="1250259" y="147149"/>
                </a:lnTo>
                <a:lnTo>
                  <a:pt x="1285676" y="153569"/>
                </a:lnTo>
                <a:lnTo>
                  <a:pt x="1322957" y="155384"/>
                </a:lnTo>
                <a:lnTo>
                  <a:pt x="1362865" y="153096"/>
                </a:lnTo>
                <a:lnTo>
                  <a:pt x="1405853" y="147616"/>
                </a:lnTo>
                <a:lnTo>
                  <a:pt x="1451984" y="140184"/>
                </a:lnTo>
                <a:lnTo>
                  <a:pt x="1500885" y="132249"/>
                </a:lnTo>
                <a:lnTo>
                  <a:pt x="1551759" y="125339"/>
                </a:lnTo>
                <a:lnTo>
                  <a:pt x="1603435" y="120932"/>
                </a:lnTo>
                <a:lnTo>
                  <a:pt x="1654463" y="120324"/>
                </a:lnTo>
                <a:lnTo>
                  <a:pt x="1703244" y="124520"/>
                </a:lnTo>
                <a:lnTo>
                  <a:pt x="1748186" y="134160"/>
                </a:lnTo>
                <a:lnTo>
                  <a:pt x="1787858" y="149469"/>
                </a:lnTo>
                <a:lnTo>
                  <a:pt x="1821147" y="170257"/>
                </a:lnTo>
                <a:lnTo>
                  <a:pt x="1847377" y="195942"/>
                </a:lnTo>
                <a:lnTo>
                  <a:pt x="1866403" y="225627"/>
                </a:lnTo>
                <a:lnTo>
                  <a:pt x="1878645" y="258184"/>
                </a:lnTo>
                <a:lnTo>
                  <a:pt x="1885080" y="292366"/>
                </a:lnTo>
                <a:lnTo>
                  <a:pt x="1887168" y="326927"/>
                </a:lnTo>
                <a:lnTo>
                  <a:pt x="1886740" y="360730"/>
                </a:lnTo>
                <a:lnTo>
                  <a:pt x="1885838" y="392845"/>
                </a:lnTo>
                <a:lnTo>
                  <a:pt x="1886535" y="422622"/>
                </a:lnTo>
                <a:lnTo>
                  <a:pt x="1890743" y="449728"/>
                </a:lnTo>
                <a:lnTo>
                  <a:pt x="1900031" y="474165"/>
                </a:lnTo>
                <a:lnTo>
                  <a:pt x="1915472" y="496234"/>
                </a:lnTo>
                <a:lnTo>
                  <a:pt x="1937526" y="516492"/>
                </a:lnTo>
                <a:lnTo>
                  <a:pt x="1965980" y="535665"/>
                </a:lnTo>
                <a:lnTo>
                  <a:pt x="1999947" y="554565"/>
                </a:lnTo>
                <a:lnTo>
                  <a:pt x="2037925" y="573986"/>
                </a:lnTo>
                <a:lnTo>
                  <a:pt x="2077913" y="594620"/>
                </a:lnTo>
                <a:lnTo>
                  <a:pt x="2117576" y="616977"/>
                </a:lnTo>
                <a:lnTo>
                  <a:pt x="2154435" y="641334"/>
                </a:lnTo>
                <a:lnTo>
                  <a:pt x="2186084" y="667710"/>
                </a:lnTo>
                <a:lnTo>
                  <a:pt x="2210392" y="695868"/>
                </a:lnTo>
                <a:lnTo>
                  <a:pt x="2225688" y="72535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38100">
            <a:solidFill>
              <a:srgbClr val="000000"/>
            </a:solidFill>
          </a:ln>
        </p:spPr>
      </p:sp>
      <p:sp>
        <p:nvSpPr>
          <p:cNvPr id="69" name="SEC-040-67">
            <a:extLst xmlns:a="http://schemas.openxmlformats.org/drawingml/2006/main">
              <a:ext uri="{FF2B5EF4-FFF2-40B4-BE49-F238E27FC236}">
                <a16:creationId xmlns:a16="http://schemas.microsoft.com/office/drawing/2014/main" id="{13A66177-8B83-4AF4-B834-EBD69B68C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7162800" y="8334375"/>
            <a:ext cx="15906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Meta</a:t>
            </a:r>
          </a:p>
          <a:p xmlns:a="http://schemas.openxmlformats.org/drawingml/2006/main">
            <a:pPr algn="ctr">
              <a:defRPr sz="33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servers</a:t>
            </a:r>
          </a:p>
        </p:txBody>
      </p:sp>
      <p:sp>
        <p:nvSpPr>
          <p:cNvPr id="70" name="SEC-040-68">
            <a:extLst xmlns:a="http://schemas.openxmlformats.org/drawingml/2006/main">
              <a:ext uri="{FF2B5EF4-FFF2-40B4-BE49-F238E27FC236}">
                <a16:creationId xmlns:a16="http://schemas.microsoft.com/office/drawing/2014/main" id="{9987B18E-2711-44FC-BA4E-3890732FF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0600" y="1457325"/>
            <a:ext cx="6076950" cy="962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1" name="SEC-040-69">
            <a:extLst xmlns:a="http://schemas.openxmlformats.org/drawingml/2006/main">
              <a:ext uri="{FF2B5EF4-FFF2-40B4-BE49-F238E27FC236}">
                <a16:creationId xmlns:a16="http://schemas.microsoft.com/office/drawing/2014/main" id="{8B31EA12-7F86-4B88-A1D6-923707645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57275" y="1543050"/>
            <a:ext cx="790575" cy="790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2" name="SEC-040-70">
            <a:extLst xmlns:a="http://schemas.openxmlformats.org/drawingml/2006/main">
              <a:ext uri="{FF2B5EF4-FFF2-40B4-BE49-F238E27FC236}">
                <a16:creationId xmlns:a16="http://schemas.microsoft.com/office/drawing/2014/main" id="{9F709501-53AB-44BD-BFB7-953296F7E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85850" y="1581150"/>
            <a:ext cx="733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3" name="SEC-040-71">
            <a:extLst xmlns:a="http://schemas.openxmlformats.org/drawingml/2006/main">
              <a:ext uri="{FF2B5EF4-FFF2-40B4-BE49-F238E27FC236}">
                <a16:creationId xmlns:a16="http://schemas.microsoft.com/office/drawing/2014/main" id="{9355C108-EB7B-44C0-AF5E-9142C4610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924050" y="1533525"/>
            <a:ext cx="5429250" cy="847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Apps run in background</a:t>
            </a:r>
          </a:p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listen on localhost ports</a:t>
            </a:r>
          </a:p>
        </p:txBody>
      </p:sp>
      <p:sp>
        <p:nvSpPr>
          <p:cNvPr id="74" name="SEC-040-72">
            <a:extLst xmlns:a="http://schemas.openxmlformats.org/drawingml/2006/main">
              <a:ext uri="{FF2B5EF4-FFF2-40B4-BE49-F238E27FC236}">
                <a16:creationId xmlns:a16="http://schemas.microsoft.com/office/drawing/2014/main" id="{EF28F4EC-FD34-4FED-AB1C-65FBAB25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01425" y="1095375"/>
            <a:ext cx="790575" cy="790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5" name="SEC-040-73">
            <a:extLst xmlns:a="http://schemas.openxmlformats.org/drawingml/2006/main">
              <a:ext uri="{FF2B5EF4-FFF2-40B4-BE49-F238E27FC236}">
                <a16:creationId xmlns:a16="http://schemas.microsoft.com/office/drawing/2014/main" id="{2E4021E9-1F9B-4D78-9334-F63210806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430000" y="1133475"/>
            <a:ext cx="733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76" name="SEC-040-74">
            <a:extLst xmlns:a="http://schemas.openxmlformats.org/drawingml/2006/main">
              <a:ext uri="{FF2B5EF4-FFF2-40B4-BE49-F238E27FC236}">
                <a16:creationId xmlns:a16="http://schemas.microsoft.com/office/drawing/2014/main" id="{9D2FBFEC-F504-4278-9B05-6E8F24BB1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34875" y="1133475"/>
            <a:ext cx="3238500" cy="752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User opens site</a:t>
            </a:r>
          </a:p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 mobile browser</a:t>
            </a:r>
          </a:p>
        </p:txBody>
      </p:sp>
      <p:sp>
        <p:nvSpPr>
          <p:cNvPr id="77" name="SEC-040-75">
            <a:extLst xmlns:a="http://schemas.openxmlformats.org/drawingml/2006/main">
              <a:ext uri="{FF2B5EF4-FFF2-40B4-BE49-F238E27FC236}">
                <a16:creationId xmlns:a16="http://schemas.microsoft.com/office/drawing/2014/main" id="{15C5CFD3-4404-4374-898D-F66CE7B5B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39900" y="3438525"/>
            <a:ext cx="4591050" cy="981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8" name="SEC-040-76">
            <a:extLst xmlns:a="http://schemas.openxmlformats.org/drawingml/2006/main">
              <a:ext uri="{FF2B5EF4-FFF2-40B4-BE49-F238E27FC236}">
                <a16:creationId xmlns:a16="http://schemas.microsoft.com/office/drawing/2014/main" id="{A8F41177-7188-4A71-9BDB-AAECC5B83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497050" y="3524250"/>
            <a:ext cx="790575" cy="790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79" name="SEC-040-77">
            <a:extLst xmlns:a="http://schemas.openxmlformats.org/drawingml/2006/main">
              <a:ext uri="{FF2B5EF4-FFF2-40B4-BE49-F238E27FC236}">
                <a16:creationId xmlns:a16="http://schemas.microsoft.com/office/drawing/2014/main" id="{2770A594-1B38-4BB0-A2F9-6FE68191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525625" y="3562350"/>
            <a:ext cx="733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0" name="SEC-040-78">
            <a:extLst xmlns:a="http://schemas.openxmlformats.org/drawingml/2006/main">
              <a:ext uri="{FF2B5EF4-FFF2-40B4-BE49-F238E27FC236}">
                <a16:creationId xmlns:a16="http://schemas.microsoft.com/office/drawing/2014/main" id="{5FCBCFDC-8F0D-48EE-8E25-23C50B39B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59075" y="3486150"/>
            <a:ext cx="3543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Script generates</a:t>
            </a:r>
          </a:p>
        </p:txBody>
      </p:sp>
      <p:sp>
        <p:nvSpPr>
          <p:cNvPr id="81" name="SEC-040-79">
            <a:extLst xmlns:a="http://schemas.openxmlformats.org/drawingml/2006/main">
              <a:ext uri="{FF2B5EF4-FFF2-40B4-BE49-F238E27FC236}">
                <a16:creationId xmlns:a16="http://schemas.microsoft.com/office/drawing/2014/main" id="{847F9923-1B15-44B0-87AD-99F94D15A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5459075" y="3905250"/>
            <a:ext cx="857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EF250C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EF250C"/>
                </a:solidFill>
                <a:latin typeface="Arial"/>
                <a:ea typeface="Arial"/>
                <a:cs typeface="Arial"/>
              </a:rPr>
              <a:t>_fbp</a:t>
            </a:r>
          </a:p>
        </p:txBody>
      </p:sp>
      <p:sp>
        <p:nvSpPr>
          <p:cNvPr id="82" name="SEC-040-80">
            <a:extLst xmlns:a="http://schemas.openxmlformats.org/drawingml/2006/main">
              <a:ext uri="{FF2B5EF4-FFF2-40B4-BE49-F238E27FC236}">
                <a16:creationId xmlns:a16="http://schemas.microsoft.com/office/drawing/2014/main" id="{260EDDD9-A192-4441-9054-BEEEE0CD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344900" y="3914775"/>
            <a:ext cx="22479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cookie</a:t>
            </a:r>
          </a:p>
        </p:txBody>
      </p:sp>
      <p:sp>
        <p:nvSpPr>
          <p:cNvPr id="83" name="SEC-040-81">
            <a:extLst xmlns:a="http://schemas.openxmlformats.org/drawingml/2006/main">
              <a:ext uri="{FF2B5EF4-FFF2-40B4-BE49-F238E27FC236}">
                <a16:creationId xmlns:a16="http://schemas.microsoft.com/office/drawing/2014/main" id="{8A6DF340-E3AF-4363-AE18-D31B745C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8972550" y="3476625"/>
            <a:ext cx="382905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84" name="SEC-040-82">
            <a:extLst xmlns:a="http://schemas.openxmlformats.org/drawingml/2006/main">
              <a:ext uri="{FF2B5EF4-FFF2-40B4-BE49-F238E27FC236}">
                <a16:creationId xmlns:a16="http://schemas.microsoft.com/office/drawing/2014/main" id="{0316E86D-9CD6-46D5-A021-0BE45C574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10650" y="3705225"/>
            <a:ext cx="790575" cy="790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85" name="SEC-040-83">
            <a:extLst xmlns:a="http://schemas.openxmlformats.org/drawingml/2006/main">
              <a:ext uri="{FF2B5EF4-FFF2-40B4-BE49-F238E27FC236}">
                <a16:creationId xmlns:a16="http://schemas.microsoft.com/office/drawing/2014/main" id="{BDA2D583-4662-4750-800A-90678249B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039225" y="3743325"/>
            <a:ext cx="733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6" name="SEC-040-84">
            <a:extLst xmlns:a="http://schemas.openxmlformats.org/drawingml/2006/main">
              <a:ext uri="{FF2B5EF4-FFF2-40B4-BE49-F238E27FC236}">
                <a16:creationId xmlns:a16="http://schemas.microsoft.com/office/drawing/2014/main" id="{37457CB6-09D1-40C5-BDD7-5ACDA33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3638550"/>
            <a:ext cx="22002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Pixel sends</a:t>
            </a:r>
          </a:p>
        </p:txBody>
      </p:sp>
      <p:sp>
        <p:nvSpPr>
          <p:cNvPr id="87" name="SEC-040-85">
            <a:extLst xmlns:a="http://schemas.openxmlformats.org/drawingml/2006/main">
              <a:ext uri="{FF2B5EF4-FFF2-40B4-BE49-F238E27FC236}">
                <a16:creationId xmlns:a16="http://schemas.microsoft.com/office/drawing/2014/main" id="{0B1DD984-2DAC-49CF-B9FF-A48CC95A1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001500" y="3638550"/>
            <a:ext cx="95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EF250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F250C"/>
                </a:solidFill>
                <a:latin typeface="Arial"/>
                <a:ea typeface="Arial"/>
                <a:cs typeface="Arial"/>
              </a:rPr>
              <a:t>_fbp</a:t>
            </a:r>
          </a:p>
        </p:txBody>
      </p:sp>
      <p:sp>
        <p:nvSpPr>
          <p:cNvPr id="88" name="SEC-040-86">
            <a:extLst xmlns:a="http://schemas.openxmlformats.org/drawingml/2006/main">
              <a:ext uri="{FF2B5EF4-FFF2-40B4-BE49-F238E27FC236}">
                <a16:creationId xmlns:a16="http://schemas.microsoft.com/office/drawing/2014/main" id="{6F4EF798-6B46-43C0-8D06-27884952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9934575" y="4086225"/>
            <a:ext cx="28479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localhost</a:t>
            </a:r>
          </a:p>
        </p:txBody>
      </p:sp>
      <p:sp>
        <p:nvSpPr>
          <p:cNvPr id="89" name="SEC-040-87">
            <a:extLst xmlns:a="http://schemas.openxmlformats.org/drawingml/2006/main">
              <a:ext uri="{FF2B5EF4-FFF2-40B4-BE49-F238E27FC236}">
                <a16:creationId xmlns:a16="http://schemas.microsoft.com/office/drawing/2014/main" id="{C3E7EAE0-3E13-46C3-8FC9-4CB109EF6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38250" y="8905875"/>
            <a:ext cx="790575" cy="790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0" name="SEC-040-88">
            <a:extLst xmlns:a="http://schemas.openxmlformats.org/drawingml/2006/main">
              <a:ext uri="{FF2B5EF4-FFF2-40B4-BE49-F238E27FC236}">
                <a16:creationId xmlns:a16="http://schemas.microsoft.com/office/drawing/2014/main" id="{0C7E7C71-43C6-44A1-B4BD-E9074B29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266825" y="8943975"/>
            <a:ext cx="733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91" name="SEC-040-89">
            <a:extLst xmlns:a="http://schemas.openxmlformats.org/drawingml/2006/main">
              <a:ext uri="{FF2B5EF4-FFF2-40B4-BE49-F238E27FC236}">
                <a16:creationId xmlns:a16="http://schemas.microsoft.com/office/drawing/2014/main" id="{9C5FB503-403E-4E94-80EB-0F7260783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8820150"/>
            <a:ext cx="26574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Apps transmit</a:t>
            </a:r>
          </a:p>
        </p:txBody>
      </p:sp>
      <p:sp>
        <p:nvSpPr>
          <p:cNvPr id="92" name="SEC-040-90">
            <a:extLst xmlns:a="http://schemas.openxmlformats.org/drawingml/2006/main">
              <a:ext uri="{FF2B5EF4-FFF2-40B4-BE49-F238E27FC236}">
                <a16:creationId xmlns:a16="http://schemas.microsoft.com/office/drawing/2014/main" id="{CBAA6D09-6AD3-4065-BA19-1405CC2B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4743450" y="8820150"/>
            <a:ext cx="904875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EF250C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EF250C"/>
                </a:solidFill>
                <a:latin typeface="Arial"/>
                <a:ea typeface="Arial"/>
                <a:cs typeface="Arial"/>
              </a:rPr>
              <a:t>_fbp</a:t>
            </a:r>
          </a:p>
        </p:txBody>
      </p:sp>
      <p:sp>
        <p:nvSpPr>
          <p:cNvPr id="93" name="SEC-040-91">
            <a:extLst xmlns:a="http://schemas.openxmlformats.org/drawingml/2006/main">
              <a:ext uri="{FF2B5EF4-FFF2-40B4-BE49-F238E27FC236}">
                <a16:creationId xmlns:a16="http://schemas.microsoft.com/office/drawing/2014/main" id="{D16EB41A-04BC-4ED9-8F82-717D3A108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648325" y="8820150"/>
            <a:ext cx="1143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cookie</a:t>
            </a:r>
          </a:p>
        </p:txBody>
      </p:sp>
      <p:sp>
        <p:nvSpPr>
          <p:cNvPr id="94" name="SEC-040-92">
            <a:extLst xmlns:a="http://schemas.openxmlformats.org/drawingml/2006/main">
              <a:ext uri="{FF2B5EF4-FFF2-40B4-BE49-F238E27FC236}">
                <a16:creationId xmlns:a16="http://schemas.microsoft.com/office/drawing/2014/main" id="{0F7C17F2-EAA1-4F62-99E1-F91C7A0A6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066925" y="9315450"/>
            <a:ext cx="4762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 GraphQL endpoint</a:t>
            </a:r>
          </a:p>
        </p:txBody>
      </p:sp>
      <p:sp>
        <p:nvSpPr>
          <p:cNvPr id="95" name="SEC-040-93">
            <a:extLst xmlns:a="http://schemas.openxmlformats.org/drawingml/2006/main">
              <a:ext uri="{FF2B5EF4-FFF2-40B4-BE49-F238E27FC236}">
                <a16:creationId xmlns:a16="http://schemas.microsoft.com/office/drawing/2014/main" id="{790E290A-07DD-40BE-BF90-5052D2364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277475" y="9001125"/>
            <a:ext cx="790575" cy="7905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</a:ln>
        </p:spPr>
      </p:sp>
      <p:sp>
        <p:nvSpPr>
          <p:cNvPr id="96" name="SEC-040-94">
            <a:extLst xmlns:a="http://schemas.openxmlformats.org/drawingml/2006/main">
              <a:ext uri="{FF2B5EF4-FFF2-40B4-BE49-F238E27FC236}">
                <a16:creationId xmlns:a16="http://schemas.microsoft.com/office/drawing/2014/main" id="{49A16C19-5F8D-48A2-964D-A1131950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0306050" y="9039225"/>
            <a:ext cx="7334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33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97" name="SEC-040-95">
            <a:extLst xmlns:a="http://schemas.openxmlformats.org/drawingml/2006/main">
              <a:ext uri="{FF2B5EF4-FFF2-40B4-BE49-F238E27FC236}">
                <a16:creationId xmlns:a16="http://schemas.microsoft.com/office/drawing/2014/main" id="{4AFEE1E8-9E7D-499A-B237-A713836C1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894397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Server receives _fbp cookie</a:t>
            </a:r>
          </a:p>
        </p:txBody>
      </p:sp>
      <p:sp>
        <p:nvSpPr>
          <p:cNvPr id="98" name="SEC-040-96">
            <a:extLst xmlns:a="http://schemas.openxmlformats.org/drawingml/2006/main">
              <a:ext uri="{FF2B5EF4-FFF2-40B4-BE49-F238E27FC236}">
                <a16:creationId xmlns:a16="http://schemas.microsoft.com/office/drawing/2014/main" id="{8511D406-2B3F-465B-8EB4-E1FE31BED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1201400" y="9458325"/>
            <a:ext cx="666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3000" b="1" i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and page visit details</a:t>
            </a:r>
          </a:p>
        </p:txBody>
      </p:sp>
    </p:spTree>
    <p:extLst>
      <p:ext uri="{BB962C8B-B14F-4D97-AF65-F5344CB8AC3E}">
        <p14:creationId xmlns:p14="http://schemas.microsoft.com/office/powerpoint/2010/main" val="54442318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2026-09-05T15:58:48.7470000Z</dcterms:created>
  <dcterms:modified xsi:type="dcterms:W3CDTF">2026-09-05T15:58:48.7470000Z</dcterms:modified>
</coreProperties>
</file>