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90a375108425e" /><Relationship Type="http://schemas.openxmlformats.org/officeDocument/2006/relationships/extended-properties" Target="/docProps/app.xml" Id="R138429432a204b99" /><Relationship Type="http://schemas.openxmlformats.org/officeDocument/2006/relationships/officeDocument" Target="/ppt/presentation.xml" Id="R8f34b45d534a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e462117d64c25"/>
  </p:sldMasterIdLst>
  <p:notesMasterIdLst>
    <p:notesMasterId xmlns:r="http://schemas.openxmlformats.org/officeDocument/2006/relationships" r:id="R0931c192873847e3"/>
  </p:notesMasterIdLst>
  <p:sldIdLst>
    <p:sldId xmlns:r="http://schemas.openxmlformats.org/officeDocument/2006/relationships" id="256" r:id="Re2f316d887bd4735"/>
  </p:sldIdLst>
  <p:sldSz cx="14458950" cy="365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f4ae2861846aa" /><Relationship Type="http://schemas.openxmlformats.org/officeDocument/2006/relationships/slideMaster" Target="/ppt/slideMasters/slideMaster1.xml" Id="Ra90e462117d64c25" /><Relationship Type="http://schemas.openxmlformats.org/officeDocument/2006/relationships/notesMaster" Target="/ppt/notesMasters/notesMaster1.xml" Id="R0931c192873847e3" /><Relationship Type="http://schemas.openxmlformats.org/officeDocument/2006/relationships/presProps" Target="/ppt/presProps.xml" Id="Rde7734fb36c545fa" /><Relationship Type="http://schemas.openxmlformats.org/officeDocument/2006/relationships/tableStyles" Target="/ppt/tableStyles.xml" Id="Rbd61cc576a0d43da" /><Relationship Type="http://schemas.openxmlformats.org/officeDocument/2006/relationships/slide" Target="/ppt/slides/slide1.xml" Id="Re2f316d887bd47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0c54e2fa4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4b3676368d40a9" /><Relationship Type="http://schemas.openxmlformats.org/officeDocument/2006/relationships/notesMaster" Target="/ppt/notesMasters/notesMaster1.xml" Id="R85f5811570ce4b2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素材ID：SEC-060</ns1:t>
            </ns1:r>
          </ns1:p>
          <ns1:p>
            <ns1:r>
              <ns1:t>论文：GPUBreach: Privilege Escalation Attacks on GPUs using Rowhammer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类型：威胁与攻击</ns1:t>
            </ns1:r>
          </ns1:p>
          <ns1:p>
            <ns1:r>
              <ns1:t>借鉴点：三面板把物理脆弱行、页表条目分支及最终任意内存映射连成可读机制，实虚连线对应同一篡改对象。</ns1:t>
            </ns1:r>
          </ns1:p>
          <ns1:p>
            <ns1:r>
              <ns1:t>论文URL：https://arxiv.org/pdf/2605.03812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b67ca644d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750819de5546d6" /><Relationship Type="http://schemas.openxmlformats.org/officeDocument/2006/relationships/slideLayout" Target="/ppt/slideLayouts/slideLayout1.xml" Id="R04aed34453a84b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ed34453a84b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94b69ce314cf6" /><Relationship Type="http://schemas.openxmlformats.org/officeDocument/2006/relationships/image" Target="/ppt/media/image.png" Id="R42cf823e581f4a8f" /><Relationship Type="http://schemas.openxmlformats.org/officeDocument/2006/relationships/image" Target="/ppt/media/image2.png" Id="R4ad80323f44a438c" /><Relationship Type="http://schemas.openxmlformats.org/officeDocument/2006/relationships/image" Target="/ppt/media/image3.png" Id="R09e07396b04043cd" /><Relationship Type="http://schemas.openxmlformats.org/officeDocument/2006/relationships/image" Target="/ppt/media/image4.png" Id="R3a7ce2b60ad14763" /><Relationship Type="http://schemas.openxmlformats.org/officeDocument/2006/relationships/image" Target="/ppt/media/image5.png" Id="R7590199c555d411b" /><Relationship Type="http://schemas.openxmlformats.org/officeDocument/2006/relationships/image" Target="/ppt/media/image6.png" Id="R740eaab2dc75484b" /><Relationship Type="http://schemas.openxmlformats.org/officeDocument/2006/relationships/image" Target="/ppt/media/image7.png" Id="R2248c11043544a2d" /><Relationship Type="http://schemas.openxmlformats.org/officeDocument/2006/relationships/image" Target="/ppt/media/image8.png" Id="R19972fc3c8ab4711" /><Relationship Type="http://schemas.openxmlformats.org/officeDocument/2006/relationships/image" Target="/ppt/media/image9.png" Id="R22f4e922137641c7" /><Relationship Type="http://schemas.openxmlformats.org/officeDocument/2006/relationships/notesSlide" Target="/ppt/notesSlides/notesSlide1.xml" Id="R8395ce46738f44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A1941-DB0B-467D-B7C4-A9E1914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82" y="575458"/>
            <a:ext cx="4910288" cy="3000411"/>
          </a:xfrm>
          <a:custGeom xmlns:a="http://schemas.openxmlformats.org/drawingml/2006/main">
            <a:pathLst>
              <a:path w="4910288" h="3000411" fill="none">
                <a:moveTo>
                  <a:pt x="0" y="0"/>
                </a:moveTo>
                <a:lnTo>
                  <a:pt x="4910288" y="0"/>
                </a:lnTo>
                <a:lnTo>
                  <a:pt x="4910288" y="3000411"/>
                </a:lnTo>
                <a:lnTo>
                  <a:pt x="0" y="30004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930" cap="sq">
            <a:solidFill>
              <a:srgbClr val="000000"/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8FC1B-D18A-423A-8931-B24D5F1E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62" y="582515"/>
            <a:ext cx="4386350" cy="3000411"/>
          </a:xfrm>
          <a:custGeom xmlns:a="http://schemas.openxmlformats.org/drawingml/2006/main">
            <a:pathLst>
              <a:path w="4386350" h="3000411" fill="none">
                <a:moveTo>
                  <a:pt x="0" y="0"/>
                </a:moveTo>
                <a:lnTo>
                  <a:pt x="4386350" y="0"/>
                </a:lnTo>
                <a:lnTo>
                  <a:pt x="4386350" y="3000411"/>
                </a:lnTo>
                <a:lnTo>
                  <a:pt x="0" y="30004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930" cap="sq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7576C-2747-423A-A1A5-F43B81FA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1" y="575458"/>
            <a:ext cx="3502189" cy="3000411"/>
          </a:xfrm>
          <a:custGeom xmlns:a="http://schemas.openxmlformats.org/drawingml/2006/main">
            <a:pathLst>
              <a:path w="3502189" h="3000411" fill="none">
                <a:moveTo>
                  <a:pt x="0" y="0"/>
                </a:moveTo>
                <a:lnTo>
                  <a:pt x="3502189" y="0"/>
                </a:lnTo>
                <a:lnTo>
                  <a:pt x="3502189" y="3000411"/>
                </a:lnTo>
                <a:lnTo>
                  <a:pt x="0" y="30004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930" cap="sq">
            <a:solidFill>
              <a:srgbClr val="000000"/>
            </a:solidFill>
            <a:miter/>
          </a:ln>
        </p:spPr>
      </p:sp>
      <p:sp>
        <p:nvSpPr>
          <p:cNvPr id="4" name="Text Step1:">
            <a:extLst xmlns:a="http://schemas.openxmlformats.org/drawingml/2006/main">
              <a:ext uri="{FF2B5EF4-FFF2-40B4-BE49-F238E27FC236}">
                <a16:creationId xmlns:a16="http://schemas.microsoft.com/office/drawing/2014/main" id="{71C2241B-0FB9-47D6-9B03-96DBBAC3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276" y="86456"/>
            <a:ext cx="613619" cy="174104"/>
          </a:xfrm>
          <a:custGeom xmlns:a="http://schemas.openxmlformats.org/drawingml/2006/main">
            <a:pathLst>
              <a:path w="613619" h="174104">
                <a:moveTo>
                  <a:pt x="29141" y="94290"/>
                </a:moveTo>
                <a:lnTo>
                  <a:pt x="128" y="94290"/>
                </a:lnTo>
                <a:cubicBezTo>
                  <a:pt x="0" y="102688"/>
                  <a:pt x="1526" y="109942"/>
                  <a:pt x="4707" y="116053"/>
                </a:cubicBezTo>
                <a:cubicBezTo>
                  <a:pt x="7889" y="122164"/>
                  <a:pt x="12184" y="127193"/>
                  <a:pt x="17592" y="131140"/>
                </a:cubicBezTo>
                <a:cubicBezTo>
                  <a:pt x="23002" y="135088"/>
                  <a:pt x="29238" y="137985"/>
                  <a:pt x="36300" y="139832"/>
                </a:cubicBezTo>
                <a:cubicBezTo>
                  <a:pt x="43362" y="141678"/>
                  <a:pt x="50647" y="142602"/>
                  <a:pt x="58156" y="142602"/>
                </a:cubicBezTo>
                <a:cubicBezTo>
                  <a:pt x="67445" y="142602"/>
                  <a:pt x="75621" y="141520"/>
                  <a:pt x="82683" y="139357"/>
                </a:cubicBezTo>
                <a:cubicBezTo>
                  <a:pt x="89745" y="137194"/>
                  <a:pt x="95663" y="134171"/>
                  <a:pt x="100436" y="130290"/>
                </a:cubicBezTo>
                <a:cubicBezTo>
                  <a:pt x="105208" y="126408"/>
                  <a:pt x="108804" y="121796"/>
                  <a:pt x="111221" y="116452"/>
                </a:cubicBezTo>
                <a:cubicBezTo>
                  <a:pt x="113639" y="111106"/>
                  <a:pt x="114847" y="105316"/>
                  <a:pt x="114847" y="99081"/>
                </a:cubicBezTo>
                <a:cubicBezTo>
                  <a:pt x="114847" y="91446"/>
                  <a:pt x="113225" y="85179"/>
                  <a:pt x="109980" y="80280"/>
                </a:cubicBezTo>
                <a:cubicBezTo>
                  <a:pt x="106736" y="75379"/>
                  <a:pt x="102886" y="71466"/>
                  <a:pt x="98432" y="68540"/>
                </a:cubicBezTo>
                <a:cubicBezTo>
                  <a:pt x="93977" y="65613"/>
                  <a:pt x="89491" y="63482"/>
                  <a:pt x="84973" y="62146"/>
                </a:cubicBezTo>
                <a:cubicBezTo>
                  <a:pt x="80456" y="60809"/>
                  <a:pt x="76925" y="59885"/>
                  <a:pt x="74379" y="59377"/>
                </a:cubicBezTo>
                <a:cubicBezTo>
                  <a:pt x="65853" y="57213"/>
                  <a:pt x="58949" y="55432"/>
                  <a:pt x="53668" y="54032"/>
                </a:cubicBezTo>
                <a:cubicBezTo>
                  <a:pt x="48388" y="52632"/>
                  <a:pt x="44253" y="51233"/>
                  <a:pt x="41263" y="49835"/>
                </a:cubicBezTo>
                <a:cubicBezTo>
                  <a:pt x="38273" y="48435"/>
                  <a:pt x="36268" y="46908"/>
                  <a:pt x="35248" y="45253"/>
                </a:cubicBezTo>
                <a:cubicBezTo>
                  <a:pt x="34231" y="43599"/>
                  <a:pt x="33722" y="41435"/>
                  <a:pt x="33722" y="38761"/>
                </a:cubicBezTo>
                <a:cubicBezTo>
                  <a:pt x="33722" y="35835"/>
                  <a:pt x="34358" y="33417"/>
                  <a:pt x="35630" y="31509"/>
                </a:cubicBezTo>
                <a:cubicBezTo>
                  <a:pt x="36904" y="29600"/>
                  <a:pt x="38526" y="28010"/>
                  <a:pt x="40497" y="26738"/>
                </a:cubicBezTo>
                <a:cubicBezTo>
                  <a:pt x="42470" y="25464"/>
                  <a:pt x="44665" y="24573"/>
                  <a:pt x="47082" y="24064"/>
                </a:cubicBezTo>
                <a:cubicBezTo>
                  <a:pt x="49502" y="23555"/>
                  <a:pt x="51920" y="23301"/>
                  <a:pt x="54338" y="23301"/>
                </a:cubicBezTo>
                <a:cubicBezTo>
                  <a:pt x="58029" y="23301"/>
                  <a:pt x="61433" y="23619"/>
                  <a:pt x="64549" y="24256"/>
                </a:cubicBezTo>
                <a:cubicBezTo>
                  <a:pt x="67668" y="24891"/>
                  <a:pt x="70436" y="25973"/>
                  <a:pt x="72853" y="27501"/>
                </a:cubicBezTo>
                <a:cubicBezTo>
                  <a:pt x="75273" y="29027"/>
                  <a:pt x="77213" y="31126"/>
                  <a:pt x="78676" y="33798"/>
                </a:cubicBezTo>
                <a:cubicBezTo>
                  <a:pt x="80140" y="36470"/>
                  <a:pt x="80999" y="39842"/>
                  <a:pt x="81253" y="43913"/>
                </a:cubicBezTo>
                <a:lnTo>
                  <a:pt x="110266" y="43913"/>
                </a:lnTo>
                <a:cubicBezTo>
                  <a:pt x="110266" y="36024"/>
                  <a:pt x="108771" y="29312"/>
                  <a:pt x="105780" y="23776"/>
                </a:cubicBezTo>
                <a:cubicBezTo>
                  <a:pt x="102790" y="18238"/>
                  <a:pt x="98749" y="13686"/>
                  <a:pt x="93658" y="10121"/>
                </a:cubicBezTo>
                <a:cubicBezTo>
                  <a:pt x="88569" y="6556"/>
                  <a:pt x="82747" y="3979"/>
                  <a:pt x="76194" y="2388"/>
                </a:cubicBezTo>
                <a:cubicBezTo>
                  <a:pt x="69641" y="796"/>
                  <a:pt x="62801" y="0"/>
                  <a:pt x="55675" y="0"/>
                </a:cubicBezTo>
                <a:cubicBezTo>
                  <a:pt x="49566" y="0"/>
                  <a:pt x="43457" y="827"/>
                  <a:pt x="37348" y="2482"/>
                </a:cubicBezTo>
                <a:cubicBezTo>
                  <a:pt x="31242" y="4136"/>
                  <a:pt x="25770" y="6682"/>
                  <a:pt x="20933" y="10118"/>
                </a:cubicBezTo>
                <a:cubicBezTo>
                  <a:pt x="16098" y="13553"/>
                  <a:pt x="12185" y="17848"/>
                  <a:pt x="9195" y="23001"/>
                </a:cubicBezTo>
                <a:cubicBezTo>
                  <a:pt x="6205" y="28154"/>
                  <a:pt x="4710" y="34230"/>
                  <a:pt x="4710" y="41228"/>
                </a:cubicBezTo>
                <a:cubicBezTo>
                  <a:pt x="4710" y="47463"/>
                  <a:pt x="5886" y="52776"/>
                  <a:pt x="8240" y="57166"/>
                </a:cubicBezTo>
                <a:cubicBezTo>
                  <a:pt x="10595" y="61556"/>
                  <a:pt x="13682" y="65215"/>
                  <a:pt x="17499" y="68143"/>
                </a:cubicBezTo>
                <a:cubicBezTo>
                  <a:pt x="21316" y="71070"/>
                  <a:pt x="25643" y="73455"/>
                  <a:pt x="30478" y="75300"/>
                </a:cubicBezTo>
                <a:cubicBezTo>
                  <a:pt x="35314" y="77144"/>
                  <a:pt x="40278" y="78704"/>
                  <a:pt x="45367" y="79977"/>
                </a:cubicBezTo>
                <a:cubicBezTo>
                  <a:pt x="50330" y="81375"/>
                  <a:pt x="55229" y="82647"/>
                  <a:pt x="60064" y="83793"/>
                </a:cubicBezTo>
                <a:cubicBezTo>
                  <a:pt x="64901" y="84939"/>
                  <a:pt x="69228" y="86275"/>
                  <a:pt x="73045" y="87804"/>
                </a:cubicBezTo>
                <a:cubicBezTo>
                  <a:pt x="76863" y="89330"/>
                  <a:pt x="79948" y="91239"/>
                  <a:pt x="82302" y="93530"/>
                </a:cubicBezTo>
                <a:cubicBezTo>
                  <a:pt x="84657" y="95819"/>
                  <a:pt x="85835" y="98809"/>
                  <a:pt x="85835" y="102501"/>
                </a:cubicBezTo>
                <a:cubicBezTo>
                  <a:pt x="85835" y="105936"/>
                  <a:pt x="84943" y="108767"/>
                  <a:pt x="83161" y="110994"/>
                </a:cubicBezTo>
                <a:cubicBezTo>
                  <a:pt x="81380" y="113221"/>
                  <a:pt x="79153" y="114971"/>
                  <a:pt x="76479" y="116242"/>
                </a:cubicBezTo>
                <a:cubicBezTo>
                  <a:pt x="73808" y="117514"/>
                  <a:pt x="70944" y="118373"/>
                  <a:pt x="67890" y="118820"/>
                </a:cubicBezTo>
                <a:cubicBezTo>
                  <a:pt x="64836" y="119265"/>
                  <a:pt x="61973" y="119487"/>
                  <a:pt x="59301" y="119487"/>
                </a:cubicBezTo>
                <a:cubicBezTo>
                  <a:pt x="55355" y="119487"/>
                  <a:pt x="51537" y="119010"/>
                  <a:pt x="47845" y="118057"/>
                </a:cubicBezTo>
                <a:cubicBezTo>
                  <a:pt x="44156" y="117102"/>
                  <a:pt x="40944" y="115638"/>
                  <a:pt x="38208" y="113665"/>
                </a:cubicBezTo>
                <a:cubicBezTo>
                  <a:pt x="35472" y="111692"/>
                  <a:pt x="33277" y="109115"/>
                  <a:pt x="31622" y="105935"/>
                </a:cubicBezTo>
                <a:cubicBezTo>
                  <a:pt x="29968" y="102752"/>
                  <a:pt x="29141" y="98871"/>
                  <a:pt x="29141" y="94290"/>
                </a:cubicBezTo>
                <a:close/>
                <a:moveTo>
                  <a:pt x="164094" y="41010"/>
                </a:moveTo>
                <a:lnTo>
                  <a:pt x="164094" y="11371"/>
                </a:lnTo>
                <a:lnTo>
                  <a:pt x="136989" y="11371"/>
                </a:lnTo>
                <a:lnTo>
                  <a:pt x="136989" y="41010"/>
                </a:lnTo>
                <a:lnTo>
                  <a:pt x="120573" y="41010"/>
                </a:lnTo>
                <a:lnTo>
                  <a:pt x="120573" y="59091"/>
                </a:lnTo>
                <a:lnTo>
                  <a:pt x="136989" y="59091"/>
                </a:lnTo>
                <a:lnTo>
                  <a:pt x="136989" y="117276"/>
                </a:lnTo>
                <a:cubicBezTo>
                  <a:pt x="136989" y="122238"/>
                  <a:pt x="137816" y="126244"/>
                  <a:pt x="139470" y="129297"/>
                </a:cubicBezTo>
                <a:cubicBezTo>
                  <a:pt x="141125" y="132349"/>
                  <a:pt x="143383" y="134703"/>
                  <a:pt x="146245" y="136357"/>
                </a:cubicBezTo>
                <a:cubicBezTo>
                  <a:pt x="149109" y="138009"/>
                  <a:pt x="152418" y="139121"/>
                  <a:pt x="156171" y="139692"/>
                </a:cubicBezTo>
                <a:cubicBezTo>
                  <a:pt x="159927" y="140265"/>
                  <a:pt x="163904" y="140551"/>
                  <a:pt x="168104" y="140551"/>
                </a:cubicBezTo>
                <a:cubicBezTo>
                  <a:pt x="170776" y="140551"/>
                  <a:pt x="173512" y="140489"/>
                  <a:pt x="176312" y="140365"/>
                </a:cubicBezTo>
                <a:cubicBezTo>
                  <a:pt x="179112" y="140240"/>
                  <a:pt x="181657" y="139992"/>
                  <a:pt x="183946" y="139619"/>
                </a:cubicBezTo>
                <a:lnTo>
                  <a:pt x="183946" y="118538"/>
                </a:lnTo>
                <a:cubicBezTo>
                  <a:pt x="182674" y="118792"/>
                  <a:pt x="181338" y="118983"/>
                  <a:pt x="179938" y="119111"/>
                </a:cubicBezTo>
                <a:cubicBezTo>
                  <a:pt x="178538" y="119238"/>
                  <a:pt x="177075" y="119301"/>
                  <a:pt x="175549" y="119301"/>
                </a:cubicBezTo>
                <a:cubicBezTo>
                  <a:pt x="170966" y="119301"/>
                  <a:pt x="167911" y="118538"/>
                  <a:pt x="166383" y="117014"/>
                </a:cubicBezTo>
                <a:cubicBezTo>
                  <a:pt x="164857" y="115490"/>
                  <a:pt x="164094" y="112441"/>
                  <a:pt x="164094" y="107869"/>
                </a:cubicBezTo>
                <a:lnTo>
                  <a:pt x="164094" y="59091"/>
                </a:lnTo>
                <a:lnTo>
                  <a:pt x="183946" y="59091"/>
                </a:lnTo>
                <a:lnTo>
                  <a:pt x="183946" y="41010"/>
                </a:lnTo>
                <a:lnTo>
                  <a:pt x="164094" y="41010"/>
                </a:lnTo>
                <a:close/>
                <a:moveTo>
                  <a:pt x="263351" y="79782"/>
                </a:moveTo>
                <a:lnTo>
                  <a:pt x="219260" y="79782"/>
                </a:lnTo>
                <a:cubicBezTo>
                  <a:pt x="219386" y="77868"/>
                  <a:pt x="219799" y="75698"/>
                  <a:pt x="220498" y="73273"/>
                </a:cubicBezTo>
                <a:cubicBezTo>
                  <a:pt x="221199" y="70845"/>
                  <a:pt x="222409" y="68547"/>
                  <a:pt x="224127" y="66378"/>
                </a:cubicBezTo>
                <a:cubicBezTo>
                  <a:pt x="225845" y="64208"/>
                  <a:pt x="228136" y="62388"/>
                  <a:pt x="230998" y="60920"/>
                </a:cubicBezTo>
                <a:cubicBezTo>
                  <a:pt x="233862" y="59452"/>
                  <a:pt x="237457" y="58718"/>
                  <a:pt x="241783" y="58718"/>
                </a:cubicBezTo>
                <a:cubicBezTo>
                  <a:pt x="248401" y="58718"/>
                  <a:pt x="253332" y="60506"/>
                  <a:pt x="256576" y="64080"/>
                </a:cubicBezTo>
                <a:cubicBezTo>
                  <a:pt x="259821" y="67655"/>
                  <a:pt x="262079" y="72889"/>
                  <a:pt x="263351" y="79782"/>
                </a:cubicBezTo>
                <a:moveTo>
                  <a:pt x="219260" y="96932"/>
                </a:moveTo>
                <a:lnTo>
                  <a:pt x="290459" y="96932"/>
                </a:lnTo>
                <a:cubicBezTo>
                  <a:pt x="290968" y="89281"/>
                  <a:pt x="290331" y="81949"/>
                  <a:pt x="288548" y="74936"/>
                </a:cubicBezTo>
                <a:cubicBezTo>
                  <a:pt x="286768" y="67922"/>
                  <a:pt x="283872" y="61675"/>
                  <a:pt x="279863" y="56193"/>
                </a:cubicBezTo>
                <a:cubicBezTo>
                  <a:pt x="275855" y="50710"/>
                  <a:pt x="270733" y="46343"/>
                  <a:pt x="264496" y="43092"/>
                </a:cubicBezTo>
                <a:cubicBezTo>
                  <a:pt x="258261" y="39840"/>
                  <a:pt x="250944" y="38213"/>
                  <a:pt x="242546" y="38213"/>
                </a:cubicBezTo>
                <a:cubicBezTo>
                  <a:pt x="235038" y="38213"/>
                  <a:pt x="228198" y="39552"/>
                  <a:pt x="222027" y="42230"/>
                </a:cubicBezTo>
                <a:cubicBezTo>
                  <a:pt x="215856" y="44906"/>
                  <a:pt x="210544" y="48570"/>
                  <a:pt x="206089" y="53222"/>
                </a:cubicBezTo>
                <a:cubicBezTo>
                  <a:pt x="201635" y="57875"/>
                  <a:pt x="198199" y="63388"/>
                  <a:pt x="195781" y="69763"/>
                </a:cubicBezTo>
                <a:cubicBezTo>
                  <a:pt x="193364" y="76136"/>
                  <a:pt x="192155" y="83019"/>
                  <a:pt x="192155" y="90413"/>
                </a:cubicBezTo>
                <a:cubicBezTo>
                  <a:pt x="192155" y="98060"/>
                  <a:pt x="193332" y="105071"/>
                  <a:pt x="195685" y="111445"/>
                </a:cubicBezTo>
                <a:cubicBezTo>
                  <a:pt x="198041" y="117818"/>
                  <a:pt x="201381" y="123300"/>
                  <a:pt x="205708" y="127890"/>
                </a:cubicBezTo>
                <a:cubicBezTo>
                  <a:pt x="210034" y="132478"/>
                  <a:pt x="215314" y="136015"/>
                  <a:pt x="221549" y="138501"/>
                </a:cubicBezTo>
                <a:cubicBezTo>
                  <a:pt x="227784" y="140986"/>
                  <a:pt x="234783" y="142229"/>
                  <a:pt x="242546" y="142229"/>
                </a:cubicBezTo>
                <a:cubicBezTo>
                  <a:pt x="253744" y="142229"/>
                  <a:pt x="263288" y="139686"/>
                  <a:pt x="271177" y="134601"/>
                </a:cubicBezTo>
                <a:cubicBezTo>
                  <a:pt x="279069" y="129515"/>
                  <a:pt x="284923" y="121060"/>
                  <a:pt x="288740" y="109235"/>
                </a:cubicBezTo>
                <a:lnTo>
                  <a:pt x="264880" y="109235"/>
                </a:lnTo>
                <a:cubicBezTo>
                  <a:pt x="263989" y="112262"/>
                  <a:pt x="261571" y="115132"/>
                  <a:pt x="257625" y="117844"/>
                </a:cubicBezTo>
                <a:cubicBezTo>
                  <a:pt x="253681" y="120555"/>
                  <a:pt x="248974" y="121910"/>
                  <a:pt x="243502" y="121910"/>
                </a:cubicBezTo>
                <a:cubicBezTo>
                  <a:pt x="235867" y="121910"/>
                  <a:pt x="230012" y="119940"/>
                  <a:pt x="225939" y="116001"/>
                </a:cubicBezTo>
                <a:cubicBezTo>
                  <a:pt x="221867" y="112059"/>
                  <a:pt x="219641" y="105703"/>
                  <a:pt x="219260" y="96932"/>
                </a:cubicBezTo>
                <a:close/>
                <a:moveTo>
                  <a:pt x="356312" y="121910"/>
                </a:moveTo>
                <a:cubicBezTo>
                  <a:pt x="351984" y="121910"/>
                  <a:pt x="348293" y="121020"/>
                  <a:pt x="345238" y="119239"/>
                </a:cubicBezTo>
                <a:cubicBezTo>
                  <a:pt x="342186" y="117457"/>
                  <a:pt x="339736" y="115134"/>
                  <a:pt x="337890" y="112270"/>
                </a:cubicBezTo>
                <a:cubicBezTo>
                  <a:pt x="336045" y="109406"/>
                  <a:pt x="334709" y="106065"/>
                  <a:pt x="333882" y="102247"/>
                </a:cubicBezTo>
                <a:cubicBezTo>
                  <a:pt x="333055" y="98428"/>
                  <a:pt x="332641" y="94545"/>
                  <a:pt x="332641" y="90600"/>
                </a:cubicBezTo>
                <a:cubicBezTo>
                  <a:pt x="332641" y="86528"/>
                  <a:pt x="333023" y="82583"/>
                  <a:pt x="333786" y="78766"/>
                </a:cubicBezTo>
                <a:cubicBezTo>
                  <a:pt x="334549" y="74946"/>
                  <a:pt x="335853" y="71574"/>
                  <a:pt x="337698" y="68647"/>
                </a:cubicBezTo>
                <a:cubicBezTo>
                  <a:pt x="339544" y="65719"/>
                  <a:pt x="341963" y="63333"/>
                  <a:pt x="344953" y="61488"/>
                </a:cubicBezTo>
                <a:cubicBezTo>
                  <a:pt x="347943" y="59642"/>
                  <a:pt x="351665" y="58718"/>
                  <a:pt x="356120" y="58718"/>
                </a:cubicBezTo>
                <a:cubicBezTo>
                  <a:pt x="360448" y="58718"/>
                  <a:pt x="364107" y="59642"/>
                  <a:pt x="367097" y="61488"/>
                </a:cubicBezTo>
                <a:cubicBezTo>
                  <a:pt x="370088" y="63333"/>
                  <a:pt x="372537" y="65751"/>
                  <a:pt x="374446" y="68743"/>
                </a:cubicBezTo>
                <a:cubicBezTo>
                  <a:pt x="376355" y="71734"/>
                  <a:pt x="377723" y="75138"/>
                  <a:pt x="378550" y="78955"/>
                </a:cubicBezTo>
                <a:cubicBezTo>
                  <a:pt x="379377" y="82773"/>
                  <a:pt x="379791" y="86654"/>
                  <a:pt x="379791" y="90600"/>
                </a:cubicBezTo>
                <a:cubicBezTo>
                  <a:pt x="379791" y="94545"/>
                  <a:pt x="379409" y="98428"/>
                  <a:pt x="378646" y="102247"/>
                </a:cubicBezTo>
                <a:cubicBezTo>
                  <a:pt x="377883" y="106065"/>
                  <a:pt x="376578" y="109406"/>
                  <a:pt x="374731" y="112270"/>
                </a:cubicBezTo>
                <a:cubicBezTo>
                  <a:pt x="372887" y="115134"/>
                  <a:pt x="370469" y="117457"/>
                  <a:pt x="367479" y="119239"/>
                </a:cubicBezTo>
                <a:cubicBezTo>
                  <a:pt x="364489" y="121020"/>
                  <a:pt x="360766" y="121910"/>
                  <a:pt x="356312" y="121910"/>
                </a:cubicBezTo>
                <a:moveTo>
                  <a:pt x="306492" y="40948"/>
                </a:moveTo>
                <a:lnTo>
                  <a:pt x="306492" y="174104"/>
                </a:lnTo>
                <a:lnTo>
                  <a:pt x="333597" y="174104"/>
                </a:lnTo>
                <a:lnTo>
                  <a:pt x="333597" y="127471"/>
                </a:lnTo>
                <a:lnTo>
                  <a:pt x="333978" y="127471"/>
                </a:lnTo>
                <a:cubicBezTo>
                  <a:pt x="337287" y="132327"/>
                  <a:pt x="341518" y="136001"/>
                  <a:pt x="346671" y="138492"/>
                </a:cubicBezTo>
                <a:cubicBezTo>
                  <a:pt x="351825" y="140983"/>
                  <a:pt x="357456" y="142229"/>
                  <a:pt x="363564" y="142229"/>
                </a:cubicBezTo>
                <a:cubicBezTo>
                  <a:pt x="370819" y="142229"/>
                  <a:pt x="377150" y="140827"/>
                  <a:pt x="382558" y="138023"/>
                </a:cubicBezTo>
                <a:cubicBezTo>
                  <a:pt x="387965" y="135219"/>
                  <a:pt x="392483" y="131459"/>
                  <a:pt x="396110" y="126742"/>
                </a:cubicBezTo>
                <a:cubicBezTo>
                  <a:pt x="399737" y="122026"/>
                  <a:pt x="402441" y="116608"/>
                  <a:pt x="404222" y="110490"/>
                </a:cubicBezTo>
                <a:cubicBezTo>
                  <a:pt x="406004" y="104372"/>
                  <a:pt x="406895" y="97998"/>
                  <a:pt x="406895" y="91369"/>
                </a:cubicBezTo>
                <a:cubicBezTo>
                  <a:pt x="406895" y="84357"/>
                  <a:pt x="406004" y="77633"/>
                  <a:pt x="404222" y="71196"/>
                </a:cubicBezTo>
                <a:cubicBezTo>
                  <a:pt x="402441" y="64759"/>
                  <a:pt x="399705" y="59119"/>
                  <a:pt x="396014" y="54277"/>
                </a:cubicBezTo>
                <a:cubicBezTo>
                  <a:pt x="392325" y="49432"/>
                  <a:pt x="387680" y="45544"/>
                  <a:pt x="382080" y="42612"/>
                </a:cubicBezTo>
                <a:cubicBezTo>
                  <a:pt x="376482" y="39679"/>
                  <a:pt x="369801" y="38213"/>
                  <a:pt x="362038" y="38213"/>
                </a:cubicBezTo>
                <a:cubicBezTo>
                  <a:pt x="355930" y="38213"/>
                  <a:pt x="350330" y="39427"/>
                  <a:pt x="345238" y="41854"/>
                </a:cubicBezTo>
                <a:cubicBezTo>
                  <a:pt x="340149" y="44281"/>
                  <a:pt x="335950" y="48178"/>
                  <a:pt x="332641" y="53545"/>
                </a:cubicBezTo>
                <a:lnTo>
                  <a:pt x="332260" y="53545"/>
                </a:lnTo>
                <a:lnTo>
                  <a:pt x="332260" y="40948"/>
                </a:lnTo>
                <a:lnTo>
                  <a:pt x="306492" y="40948"/>
                </a:lnTo>
                <a:close/>
                <a:moveTo>
                  <a:pt x="540702" y="139619"/>
                </a:moveTo>
                <a:lnTo>
                  <a:pt x="540702" y="5965"/>
                </a:lnTo>
                <a:lnTo>
                  <a:pt x="519134" y="5965"/>
                </a:lnTo>
                <a:cubicBezTo>
                  <a:pt x="518369" y="11043"/>
                  <a:pt x="516778" y="15296"/>
                  <a:pt x="514360" y="18725"/>
                </a:cubicBezTo>
                <a:cubicBezTo>
                  <a:pt x="511943" y="22152"/>
                  <a:pt x="508983" y="24914"/>
                  <a:pt x="505483" y="27009"/>
                </a:cubicBezTo>
                <a:cubicBezTo>
                  <a:pt x="501984" y="29102"/>
                  <a:pt x="498039" y="30562"/>
                  <a:pt x="493649" y="31389"/>
                </a:cubicBezTo>
                <a:cubicBezTo>
                  <a:pt x="489258" y="32214"/>
                  <a:pt x="484710" y="32563"/>
                  <a:pt x="480003" y="32435"/>
                </a:cubicBezTo>
                <a:lnTo>
                  <a:pt x="480003" y="52940"/>
                </a:lnTo>
                <a:lnTo>
                  <a:pt x="513597" y="52940"/>
                </a:lnTo>
                <a:lnTo>
                  <a:pt x="513597" y="139619"/>
                </a:lnTo>
                <a:lnTo>
                  <a:pt x="540702" y="139619"/>
                </a:lnTo>
                <a:close/>
                <a:moveTo>
                  <a:pt x="613619" y="72140"/>
                </a:moveTo>
                <a:lnTo>
                  <a:pt x="613619" y="42687"/>
                </a:lnTo>
                <a:lnTo>
                  <a:pt x="583651" y="42687"/>
                </a:lnTo>
                <a:lnTo>
                  <a:pt x="583651" y="72140"/>
                </a:lnTo>
                <a:lnTo>
                  <a:pt x="613619" y="72140"/>
                </a:lnTo>
                <a:moveTo>
                  <a:pt x="583651" y="110167"/>
                </a:moveTo>
                <a:lnTo>
                  <a:pt x="583651" y="139619"/>
                </a:lnTo>
                <a:lnTo>
                  <a:pt x="613619" y="139619"/>
                </a:lnTo>
                <a:lnTo>
                  <a:pt x="613619" y="110167"/>
                </a:lnTo>
                <a:lnTo>
                  <a:pt x="583651" y="110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MassagePTEstoVulnerableLocation">
            <a:extLst xmlns:a="http://schemas.openxmlformats.org/drawingml/2006/main">
              <a:ext uri="{FF2B5EF4-FFF2-40B4-BE49-F238E27FC236}">
                <a16:creationId xmlns:a16="http://schemas.microsoft.com/office/drawing/2014/main" id="{CC6A1A5D-5EAE-4083-9BD3-D7054761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8" y="322024"/>
            <a:ext cx="3419058" cy="173545"/>
          </a:xfrm>
          <a:custGeom xmlns:a="http://schemas.openxmlformats.org/drawingml/2006/main">
            <a:pathLst>
              <a:path w="3419058" h="173545">
                <a:moveTo>
                  <a:pt x="0" y="0"/>
                </a:moveTo>
                <a:lnTo>
                  <a:pt x="0" y="136264"/>
                </a:lnTo>
                <a:lnTo>
                  <a:pt x="28060" y="136264"/>
                </a:lnTo>
                <a:lnTo>
                  <a:pt x="28060" y="40651"/>
                </a:lnTo>
                <a:lnTo>
                  <a:pt x="28442" y="40651"/>
                </a:lnTo>
                <a:lnTo>
                  <a:pt x="61846" y="136264"/>
                </a:lnTo>
                <a:lnTo>
                  <a:pt x="84941" y="136264"/>
                </a:lnTo>
                <a:lnTo>
                  <a:pt x="118345" y="39696"/>
                </a:lnTo>
                <a:lnTo>
                  <a:pt x="118727" y="39696"/>
                </a:lnTo>
                <a:lnTo>
                  <a:pt x="118727" y="136264"/>
                </a:lnTo>
                <a:lnTo>
                  <a:pt x="146787" y="136264"/>
                </a:lnTo>
                <a:lnTo>
                  <a:pt x="146787" y="0"/>
                </a:lnTo>
                <a:lnTo>
                  <a:pt x="104604" y="0"/>
                </a:lnTo>
                <a:lnTo>
                  <a:pt x="74443" y="93705"/>
                </a:lnTo>
                <a:lnTo>
                  <a:pt x="74062" y="93705"/>
                </a:lnTo>
                <a:lnTo>
                  <a:pt x="42183" y="0"/>
                </a:lnTo>
                <a:lnTo>
                  <a:pt x="0" y="0"/>
                </a:lnTo>
                <a:close/>
                <a:moveTo>
                  <a:pt x="169120" y="67928"/>
                </a:moveTo>
                <a:cubicBezTo>
                  <a:pt x="169501" y="61565"/>
                  <a:pt x="171091" y="56284"/>
                  <a:pt x="173891" y="52086"/>
                </a:cubicBezTo>
                <a:cubicBezTo>
                  <a:pt x="176691" y="47886"/>
                  <a:pt x="180254" y="44513"/>
                  <a:pt x="184580" y="41968"/>
                </a:cubicBezTo>
                <a:cubicBezTo>
                  <a:pt x="188906" y="39422"/>
                  <a:pt x="193773" y="37609"/>
                  <a:pt x="199181" y="36527"/>
                </a:cubicBezTo>
                <a:cubicBezTo>
                  <a:pt x="204591" y="35446"/>
                  <a:pt x="210032" y="34905"/>
                  <a:pt x="215503" y="34905"/>
                </a:cubicBezTo>
                <a:cubicBezTo>
                  <a:pt x="220466" y="34905"/>
                  <a:pt x="225493" y="35255"/>
                  <a:pt x="230582" y="35956"/>
                </a:cubicBezTo>
                <a:cubicBezTo>
                  <a:pt x="235673" y="36655"/>
                  <a:pt x="240318" y="38023"/>
                  <a:pt x="244516" y="40060"/>
                </a:cubicBezTo>
                <a:cubicBezTo>
                  <a:pt x="248716" y="42095"/>
                  <a:pt x="252152" y="44926"/>
                  <a:pt x="254824" y="48553"/>
                </a:cubicBezTo>
                <a:cubicBezTo>
                  <a:pt x="257497" y="52180"/>
                  <a:pt x="258834" y="56984"/>
                  <a:pt x="258834" y="62965"/>
                </a:cubicBezTo>
                <a:lnTo>
                  <a:pt x="258834" y="114311"/>
                </a:lnTo>
                <a:cubicBezTo>
                  <a:pt x="258834" y="118766"/>
                  <a:pt x="259089" y="123029"/>
                  <a:pt x="259597" y="127101"/>
                </a:cubicBezTo>
                <a:cubicBezTo>
                  <a:pt x="260106" y="131172"/>
                  <a:pt x="260996" y="134227"/>
                  <a:pt x="262268" y="136264"/>
                </a:cubicBezTo>
                <a:lnTo>
                  <a:pt x="234782" y="136264"/>
                </a:lnTo>
                <a:cubicBezTo>
                  <a:pt x="234273" y="134737"/>
                  <a:pt x="233860" y="133179"/>
                  <a:pt x="233541" y="131589"/>
                </a:cubicBezTo>
                <a:cubicBezTo>
                  <a:pt x="233223" y="129997"/>
                  <a:pt x="233000" y="128373"/>
                  <a:pt x="232874" y="126719"/>
                </a:cubicBezTo>
                <a:cubicBezTo>
                  <a:pt x="228548" y="131173"/>
                  <a:pt x="223458" y="134292"/>
                  <a:pt x="217603" y="136074"/>
                </a:cubicBezTo>
                <a:cubicBezTo>
                  <a:pt x="211749" y="137855"/>
                  <a:pt x="205768" y="138745"/>
                  <a:pt x="199659" y="138745"/>
                </a:cubicBezTo>
                <a:cubicBezTo>
                  <a:pt x="194952" y="138745"/>
                  <a:pt x="190562" y="138172"/>
                  <a:pt x="186488" y="137027"/>
                </a:cubicBezTo>
                <a:cubicBezTo>
                  <a:pt x="182416" y="135881"/>
                  <a:pt x="178853" y="134100"/>
                  <a:pt x="175799" y="131682"/>
                </a:cubicBezTo>
                <a:cubicBezTo>
                  <a:pt x="172746" y="129265"/>
                  <a:pt x="170361" y="126211"/>
                  <a:pt x="168642" y="122522"/>
                </a:cubicBezTo>
                <a:cubicBezTo>
                  <a:pt x="166924" y="118831"/>
                  <a:pt x="166065" y="114439"/>
                  <a:pt x="166065" y="109348"/>
                </a:cubicBezTo>
                <a:cubicBezTo>
                  <a:pt x="166065" y="103750"/>
                  <a:pt x="167051" y="99138"/>
                  <a:pt x="169024" y="95510"/>
                </a:cubicBezTo>
                <a:cubicBezTo>
                  <a:pt x="170997" y="91883"/>
                  <a:pt x="173541" y="88988"/>
                  <a:pt x="176658" y="86825"/>
                </a:cubicBezTo>
                <a:cubicBezTo>
                  <a:pt x="179776" y="84662"/>
                  <a:pt x="183339" y="83040"/>
                  <a:pt x="187347" y="81958"/>
                </a:cubicBezTo>
                <a:cubicBezTo>
                  <a:pt x="191357" y="80876"/>
                  <a:pt x="195398" y="80018"/>
                  <a:pt x="199469" y="79383"/>
                </a:cubicBezTo>
                <a:cubicBezTo>
                  <a:pt x="203541" y="78746"/>
                  <a:pt x="207549" y="78237"/>
                  <a:pt x="211493" y="77854"/>
                </a:cubicBezTo>
                <a:cubicBezTo>
                  <a:pt x="215438" y="77472"/>
                  <a:pt x="218938" y="76899"/>
                  <a:pt x="221993" y="76136"/>
                </a:cubicBezTo>
                <a:cubicBezTo>
                  <a:pt x="225047" y="75373"/>
                  <a:pt x="227465" y="74260"/>
                  <a:pt x="229245" y="72798"/>
                </a:cubicBezTo>
                <a:cubicBezTo>
                  <a:pt x="231028" y="71334"/>
                  <a:pt x="231856" y="69202"/>
                  <a:pt x="231730" y="66402"/>
                </a:cubicBezTo>
                <a:cubicBezTo>
                  <a:pt x="231730" y="63474"/>
                  <a:pt x="231252" y="61151"/>
                  <a:pt x="230297" y="59435"/>
                </a:cubicBezTo>
                <a:cubicBezTo>
                  <a:pt x="229341" y="57716"/>
                  <a:pt x="228068" y="56380"/>
                  <a:pt x="226478" y="55427"/>
                </a:cubicBezTo>
                <a:cubicBezTo>
                  <a:pt x="224888" y="54472"/>
                  <a:pt x="223042" y="53835"/>
                  <a:pt x="220941" y="53516"/>
                </a:cubicBezTo>
                <a:cubicBezTo>
                  <a:pt x="218842" y="53198"/>
                  <a:pt x="216584" y="53039"/>
                  <a:pt x="214167" y="53039"/>
                </a:cubicBezTo>
                <a:cubicBezTo>
                  <a:pt x="208823" y="53039"/>
                  <a:pt x="204624" y="54184"/>
                  <a:pt x="201569" y="56476"/>
                </a:cubicBezTo>
                <a:cubicBezTo>
                  <a:pt x="198515" y="58767"/>
                  <a:pt x="196734" y="62584"/>
                  <a:pt x="196225" y="67928"/>
                </a:cubicBezTo>
                <a:lnTo>
                  <a:pt x="169120" y="67928"/>
                </a:lnTo>
                <a:moveTo>
                  <a:pt x="231730" y="87970"/>
                </a:moveTo>
                <a:cubicBezTo>
                  <a:pt x="230584" y="88989"/>
                  <a:pt x="229152" y="89785"/>
                  <a:pt x="227433" y="90358"/>
                </a:cubicBezTo>
                <a:cubicBezTo>
                  <a:pt x="225715" y="90931"/>
                  <a:pt x="223869" y="91408"/>
                  <a:pt x="221897" y="91791"/>
                </a:cubicBezTo>
                <a:cubicBezTo>
                  <a:pt x="219926" y="92172"/>
                  <a:pt x="217858" y="92489"/>
                  <a:pt x="215693" y="92743"/>
                </a:cubicBezTo>
                <a:cubicBezTo>
                  <a:pt x="213530" y="92998"/>
                  <a:pt x="211367" y="93315"/>
                  <a:pt x="209203" y="93696"/>
                </a:cubicBezTo>
                <a:cubicBezTo>
                  <a:pt x="207168" y="94078"/>
                  <a:pt x="205165" y="94588"/>
                  <a:pt x="203192" y="95225"/>
                </a:cubicBezTo>
                <a:cubicBezTo>
                  <a:pt x="201219" y="95860"/>
                  <a:pt x="199501" y="96719"/>
                  <a:pt x="198036" y="97803"/>
                </a:cubicBezTo>
                <a:cubicBezTo>
                  <a:pt x="196574" y="98884"/>
                  <a:pt x="195398" y="100252"/>
                  <a:pt x="194506" y="101907"/>
                </a:cubicBezTo>
                <a:cubicBezTo>
                  <a:pt x="193615" y="103559"/>
                  <a:pt x="193169" y="105658"/>
                  <a:pt x="193169" y="108204"/>
                </a:cubicBezTo>
                <a:cubicBezTo>
                  <a:pt x="193169" y="110621"/>
                  <a:pt x="193615" y="112657"/>
                  <a:pt x="194506" y="114311"/>
                </a:cubicBezTo>
                <a:cubicBezTo>
                  <a:pt x="195398" y="115966"/>
                  <a:pt x="196606" y="117271"/>
                  <a:pt x="198133" y="118226"/>
                </a:cubicBezTo>
                <a:cubicBezTo>
                  <a:pt x="199661" y="119179"/>
                  <a:pt x="201442" y="119847"/>
                  <a:pt x="203477" y="120230"/>
                </a:cubicBezTo>
                <a:cubicBezTo>
                  <a:pt x="205514" y="120612"/>
                  <a:pt x="207614" y="120804"/>
                  <a:pt x="209777" y="120804"/>
                </a:cubicBezTo>
                <a:cubicBezTo>
                  <a:pt x="215121" y="120804"/>
                  <a:pt x="219256" y="119913"/>
                  <a:pt x="222182" y="118133"/>
                </a:cubicBezTo>
                <a:cubicBezTo>
                  <a:pt x="225110" y="116350"/>
                  <a:pt x="227274" y="114218"/>
                  <a:pt x="228674" y="111737"/>
                </a:cubicBezTo>
                <a:cubicBezTo>
                  <a:pt x="230074" y="109255"/>
                  <a:pt x="230933" y="106741"/>
                  <a:pt x="231252" y="104196"/>
                </a:cubicBezTo>
                <a:cubicBezTo>
                  <a:pt x="231570" y="101650"/>
                  <a:pt x="231730" y="99614"/>
                  <a:pt x="231730" y="98088"/>
                </a:cubicBezTo>
                <a:lnTo>
                  <a:pt x="231730" y="87970"/>
                </a:lnTo>
                <a:close/>
                <a:moveTo>
                  <a:pt x="300827" y="104202"/>
                </a:moveTo>
                <a:lnTo>
                  <a:pt x="275060" y="104202"/>
                </a:lnTo>
                <a:cubicBezTo>
                  <a:pt x="275314" y="110807"/>
                  <a:pt x="276809" y="116302"/>
                  <a:pt x="279545" y="120684"/>
                </a:cubicBezTo>
                <a:cubicBezTo>
                  <a:pt x="282281" y="125065"/>
                  <a:pt x="285780" y="128589"/>
                  <a:pt x="290042" y="131257"/>
                </a:cubicBezTo>
                <a:cubicBezTo>
                  <a:pt x="294306" y="133925"/>
                  <a:pt x="299174" y="135830"/>
                  <a:pt x="304646" y="136971"/>
                </a:cubicBezTo>
                <a:cubicBezTo>
                  <a:pt x="310118" y="138115"/>
                  <a:pt x="315717" y="138687"/>
                  <a:pt x="321443" y="138687"/>
                </a:cubicBezTo>
                <a:cubicBezTo>
                  <a:pt x="327041" y="138687"/>
                  <a:pt x="332544" y="138145"/>
                  <a:pt x="337952" y="137062"/>
                </a:cubicBezTo>
                <a:cubicBezTo>
                  <a:pt x="343361" y="135980"/>
                  <a:pt x="348165" y="134103"/>
                  <a:pt x="352363" y="131429"/>
                </a:cubicBezTo>
                <a:cubicBezTo>
                  <a:pt x="356563" y="128755"/>
                  <a:pt x="359967" y="125222"/>
                  <a:pt x="362575" y="120830"/>
                </a:cubicBezTo>
                <a:cubicBezTo>
                  <a:pt x="365185" y="116438"/>
                  <a:pt x="366489" y="110995"/>
                  <a:pt x="366489" y="104502"/>
                </a:cubicBezTo>
                <a:cubicBezTo>
                  <a:pt x="366489" y="99919"/>
                  <a:pt x="365598" y="96069"/>
                  <a:pt x="363816" y="92950"/>
                </a:cubicBezTo>
                <a:cubicBezTo>
                  <a:pt x="362035" y="89830"/>
                  <a:pt x="359681" y="87219"/>
                  <a:pt x="356753" y="85118"/>
                </a:cubicBezTo>
                <a:cubicBezTo>
                  <a:pt x="353826" y="83017"/>
                  <a:pt x="350487" y="81331"/>
                  <a:pt x="346733" y="80059"/>
                </a:cubicBezTo>
                <a:cubicBezTo>
                  <a:pt x="342980" y="78785"/>
                  <a:pt x="339130" y="77703"/>
                  <a:pt x="335185" y="76811"/>
                </a:cubicBezTo>
                <a:cubicBezTo>
                  <a:pt x="331367" y="75920"/>
                  <a:pt x="327613" y="75093"/>
                  <a:pt x="323922" y="74330"/>
                </a:cubicBezTo>
                <a:cubicBezTo>
                  <a:pt x="320232" y="73565"/>
                  <a:pt x="316956" y="72706"/>
                  <a:pt x="314091" y="71752"/>
                </a:cubicBezTo>
                <a:cubicBezTo>
                  <a:pt x="311229" y="70797"/>
                  <a:pt x="308907" y="69555"/>
                  <a:pt x="307124" y="68027"/>
                </a:cubicBezTo>
                <a:cubicBezTo>
                  <a:pt x="305344" y="66499"/>
                  <a:pt x="304454" y="64525"/>
                  <a:pt x="304454" y="62106"/>
                </a:cubicBezTo>
                <a:cubicBezTo>
                  <a:pt x="304454" y="60069"/>
                  <a:pt x="304962" y="58445"/>
                  <a:pt x="305980" y="57236"/>
                </a:cubicBezTo>
                <a:cubicBezTo>
                  <a:pt x="306999" y="56026"/>
                  <a:pt x="308240" y="55104"/>
                  <a:pt x="309702" y="54469"/>
                </a:cubicBezTo>
                <a:cubicBezTo>
                  <a:pt x="311166" y="53832"/>
                  <a:pt x="312789" y="53418"/>
                  <a:pt x="314569" y="53228"/>
                </a:cubicBezTo>
                <a:cubicBezTo>
                  <a:pt x="316352" y="53036"/>
                  <a:pt x="318006" y="52940"/>
                  <a:pt x="319532" y="52940"/>
                </a:cubicBezTo>
                <a:cubicBezTo>
                  <a:pt x="324367" y="52940"/>
                  <a:pt x="328566" y="53867"/>
                  <a:pt x="332129" y="55721"/>
                </a:cubicBezTo>
                <a:cubicBezTo>
                  <a:pt x="335692" y="57574"/>
                  <a:pt x="337665" y="61120"/>
                  <a:pt x="338048" y="66361"/>
                </a:cubicBezTo>
                <a:lnTo>
                  <a:pt x="363819" y="66361"/>
                </a:lnTo>
                <a:cubicBezTo>
                  <a:pt x="363310" y="60252"/>
                  <a:pt x="361751" y="55193"/>
                  <a:pt x="359141" y="51183"/>
                </a:cubicBezTo>
                <a:cubicBezTo>
                  <a:pt x="356533" y="47174"/>
                  <a:pt x="353256" y="43960"/>
                  <a:pt x="349311" y="41543"/>
                </a:cubicBezTo>
                <a:cubicBezTo>
                  <a:pt x="345367" y="39123"/>
                  <a:pt x="340882" y="37405"/>
                  <a:pt x="335855" y="36387"/>
                </a:cubicBezTo>
                <a:cubicBezTo>
                  <a:pt x="330827" y="35368"/>
                  <a:pt x="325642" y="34858"/>
                  <a:pt x="320298" y="34858"/>
                </a:cubicBezTo>
                <a:cubicBezTo>
                  <a:pt x="314953" y="34858"/>
                  <a:pt x="309734" y="35336"/>
                  <a:pt x="304643" y="36291"/>
                </a:cubicBezTo>
                <a:cubicBezTo>
                  <a:pt x="299554" y="37245"/>
                  <a:pt x="294973" y="38899"/>
                  <a:pt x="290901" y="41254"/>
                </a:cubicBezTo>
                <a:cubicBezTo>
                  <a:pt x="286829" y="43610"/>
                  <a:pt x="283553" y="46824"/>
                  <a:pt x="281071" y="50898"/>
                </a:cubicBezTo>
                <a:cubicBezTo>
                  <a:pt x="278590" y="54972"/>
                  <a:pt x="277349" y="60192"/>
                  <a:pt x="277349" y="66559"/>
                </a:cubicBezTo>
                <a:cubicBezTo>
                  <a:pt x="277349" y="70887"/>
                  <a:pt x="278239" y="74547"/>
                  <a:pt x="280020" y="77540"/>
                </a:cubicBezTo>
                <a:cubicBezTo>
                  <a:pt x="281802" y="80530"/>
                  <a:pt x="284157" y="83012"/>
                  <a:pt x="287083" y="84987"/>
                </a:cubicBezTo>
                <a:cubicBezTo>
                  <a:pt x="290011" y="86960"/>
                  <a:pt x="293352" y="88551"/>
                  <a:pt x="297105" y="89761"/>
                </a:cubicBezTo>
                <a:cubicBezTo>
                  <a:pt x="300858" y="90971"/>
                  <a:pt x="304708" y="92021"/>
                  <a:pt x="308654" y="92912"/>
                </a:cubicBezTo>
                <a:cubicBezTo>
                  <a:pt x="318323" y="94949"/>
                  <a:pt x="325862" y="96986"/>
                  <a:pt x="331270" y="99023"/>
                </a:cubicBezTo>
                <a:cubicBezTo>
                  <a:pt x="336680" y="101060"/>
                  <a:pt x="339385" y="104115"/>
                  <a:pt x="339385" y="108189"/>
                </a:cubicBezTo>
                <a:cubicBezTo>
                  <a:pt x="339385" y="110606"/>
                  <a:pt x="338812" y="112611"/>
                  <a:pt x="337666" y="114204"/>
                </a:cubicBezTo>
                <a:cubicBezTo>
                  <a:pt x="336521" y="115796"/>
                  <a:pt x="335088" y="117070"/>
                  <a:pt x="333370" y="118025"/>
                </a:cubicBezTo>
                <a:cubicBezTo>
                  <a:pt x="331654" y="118978"/>
                  <a:pt x="329745" y="119678"/>
                  <a:pt x="327644" y="120125"/>
                </a:cubicBezTo>
                <a:cubicBezTo>
                  <a:pt x="325545" y="120570"/>
                  <a:pt x="323541" y="120792"/>
                  <a:pt x="321632" y="120792"/>
                </a:cubicBezTo>
                <a:cubicBezTo>
                  <a:pt x="318960" y="120792"/>
                  <a:pt x="316384" y="120474"/>
                  <a:pt x="313902" y="119839"/>
                </a:cubicBezTo>
                <a:cubicBezTo>
                  <a:pt x="311421" y="119203"/>
                  <a:pt x="309225" y="118217"/>
                  <a:pt x="307317" y="116883"/>
                </a:cubicBezTo>
                <a:cubicBezTo>
                  <a:pt x="305408" y="115547"/>
                  <a:pt x="303849" y="113831"/>
                  <a:pt x="302639" y="111734"/>
                </a:cubicBezTo>
                <a:cubicBezTo>
                  <a:pt x="301431" y="109637"/>
                  <a:pt x="300827" y="107126"/>
                  <a:pt x="300827" y="104202"/>
                </a:cubicBezTo>
                <a:close/>
                <a:moveTo>
                  <a:pt x="403331" y="104202"/>
                </a:moveTo>
                <a:lnTo>
                  <a:pt x="377563" y="104202"/>
                </a:lnTo>
                <a:cubicBezTo>
                  <a:pt x="377818" y="110807"/>
                  <a:pt x="379313" y="116302"/>
                  <a:pt x="382049" y="120684"/>
                </a:cubicBezTo>
                <a:cubicBezTo>
                  <a:pt x="384785" y="125065"/>
                  <a:pt x="388284" y="128589"/>
                  <a:pt x="392546" y="131257"/>
                </a:cubicBezTo>
                <a:cubicBezTo>
                  <a:pt x="396810" y="133925"/>
                  <a:pt x="401678" y="135830"/>
                  <a:pt x="407150" y="136971"/>
                </a:cubicBezTo>
                <a:cubicBezTo>
                  <a:pt x="412622" y="138115"/>
                  <a:pt x="418221" y="138687"/>
                  <a:pt x="423947" y="138687"/>
                </a:cubicBezTo>
                <a:cubicBezTo>
                  <a:pt x="429545" y="138687"/>
                  <a:pt x="435048" y="138145"/>
                  <a:pt x="440456" y="137062"/>
                </a:cubicBezTo>
                <a:cubicBezTo>
                  <a:pt x="445865" y="135980"/>
                  <a:pt x="450669" y="134103"/>
                  <a:pt x="454867" y="131429"/>
                </a:cubicBezTo>
                <a:cubicBezTo>
                  <a:pt x="459067" y="128755"/>
                  <a:pt x="462471" y="125222"/>
                  <a:pt x="465079" y="120830"/>
                </a:cubicBezTo>
                <a:cubicBezTo>
                  <a:pt x="467688" y="116438"/>
                  <a:pt x="468993" y="110995"/>
                  <a:pt x="468993" y="104502"/>
                </a:cubicBezTo>
                <a:cubicBezTo>
                  <a:pt x="468993" y="99919"/>
                  <a:pt x="468102" y="96069"/>
                  <a:pt x="466320" y="92950"/>
                </a:cubicBezTo>
                <a:cubicBezTo>
                  <a:pt x="464539" y="89830"/>
                  <a:pt x="462185" y="87219"/>
                  <a:pt x="459256" y="85118"/>
                </a:cubicBezTo>
                <a:cubicBezTo>
                  <a:pt x="456330" y="83017"/>
                  <a:pt x="452990" y="81331"/>
                  <a:pt x="449237" y="80059"/>
                </a:cubicBezTo>
                <a:cubicBezTo>
                  <a:pt x="445484" y="78785"/>
                  <a:pt x="441634" y="77703"/>
                  <a:pt x="437689" y="76811"/>
                </a:cubicBezTo>
                <a:cubicBezTo>
                  <a:pt x="433871" y="75920"/>
                  <a:pt x="430117" y="75093"/>
                  <a:pt x="426425" y="74330"/>
                </a:cubicBezTo>
                <a:cubicBezTo>
                  <a:pt x="422736" y="73565"/>
                  <a:pt x="419459" y="72706"/>
                  <a:pt x="416595" y="71752"/>
                </a:cubicBezTo>
                <a:cubicBezTo>
                  <a:pt x="413733" y="70797"/>
                  <a:pt x="411411" y="69555"/>
                  <a:pt x="409628" y="68027"/>
                </a:cubicBezTo>
                <a:cubicBezTo>
                  <a:pt x="407848" y="66499"/>
                  <a:pt x="406958" y="64525"/>
                  <a:pt x="406958" y="62106"/>
                </a:cubicBezTo>
                <a:cubicBezTo>
                  <a:pt x="406958" y="60069"/>
                  <a:pt x="407466" y="58445"/>
                  <a:pt x="408484" y="57236"/>
                </a:cubicBezTo>
                <a:cubicBezTo>
                  <a:pt x="409503" y="56026"/>
                  <a:pt x="410744" y="55104"/>
                  <a:pt x="412206" y="54469"/>
                </a:cubicBezTo>
                <a:cubicBezTo>
                  <a:pt x="413670" y="53832"/>
                  <a:pt x="415292" y="53418"/>
                  <a:pt x="417073" y="53228"/>
                </a:cubicBezTo>
                <a:cubicBezTo>
                  <a:pt x="418856" y="53036"/>
                  <a:pt x="420510" y="52940"/>
                  <a:pt x="422036" y="52940"/>
                </a:cubicBezTo>
                <a:cubicBezTo>
                  <a:pt x="426871" y="52940"/>
                  <a:pt x="431070" y="53867"/>
                  <a:pt x="434633" y="55721"/>
                </a:cubicBezTo>
                <a:cubicBezTo>
                  <a:pt x="438196" y="57574"/>
                  <a:pt x="440169" y="61120"/>
                  <a:pt x="440552" y="66361"/>
                </a:cubicBezTo>
                <a:lnTo>
                  <a:pt x="466322" y="66361"/>
                </a:lnTo>
                <a:cubicBezTo>
                  <a:pt x="465814" y="60252"/>
                  <a:pt x="464254" y="55193"/>
                  <a:pt x="461645" y="51183"/>
                </a:cubicBezTo>
                <a:cubicBezTo>
                  <a:pt x="459037" y="47174"/>
                  <a:pt x="455760" y="43960"/>
                  <a:pt x="451815" y="41543"/>
                </a:cubicBezTo>
                <a:cubicBezTo>
                  <a:pt x="447871" y="39123"/>
                  <a:pt x="443386" y="37405"/>
                  <a:pt x="438358" y="36387"/>
                </a:cubicBezTo>
                <a:cubicBezTo>
                  <a:pt x="433331" y="35368"/>
                  <a:pt x="428146" y="34858"/>
                  <a:pt x="422802" y="34858"/>
                </a:cubicBezTo>
                <a:cubicBezTo>
                  <a:pt x="417457" y="34858"/>
                  <a:pt x="412238" y="35336"/>
                  <a:pt x="407147" y="36291"/>
                </a:cubicBezTo>
                <a:cubicBezTo>
                  <a:pt x="402058" y="37245"/>
                  <a:pt x="397477" y="38899"/>
                  <a:pt x="393405" y="41254"/>
                </a:cubicBezTo>
                <a:cubicBezTo>
                  <a:pt x="389333" y="43610"/>
                  <a:pt x="386057" y="46824"/>
                  <a:pt x="383575" y="50898"/>
                </a:cubicBezTo>
                <a:cubicBezTo>
                  <a:pt x="381094" y="54972"/>
                  <a:pt x="379853" y="60192"/>
                  <a:pt x="379853" y="66559"/>
                </a:cubicBezTo>
                <a:cubicBezTo>
                  <a:pt x="379853" y="70887"/>
                  <a:pt x="380743" y="74547"/>
                  <a:pt x="382524" y="77540"/>
                </a:cubicBezTo>
                <a:cubicBezTo>
                  <a:pt x="384306" y="80530"/>
                  <a:pt x="386661" y="83012"/>
                  <a:pt x="389587" y="84987"/>
                </a:cubicBezTo>
                <a:cubicBezTo>
                  <a:pt x="392515" y="86960"/>
                  <a:pt x="395856" y="88551"/>
                  <a:pt x="399609" y="89761"/>
                </a:cubicBezTo>
                <a:cubicBezTo>
                  <a:pt x="403362" y="90971"/>
                  <a:pt x="407212" y="92021"/>
                  <a:pt x="411158" y="92912"/>
                </a:cubicBezTo>
                <a:cubicBezTo>
                  <a:pt x="420827" y="94949"/>
                  <a:pt x="428366" y="96986"/>
                  <a:pt x="433774" y="99023"/>
                </a:cubicBezTo>
                <a:cubicBezTo>
                  <a:pt x="439184" y="101060"/>
                  <a:pt x="441889" y="104115"/>
                  <a:pt x="441889" y="108189"/>
                </a:cubicBezTo>
                <a:cubicBezTo>
                  <a:pt x="441889" y="110606"/>
                  <a:pt x="441316" y="112611"/>
                  <a:pt x="440170" y="114204"/>
                </a:cubicBezTo>
                <a:cubicBezTo>
                  <a:pt x="439024" y="115796"/>
                  <a:pt x="437592" y="117070"/>
                  <a:pt x="435874" y="118025"/>
                </a:cubicBezTo>
                <a:cubicBezTo>
                  <a:pt x="434157" y="118978"/>
                  <a:pt x="432249" y="119678"/>
                  <a:pt x="430148" y="120125"/>
                </a:cubicBezTo>
                <a:cubicBezTo>
                  <a:pt x="428049" y="120570"/>
                  <a:pt x="426045" y="120792"/>
                  <a:pt x="424136" y="120792"/>
                </a:cubicBezTo>
                <a:cubicBezTo>
                  <a:pt x="421464" y="120792"/>
                  <a:pt x="418888" y="120474"/>
                  <a:pt x="416406" y="119839"/>
                </a:cubicBezTo>
                <a:cubicBezTo>
                  <a:pt x="413925" y="119203"/>
                  <a:pt x="411729" y="118217"/>
                  <a:pt x="409821" y="116883"/>
                </a:cubicBezTo>
                <a:cubicBezTo>
                  <a:pt x="407912" y="115547"/>
                  <a:pt x="406353" y="113831"/>
                  <a:pt x="405143" y="111734"/>
                </a:cubicBezTo>
                <a:cubicBezTo>
                  <a:pt x="403935" y="109637"/>
                  <a:pt x="403331" y="107126"/>
                  <a:pt x="403331" y="104202"/>
                </a:cubicBezTo>
                <a:close/>
                <a:moveTo>
                  <a:pt x="483693" y="67928"/>
                </a:moveTo>
                <a:cubicBezTo>
                  <a:pt x="484073" y="61565"/>
                  <a:pt x="485664" y="56284"/>
                  <a:pt x="488464" y="52086"/>
                </a:cubicBezTo>
                <a:cubicBezTo>
                  <a:pt x="491264" y="47886"/>
                  <a:pt x="494827" y="44513"/>
                  <a:pt x="499153" y="41968"/>
                </a:cubicBezTo>
                <a:cubicBezTo>
                  <a:pt x="503479" y="39422"/>
                  <a:pt x="508346" y="37609"/>
                  <a:pt x="513754" y="36527"/>
                </a:cubicBezTo>
                <a:cubicBezTo>
                  <a:pt x="519164" y="35446"/>
                  <a:pt x="524604" y="34905"/>
                  <a:pt x="530076" y="34905"/>
                </a:cubicBezTo>
                <a:cubicBezTo>
                  <a:pt x="535039" y="34905"/>
                  <a:pt x="540065" y="35255"/>
                  <a:pt x="545155" y="35956"/>
                </a:cubicBezTo>
                <a:cubicBezTo>
                  <a:pt x="550246" y="36655"/>
                  <a:pt x="554891" y="38023"/>
                  <a:pt x="559089" y="40060"/>
                </a:cubicBezTo>
                <a:cubicBezTo>
                  <a:pt x="563289" y="42095"/>
                  <a:pt x="566725" y="44926"/>
                  <a:pt x="569396" y="48553"/>
                </a:cubicBezTo>
                <a:cubicBezTo>
                  <a:pt x="572070" y="52180"/>
                  <a:pt x="573407" y="56984"/>
                  <a:pt x="573407" y="62965"/>
                </a:cubicBezTo>
                <a:lnTo>
                  <a:pt x="573407" y="114311"/>
                </a:lnTo>
                <a:cubicBezTo>
                  <a:pt x="573407" y="118766"/>
                  <a:pt x="573661" y="123029"/>
                  <a:pt x="574170" y="127101"/>
                </a:cubicBezTo>
                <a:cubicBezTo>
                  <a:pt x="574679" y="131172"/>
                  <a:pt x="575569" y="134227"/>
                  <a:pt x="576841" y="136264"/>
                </a:cubicBezTo>
                <a:lnTo>
                  <a:pt x="549355" y="136264"/>
                </a:lnTo>
                <a:cubicBezTo>
                  <a:pt x="548846" y="134737"/>
                  <a:pt x="548432" y="133179"/>
                  <a:pt x="548114" y="131589"/>
                </a:cubicBezTo>
                <a:cubicBezTo>
                  <a:pt x="547795" y="129997"/>
                  <a:pt x="547573" y="128373"/>
                  <a:pt x="547447" y="126719"/>
                </a:cubicBezTo>
                <a:cubicBezTo>
                  <a:pt x="543121" y="131173"/>
                  <a:pt x="538030" y="134292"/>
                  <a:pt x="532176" y="136074"/>
                </a:cubicBezTo>
                <a:cubicBezTo>
                  <a:pt x="526322" y="137855"/>
                  <a:pt x="520340" y="138745"/>
                  <a:pt x="514231" y="138745"/>
                </a:cubicBezTo>
                <a:cubicBezTo>
                  <a:pt x="509525" y="138745"/>
                  <a:pt x="505134" y="138172"/>
                  <a:pt x="501061" y="137027"/>
                </a:cubicBezTo>
                <a:cubicBezTo>
                  <a:pt x="496989" y="135881"/>
                  <a:pt x="493426" y="134100"/>
                  <a:pt x="490371" y="131682"/>
                </a:cubicBezTo>
                <a:cubicBezTo>
                  <a:pt x="487319" y="129265"/>
                  <a:pt x="484934" y="126211"/>
                  <a:pt x="483215" y="122522"/>
                </a:cubicBezTo>
                <a:cubicBezTo>
                  <a:pt x="481497" y="118831"/>
                  <a:pt x="480637" y="114439"/>
                  <a:pt x="480637" y="109348"/>
                </a:cubicBezTo>
                <a:cubicBezTo>
                  <a:pt x="480637" y="103750"/>
                  <a:pt x="481624" y="99138"/>
                  <a:pt x="483597" y="95510"/>
                </a:cubicBezTo>
                <a:cubicBezTo>
                  <a:pt x="485569" y="91883"/>
                  <a:pt x="488114" y="88988"/>
                  <a:pt x="491231" y="86825"/>
                </a:cubicBezTo>
                <a:cubicBezTo>
                  <a:pt x="494349" y="84662"/>
                  <a:pt x="497912" y="83040"/>
                  <a:pt x="501920" y="81958"/>
                </a:cubicBezTo>
                <a:cubicBezTo>
                  <a:pt x="505930" y="80876"/>
                  <a:pt x="509970" y="80018"/>
                  <a:pt x="514042" y="79383"/>
                </a:cubicBezTo>
                <a:cubicBezTo>
                  <a:pt x="518114" y="78746"/>
                  <a:pt x="522122" y="78237"/>
                  <a:pt x="526065" y="77854"/>
                </a:cubicBezTo>
                <a:cubicBezTo>
                  <a:pt x="530011" y="77472"/>
                  <a:pt x="533511" y="76899"/>
                  <a:pt x="536565" y="76136"/>
                </a:cubicBezTo>
                <a:cubicBezTo>
                  <a:pt x="539620" y="75373"/>
                  <a:pt x="542037" y="74260"/>
                  <a:pt x="543818" y="72798"/>
                </a:cubicBezTo>
                <a:cubicBezTo>
                  <a:pt x="545600" y="71334"/>
                  <a:pt x="546428" y="69202"/>
                  <a:pt x="546302" y="66402"/>
                </a:cubicBezTo>
                <a:cubicBezTo>
                  <a:pt x="546302" y="63474"/>
                  <a:pt x="545825" y="61151"/>
                  <a:pt x="544869" y="59435"/>
                </a:cubicBezTo>
                <a:cubicBezTo>
                  <a:pt x="543914" y="57716"/>
                  <a:pt x="542641" y="56380"/>
                  <a:pt x="541051" y="55427"/>
                </a:cubicBezTo>
                <a:cubicBezTo>
                  <a:pt x="539461" y="54472"/>
                  <a:pt x="537615" y="53835"/>
                  <a:pt x="535514" y="53516"/>
                </a:cubicBezTo>
                <a:cubicBezTo>
                  <a:pt x="533415" y="53198"/>
                  <a:pt x="531157" y="53039"/>
                  <a:pt x="528739" y="53039"/>
                </a:cubicBezTo>
                <a:cubicBezTo>
                  <a:pt x="523396" y="53039"/>
                  <a:pt x="519197" y="54184"/>
                  <a:pt x="516142" y="56476"/>
                </a:cubicBezTo>
                <a:cubicBezTo>
                  <a:pt x="513088" y="58767"/>
                  <a:pt x="511306" y="62584"/>
                  <a:pt x="510798" y="67928"/>
                </a:cubicBezTo>
                <a:lnTo>
                  <a:pt x="483693" y="67928"/>
                </a:lnTo>
                <a:moveTo>
                  <a:pt x="546302" y="87970"/>
                </a:moveTo>
                <a:cubicBezTo>
                  <a:pt x="545157" y="88989"/>
                  <a:pt x="543725" y="89785"/>
                  <a:pt x="542006" y="90358"/>
                </a:cubicBezTo>
                <a:cubicBezTo>
                  <a:pt x="540288" y="90931"/>
                  <a:pt x="538442" y="91408"/>
                  <a:pt x="536469" y="91791"/>
                </a:cubicBezTo>
                <a:cubicBezTo>
                  <a:pt x="534498" y="92172"/>
                  <a:pt x="532430" y="92489"/>
                  <a:pt x="530265" y="92743"/>
                </a:cubicBezTo>
                <a:cubicBezTo>
                  <a:pt x="528102" y="92998"/>
                  <a:pt x="525939" y="93315"/>
                  <a:pt x="523776" y="93696"/>
                </a:cubicBezTo>
                <a:cubicBezTo>
                  <a:pt x="521741" y="94078"/>
                  <a:pt x="519737" y="94588"/>
                  <a:pt x="517764" y="95225"/>
                </a:cubicBezTo>
                <a:cubicBezTo>
                  <a:pt x="515792" y="95860"/>
                  <a:pt x="514073" y="96719"/>
                  <a:pt x="512609" y="97803"/>
                </a:cubicBezTo>
                <a:cubicBezTo>
                  <a:pt x="511147" y="98884"/>
                  <a:pt x="509970" y="100252"/>
                  <a:pt x="509079" y="101907"/>
                </a:cubicBezTo>
                <a:cubicBezTo>
                  <a:pt x="508188" y="103559"/>
                  <a:pt x="507742" y="105658"/>
                  <a:pt x="507742" y="108204"/>
                </a:cubicBezTo>
                <a:cubicBezTo>
                  <a:pt x="507742" y="110621"/>
                  <a:pt x="508188" y="112657"/>
                  <a:pt x="509079" y="114311"/>
                </a:cubicBezTo>
                <a:cubicBezTo>
                  <a:pt x="509970" y="115966"/>
                  <a:pt x="511179" y="117271"/>
                  <a:pt x="512705" y="118226"/>
                </a:cubicBezTo>
                <a:cubicBezTo>
                  <a:pt x="514233" y="119179"/>
                  <a:pt x="516015" y="119847"/>
                  <a:pt x="518050" y="120230"/>
                </a:cubicBezTo>
                <a:cubicBezTo>
                  <a:pt x="520087" y="120612"/>
                  <a:pt x="522187" y="120804"/>
                  <a:pt x="524350" y="120804"/>
                </a:cubicBezTo>
                <a:cubicBezTo>
                  <a:pt x="529694" y="120804"/>
                  <a:pt x="533829" y="119913"/>
                  <a:pt x="536755" y="118133"/>
                </a:cubicBezTo>
                <a:cubicBezTo>
                  <a:pt x="539683" y="116350"/>
                  <a:pt x="541847" y="114218"/>
                  <a:pt x="543247" y="111737"/>
                </a:cubicBezTo>
                <a:cubicBezTo>
                  <a:pt x="544647" y="109255"/>
                  <a:pt x="545506" y="106741"/>
                  <a:pt x="545825" y="104196"/>
                </a:cubicBezTo>
                <a:cubicBezTo>
                  <a:pt x="546143" y="101650"/>
                  <a:pt x="546302" y="99614"/>
                  <a:pt x="546302" y="98088"/>
                </a:cubicBezTo>
                <a:lnTo>
                  <a:pt x="546302" y="87970"/>
                </a:lnTo>
                <a:close/>
                <a:moveTo>
                  <a:pt x="640405" y="112963"/>
                </a:moveTo>
                <a:cubicBezTo>
                  <a:pt x="636205" y="112963"/>
                  <a:pt x="632705" y="112072"/>
                  <a:pt x="629905" y="110292"/>
                </a:cubicBezTo>
                <a:cubicBezTo>
                  <a:pt x="627105" y="108511"/>
                  <a:pt x="624846" y="106223"/>
                  <a:pt x="623127" y="103427"/>
                </a:cubicBezTo>
                <a:cubicBezTo>
                  <a:pt x="621411" y="100629"/>
                  <a:pt x="620202" y="97482"/>
                  <a:pt x="619501" y="93987"/>
                </a:cubicBezTo>
                <a:cubicBezTo>
                  <a:pt x="618802" y="90490"/>
                  <a:pt x="618453" y="86961"/>
                  <a:pt x="618453" y="83400"/>
                </a:cubicBezTo>
                <a:cubicBezTo>
                  <a:pt x="618453" y="79712"/>
                  <a:pt x="618866" y="76184"/>
                  <a:pt x="619693" y="72815"/>
                </a:cubicBezTo>
                <a:cubicBezTo>
                  <a:pt x="620520" y="69444"/>
                  <a:pt x="621856" y="66456"/>
                  <a:pt x="623701" y="63850"/>
                </a:cubicBezTo>
                <a:cubicBezTo>
                  <a:pt x="625548" y="61244"/>
                  <a:pt x="627839" y="59178"/>
                  <a:pt x="630575" y="57652"/>
                </a:cubicBezTo>
                <a:cubicBezTo>
                  <a:pt x="633311" y="56126"/>
                  <a:pt x="636587" y="55363"/>
                  <a:pt x="640405" y="55363"/>
                </a:cubicBezTo>
                <a:cubicBezTo>
                  <a:pt x="644859" y="55363"/>
                  <a:pt x="648550" y="56190"/>
                  <a:pt x="651476" y="57844"/>
                </a:cubicBezTo>
                <a:cubicBezTo>
                  <a:pt x="654402" y="59497"/>
                  <a:pt x="656756" y="61722"/>
                  <a:pt x="658539" y="64520"/>
                </a:cubicBezTo>
                <a:cubicBezTo>
                  <a:pt x="660321" y="67316"/>
                  <a:pt x="661594" y="70526"/>
                  <a:pt x="662357" y="74149"/>
                </a:cubicBezTo>
                <a:cubicBezTo>
                  <a:pt x="663120" y="77773"/>
                  <a:pt x="663502" y="81619"/>
                  <a:pt x="663502" y="85689"/>
                </a:cubicBezTo>
                <a:cubicBezTo>
                  <a:pt x="663502" y="89248"/>
                  <a:pt x="663024" y="92649"/>
                  <a:pt x="662069" y="95892"/>
                </a:cubicBezTo>
                <a:cubicBezTo>
                  <a:pt x="661116" y="99135"/>
                  <a:pt x="659684" y="102028"/>
                  <a:pt x="657776" y="104572"/>
                </a:cubicBezTo>
                <a:cubicBezTo>
                  <a:pt x="655867" y="107113"/>
                  <a:pt x="653449" y="109147"/>
                  <a:pt x="650520" y="110673"/>
                </a:cubicBezTo>
                <a:cubicBezTo>
                  <a:pt x="647594" y="112200"/>
                  <a:pt x="644222" y="112963"/>
                  <a:pt x="640405" y="112963"/>
                </a:cubicBezTo>
                <a:moveTo>
                  <a:pt x="689270" y="130007"/>
                </a:moveTo>
                <a:lnTo>
                  <a:pt x="689270" y="37593"/>
                </a:lnTo>
                <a:lnTo>
                  <a:pt x="663502" y="37593"/>
                </a:lnTo>
                <a:lnTo>
                  <a:pt x="663502" y="50764"/>
                </a:lnTo>
                <a:lnTo>
                  <a:pt x="663120" y="50764"/>
                </a:lnTo>
                <a:cubicBezTo>
                  <a:pt x="659812" y="45014"/>
                  <a:pt x="655708" y="40926"/>
                  <a:pt x="650809" y="38499"/>
                </a:cubicBezTo>
                <a:cubicBezTo>
                  <a:pt x="645910" y="36072"/>
                  <a:pt x="640215" y="34858"/>
                  <a:pt x="633723" y="34858"/>
                </a:cubicBezTo>
                <a:cubicBezTo>
                  <a:pt x="626852" y="34858"/>
                  <a:pt x="620775" y="36196"/>
                  <a:pt x="615493" y="38872"/>
                </a:cubicBezTo>
                <a:cubicBezTo>
                  <a:pt x="610214" y="41547"/>
                  <a:pt x="605792" y="45146"/>
                  <a:pt x="602229" y="49669"/>
                </a:cubicBezTo>
                <a:cubicBezTo>
                  <a:pt x="598666" y="54191"/>
                  <a:pt x="595961" y="59414"/>
                  <a:pt x="594115" y="65339"/>
                </a:cubicBezTo>
                <a:cubicBezTo>
                  <a:pt x="592270" y="71263"/>
                  <a:pt x="591348" y="77410"/>
                  <a:pt x="591348" y="83781"/>
                </a:cubicBezTo>
                <a:cubicBezTo>
                  <a:pt x="591348" y="90533"/>
                  <a:pt x="592143" y="96935"/>
                  <a:pt x="593733" y="102987"/>
                </a:cubicBezTo>
                <a:cubicBezTo>
                  <a:pt x="595323" y="109038"/>
                  <a:pt x="597836" y="114325"/>
                  <a:pt x="601271" y="118849"/>
                </a:cubicBezTo>
                <a:cubicBezTo>
                  <a:pt x="604708" y="123371"/>
                  <a:pt x="609099" y="126938"/>
                  <a:pt x="614445" y="129550"/>
                </a:cubicBezTo>
                <a:cubicBezTo>
                  <a:pt x="619790" y="132162"/>
                  <a:pt x="626153" y="133468"/>
                  <a:pt x="633534" y="133468"/>
                </a:cubicBezTo>
                <a:cubicBezTo>
                  <a:pt x="639515" y="133468"/>
                  <a:pt x="645209" y="132222"/>
                  <a:pt x="650617" y="129731"/>
                </a:cubicBezTo>
                <a:cubicBezTo>
                  <a:pt x="656026" y="127239"/>
                  <a:pt x="660194" y="123374"/>
                  <a:pt x="663120" y="118136"/>
                </a:cubicBezTo>
                <a:lnTo>
                  <a:pt x="663502" y="118136"/>
                </a:lnTo>
                <a:lnTo>
                  <a:pt x="663502" y="131152"/>
                </a:lnTo>
                <a:cubicBezTo>
                  <a:pt x="663630" y="138171"/>
                  <a:pt x="661944" y="143978"/>
                  <a:pt x="658443" y="148572"/>
                </a:cubicBezTo>
                <a:cubicBezTo>
                  <a:pt x="654944" y="153167"/>
                  <a:pt x="649377" y="155464"/>
                  <a:pt x="641742" y="155464"/>
                </a:cubicBezTo>
                <a:cubicBezTo>
                  <a:pt x="636907" y="155464"/>
                  <a:pt x="632644" y="154473"/>
                  <a:pt x="628952" y="152493"/>
                </a:cubicBezTo>
                <a:cubicBezTo>
                  <a:pt x="625261" y="150512"/>
                  <a:pt x="622780" y="146967"/>
                  <a:pt x="621508" y="141856"/>
                </a:cubicBezTo>
                <a:lnTo>
                  <a:pt x="594592" y="141856"/>
                </a:lnTo>
                <a:cubicBezTo>
                  <a:pt x="594975" y="147456"/>
                  <a:pt x="596534" y="152260"/>
                  <a:pt x="599270" y="156268"/>
                </a:cubicBezTo>
                <a:cubicBezTo>
                  <a:pt x="602006" y="160277"/>
                  <a:pt x="605442" y="163555"/>
                  <a:pt x="609578" y="166100"/>
                </a:cubicBezTo>
                <a:cubicBezTo>
                  <a:pt x="613714" y="168646"/>
                  <a:pt x="618294" y="170523"/>
                  <a:pt x="623320" y="171731"/>
                </a:cubicBezTo>
                <a:cubicBezTo>
                  <a:pt x="628347" y="172940"/>
                  <a:pt x="633279" y="173545"/>
                  <a:pt x="638116" y="173545"/>
                </a:cubicBezTo>
                <a:cubicBezTo>
                  <a:pt x="649440" y="173545"/>
                  <a:pt x="658474" y="172017"/>
                  <a:pt x="665217" y="168961"/>
                </a:cubicBezTo>
                <a:cubicBezTo>
                  <a:pt x="671963" y="165906"/>
                  <a:pt x="677117" y="162183"/>
                  <a:pt x="680681" y="157791"/>
                </a:cubicBezTo>
                <a:cubicBezTo>
                  <a:pt x="684244" y="153399"/>
                  <a:pt x="686566" y="148657"/>
                  <a:pt x="687647" y="143566"/>
                </a:cubicBezTo>
                <a:cubicBezTo>
                  <a:pt x="688729" y="138474"/>
                  <a:pt x="689270" y="133955"/>
                  <a:pt x="689270" y="130007"/>
                </a:cubicBezTo>
                <a:close/>
                <a:moveTo>
                  <a:pt x="777456" y="76427"/>
                </a:moveTo>
                <a:lnTo>
                  <a:pt x="733365" y="76427"/>
                </a:lnTo>
                <a:cubicBezTo>
                  <a:pt x="733492" y="74512"/>
                  <a:pt x="733904" y="72343"/>
                  <a:pt x="734603" y="69917"/>
                </a:cubicBezTo>
                <a:cubicBezTo>
                  <a:pt x="735304" y="67490"/>
                  <a:pt x="736514" y="65192"/>
                  <a:pt x="738232" y="63023"/>
                </a:cubicBezTo>
                <a:cubicBezTo>
                  <a:pt x="739951" y="60852"/>
                  <a:pt x="742241" y="59033"/>
                  <a:pt x="745103" y="57565"/>
                </a:cubicBezTo>
                <a:cubicBezTo>
                  <a:pt x="747967" y="56097"/>
                  <a:pt x="751562" y="55363"/>
                  <a:pt x="755889" y="55363"/>
                </a:cubicBezTo>
                <a:cubicBezTo>
                  <a:pt x="762506" y="55363"/>
                  <a:pt x="767437" y="57150"/>
                  <a:pt x="770682" y="60725"/>
                </a:cubicBezTo>
                <a:cubicBezTo>
                  <a:pt x="773926" y="64300"/>
                  <a:pt x="776185" y="69534"/>
                  <a:pt x="777456" y="76427"/>
                </a:cubicBezTo>
                <a:moveTo>
                  <a:pt x="733365" y="93576"/>
                </a:moveTo>
                <a:lnTo>
                  <a:pt x="804564" y="93576"/>
                </a:lnTo>
                <a:cubicBezTo>
                  <a:pt x="805073" y="85926"/>
                  <a:pt x="804436" y="78594"/>
                  <a:pt x="802654" y="71580"/>
                </a:cubicBezTo>
                <a:cubicBezTo>
                  <a:pt x="800873" y="64567"/>
                  <a:pt x="797978" y="58319"/>
                  <a:pt x="793968" y="52838"/>
                </a:cubicBezTo>
                <a:cubicBezTo>
                  <a:pt x="789960" y="47354"/>
                  <a:pt x="784838" y="42987"/>
                  <a:pt x="778601" y="39737"/>
                </a:cubicBezTo>
                <a:cubicBezTo>
                  <a:pt x="772366" y="36484"/>
                  <a:pt x="765050" y="34858"/>
                  <a:pt x="756652" y="34858"/>
                </a:cubicBezTo>
                <a:cubicBezTo>
                  <a:pt x="749143" y="34858"/>
                  <a:pt x="742303" y="36197"/>
                  <a:pt x="736132" y="38875"/>
                </a:cubicBezTo>
                <a:cubicBezTo>
                  <a:pt x="729961" y="41550"/>
                  <a:pt x="724649" y="45214"/>
                  <a:pt x="720195" y="49867"/>
                </a:cubicBezTo>
                <a:cubicBezTo>
                  <a:pt x="715740" y="54519"/>
                  <a:pt x="712304" y="60033"/>
                  <a:pt x="709887" y="66408"/>
                </a:cubicBezTo>
                <a:cubicBezTo>
                  <a:pt x="707469" y="72780"/>
                  <a:pt x="706261" y="79664"/>
                  <a:pt x="706261" y="87058"/>
                </a:cubicBezTo>
                <a:cubicBezTo>
                  <a:pt x="706261" y="94705"/>
                  <a:pt x="707437" y="101715"/>
                  <a:pt x="709791" y="108090"/>
                </a:cubicBezTo>
                <a:cubicBezTo>
                  <a:pt x="712146" y="114463"/>
                  <a:pt x="715487" y="119944"/>
                  <a:pt x="719813" y="124535"/>
                </a:cubicBezTo>
                <a:cubicBezTo>
                  <a:pt x="724139" y="129123"/>
                  <a:pt x="729420" y="132660"/>
                  <a:pt x="735655" y="135145"/>
                </a:cubicBezTo>
                <a:cubicBezTo>
                  <a:pt x="741890" y="137631"/>
                  <a:pt x="748889" y="138873"/>
                  <a:pt x="756652" y="138873"/>
                </a:cubicBezTo>
                <a:cubicBezTo>
                  <a:pt x="767850" y="138873"/>
                  <a:pt x="777393" y="136331"/>
                  <a:pt x="785283" y="131245"/>
                </a:cubicBezTo>
                <a:cubicBezTo>
                  <a:pt x="793174" y="126160"/>
                  <a:pt x="799028" y="117705"/>
                  <a:pt x="802846" y="105879"/>
                </a:cubicBezTo>
                <a:lnTo>
                  <a:pt x="778986" y="105879"/>
                </a:lnTo>
                <a:cubicBezTo>
                  <a:pt x="778094" y="108906"/>
                  <a:pt x="775676" y="111776"/>
                  <a:pt x="771730" y="114489"/>
                </a:cubicBezTo>
                <a:cubicBezTo>
                  <a:pt x="767787" y="117200"/>
                  <a:pt x="763079" y="118555"/>
                  <a:pt x="757607" y="118555"/>
                </a:cubicBezTo>
                <a:cubicBezTo>
                  <a:pt x="749972" y="118555"/>
                  <a:pt x="744118" y="116585"/>
                  <a:pt x="740044" y="112645"/>
                </a:cubicBezTo>
                <a:cubicBezTo>
                  <a:pt x="735972" y="108704"/>
                  <a:pt x="733746" y="102347"/>
                  <a:pt x="733365" y="93576"/>
                </a:cubicBezTo>
                <a:close/>
                <a:moveTo>
                  <a:pt x="906492" y="64124"/>
                </a:moveTo>
                <a:lnTo>
                  <a:pt x="906492" y="23301"/>
                </a:lnTo>
                <a:lnTo>
                  <a:pt x="929778" y="23301"/>
                </a:lnTo>
                <a:cubicBezTo>
                  <a:pt x="933215" y="23301"/>
                  <a:pt x="936524" y="23555"/>
                  <a:pt x="939704" y="24064"/>
                </a:cubicBezTo>
                <a:cubicBezTo>
                  <a:pt x="942885" y="24573"/>
                  <a:pt x="945684" y="25558"/>
                  <a:pt x="948101" y="27020"/>
                </a:cubicBezTo>
                <a:cubicBezTo>
                  <a:pt x="950521" y="28482"/>
                  <a:pt x="952461" y="30549"/>
                  <a:pt x="953924" y="33221"/>
                </a:cubicBezTo>
                <a:cubicBezTo>
                  <a:pt x="955388" y="35891"/>
                  <a:pt x="956120" y="39388"/>
                  <a:pt x="956120" y="43712"/>
                </a:cubicBezTo>
                <a:cubicBezTo>
                  <a:pt x="956120" y="48037"/>
                  <a:pt x="955388" y="51535"/>
                  <a:pt x="953924" y="54207"/>
                </a:cubicBezTo>
                <a:cubicBezTo>
                  <a:pt x="952461" y="56877"/>
                  <a:pt x="950521" y="58943"/>
                  <a:pt x="948101" y="60405"/>
                </a:cubicBezTo>
                <a:cubicBezTo>
                  <a:pt x="945684" y="61867"/>
                  <a:pt x="942885" y="62852"/>
                  <a:pt x="939704" y="63361"/>
                </a:cubicBezTo>
                <a:cubicBezTo>
                  <a:pt x="936524" y="63870"/>
                  <a:pt x="933215" y="64124"/>
                  <a:pt x="929778" y="64124"/>
                </a:cubicBezTo>
                <a:lnTo>
                  <a:pt x="906492" y="64124"/>
                </a:lnTo>
                <a:moveTo>
                  <a:pt x="876524" y="0"/>
                </a:moveTo>
                <a:lnTo>
                  <a:pt x="876524" y="136264"/>
                </a:lnTo>
                <a:lnTo>
                  <a:pt x="906492" y="136264"/>
                </a:lnTo>
                <a:lnTo>
                  <a:pt x="906492" y="87425"/>
                </a:lnTo>
                <a:lnTo>
                  <a:pt x="937989" y="87425"/>
                </a:lnTo>
                <a:cubicBezTo>
                  <a:pt x="946513" y="87425"/>
                  <a:pt x="953765" y="86184"/>
                  <a:pt x="959746" y="83703"/>
                </a:cubicBezTo>
                <a:cubicBezTo>
                  <a:pt x="965728" y="81221"/>
                  <a:pt x="970596" y="77944"/>
                  <a:pt x="974350" y="73873"/>
                </a:cubicBezTo>
                <a:cubicBezTo>
                  <a:pt x="978105" y="69801"/>
                  <a:pt x="980841" y="65124"/>
                  <a:pt x="982557" y="59843"/>
                </a:cubicBezTo>
                <a:cubicBezTo>
                  <a:pt x="984276" y="54561"/>
                  <a:pt x="985135" y="49184"/>
                  <a:pt x="985135" y="43712"/>
                </a:cubicBezTo>
                <a:cubicBezTo>
                  <a:pt x="985135" y="38113"/>
                  <a:pt x="984276" y="32704"/>
                  <a:pt x="982557" y="27486"/>
                </a:cubicBezTo>
                <a:cubicBezTo>
                  <a:pt x="980841" y="22269"/>
                  <a:pt x="978105" y="17624"/>
                  <a:pt x="974350" y="13552"/>
                </a:cubicBezTo>
                <a:cubicBezTo>
                  <a:pt x="970596" y="9481"/>
                  <a:pt x="965729" y="6204"/>
                  <a:pt x="959749" y="3722"/>
                </a:cubicBezTo>
                <a:cubicBezTo>
                  <a:pt x="953768" y="1241"/>
                  <a:pt x="946515" y="0"/>
                  <a:pt x="937989" y="0"/>
                </a:cubicBezTo>
                <a:lnTo>
                  <a:pt x="876524" y="0"/>
                </a:lnTo>
                <a:close/>
                <a:moveTo>
                  <a:pt x="1034002" y="25165"/>
                </a:moveTo>
                <a:lnTo>
                  <a:pt x="1034002" y="136264"/>
                </a:lnTo>
                <a:lnTo>
                  <a:pt x="1063970" y="136264"/>
                </a:lnTo>
                <a:lnTo>
                  <a:pt x="1063970" y="25165"/>
                </a:lnTo>
                <a:lnTo>
                  <a:pt x="1104819" y="25165"/>
                </a:lnTo>
                <a:lnTo>
                  <a:pt x="1104819" y="0"/>
                </a:lnTo>
                <a:lnTo>
                  <a:pt x="993152" y="0"/>
                </a:lnTo>
                <a:lnTo>
                  <a:pt x="993152" y="25165"/>
                </a:lnTo>
                <a:lnTo>
                  <a:pt x="1034002" y="25165"/>
                </a:lnTo>
                <a:close/>
                <a:moveTo>
                  <a:pt x="1120470" y="0"/>
                </a:moveTo>
                <a:lnTo>
                  <a:pt x="1120470" y="136264"/>
                </a:lnTo>
                <a:lnTo>
                  <a:pt x="1223926" y="136264"/>
                </a:lnTo>
                <a:lnTo>
                  <a:pt x="1223926" y="111099"/>
                </a:lnTo>
                <a:lnTo>
                  <a:pt x="1150438" y="111099"/>
                </a:lnTo>
                <a:lnTo>
                  <a:pt x="1150438" y="77732"/>
                </a:lnTo>
                <a:lnTo>
                  <a:pt x="1216484" y="77732"/>
                </a:lnTo>
                <a:lnTo>
                  <a:pt x="1216484" y="54431"/>
                </a:lnTo>
                <a:lnTo>
                  <a:pt x="1150438" y="54431"/>
                </a:lnTo>
                <a:lnTo>
                  <a:pt x="1150438" y="25165"/>
                </a:lnTo>
                <a:lnTo>
                  <a:pt x="1222400" y="25165"/>
                </a:lnTo>
                <a:lnTo>
                  <a:pt x="1222400" y="0"/>
                </a:lnTo>
                <a:lnTo>
                  <a:pt x="1120470" y="0"/>
                </a:lnTo>
                <a:close/>
                <a:moveTo>
                  <a:pt x="1262296" y="104202"/>
                </a:moveTo>
                <a:lnTo>
                  <a:pt x="1236528" y="104202"/>
                </a:lnTo>
                <a:cubicBezTo>
                  <a:pt x="1236782" y="110807"/>
                  <a:pt x="1238277" y="116302"/>
                  <a:pt x="1241013" y="120684"/>
                </a:cubicBezTo>
                <a:cubicBezTo>
                  <a:pt x="1243749" y="125065"/>
                  <a:pt x="1247248" y="128589"/>
                  <a:pt x="1251510" y="131257"/>
                </a:cubicBezTo>
                <a:cubicBezTo>
                  <a:pt x="1255774" y="133925"/>
                  <a:pt x="1260642" y="135830"/>
                  <a:pt x="1266114" y="136971"/>
                </a:cubicBezTo>
                <a:cubicBezTo>
                  <a:pt x="1271586" y="138115"/>
                  <a:pt x="1277185" y="138687"/>
                  <a:pt x="1282911" y="138687"/>
                </a:cubicBezTo>
                <a:cubicBezTo>
                  <a:pt x="1288509" y="138687"/>
                  <a:pt x="1294012" y="138145"/>
                  <a:pt x="1299420" y="137062"/>
                </a:cubicBezTo>
                <a:cubicBezTo>
                  <a:pt x="1304830" y="135980"/>
                  <a:pt x="1309634" y="134103"/>
                  <a:pt x="1313832" y="131429"/>
                </a:cubicBezTo>
                <a:cubicBezTo>
                  <a:pt x="1318032" y="128755"/>
                  <a:pt x="1321435" y="125222"/>
                  <a:pt x="1324043" y="120830"/>
                </a:cubicBezTo>
                <a:cubicBezTo>
                  <a:pt x="1326653" y="116438"/>
                  <a:pt x="1327958" y="110995"/>
                  <a:pt x="1327958" y="104502"/>
                </a:cubicBezTo>
                <a:cubicBezTo>
                  <a:pt x="1327958" y="99919"/>
                  <a:pt x="1327067" y="96069"/>
                  <a:pt x="1325284" y="92950"/>
                </a:cubicBezTo>
                <a:cubicBezTo>
                  <a:pt x="1323503" y="89830"/>
                  <a:pt x="1321149" y="87219"/>
                  <a:pt x="1318221" y="85118"/>
                </a:cubicBezTo>
                <a:cubicBezTo>
                  <a:pt x="1315295" y="83017"/>
                  <a:pt x="1311955" y="81331"/>
                  <a:pt x="1308202" y="80059"/>
                </a:cubicBezTo>
                <a:cubicBezTo>
                  <a:pt x="1304448" y="78785"/>
                  <a:pt x="1300599" y="77703"/>
                  <a:pt x="1296653" y="76811"/>
                </a:cubicBezTo>
                <a:cubicBezTo>
                  <a:pt x="1292836" y="75920"/>
                  <a:pt x="1289081" y="75093"/>
                  <a:pt x="1285390" y="74330"/>
                </a:cubicBezTo>
                <a:cubicBezTo>
                  <a:pt x="1281701" y="73565"/>
                  <a:pt x="1278424" y="72706"/>
                  <a:pt x="1275560" y="71752"/>
                </a:cubicBezTo>
                <a:cubicBezTo>
                  <a:pt x="1272698" y="70797"/>
                  <a:pt x="1270375" y="69555"/>
                  <a:pt x="1268593" y="68027"/>
                </a:cubicBezTo>
                <a:cubicBezTo>
                  <a:pt x="1266812" y="66499"/>
                  <a:pt x="1265922" y="64525"/>
                  <a:pt x="1265922" y="62106"/>
                </a:cubicBezTo>
                <a:cubicBezTo>
                  <a:pt x="1265922" y="60069"/>
                  <a:pt x="1266431" y="58445"/>
                  <a:pt x="1267448" y="57236"/>
                </a:cubicBezTo>
                <a:cubicBezTo>
                  <a:pt x="1268468" y="56026"/>
                  <a:pt x="1269708" y="55104"/>
                  <a:pt x="1271171" y="54469"/>
                </a:cubicBezTo>
                <a:cubicBezTo>
                  <a:pt x="1272635" y="53832"/>
                  <a:pt x="1274257" y="53418"/>
                  <a:pt x="1276038" y="53228"/>
                </a:cubicBezTo>
                <a:cubicBezTo>
                  <a:pt x="1277820" y="53036"/>
                  <a:pt x="1279474" y="52940"/>
                  <a:pt x="1281001" y="52940"/>
                </a:cubicBezTo>
                <a:cubicBezTo>
                  <a:pt x="1285836" y="52940"/>
                  <a:pt x="1290035" y="53867"/>
                  <a:pt x="1293598" y="55721"/>
                </a:cubicBezTo>
                <a:cubicBezTo>
                  <a:pt x="1297161" y="57574"/>
                  <a:pt x="1299134" y="61120"/>
                  <a:pt x="1299516" y="66361"/>
                </a:cubicBezTo>
                <a:lnTo>
                  <a:pt x="1325287" y="66361"/>
                </a:lnTo>
                <a:cubicBezTo>
                  <a:pt x="1324778" y="60252"/>
                  <a:pt x="1323219" y="55193"/>
                  <a:pt x="1320609" y="51183"/>
                </a:cubicBezTo>
                <a:cubicBezTo>
                  <a:pt x="1318001" y="47174"/>
                  <a:pt x="1314725" y="43960"/>
                  <a:pt x="1310779" y="41543"/>
                </a:cubicBezTo>
                <a:cubicBezTo>
                  <a:pt x="1306835" y="39123"/>
                  <a:pt x="1302350" y="37405"/>
                  <a:pt x="1297323" y="36387"/>
                </a:cubicBezTo>
                <a:cubicBezTo>
                  <a:pt x="1292296" y="35368"/>
                  <a:pt x="1287110" y="34858"/>
                  <a:pt x="1281767" y="34858"/>
                </a:cubicBezTo>
                <a:cubicBezTo>
                  <a:pt x="1276421" y="34858"/>
                  <a:pt x="1271203" y="35336"/>
                  <a:pt x="1266111" y="36291"/>
                </a:cubicBezTo>
                <a:cubicBezTo>
                  <a:pt x="1261022" y="37245"/>
                  <a:pt x="1256441" y="38899"/>
                  <a:pt x="1252370" y="41254"/>
                </a:cubicBezTo>
                <a:cubicBezTo>
                  <a:pt x="1248298" y="43610"/>
                  <a:pt x="1245021" y="46824"/>
                  <a:pt x="1242540" y="50898"/>
                </a:cubicBezTo>
                <a:cubicBezTo>
                  <a:pt x="1240058" y="54972"/>
                  <a:pt x="1238817" y="60192"/>
                  <a:pt x="1238817" y="66559"/>
                </a:cubicBezTo>
                <a:cubicBezTo>
                  <a:pt x="1238817" y="70887"/>
                  <a:pt x="1239708" y="74547"/>
                  <a:pt x="1241488" y="77540"/>
                </a:cubicBezTo>
                <a:cubicBezTo>
                  <a:pt x="1243271" y="80530"/>
                  <a:pt x="1245625" y="83012"/>
                  <a:pt x="1248551" y="84987"/>
                </a:cubicBezTo>
                <a:cubicBezTo>
                  <a:pt x="1251479" y="86960"/>
                  <a:pt x="1254820" y="88551"/>
                  <a:pt x="1258573" y="89761"/>
                </a:cubicBezTo>
                <a:cubicBezTo>
                  <a:pt x="1262327" y="90971"/>
                  <a:pt x="1266176" y="92021"/>
                  <a:pt x="1270122" y="92912"/>
                </a:cubicBezTo>
                <a:cubicBezTo>
                  <a:pt x="1279792" y="94949"/>
                  <a:pt x="1287331" y="96986"/>
                  <a:pt x="1292738" y="99023"/>
                </a:cubicBezTo>
                <a:cubicBezTo>
                  <a:pt x="1298148" y="101060"/>
                  <a:pt x="1300853" y="104115"/>
                  <a:pt x="1300853" y="108189"/>
                </a:cubicBezTo>
                <a:cubicBezTo>
                  <a:pt x="1300853" y="110606"/>
                  <a:pt x="1300280" y="112611"/>
                  <a:pt x="1299135" y="114204"/>
                </a:cubicBezTo>
                <a:cubicBezTo>
                  <a:pt x="1297989" y="115796"/>
                  <a:pt x="1296557" y="117070"/>
                  <a:pt x="1294838" y="118025"/>
                </a:cubicBezTo>
                <a:cubicBezTo>
                  <a:pt x="1293122" y="118978"/>
                  <a:pt x="1291213" y="119678"/>
                  <a:pt x="1289112" y="120125"/>
                </a:cubicBezTo>
                <a:cubicBezTo>
                  <a:pt x="1287013" y="120570"/>
                  <a:pt x="1285009" y="120792"/>
                  <a:pt x="1283101" y="120792"/>
                </a:cubicBezTo>
                <a:cubicBezTo>
                  <a:pt x="1280429" y="120792"/>
                  <a:pt x="1277852" y="120474"/>
                  <a:pt x="1275371" y="119839"/>
                </a:cubicBezTo>
                <a:cubicBezTo>
                  <a:pt x="1272889" y="119203"/>
                  <a:pt x="1270694" y="118217"/>
                  <a:pt x="1268785" y="116883"/>
                </a:cubicBezTo>
                <a:cubicBezTo>
                  <a:pt x="1266876" y="115547"/>
                  <a:pt x="1265317" y="113831"/>
                  <a:pt x="1264107" y="111734"/>
                </a:cubicBezTo>
                <a:cubicBezTo>
                  <a:pt x="1262900" y="109637"/>
                  <a:pt x="1262296" y="107126"/>
                  <a:pt x="1262296" y="104202"/>
                </a:cubicBezTo>
                <a:close/>
                <a:moveTo>
                  <a:pt x="1431224" y="37654"/>
                </a:moveTo>
                <a:lnTo>
                  <a:pt x="1431224" y="8016"/>
                </a:lnTo>
                <a:lnTo>
                  <a:pt x="1404120" y="8016"/>
                </a:lnTo>
                <a:lnTo>
                  <a:pt x="1404120" y="37654"/>
                </a:lnTo>
                <a:lnTo>
                  <a:pt x="1387704" y="37654"/>
                </a:lnTo>
                <a:lnTo>
                  <a:pt x="1387704" y="55736"/>
                </a:lnTo>
                <a:lnTo>
                  <a:pt x="1404120" y="55736"/>
                </a:lnTo>
                <a:lnTo>
                  <a:pt x="1404120" y="113921"/>
                </a:lnTo>
                <a:cubicBezTo>
                  <a:pt x="1404120" y="118882"/>
                  <a:pt x="1404947" y="122889"/>
                  <a:pt x="1406601" y="125941"/>
                </a:cubicBezTo>
                <a:cubicBezTo>
                  <a:pt x="1408256" y="128994"/>
                  <a:pt x="1410514" y="131347"/>
                  <a:pt x="1413376" y="133002"/>
                </a:cubicBezTo>
                <a:cubicBezTo>
                  <a:pt x="1416240" y="134654"/>
                  <a:pt x="1419549" y="135766"/>
                  <a:pt x="1423302" y="136337"/>
                </a:cubicBezTo>
                <a:cubicBezTo>
                  <a:pt x="1427057" y="136909"/>
                  <a:pt x="1431035" y="137196"/>
                  <a:pt x="1435235" y="137196"/>
                </a:cubicBezTo>
                <a:cubicBezTo>
                  <a:pt x="1437907" y="137196"/>
                  <a:pt x="1440643" y="137134"/>
                  <a:pt x="1443443" y="137009"/>
                </a:cubicBezTo>
                <a:cubicBezTo>
                  <a:pt x="1446243" y="136885"/>
                  <a:pt x="1448787" y="136636"/>
                  <a:pt x="1451077" y="136264"/>
                </a:cubicBezTo>
                <a:lnTo>
                  <a:pt x="1451077" y="115182"/>
                </a:lnTo>
                <a:cubicBezTo>
                  <a:pt x="1449805" y="115437"/>
                  <a:pt x="1448469" y="115628"/>
                  <a:pt x="1447069" y="115756"/>
                </a:cubicBezTo>
                <a:cubicBezTo>
                  <a:pt x="1445669" y="115882"/>
                  <a:pt x="1444206" y="115945"/>
                  <a:pt x="1442680" y="115945"/>
                </a:cubicBezTo>
                <a:cubicBezTo>
                  <a:pt x="1438097" y="115945"/>
                  <a:pt x="1435042" y="115183"/>
                  <a:pt x="1433514" y="113659"/>
                </a:cubicBezTo>
                <a:cubicBezTo>
                  <a:pt x="1431987" y="112135"/>
                  <a:pt x="1431224" y="109086"/>
                  <a:pt x="1431224" y="104513"/>
                </a:cubicBezTo>
                <a:lnTo>
                  <a:pt x="1431224" y="55736"/>
                </a:lnTo>
                <a:lnTo>
                  <a:pt x="1451077" y="55736"/>
                </a:lnTo>
                <a:lnTo>
                  <a:pt x="1451077" y="37654"/>
                </a:lnTo>
                <a:lnTo>
                  <a:pt x="1431224" y="37654"/>
                </a:lnTo>
                <a:close/>
                <a:moveTo>
                  <a:pt x="1488106" y="87055"/>
                </a:moveTo>
                <a:cubicBezTo>
                  <a:pt x="1488106" y="83109"/>
                  <a:pt x="1488487" y="79228"/>
                  <a:pt x="1489250" y="75410"/>
                </a:cubicBezTo>
                <a:cubicBezTo>
                  <a:pt x="1490013" y="71591"/>
                  <a:pt x="1491317" y="68218"/>
                  <a:pt x="1493162" y="65292"/>
                </a:cubicBezTo>
                <a:cubicBezTo>
                  <a:pt x="1495008" y="62364"/>
                  <a:pt x="1497459" y="59978"/>
                  <a:pt x="1500513" y="58133"/>
                </a:cubicBezTo>
                <a:cubicBezTo>
                  <a:pt x="1503568" y="56286"/>
                  <a:pt x="1507385" y="55363"/>
                  <a:pt x="1511966" y="55363"/>
                </a:cubicBezTo>
                <a:cubicBezTo>
                  <a:pt x="1516548" y="55363"/>
                  <a:pt x="1520398" y="56286"/>
                  <a:pt x="1523514" y="58133"/>
                </a:cubicBezTo>
                <a:cubicBezTo>
                  <a:pt x="1526633" y="59978"/>
                  <a:pt x="1529114" y="62364"/>
                  <a:pt x="1530959" y="65292"/>
                </a:cubicBezTo>
                <a:cubicBezTo>
                  <a:pt x="1532805" y="68218"/>
                  <a:pt x="1534110" y="71591"/>
                  <a:pt x="1534873" y="75410"/>
                </a:cubicBezTo>
                <a:cubicBezTo>
                  <a:pt x="1535636" y="79228"/>
                  <a:pt x="1536018" y="83109"/>
                  <a:pt x="1536018" y="87055"/>
                </a:cubicBezTo>
                <a:cubicBezTo>
                  <a:pt x="1536018" y="91001"/>
                  <a:pt x="1535636" y="94851"/>
                  <a:pt x="1534873" y="98607"/>
                </a:cubicBezTo>
                <a:cubicBezTo>
                  <a:pt x="1534110" y="102360"/>
                  <a:pt x="1532805" y="105733"/>
                  <a:pt x="1530959" y="108725"/>
                </a:cubicBezTo>
                <a:cubicBezTo>
                  <a:pt x="1529114" y="111715"/>
                  <a:pt x="1526633" y="114102"/>
                  <a:pt x="1523514" y="115884"/>
                </a:cubicBezTo>
                <a:cubicBezTo>
                  <a:pt x="1520398" y="117665"/>
                  <a:pt x="1516548" y="118555"/>
                  <a:pt x="1511966" y="118555"/>
                </a:cubicBezTo>
                <a:cubicBezTo>
                  <a:pt x="1507385" y="118555"/>
                  <a:pt x="1503568" y="117665"/>
                  <a:pt x="1500513" y="115884"/>
                </a:cubicBezTo>
                <a:cubicBezTo>
                  <a:pt x="1497459" y="114102"/>
                  <a:pt x="1495008" y="111715"/>
                  <a:pt x="1493162" y="108725"/>
                </a:cubicBezTo>
                <a:cubicBezTo>
                  <a:pt x="1491317" y="105733"/>
                  <a:pt x="1490013" y="102360"/>
                  <a:pt x="1489250" y="98607"/>
                </a:cubicBezTo>
                <a:cubicBezTo>
                  <a:pt x="1488487" y="94851"/>
                  <a:pt x="1488106" y="91001"/>
                  <a:pt x="1488106" y="87055"/>
                </a:cubicBezTo>
                <a:moveTo>
                  <a:pt x="1461001" y="87058"/>
                </a:moveTo>
                <a:cubicBezTo>
                  <a:pt x="1461001" y="94961"/>
                  <a:pt x="1462210" y="102099"/>
                  <a:pt x="1464627" y="108472"/>
                </a:cubicBezTo>
                <a:cubicBezTo>
                  <a:pt x="1467044" y="114844"/>
                  <a:pt x="1470480" y="120294"/>
                  <a:pt x="1474935" y="124820"/>
                </a:cubicBezTo>
                <a:cubicBezTo>
                  <a:pt x="1479389" y="129344"/>
                  <a:pt x="1484734" y="132818"/>
                  <a:pt x="1490969" y="135241"/>
                </a:cubicBezTo>
                <a:cubicBezTo>
                  <a:pt x="1497206" y="137663"/>
                  <a:pt x="1504205" y="138873"/>
                  <a:pt x="1511966" y="138873"/>
                </a:cubicBezTo>
                <a:cubicBezTo>
                  <a:pt x="1519729" y="138873"/>
                  <a:pt x="1526760" y="137663"/>
                  <a:pt x="1533059" y="135241"/>
                </a:cubicBezTo>
                <a:cubicBezTo>
                  <a:pt x="1539358" y="132818"/>
                  <a:pt x="1544735" y="129344"/>
                  <a:pt x="1549189" y="124820"/>
                </a:cubicBezTo>
                <a:cubicBezTo>
                  <a:pt x="1553643" y="120294"/>
                  <a:pt x="1557079" y="114844"/>
                  <a:pt x="1559497" y="108472"/>
                </a:cubicBezTo>
                <a:cubicBezTo>
                  <a:pt x="1561914" y="102099"/>
                  <a:pt x="1563123" y="94961"/>
                  <a:pt x="1563123" y="87058"/>
                </a:cubicBezTo>
                <a:cubicBezTo>
                  <a:pt x="1563123" y="79155"/>
                  <a:pt x="1561914" y="71985"/>
                  <a:pt x="1559497" y="65548"/>
                </a:cubicBezTo>
                <a:cubicBezTo>
                  <a:pt x="1557079" y="59110"/>
                  <a:pt x="1553643" y="53628"/>
                  <a:pt x="1549189" y="49104"/>
                </a:cubicBezTo>
                <a:cubicBezTo>
                  <a:pt x="1544735" y="44578"/>
                  <a:pt x="1539358" y="41072"/>
                  <a:pt x="1533059" y="38586"/>
                </a:cubicBezTo>
                <a:cubicBezTo>
                  <a:pt x="1526760" y="36101"/>
                  <a:pt x="1519729" y="34858"/>
                  <a:pt x="1511966" y="34858"/>
                </a:cubicBezTo>
                <a:cubicBezTo>
                  <a:pt x="1504205" y="34858"/>
                  <a:pt x="1497206" y="36101"/>
                  <a:pt x="1490969" y="38586"/>
                </a:cubicBezTo>
                <a:cubicBezTo>
                  <a:pt x="1484734" y="41072"/>
                  <a:pt x="1479389" y="44578"/>
                  <a:pt x="1474935" y="49104"/>
                </a:cubicBezTo>
                <a:cubicBezTo>
                  <a:pt x="1470480" y="53628"/>
                  <a:pt x="1467044" y="59110"/>
                  <a:pt x="1464627" y="65548"/>
                </a:cubicBezTo>
                <a:cubicBezTo>
                  <a:pt x="1462210" y="71985"/>
                  <a:pt x="1461001" y="79155"/>
                  <a:pt x="1461001" y="87058"/>
                </a:cubicBezTo>
                <a:close/>
                <a:moveTo>
                  <a:pt x="1699986" y="136264"/>
                </a:moveTo>
                <a:lnTo>
                  <a:pt x="1745224" y="0"/>
                </a:lnTo>
                <a:lnTo>
                  <a:pt x="1714301" y="0"/>
                </a:lnTo>
                <a:lnTo>
                  <a:pt x="1683570" y="95805"/>
                </a:lnTo>
                <a:lnTo>
                  <a:pt x="1683189" y="95805"/>
                </a:lnTo>
                <a:lnTo>
                  <a:pt x="1652839" y="0"/>
                </a:lnTo>
                <a:lnTo>
                  <a:pt x="1622105" y="0"/>
                </a:lnTo>
                <a:lnTo>
                  <a:pt x="1666199" y="136264"/>
                </a:lnTo>
                <a:lnTo>
                  <a:pt x="1699986" y="136264"/>
                </a:lnTo>
                <a:close/>
                <a:moveTo>
                  <a:pt x="1839519" y="136159"/>
                </a:moveTo>
                <a:lnTo>
                  <a:pt x="1839519" y="37654"/>
                </a:lnTo>
                <a:lnTo>
                  <a:pt x="1812414" y="37654"/>
                </a:lnTo>
                <a:lnTo>
                  <a:pt x="1812414" y="89257"/>
                </a:lnTo>
                <a:cubicBezTo>
                  <a:pt x="1812414" y="99284"/>
                  <a:pt x="1810760" y="106488"/>
                  <a:pt x="1807451" y="110869"/>
                </a:cubicBezTo>
                <a:cubicBezTo>
                  <a:pt x="1804142" y="115247"/>
                  <a:pt x="1798798" y="117437"/>
                  <a:pt x="1791417" y="117437"/>
                </a:cubicBezTo>
                <a:cubicBezTo>
                  <a:pt x="1784926" y="117437"/>
                  <a:pt x="1780407" y="115438"/>
                  <a:pt x="1777862" y="111439"/>
                </a:cubicBezTo>
                <a:cubicBezTo>
                  <a:pt x="1775318" y="107439"/>
                  <a:pt x="1774046" y="101377"/>
                  <a:pt x="1774046" y="93253"/>
                </a:cubicBezTo>
                <a:lnTo>
                  <a:pt x="1774046" y="37654"/>
                </a:lnTo>
                <a:lnTo>
                  <a:pt x="1746941" y="37654"/>
                </a:lnTo>
                <a:lnTo>
                  <a:pt x="1746941" y="98274"/>
                </a:lnTo>
                <a:cubicBezTo>
                  <a:pt x="1746941" y="104373"/>
                  <a:pt x="1747482" y="109934"/>
                  <a:pt x="1748564" y="114955"/>
                </a:cubicBezTo>
                <a:cubicBezTo>
                  <a:pt x="1749645" y="119974"/>
                  <a:pt x="1751522" y="124232"/>
                  <a:pt x="1754194" y="127727"/>
                </a:cubicBezTo>
                <a:cubicBezTo>
                  <a:pt x="1756868" y="131222"/>
                  <a:pt x="1760527" y="133923"/>
                  <a:pt x="1765172" y="135830"/>
                </a:cubicBezTo>
                <a:cubicBezTo>
                  <a:pt x="1769816" y="137735"/>
                  <a:pt x="1775766" y="138687"/>
                  <a:pt x="1783020" y="138687"/>
                </a:cubicBezTo>
                <a:cubicBezTo>
                  <a:pt x="1788746" y="138687"/>
                  <a:pt x="1794345" y="137411"/>
                  <a:pt x="1799817" y="134860"/>
                </a:cubicBezTo>
                <a:cubicBezTo>
                  <a:pt x="1805289" y="132306"/>
                  <a:pt x="1809742" y="128158"/>
                  <a:pt x="1813177" y="122414"/>
                </a:cubicBezTo>
                <a:lnTo>
                  <a:pt x="1813751" y="122414"/>
                </a:lnTo>
                <a:lnTo>
                  <a:pt x="1813751" y="136159"/>
                </a:lnTo>
                <a:lnTo>
                  <a:pt x="1839519" y="136159"/>
                </a:lnTo>
                <a:close/>
                <a:moveTo>
                  <a:pt x="1860897" y="0"/>
                </a:moveTo>
                <a:lnTo>
                  <a:pt x="1860897" y="136264"/>
                </a:lnTo>
                <a:lnTo>
                  <a:pt x="1888002" y="136264"/>
                </a:lnTo>
                <a:lnTo>
                  <a:pt x="1888002" y="0"/>
                </a:lnTo>
                <a:lnTo>
                  <a:pt x="1860897" y="0"/>
                </a:lnTo>
                <a:close/>
                <a:moveTo>
                  <a:pt x="1909382" y="37576"/>
                </a:moveTo>
                <a:lnTo>
                  <a:pt x="1909382" y="136264"/>
                </a:lnTo>
                <a:lnTo>
                  <a:pt x="1936486" y="136264"/>
                </a:lnTo>
                <a:lnTo>
                  <a:pt x="1936486" y="84542"/>
                </a:lnTo>
                <a:cubicBezTo>
                  <a:pt x="1936486" y="74489"/>
                  <a:pt x="1938141" y="67269"/>
                  <a:pt x="1941449" y="62880"/>
                </a:cubicBezTo>
                <a:cubicBezTo>
                  <a:pt x="1944758" y="58490"/>
                  <a:pt x="1950103" y="56295"/>
                  <a:pt x="1957483" y="56295"/>
                </a:cubicBezTo>
                <a:cubicBezTo>
                  <a:pt x="1963975" y="56295"/>
                  <a:pt x="1968492" y="58299"/>
                  <a:pt x="1971036" y="62307"/>
                </a:cubicBezTo>
                <a:cubicBezTo>
                  <a:pt x="1973581" y="66314"/>
                  <a:pt x="1974854" y="72390"/>
                  <a:pt x="1974854" y="80534"/>
                </a:cubicBezTo>
                <a:lnTo>
                  <a:pt x="1974854" y="136264"/>
                </a:lnTo>
                <a:lnTo>
                  <a:pt x="2001959" y="136264"/>
                </a:lnTo>
                <a:lnTo>
                  <a:pt x="2001959" y="75536"/>
                </a:lnTo>
                <a:cubicBezTo>
                  <a:pt x="2001959" y="69425"/>
                  <a:pt x="2001418" y="63855"/>
                  <a:pt x="2000337" y="58826"/>
                </a:cubicBezTo>
                <a:cubicBezTo>
                  <a:pt x="1999255" y="53797"/>
                  <a:pt x="1997377" y="49532"/>
                  <a:pt x="1994704" y="46031"/>
                </a:cubicBezTo>
                <a:cubicBezTo>
                  <a:pt x="1992032" y="42530"/>
                  <a:pt x="1988374" y="39793"/>
                  <a:pt x="1983729" y="37820"/>
                </a:cubicBezTo>
                <a:cubicBezTo>
                  <a:pt x="1979084" y="35846"/>
                  <a:pt x="1973135" y="34858"/>
                  <a:pt x="1965880" y="34858"/>
                </a:cubicBezTo>
                <a:cubicBezTo>
                  <a:pt x="1960154" y="34858"/>
                  <a:pt x="1954555" y="36166"/>
                  <a:pt x="1949083" y="38781"/>
                </a:cubicBezTo>
                <a:cubicBezTo>
                  <a:pt x="1943612" y="41397"/>
                  <a:pt x="1939158" y="45576"/>
                  <a:pt x="1935723" y="51317"/>
                </a:cubicBezTo>
                <a:lnTo>
                  <a:pt x="1935149" y="51317"/>
                </a:lnTo>
                <a:lnTo>
                  <a:pt x="1935149" y="37576"/>
                </a:lnTo>
                <a:lnTo>
                  <a:pt x="1909382" y="37576"/>
                </a:lnTo>
                <a:close/>
                <a:moveTo>
                  <a:pt x="2089000" y="76427"/>
                </a:moveTo>
                <a:lnTo>
                  <a:pt x="2044909" y="76427"/>
                </a:lnTo>
                <a:cubicBezTo>
                  <a:pt x="2045035" y="74512"/>
                  <a:pt x="2045448" y="72343"/>
                  <a:pt x="2046147" y="69917"/>
                </a:cubicBezTo>
                <a:cubicBezTo>
                  <a:pt x="2046848" y="67490"/>
                  <a:pt x="2048057" y="65192"/>
                  <a:pt x="2049776" y="63023"/>
                </a:cubicBezTo>
                <a:cubicBezTo>
                  <a:pt x="2051494" y="60852"/>
                  <a:pt x="2053784" y="59033"/>
                  <a:pt x="2056647" y="57565"/>
                </a:cubicBezTo>
                <a:cubicBezTo>
                  <a:pt x="2059511" y="56097"/>
                  <a:pt x="2063106" y="55363"/>
                  <a:pt x="2067432" y="55363"/>
                </a:cubicBezTo>
                <a:cubicBezTo>
                  <a:pt x="2074049" y="55363"/>
                  <a:pt x="2078981" y="57150"/>
                  <a:pt x="2082225" y="60725"/>
                </a:cubicBezTo>
                <a:cubicBezTo>
                  <a:pt x="2085470" y="64300"/>
                  <a:pt x="2087728" y="69534"/>
                  <a:pt x="2089000" y="76427"/>
                </a:cubicBezTo>
                <a:moveTo>
                  <a:pt x="2044909" y="93576"/>
                </a:moveTo>
                <a:lnTo>
                  <a:pt x="2116108" y="93576"/>
                </a:lnTo>
                <a:cubicBezTo>
                  <a:pt x="2116616" y="85926"/>
                  <a:pt x="2115979" y="78594"/>
                  <a:pt x="2114197" y="71580"/>
                </a:cubicBezTo>
                <a:cubicBezTo>
                  <a:pt x="2112416" y="64567"/>
                  <a:pt x="2109521" y="58319"/>
                  <a:pt x="2105512" y="52838"/>
                </a:cubicBezTo>
                <a:cubicBezTo>
                  <a:pt x="2101504" y="47354"/>
                  <a:pt x="2096381" y="42987"/>
                  <a:pt x="2090145" y="39737"/>
                </a:cubicBezTo>
                <a:cubicBezTo>
                  <a:pt x="2083910" y="36484"/>
                  <a:pt x="2076593" y="34858"/>
                  <a:pt x="2068195" y="34858"/>
                </a:cubicBezTo>
                <a:cubicBezTo>
                  <a:pt x="2060686" y="34858"/>
                  <a:pt x="2053847" y="36197"/>
                  <a:pt x="2047676" y="38875"/>
                </a:cubicBezTo>
                <a:cubicBezTo>
                  <a:pt x="2041505" y="41550"/>
                  <a:pt x="2036192" y="45214"/>
                  <a:pt x="2031738" y="49867"/>
                </a:cubicBezTo>
                <a:cubicBezTo>
                  <a:pt x="2027284" y="54519"/>
                  <a:pt x="2023848" y="60033"/>
                  <a:pt x="2021430" y="66408"/>
                </a:cubicBezTo>
                <a:cubicBezTo>
                  <a:pt x="2019013" y="72780"/>
                  <a:pt x="2017804" y="79664"/>
                  <a:pt x="2017804" y="87058"/>
                </a:cubicBezTo>
                <a:cubicBezTo>
                  <a:pt x="2017804" y="94705"/>
                  <a:pt x="2018981" y="101715"/>
                  <a:pt x="2021334" y="108090"/>
                </a:cubicBezTo>
                <a:cubicBezTo>
                  <a:pt x="2023689" y="114463"/>
                  <a:pt x="2027030" y="119944"/>
                  <a:pt x="2031356" y="124535"/>
                </a:cubicBezTo>
                <a:cubicBezTo>
                  <a:pt x="2035683" y="129123"/>
                  <a:pt x="2040963" y="132660"/>
                  <a:pt x="2047198" y="135145"/>
                </a:cubicBezTo>
                <a:cubicBezTo>
                  <a:pt x="2053433" y="137631"/>
                  <a:pt x="2060432" y="138873"/>
                  <a:pt x="2068195" y="138873"/>
                </a:cubicBezTo>
                <a:cubicBezTo>
                  <a:pt x="2079393" y="138873"/>
                  <a:pt x="2088937" y="136331"/>
                  <a:pt x="2096826" y="131245"/>
                </a:cubicBezTo>
                <a:cubicBezTo>
                  <a:pt x="2104717" y="126160"/>
                  <a:pt x="2110572" y="117705"/>
                  <a:pt x="2114389" y="105879"/>
                </a:cubicBezTo>
                <a:lnTo>
                  <a:pt x="2090529" y="105879"/>
                </a:lnTo>
                <a:cubicBezTo>
                  <a:pt x="2089638" y="108906"/>
                  <a:pt x="2087219" y="111776"/>
                  <a:pt x="2083274" y="114489"/>
                </a:cubicBezTo>
                <a:cubicBezTo>
                  <a:pt x="2079330" y="117200"/>
                  <a:pt x="2074622" y="118555"/>
                  <a:pt x="2069150" y="118555"/>
                </a:cubicBezTo>
                <a:cubicBezTo>
                  <a:pt x="2061516" y="118555"/>
                  <a:pt x="2055661" y="116585"/>
                  <a:pt x="2051587" y="112645"/>
                </a:cubicBezTo>
                <a:cubicBezTo>
                  <a:pt x="2047516" y="108704"/>
                  <a:pt x="2045289" y="102347"/>
                  <a:pt x="2044909" y="93576"/>
                </a:cubicBezTo>
                <a:close/>
                <a:moveTo>
                  <a:pt x="2132140" y="37506"/>
                </a:moveTo>
                <a:lnTo>
                  <a:pt x="2132140" y="136264"/>
                </a:lnTo>
                <a:lnTo>
                  <a:pt x="2159244" y="136264"/>
                </a:lnTo>
                <a:lnTo>
                  <a:pt x="2159244" y="91741"/>
                </a:lnTo>
                <a:cubicBezTo>
                  <a:pt x="2159244" y="87283"/>
                  <a:pt x="2159690" y="83143"/>
                  <a:pt x="2160581" y="79322"/>
                </a:cubicBezTo>
                <a:cubicBezTo>
                  <a:pt x="2161473" y="75501"/>
                  <a:pt x="2162968" y="72157"/>
                  <a:pt x="2165067" y="69291"/>
                </a:cubicBezTo>
                <a:cubicBezTo>
                  <a:pt x="2167166" y="66425"/>
                  <a:pt x="2169933" y="64164"/>
                  <a:pt x="2173368" y="62508"/>
                </a:cubicBezTo>
                <a:cubicBezTo>
                  <a:pt x="2176805" y="60851"/>
                  <a:pt x="2181005" y="60023"/>
                  <a:pt x="2185968" y="60023"/>
                </a:cubicBezTo>
                <a:cubicBezTo>
                  <a:pt x="2187622" y="60023"/>
                  <a:pt x="2189340" y="60119"/>
                  <a:pt x="2191120" y="60311"/>
                </a:cubicBezTo>
                <a:cubicBezTo>
                  <a:pt x="2192903" y="60502"/>
                  <a:pt x="2194430" y="60724"/>
                  <a:pt x="2195702" y="60978"/>
                </a:cubicBezTo>
                <a:lnTo>
                  <a:pt x="2195702" y="35811"/>
                </a:lnTo>
                <a:cubicBezTo>
                  <a:pt x="2193539" y="35176"/>
                  <a:pt x="2191567" y="34858"/>
                  <a:pt x="2189786" y="34858"/>
                </a:cubicBezTo>
                <a:cubicBezTo>
                  <a:pt x="2186349" y="34858"/>
                  <a:pt x="2183041" y="35367"/>
                  <a:pt x="2179860" y="36384"/>
                </a:cubicBezTo>
                <a:cubicBezTo>
                  <a:pt x="2176679" y="37400"/>
                  <a:pt x="2173689" y="38829"/>
                  <a:pt x="2170889" y="40672"/>
                </a:cubicBezTo>
                <a:cubicBezTo>
                  <a:pt x="2168089" y="42514"/>
                  <a:pt x="2165608" y="44739"/>
                  <a:pt x="2163444" y="47345"/>
                </a:cubicBezTo>
                <a:cubicBezTo>
                  <a:pt x="2161281" y="49950"/>
                  <a:pt x="2159563" y="52778"/>
                  <a:pt x="2158289" y="55829"/>
                </a:cubicBezTo>
                <a:lnTo>
                  <a:pt x="2157908" y="55829"/>
                </a:lnTo>
                <a:lnTo>
                  <a:pt x="2157908" y="37506"/>
                </a:lnTo>
                <a:lnTo>
                  <a:pt x="2132140" y="37506"/>
                </a:lnTo>
                <a:close/>
                <a:moveTo>
                  <a:pt x="2205248" y="67928"/>
                </a:moveTo>
                <a:cubicBezTo>
                  <a:pt x="2205629" y="61565"/>
                  <a:pt x="2207219" y="56284"/>
                  <a:pt x="2210019" y="52086"/>
                </a:cubicBezTo>
                <a:cubicBezTo>
                  <a:pt x="2212819" y="47886"/>
                  <a:pt x="2216382" y="44513"/>
                  <a:pt x="2220708" y="41968"/>
                </a:cubicBezTo>
                <a:cubicBezTo>
                  <a:pt x="2225035" y="39422"/>
                  <a:pt x="2229902" y="37609"/>
                  <a:pt x="2235309" y="36527"/>
                </a:cubicBezTo>
                <a:cubicBezTo>
                  <a:pt x="2240719" y="35446"/>
                  <a:pt x="2246160" y="34905"/>
                  <a:pt x="2251632" y="34905"/>
                </a:cubicBezTo>
                <a:cubicBezTo>
                  <a:pt x="2256595" y="34905"/>
                  <a:pt x="2261621" y="35255"/>
                  <a:pt x="2266710" y="35956"/>
                </a:cubicBezTo>
                <a:cubicBezTo>
                  <a:pt x="2271802" y="36655"/>
                  <a:pt x="2276446" y="38023"/>
                  <a:pt x="2280644" y="40060"/>
                </a:cubicBezTo>
                <a:cubicBezTo>
                  <a:pt x="2284844" y="42095"/>
                  <a:pt x="2288280" y="44926"/>
                  <a:pt x="2290952" y="48553"/>
                </a:cubicBezTo>
                <a:cubicBezTo>
                  <a:pt x="2293626" y="52180"/>
                  <a:pt x="2294963" y="56984"/>
                  <a:pt x="2294963" y="62965"/>
                </a:cubicBezTo>
                <a:lnTo>
                  <a:pt x="2294963" y="114311"/>
                </a:lnTo>
                <a:cubicBezTo>
                  <a:pt x="2294963" y="118766"/>
                  <a:pt x="2295217" y="123029"/>
                  <a:pt x="2295726" y="127101"/>
                </a:cubicBezTo>
                <a:cubicBezTo>
                  <a:pt x="2296234" y="131172"/>
                  <a:pt x="2297125" y="134227"/>
                  <a:pt x="2298397" y="136264"/>
                </a:cubicBezTo>
                <a:lnTo>
                  <a:pt x="2270910" y="136264"/>
                </a:lnTo>
                <a:cubicBezTo>
                  <a:pt x="2270402" y="134737"/>
                  <a:pt x="2269988" y="133179"/>
                  <a:pt x="2269670" y="131589"/>
                </a:cubicBezTo>
                <a:cubicBezTo>
                  <a:pt x="2269351" y="129997"/>
                  <a:pt x="2269129" y="128373"/>
                  <a:pt x="2269003" y="126719"/>
                </a:cubicBezTo>
                <a:cubicBezTo>
                  <a:pt x="2264676" y="131173"/>
                  <a:pt x="2259586" y="134292"/>
                  <a:pt x="2253732" y="136074"/>
                </a:cubicBezTo>
                <a:cubicBezTo>
                  <a:pt x="2247877" y="137855"/>
                  <a:pt x="2241896" y="138745"/>
                  <a:pt x="2235787" y="138745"/>
                </a:cubicBezTo>
                <a:cubicBezTo>
                  <a:pt x="2231080" y="138745"/>
                  <a:pt x="2226690" y="138172"/>
                  <a:pt x="2222616" y="137027"/>
                </a:cubicBezTo>
                <a:cubicBezTo>
                  <a:pt x="2218544" y="135881"/>
                  <a:pt x="2214981" y="134100"/>
                  <a:pt x="2211927" y="131682"/>
                </a:cubicBezTo>
                <a:cubicBezTo>
                  <a:pt x="2208875" y="129265"/>
                  <a:pt x="2206489" y="126211"/>
                  <a:pt x="2204771" y="122522"/>
                </a:cubicBezTo>
                <a:cubicBezTo>
                  <a:pt x="2203052" y="118831"/>
                  <a:pt x="2202193" y="114439"/>
                  <a:pt x="2202193" y="109348"/>
                </a:cubicBezTo>
                <a:cubicBezTo>
                  <a:pt x="2202193" y="103750"/>
                  <a:pt x="2203179" y="99138"/>
                  <a:pt x="2205152" y="95510"/>
                </a:cubicBezTo>
                <a:cubicBezTo>
                  <a:pt x="2207125" y="91883"/>
                  <a:pt x="2209670" y="88988"/>
                  <a:pt x="2212786" y="86825"/>
                </a:cubicBezTo>
                <a:cubicBezTo>
                  <a:pt x="2215905" y="84662"/>
                  <a:pt x="2219468" y="83040"/>
                  <a:pt x="2223475" y="81958"/>
                </a:cubicBezTo>
                <a:cubicBezTo>
                  <a:pt x="2227485" y="80876"/>
                  <a:pt x="2231526" y="80018"/>
                  <a:pt x="2235598" y="79383"/>
                </a:cubicBezTo>
                <a:cubicBezTo>
                  <a:pt x="2239670" y="78746"/>
                  <a:pt x="2243677" y="78237"/>
                  <a:pt x="2247621" y="77854"/>
                </a:cubicBezTo>
                <a:cubicBezTo>
                  <a:pt x="2251567" y="77472"/>
                  <a:pt x="2255067" y="76899"/>
                  <a:pt x="2258121" y="76136"/>
                </a:cubicBezTo>
                <a:cubicBezTo>
                  <a:pt x="2261175" y="75373"/>
                  <a:pt x="2263593" y="74260"/>
                  <a:pt x="2265373" y="72798"/>
                </a:cubicBezTo>
                <a:cubicBezTo>
                  <a:pt x="2267156" y="71334"/>
                  <a:pt x="2267984" y="69202"/>
                  <a:pt x="2267858" y="66402"/>
                </a:cubicBezTo>
                <a:cubicBezTo>
                  <a:pt x="2267858" y="63474"/>
                  <a:pt x="2267380" y="61151"/>
                  <a:pt x="2266425" y="59435"/>
                </a:cubicBezTo>
                <a:cubicBezTo>
                  <a:pt x="2265470" y="57716"/>
                  <a:pt x="2264197" y="56380"/>
                  <a:pt x="2262606" y="55427"/>
                </a:cubicBezTo>
                <a:cubicBezTo>
                  <a:pt x="2261016" y="54472"/>
                  <a:pt x="2259171" y="53835"/>
                  <a:pt x="2257070" y="53516"/>
                </a:cubicBezTo>
                <a:cubicBezTo>
                  <a:pt x="2254971" y="53198"/>
                  <a:pt x="2252712" y="53039"/>
                  <a:pt x="2250295" y="53039"/>
                </a:cubicBezTo>
                <a:cubicBezTo>
                  <a:pt x="2244951" y="53039"/>
                  <a:pt x="2240752" y="54184"/>
                  <a:pt x="2237698" y="56476"/>
                </a:cubicBezTo>
                <a:cubicBezTo>
                  <a:pt x="2234643" y="58767"/>
                  <a:pt x="2232862" y="62584"/>
                  <a:pt x="2232353" y="67928"/>
                </a:cubicBezTo>
                <a:lnTo>
                  <a:pt x="2205248" y="67928"/>
                </a:lnTo>
                <a:moveTo>
                  <a:pt x="2267858" y="87970"/>
                </a:moveTo>
                <a:cubicBezTo>
                  <a:pt x="2266712" y="88989"/>
                  <a:pt x="2265280" y="89785"/>
                  <a:pt x="2263562" y="90358"/>
                </a:cubicBezTo>
                <a:cubicBezTo>
                  <a:pt x="2261843" y="90931"/>
                  <a:pt x="2259998" y="91408"/>
                  <a:pt x="2258025" y="91791"/>
                </a:cubicBezTo>
                <a:cubicBezTo>
                  <a:pt x="2256054" y="92172"/>
                  <a:pt x="2253986" y="92489"/>
                  <a:pt x="2251821" y="92743"/>
                </a:cubicBezTo>
                <a:cubicBezTo>
                  <a:pt x="2249658" y="92998"/>
                  <a:pt x="2247495" y="93315"/>
                  <a:pt x="2245332" y="93696"/>
                </a:cubicBezTo>
                <a:cubicBezTo>
                  <a:pt x="2243297" y="94078"/>
                  <a:pt x="2241293" y="94588"/>
                  <a:pt x="2239320" y="95225"/>
                </a:cubicBezTo>
                <a:cubicBezTo>
                  <a:pt x="2237347" y="95860"/>
                  <a:pt x="2235629" y="96719"/>
                  <a:pt x="2234165" y="97803"/>
                </a:cubicBezTo>
                <a:cubicBezTo>
                  <a:pt x="2232703" y="98884"/>
                  <a:pt x="2231526" y="100252"/>
                  <a:pt x="2230635" y="101907"/>
                </a:cubicBezTo>
                <a:cubicBezTo>
                  <a:pt x="2229743" y="103559"/>
                  <a:pt x="2229298" y="105658"/>
                  <a:pt x="2229298" y="108204"/>
                </a:cubicBezTo>
                <a:cubicBezTo>
                  <a:pt x="2229298" y="110621"/>
                  <a:pt x="2229743" y="112657"/>
                  <a:pt x="2230635" y="114311"/>
                </a:cubicBezTo>
                <a:cubicBezTo>
                  <a:pt x="2231526" y="115966"/>
                  <a:pt x="2232735" y="117271"/>
                  <a:pt x="2234261" y="118226"/>
                </a:cubicBezTo>
                <a:cubicBezTo>
                  <a:pt x="2235789" y="119179"/>
                  <a:pt x="2237571" y="119847"/>
                  <a:pt x="2239606" y="120230"/>
                </a:cubicBezTo>
                <a:cubicBezTo>
                  <a:pt x="2241642" y="120612"/>
                  <a:pt x="2243742" y="120804"/>
                  <a:pt x="2245905" y="120804"/>
                </a:cubicBezTo>
                <a:cubicBezTo>
                  <a:pt x="2251249" y="120804"/>
                  <a:pt x="2255384" y="119913"/>
                  <a:pt x="2258310" y="118133"/>
                </a:cubicBezTo>
                <a:cubicBezTo>
                  <a:pt x="2261238" y="116350"/>
                  <a:pt x="2263403" y="114218"/>
                  <a:pt x="2264803" y="111737"/>
                </a:cubicBezTo>
                <a:cubicBezTo>
                  <a:pt x="2266203" y="109255"/>
                  <a:pt x="2267062" y="106741"/>
                  <a:pt x="2267380" y="104196"/>
                </a:cubicBezTo>
                <a:cubicBezTo>
                  <a:pt x="2267699" y="101650"/>
                  <a:pt x="2267858" y="99614"/>
                  <a:pt x="2267858" y="98088"/>
                </a:cubicBezTo>
                <a:lnTo>
                  <a:pt x="2267858" y="87970"/>
                </a:lnTo>
                <a:close/>
                <a:moveTo>
                  <a:pt x="2388301" y="87055"/>
                </a:moveTo>
                <a:cubicBezTo>
                  <a:pt x="2388301" y="91127"/>
                  <a:pt x="2387856" y="95073"/>
                  <a:pt x="2386964" y="98892"/>
                </a:cubicBezTo>
                <a:cubicBezTo>
                  <a:pt x="2386073" y="102709"/>
                  <a:pt x="2384673" y="106082"/>
                  <a:pt x="2382764" y="109010"/>
                </a:cubicBezTo>
                <a:cubicBezTo>
                  <a:pt x="2380856" y="111937"/>
                  <a:pt x="2378469" y="114259"/>
                  <a:pt x="2375605" y="115977"/>
                </a:cubicBezTo>
                <a:cubicBezTo>
                  <a:pt x="2372743" y="117696"/>
                  <a:pt x="2369276" y="118555"/>
                  <a:pt x="2365204" y="118555"/>
                </a:cubicBezTo>
                <a:cubicBezTo>
                  <a:pt x="2361259" y="118555"/>
                  <a:pt x="2357823" y="117696"/>
                  <a:pt x="2354897" y="115977"/>
                </a:cubicBezTo>
                <a:cubicBezTo>
                  <a:pt x="2351970" y="114259"/>
                  <a:pt x="2349553" y="111937"/>
                  <a:pt x="2347644" y="109010"/>
                </a:cubicBezTo>
                <a:cubicBezTo>
                  <a:pt x="2345735" y="106082"/>
                  <a:pt x="2344335" y="102709"/>
                  <a:pt x="2343444" y="98892"/>
                </a:cubicBezTo>
                <a:cubicBezTo>
                  <a:pt x="2342553" y="95073"/>
                  <a:pt x="2342107" y="91127"/>
                  <a:pt x="2342107" y="87055"/>
                </a:cubicBezTo>
                <a:cubicBezTo>
                  <a:pt x="2342107" y="82855"/>
                  <a:pt x="2342553" y="78846"/>
                  <a:pt x="2343444" y="75029"/>
                </a:cubicBezTo>
                <a:cubicBezTo>
                  <a:pt x="2344335" y="71210"/>
                  <a:pt x="2345735" y="67837"/>
                  <a:pt x="2347644" y="64910"/>
                </a:cubicBezTo>
                <a:cubicBezTo>
                  <a:pt x="2349553" y="61982"/>
                  <a:pt x="2351970" y="59659"/>
                  <a:pt x="2354897" y="57941"/>
                </a:cubicBezTo>
                <a:cubicBezTo>
                  <a:pt x="2357823" y="56222"/>
                  <a:pt x="2361259" y="55363"/>
                  <a:pt x="2365204" y="55363"/>
                </a:cubicBezTo>
                <a:cubicBezTo>
                  <a:pt x="2369276" y="55363"/>
                  <a:pt x="2372743" y="56222"/>
                  <a:pt x="2375605" y="57941"/>
                </a:cubicBezTo>
                <a:cubicBezTo>
                  <a:pt x="2378469" y="59659"/>
                  <a:pt x="2380856" y="61982"/>
                  <a:pt x="2382764" y="64910"/>
                </a:cubicBezTo>
                <a:cubicBezTo>
                  <a:pt x="2384673" y="67837"/>
                  <a:pt x="2386073" y="71210"/>
                  <a:pt x="2386964" y="75029"/>
                </a:cubicBezTo>
                <a:cubicBezTo>
                  <a:pt x="2387856" y="78846"/>
                  <a:pt x="2388301" y="82855"/>
                  <a:pt x="2388301" y="87055"/>
                </a:cubicBezTo>
                <a:moveTo>
                  <a:pt x="2315958" y="0"/>
                </a:moveTo>
                <a:lnTo>
                  <a:pt x="2315958" y="136328"/>
                </a:lnTo>
                <a:lnTo>
                  <a:pt x="2341726" y="136328"/>
                </a:lnTo>
                <a:lnTo>
                  <a:pt x="2341726" y="123731"/>
                </a:lnTo>
                <a:lnTo>
                  <a:pt x="2342107" y="123731"/>
                </a:lnTo>
                <a:cubicBezTo>
                  <a:pt x="2345033" y="129226"/>
                  <a:pt x="2349360" y="133124"/>
                  <a:pt x="2355086" y="135425"/>
                </a:cubicBezTo>
                <a:cubicBezTo>
                  <a:pt x="2360814" y="137724"/>
                  <a:pt x="2367304" y="138873"/>
                  <a:pt x="2374557" y="138873"/>
                </a:cubicBezTo>
                <a:cubicBezTo>
                  <a:pt x="2379520" y="138873"/>
                  <a:pt x="2384419" y="137854"/>
                  <a:pt x="2389254" y="135815"/>
                </a:cubicBezTo>
                <a:cubicBezTo>
                  <a:pt x="2394091" y="133774"/>
                  <a:pt x="2398450" y="130651"/>
                  <a:pt x="2402331" y="126445"/>
                </a:cubicBezTo>
                <a:cubicBezTo>
                  <a:pt x="2406213" y="122239"/>
                  <a:pt x="2409362" y="116854"/>
                  <a:pt x="2411780" y="110289"/>
                </a:cubicBezTo>
                <a:cubicBezTo>
                  <a:pt x="2414197" y="103724"/>
                  <a:pt x="2415406" y="95916"/>
                  <a:pt x="2415406" y="86866"/>
                </a:cubicBezTo>
                <a:cubicBezTo>
                  <a:pt x="2415406" y="77815"/>
                  <a:pt x="2414197" y="70008"/>
                  <a:pt x="2411780" y="63443"/>
                </a:cubicBezTo>
                <a:cubicBezTo>
                  <a:pt x="2409362" y="56878"/>
                  <a:pt x="2406213" y="51492"/>
                  <a:pt x="2402331" y="47286"/>
                </a:cubicBezTo>
                <a:cubicBezTo>
                  <a:pt x="2398450" y="43080"/>
                  <a:pt x="2394091" y="39958"/>
                  <a:pt x="2389254" y="37919"/>
                </a:cubicBezTo>
                <a:cubicBezTo>
                  <a:pt x="2384419" y="35879"/>
                  <a:pt x="2379520" y="34858"/>
                  <a:pt x="2374557" y="34858"/>
                </a:cubicBezTo>
                <a:cubicBezTo>
                  <a:pt x="2368450" y="34858"/>
                  <a:pt x="2362564" y="36040"/>
                  <a:pt x="2356900" y="38403"/>
                </a:cubicBezTo>
                <a:cubicBezTo>
                  <a:pt x="2351238" y="40766"/>
                  <a:pt x="2346753" y="44503"/>
                  <a:pt x="2343444" y="49613"/>
                </a:cubicBezTo>
                <a:lnTo>
                  <a:pt x="2343063" y="49613"/>
                </a:lnTo>
                <a:lnTo>
                  <a:pt x="2343063" y="0"/>
                </a:lnTo>
                <a:lnTo>
                  <a:pt x="2315958" y="0"/>
                </a:lnTo>
                <a:close/>
                <a:moveTo>
                  <a:pt x="2433349" y="0"/>
                </a:moveTo>
                <a:lnTo>
                  <a:pt x="2433349" y="136264"/>
                </a:lnTo>
                <a:lnTo>
                  <a:pt x="2460454" y="136264"/>
                </a:lnTo>
                <a:lnTo>
                  <a:pt x="2460454" y="0"/>
                </a:lnTo>
                <a:lnTo>
                  <a:pt x="2433349" y="0"/>
                </a:lnTo>
                <a:close/>
                <a:moveTo>
                  <a:pt x="2548259" y="76427"/>
                </a:moveTo>
                <a:lnTo>
                  <a:pt x="2504168" y="76427"/>
                </a:lnTo>
                <a:cubicBezTo>
                  <a:pt x="2504294" y="74512"/>
                  <a:pt x="2504706" y="72343"/>
                  <a:pt x="2505405" y="69917"/>
                </a:cubicBezTo>
                <a:cubicBezTo>
                  <a:pt x="2506106" y="67490"/>
                  <a:pt x="2507316" y="65192"/>
                  <a:pt x="2509035" y="63023"/>
                </a:cubicBezTo>
                <a:cubicBezTo>
                  <a:pt x="2510753" y="60852"/>
                  <a:pt x="2513043" y="59033"/>
                  <a:pt x="2515905" y="57565"/>
                </a:cubicBezTo>
                <a:cubicBezTo>
                  <a:pt x="2518770" y="56097"/>
                  <a:pt x="2522365" y="55363"/>
                  <a:pt x="2526691" y="55363"/>
                </a:cubicBezTo>
                <a:cubicBezTo>
                  <a:pt x="2533308" y="55363"/>
                  <a:pt x="2538239" y="57150"/>
                  <a:pt x="2541484" y="60725"/>
                </a:cubicBezTo>
                <a:cubicBezTo>
                  <a:pt x="2544729" y="64300"/>
                  <a:pt x="2546987" y="69534"/>
                  <a:pt x="2548259" y="76427"/>
                </a:cubicBezTo>
                <a:moveTo>
                  <a:pt x="2504168" y="93576"/>
                </a:moveTo>
                <a:lnTo>
                  <a:pt x="2575366" y="93576"/>
                </a:lnTo>
                <a:cubicBezTo>
                  <a:pt x="2575875" y="85926"/>
                  <a:pt x="2575238" y="78594"/>
                  <a:pt x="2573456" y="71580"/>
                </a:cubicBezTo>
                <a:cubicBezTo>
                  <a:pt x="2571675" y="64567"/>
                  <a:pt x="2568780" y="58319"/>
                  <a:pt x="2564770" y="52838"/>
                </a:cubicBezTo>
                <a:cubicBezTo>
                  <a:pt x="2560763" y="47354"/>
                  <a:pt x="2555640" y="42987"/>
                  <a:pt x="2549403" y="39737"/>
                </a:cubicBezTo>
                <a:cubicBezTo>
                  <a:pt x="2543168" y="36484"/>
                  <a:pt x="2535852" y="34858"/>
                  <a:pt x="2527454" y="34858"/>
                </a:cubicBezTo>
                <a:cubicBezTo>
                  <a:pt x="2519945" y="34858"/>
                  <a:pt x="2513105" y="36197"/>
                  <a:pt x="2506935" y="38875"/>
                </a:cubicBezTo>
                <a:cubicBezTo>
                  <a:pt x="2500764" y="41550"/>
                  <a:pt x="2495451" y="45214"/>
                  <a:pt x="2490997" y="49867"/>
                </a:cubicBezTo>
                <a:cubicBezTo>
                  <a:pt x="2486542" y="54519"/>
                  <a:pt x="2483107" y="60033"/>
                  <a:pt x="2480689" y="66408"/>
                </a:cubicBezTo>
                <a:cubicBezTo>
                  <a:pt x="2478272" y="72780"/>
                  <a:pt x="2477063" y="79664"/>
                  <a:pt x="2477063" y="87058"/>
                </a:cubicBezTo>
                <a:cubicBezTo>
                  <a:pt x="2477063" y="94705"/>
                  <a:pt x="2478240" y="101715"/>
                  <a:pt x="2480593" y="108090"/>
                </a:cubicBezTo>
                <a:cubicBezTo>
                  <a:pt x="2482948" y="114463"/>
                  <a:pt x="2486289" y="119944"/>
                  <a:pt x="2490615" y="124535"/>
                </a:cubicBezTo>
                <a:cubicBezTo>
                  <a:pt x="2494941" y="129123"/>
                  <a:pt x="2500222" y="132660"/>
                  <a:pt x="2506457" y="135145"/>
                </a:cubicBezTo>
                <a:cubicBezTo>
                  <a:pt x="2512692" y="137631"/>
                  <a:pt x="2519691" y="138873"/>
                  <a:pt x="2527454" y="138873"/>
                </a:cubicBezTo>
                <a:cubicBezTo>
                  <a:pt x="2538652" y="138873"/>
                  <a:pt x="2548196" y="136331"/>
                  <a:pt x="2556085" y="131245"/>
                </a:cubicBezTo>
                <a:cubicBezTo>
                  <a:pt x="2563976" y="126160"/>
                  <a:pt x="2569831" y="117705"/>
                  <a:pt x="2573648" y="105879"/>
                </a:cubicBezTo>
                <a:lnTo>
                  <a:pt x="2549788" y="105879"/>
                </a:lnTo>
                <a:cubicBezTo>
                  <a:pt x="2548897" y="108906"/>
                  <a:pt x="2546478" y="111776"/>
                  <a:pt x="2542533" y="114489"/>
                </a:cubicBezTo>
                <a:cubicBezTo>
                  <a:pt x="2538589" y="117200"/>
                  <a:pt x="2533881" y="118555"/>
                  <a:pt x="2528409" y="118555"/>
                </a:cubicBezTo>
                <a:cubicBezTo>
                  <a:pt x="2520774" y="118555"/>
                  <a:pt x="2514920" y="116585"/>
                  <a:pt x="2510846" y="112645"/>
                </a:cubicBezTo>
                <a:cubicBezTo>
                  <a:pt x="2506774" y="108704"/>
                  <a:pt x="2504548" y="102347"/>
                  <a:pt x="2504168" y="93576"/>
                </a:cubicBezTo>
                <a:close/>
                <a:moveTo>
                  <a:pt x="2647327" y="0"/>
                </a:moveTo>
                <a:lnTo>
                  <a:pt x="2647327" y="136264"/>
                </a:lnTo>
                <a:lnTo>
                  <a:pt x="2743723" y="136264"/>
                </a:lnTo>
                <a:lnTo>
                  <a:pt x="2743723" y="111099"/>
                </a:lnTo>
                <a:lnTo>
                  <a:pt x="2677295" y="111099"/>
                </a:lnTo>
                <a:lnTo>
                  <a:pt x="2677295" y="0"/>
                </a:lnTo>
                <a:lnTo>
                  <a:pt x="2647327" y="0"/>
                </a:lnTo>
                <a:close/>
                <a:moveTo>
                  <a:pt x="2781706" y="87055"/>
                </a:moveTo>
                <a:cubicBezTo>
                  <a:pt x="2781706" y="83109"/>
                  <a:pt x="2782087" y="79228"/>
                  <a:pt x="2782851" y="75410"/>
                </a:cubicBezTo>
                <a:cubicBezTo>
                  <a:pt x="2783614" y="71591"/>
                  <a:pt x="2784918" y="68218"/>
                  <a:pt x="2786762" y="65292"/>
                </a:cubicBezTo>
                <a:cubicBezTo>
                  <a:pt x="2788609" y="62364"/>
                  <a:pt x="2791059" y="59978"/>
                  <a:pt x="2794114" y="58133"/>
                </a:cubicBezTo>
                <a:cubicBezTo>
                  <a:pt x="2797168" y="56286"/>
                  <a:pt x="2800985" y="55363"/>
                  <a:pt x="2805566" y="55363"/>
                </a:cubicBezTo>
                <a:cubicBezTo>
                  <a:pt x="2810149" y="55363"/>
                  <a:pt x="2813998" y="56286"/>
                  <a:pt x="2817115" y="58133"/>
                </a:cubicBezTo>
                <a:cubicBezTo>
                  <a:pt x="2820233" y="59978"/>
                  <a:pt x="2822715" y="62364"/>
                  <a:pt x="2824559" y="65292"/>
                </a:cubicBezTo>
                <a:cubicBezTo>
                  <a:pt x="2826406" y="68218"/>
                  <a:pt x="2827711" y="71591"/>
                  <a:pt x="2828474" y="75410"/>
                </a:cubicBezTo>
                <a:cubicBezTo>
                  <a:pt x="2829237" y="79228"/>
                  <a:pt x="2829618" y="83109"/>
                  <a:pt x="2829618" y="87055"/>
                </a:cubicBezTo>
                <a:cubicBezTo>
                  <a:pt x="2829618" y="91001"/>
                  <a:pt x="2829237" y="94851"/>
                  <a:pt x="2828474" y="98607"/>
                </a:cubicBezTo>
                <a:cubicBezTo>
                  <a:pt x="2827711" y="102360"/>
                  <a:pt x="2826406" y="105733"/>
                  <a:pt x="2824559" y="108725"/>
                </a:cubicBezTo>
                <a:cubicBezTo>
                  <a:pt x="2822715" y="111715"/>
                  <a:pt x="2820233" y="114102"/>
                  <a:pt x="2817115" y="115884"/>
                </a:cubicBezTo>
                <a:cubicBezTo>
                  <a:pt x="2813998" y="117665"/>
                  <a:pt x="2810149" y="118555"/>
                  <a:pt x="2805566" y="118555"/>
                </a:cubicBezTo>
                <a:cubicBezTo>
                  <a:pt x="2800985" y="118555"/>
                  <a:pt x="2797168" y="117665"/>
                  <a:pt x="2794114" y="115884"/>
                </a:cubicBezTo>
                <a:cubicBezTo>
                  <a:pt x="2791059" y="114102"/>
                  <a:pt x="2788609" y="111715"/>
                  <a:pt x="2786762" y="108725"/>
                </a:cubicBezTo>
                <a:cubicBezTo>
                  <a:pt x="2784918" y="105733"/>
                  <a:pt x="2783614" y="102360"/>
                  <a:pt x="2782851" y="98607"/>
                </a:cubicBezTo>
                <a:cubicBezTo>
                  <a:pt x="2782087" y="94851"/>
                  <a:pt x="2781706" y="91001"/>
                  <a:pt x="2781706" y="87055"/>
                </a:cubicBezTo>
                <a:moveTo>
                  <a:pt x="2754601" y="87058"/>
                </a:moveTo>
                <a:cubicBezTo>
                  <a:pt x="2754601" y="94961"/>
                  <a:pt x="2755810" y="102099"/>
                  <a:pt x="2758227" y="108472"/>
                </a:cubicBezTo>
                <a:cubicBezTo>
                  <a:pt x="2760645" y="114844"/>
                  <a:pt x="2764081" y="120294"/>
                  <a:pt x="2768535" y="124820"/>
                </a:cubicBezTo>
                <a:cubicBezTo>
                  <a:pt x="2772989" y="129344"/>
                  <a:pt x="2778334" y="132818"/>
                  <a:pt x="2784569" y="135241"/>
                </a:cubicBezTo>
                <a:cubicBezTo>
                  <a:pt x="2790806" y="137663"/>
                  <a:pt x="2797805" y="138873"/>
                  <a:pt x="2805566" y="138873"/>
                </a:cubicBezTo>
                <a:cubicBezTo>
                  <a:pt x="2813329" y="138873"/>
                  <a:pt x="2820360" y="137663"/>
                  <a:pt x="2826659" y="135241"/>
                </a:cubicBezTo>
                <a:cubicBezTo>
                  <a:pt x="2832958" y="132818"/>
                  <a:pt x="2838335" y="129344"/>
                  <a:pt x="2842789" y="124820"/>
                </a:cubicBezTo>
                <a:cubicBezTo>
                  <a:pt x="2847244" y="120294"/>
                  <a:pt x="2850679" y="114844"/>
                  <a:pt x="2853097" y="108472"/>
                </a:cubicBezTo>
                <a:cubicBezTo>
                  <a:pt x="2855514" y="102099"/>
                  <a:pt x="2856723" y="94961"/>
                  <a:pt x="2856723" y="87058"/>
                </a:cubicBezTo>
                <a:cubicBezTo>
                  <a:pt x="2856723" y="79155"/>
                  <a:pt x="2855514" y="71985"/>
                  <a:pt x="2853097" y="65548"/>
                </a:cubicBezTo>
                <a:cubicBezTo>
                  <a:pt x="2850679" y="59110"/>
                  <a:pt x="2847244" y="53628"/>
                  <a:pt x="2842789" y="49104"/>
                </a:cubicBezTo>
                <a:cubicBezTo>
                  <a:pt x="2838335" y="44578"/>
                  <a:pt x="2832958" y="41072"/>
                  <a:pt x="2826659" y="38586"/>
                </a:cubicBezTo>
                <a:cubicBezTo>
                  <a:pt x="2820360" y="36101"/>
                  <a:pt x="2813329" y="34858"/>
                  <a:pt x="2805566" y="34858"/>
                </a:cubicBezTo>
                <a:cubicBezTo>
                  <a:pt x="2797805" y="34858"/>
                  <a:pt x="2790806" y="36101"/>
                  <a:pt x="2784569" y="38586"/>
                </a:cubicBezTo>
                <a:cubicBezTo>
                  <a:pt x="2778334" y="41072"/>
                  <a:pt x="2772989" y="44578"/>
                  <a:pt x="2768535" y="49104"/>
                </a:cubicBezTo>
                <a:cubicBezTo>
                  <a:pt x="2764081" y="53628"/>
                  <a:pt x="2760645" y="59110"/>
                  <a:pt x="2758227" y="65548"/>
                </a:cubicBezTo>
                <a:cubicBezTo>
                  <a:pt x="2755810" y="71985"/>
                  <a:pt x="2754601" y="79155"/>
                  <a:pt x="2754601" y="87058"/>
                </a:cubicBezTo>
                <a:close/>
                <a:moveTo>
                  <a:pt x="2941476" y="72326"/>
                </a:moveTo>
                <a:lnTo>
                  <a:pt x="2968007" y="72326"/>
                </a:lnTo>
                <a:cubicBezTo>
                  <a:pt x="2967626" y="65953"/>
                  <a:pt x="2966099" y="60442"/>
                  <a:pt x="2963425" y="55791"/>
                </a:cubicBezTo>
                <a:cubicBezTo>
                  <a:pt x="2960753" y="51139"/>
                  <a:pt x="2957285" y="47251"/>
                  <a:pt x="2953021" y="44129"/>
                </a:cubicBezTo>
                <a:cubicBezTo>
                  <a:pt x="2948759" y="41007"/>
                  <a:pt x="2943924" y="38681"/>
                  <a:pt x="2938517" y="37153"/>
                </a:cubicBezTo>
                <a:cubicBezTo>
                  <a:pt x="2933109" y="35623"/>
                  <a:pt x="2927478" y="34858"/>
                  <a:pt x="2921623" y="34858"/>
                </a:cubicBezTo>
                <a:cubicBezTo>
                  <a:pt x="2913606" y="34858"/>
                  <a:pt x="2906479" y="36197"/>
                  <a:pt x="2900242" y="38875"/>
                </a:cubicBezTo>
                <a:cubicBezTo>
                  <a:pt x="2894007" y="41550"/>
                  <a:pt x="2888726" y="45279"/>
                  <a:pt x="2884400" y="50059"/>
                </a:cubicBezTo>
                <a:cubicBezTo>
                  <a:pt x="2880074" y="54840"/>
                  <a:pt x="2876797" y="60512"/>
                  <a:pt x="2874570" y="67077"/>
                </a:cubicBezTo>
                <a:cubicBezTo>
                  <a:pt x="2872343" y="73641"/>
                  <a:pt x="2871229" y="80746"/>
                  <a:pt x="2871229" y="88395"/>
                </a:cubicBezTo>
                <a:cubicBezTo>
                  <a:pt x="2871229" y="95789"/>
                  <a:pt x="2872438" y="102577"/>
                  <a:pt x="2874856" y="108760"/>
                </a:cubicBezTo>
                <a:cubicBezTo>
                  <a:pt x="2877273" y="114940"/>
                  <a:pt x="2880645" y="120262"/>
                  <a:pt x="2884971" y="124724"/>
                </a:cubicBezTo>
                <a:cubicBezTo>
                  <a:pt x="2889299" y="129186"/>
                  <a:pt x="2894549" y="132660"/>
                  <a:pt x="2900720" y="135145"/>
                </a:cubicBezTo>
                <a:cubicBezTo>
                  <a:pt x="2906892" y="137631"/>
                  <a:pt x="2913669" y="138873"/>
                  <a:pt x="2921050" y="138873"/>
                </a:cubicBezTo>
                <a:cubicBezTo>
                  <a:pt x="2934156" y="138873"/>
                  <a:pt x="2944909" y="135424"/>
                  <a:pt x="2953307" y="128525"/>
                </a:cubicBezTo>
                <a:cubicBezTo>
                  <a:pt x="2961707" y="121624"/>
                  <a:pt x="2966798" y="111620"/>
                  <a:pt x="2968581" y="98513"/>
                </a:cubicBezTo>
                <a:lnTo>
                  <a:pt x="2942428" y="98513"/>
                </a:lnTo>
                <a:cubicBezTo>
                  <a:pt x="2941539" y="104622"/>
                  <a:pt x="2939344" y="109490"/>
                  <a:pt x="2935843" y="113117"/>
                </a:cubicBezTo>
                <a:cubicBezTo>
                  <a:pt x="2932344" y="116742"/>
                  <a:pt x="2927350" y="118555"/>
                  <a:pt x="2920860" y="118555"/>
                </a:cubicBezTo>
                <a:cubicBezTo>
                  <a:pt x="2916660" y="118555"/>
                  <a:pt x="2913096" y="117601"/>
                  <a:pt x="2910168" y="115692"/>
                </a:cubicBezTo>
                <a:cubicBezTo>
                  <a:pt x="2907242" y="113783"/>
                  <a:pt x="2904920" y="111334"/>
                  <a:pt x="2903201" y="108343"/>
                </a:cubicBezTo>
                <a:cubicBezTo>
                  <a:pt x="2901485" y="105351"/>
                  <a:pt x="2900244" y="102009"/>
                  <a:pt x="2899479" y="98318"/>
                </a:cubicBezTo>
                <a:cubicBezTo>
                  <a:pt x="2898716" y="94627"/>
                  <a:pt x="2898334" y="91000"/>
                  <a:pt x="2898334" y="87437"/>
                </a:cubicBezTo>
                <a:cubicBezTo>
                  <a:pt x="2898334" y="83745"/>
                  <a:pt x="2898716" y="80023"/>
                  <a:pt x="2899479" y="76270"/>
                </a:cubicBezTo>
                <a:cubicBezTo>
                  <a:pt x="2900244" y="72514"/>
                  <a:pt x="2901549" y="69077"/>
                  <a:pt x="2903393" y="65959"/>
                </a:cubicBezTo>
                <a:cubicBezTo>
                  <a:pt x="2905238" y="62841"/>
                  <a:pt x="2907623" y="60295"/>
                  <a:pt x="2910550" y="58322"/>
                </a:cubicBezTo>
                <a:cubicBezTo>
                  <a:pt x="2913478" y="56349"/>
                  <a:pt x="2917105" y="55363"/>
                  <a:pt x="2921431" y="55363"/>
                </a:cubicBezTo>
                <a:cubicBezTo>
                  <a:pt x="2933012" y="55363"/>
                  <a:pt x="2939693" y="61017"/>
                  <a:pt x="2941476" y="72326"/>
                </a:cubicBezTo>
                <a:close/>
                <a:moveTo>
                  <a:pt x="2982707" y="67928"/>
                </a:moveTo>
                <a:cubicBezTo>
                  <a:pt x="2983087" y="61565"/>
                  <a:pt x="2984678" y="56284"/>
                  <a:pt x="2987478" y="52086"/>
                </a:cubicBezTo>
                <a:cubicBezTo>
                  <a:pt x="2990277" y="47886"/>
                  <a:pt x="2993841" y="44513"/>
                  <a:pt x="2998167" y="41968"/>
                </a:cubicBezTo>
                <a:cubicBezTo>
                  <a:pt x="3002493" y="39422"/>
                  <a:pt x="3007360" y="37609"/>
                  <a:pt x="3012768" y="36527"/>
                </a:cubicBezTo>
                <a:cubicBezTo>
                  <a:pt x="3018177" y="35446"/>
                  <a:pt x="3023618" y="34905"/>
                  <a:pt x="3029090" y="34905"/>
                </a:cubicBezTo>
                <a:cubicBezTo>
                  <a:pt x="3034053" y="34905"/>
                  <a:pt x="3039079" y="35255"/>
                  <a:pt x="3044169" y="35956"/>
                </a:cubicBezTo>
                <a:cubicBezTo>
                  <a:pt x="3049260" y="36655"/>
                  <a:pt x="3053904" y="38023"/>
                  <a:pt x="3058103" y="40060"/>
                </a:cubicBezTo>
                <a:cubicBezTo>
                  <a:pt x="3062303" y="42095"/>
                  <a:pt x="3065738" y="44926"/>
                  <a:pt x="3068410" y="48553"/>
                </a:cubicBezTo>
                <a:cubicBezTo>
                  <a:pt x="3071084" y="52180"/>
                  <a:pt x="3072421" y="56984"/>
                  <a:pt x="3072421" y="62965"/>
                </a:cubicBezTo>
                <a:lnTo>
                  <a:pt x="3072421" y="114311"/>
                </a:lnTo>
                <a:cubicBezTo>
                  <a:pt x="3072421" y="118766"/>
                  <a:pt x="3072675" y="123029"/>
                  <a:pt x="3073184" y="127101"/>
                </a:cubicBezTo>
                <a:cubicBezTo>
                  <a:pt x="3073693" y="131172"/>
                  <a:pt x="3074583" y="134227"/>
                  <a:pt x="3075855" y="136264"/>
                </a:cubicBezTo>
                <a:lnTo>
                  <a:pt x="3048369" y="136264"/>
                </a:lnTo>
                <a:cubicBezTo>
                  <a:pt x="3047860" y="134737"/>
                  <a:pt x="3047446" y="133179"/>
                  <a:pt x="3047128" y="131589"/>
                </a:cubicBezTo>
                <a:cubicBezTo>
                  <a:pt x="3046809" y="129997"/>
                  <a:pt x="3046587" y="128373"/>
                  <a:pt x="3046461" y="126719"/>
                </a:cubicBezTo>
                <a:cubicBezTo>
                  <a:pt x="3042135" y="131173"/>
                  <a:pt x="3037044" y="134292"/>
                  <a:pt x="3031190" y="136074"/>
                </a:cubicBezTo>
                <a:cubicBezTo>
                  <a:pt x="3025336" y="137855"/>
                  <a:pt x="3019354" y="138745"/>
                  <a:pt x="3013245" y="138745"/>
                </a:cubicBezTo>
                <a:cubicBezTo>
                  <a:pt x="3008539" y="138745"/>
                  <a:pt x="3004148" y="138172"/>
                  <a:pt x="3000075" y="137027"/>
                </a:cubicBezTo>
                <a:cubicBezTo>
                  <a:pt x="2996003" y="135881"/>
                  <a:pt x="2992440" y="134100"/>
                  <a:pt x="2989385" y="131682"/>
                </a:cubicBezTo>
                <a:cubicBezTo>
                  <a:pt x="2986333" y="129265"/>
                  <a:pt x="2983947" y="126211"/>
                  <a:pt x="2982229" y="122522"/>
                </a:cubicBezTo>
                <a:cubicBezTo>
                  <a:pt x="2980511" y="118831"/>
                  <a:pt x="2979651" y="114439"/>
                  <a:pt x="2979651" y="109348"/>
                </a:cubicBezTo>
                <a:cubicBezTo>
                  <a:pt x="2979651" y="103750"/>
                  <a:pt x="2980638" y="99138"/>
                  <a:pt x="2982611" y="95510"/>
                </a:cubicBezTo>
                <a:cubicBezTo>
                  <a:pt x="2984583" y="91883"/>
                  <a:pt x="2987128" y="88988"/>
                  <a:pt x="2990244" y="86825"/>
                </a:cubicBezTo>
                <a:cubicBezTo>
                  <a:pt x="2993363" y="84662"/>
                  <a:pt x="2996926" y="83040"/>
                  <a:pt x="3000934" y="81958"/>
                </a:cubicBezTo>
                <a:cubicBezTo>
                  <a:pt x="3004943" y="80876"/>
                  <a:pt x="3008984" y="80018"/>
                  <a:pt x="3013056" y="79383"/>
                </a:cubicBezTo>
                <a:cubicBezTo>
                  <a:pt x="3017128" y="78746"/>
                  <a:pt x="3021136" y="78237"/>
                  <a:pt x="3025079" y="77854"/>
                </a:cubicBezTo>
                <a:cubicBezTo>
                  <a:pt x="3029025" y="77472"/>
                  <a:pt x="3032525" y="76899"/>
                  <a:pt x="3035579" y="76136"/>
                </a:cubicBezTo>
                <a:cubicBezTo>
                  <a:pt x="3038634" y="75373"/>
                  <a:pt x="3041051" y="74260"/>
                  <a:pt x="3042832" y="72798"/>
                </a:cubicBezTo>
                <a:cubicBezTo>
                  <a:pt x="3044614" y="71334"/>
                  <a:pt x="3045442" y="69202"/>
                  <a:pt x="3045316" y="66402"/>
                </a:cubicBezTo>
                <a:cubicBezTo>
                  <a:pt x="3045316" y="63474"/>
                  <a:pt x="3044839" y="61151"/>
                  <a:pt x="3043883" y="59435"/>
                </a:cubicBezTo>
                <a:cubicBezTo>
                  <a:pt x="3042928" y="57716"/>
                  <a:pt x="3041655" y="56380"/>
                  <a:pt x="3040065" y="55427"/>
                </a:cubicBezTo>
                <a:cubicBezTo>
                  <a:pt x="3038474" y="54472"/>
                  <a:pt x="3036629" y="53835"/>
                  <a:pt x="3034528" y="53516"/>
                </a:cubicBezTo>
                <a:cubicBezTo>
                  <a:pt x="3032429" y="53198"/>
                  <a:pt x="3030171" y="53039"/>
                  <a:pt x="3027753" y="53039"/>
                </a:cubicBezTo>
                <a:cubicBezTo>
                  <a:pt x="3022409" y="53039"/>
                  <a:pt x="3018210" y="54184"/>
                  <a:pt x="3015156" y="56476"/>
                </a:cubicBezTo>
                <a:cubicBezTo>
                  <a:pt x="3012102" y="58767"/>
                  <a:pt x="3010320" y="62584"/>
                  <a:pt x="3009811" y="67928"/>
                </a:cubicBezTo>
                <a:lnTo>
                  <a:pt x="2982707" y="67928"/>
                </a:lnTo>
                <a:moveTo>
                  <a:pt x="3045316" y="87970"/>
                </a:moveTo>
                <a:cubicBezTo>
                  <a:pt x="3044171" y="88989"/>
                  <a:pt x="3042739" y="89785"/>
                  <a:pt x="3041020" y="90358"/>
                </a:cubicBezTo>
                <a:cubicBezTo>
                  <a:pt x="3039302" y="90931"/>
                  <a:pt x="3037456" y="91408"/>
                  <a:pt x="3035483" y="91791"/>
                </a:cubicBezTo>
                <a:cubicBezTo>
                  <a:pt x="3033512" y="92172"/>
                  <a:pt x="3031444" y="92489"/>
                  <a:pt x="3029279" y="92743"/>
                </a:cubicBezTo>
                <a:cubicBezTo>
                  <a:pt x="3027116" y="92998"/>
                  <a:pt x="3024953" y="93315"/>
                  <a:pt x="3022790" y="93696"/>
                </a:cubicBezTo>
                <a:cubicBezTo>
                  <a:pt x="3020755" y="94078"/>
                  <a:pt x="3018751" y="94588"/>
                  <a:pt x="3016778" y="95225"/>
                </a:cubicBezTo>
                <a:cubicBezTo>
                  <a:pt x="3014806" y="95860"/>
                  <a:pt x="3013087" y="96719"/>
                  <a:pt x="3011623" y="97803"/>
                </a:cubicBezTo>
                <a:cubicBezTo>
                  <a:pt x="3010161" y="98884"/>
                  <a:pt x="3008984" y="100252"/>
                  <a:pt x="3008093" y="101907"/>
                </a:cubicBezTo>
                <a:cubicBezTo>
                  <a:pt x="3007202" y="103559"/>
                  <a:pt x="3006756" y="105658"/>
                  <a:pt x="3006756" y="108204"/>
                </a:cubicBezTo>
                <a:cubicBezTo>
                  <a:pt x="3006756" y="110621"/>
                  <a:pt x="3007202" y="112657"/>
                  <a:pt x="3008093" y="114311"/>
                </a:cubicBezTo>
                <a:cubicBezTo>
                  <a:pt x="3008984" y="115966"/>
                  <a:pt x="3010193" y="117271"/>
                  <a:pt x="3011719" y="118226"/>
                </a:cubicBezTo>
                <a:cubicBezTo>
                  <a:pt x="3013247" y="119179"/>
                  <a:pt x="3015029" y="119847"/>
                  <a:pt x="3017064" y="120230"/>
                </a:cubicBezTo>
                <a:cubicBezTo>
                  <a:pt x="3019101" y="120612"/>
                  <a:pt x="3021201" y="120804"/>
                  <a:pt x="3023364" y="120804"/>
                </a:cubicBezTo>
                <a:cubicBezTo>
                  <a:pt x="3028707" y="120804"/>
                  <a:pt x="3032842" y="119913"/>
                  <a:pt x="3035769" y="118133"/>
                </a:cubicBezTo>
                <a:cubicBezTo>
                  <a:pt x="3038697" y="116350"/>
                  <a:pt x="3040861" y="114218"/>
                  <a:pt x="3042261" y="111737"/>
                </a:cubicBezTo>
                <a:cubicBezTo>
                  <a:pt x="3043661" y="109255"/>
                  <a:pt x="3044520" y="106741"/>
                  <a:pt x="3044839" y="104196"/>
                </a:cubicBezTo>
                <a:cubicBezTo>
                  <a:pt x="3045157" y="101650"/>
                  <a:pt x="3045316" y="99614"/>
                  <a:pt x="3045316" y="98088"/>
                </a:cubicBezTo>
                <a:lnTo>
                  <a:pt x="3045316" y="87970"/>
                </a:lnTo>
                <a:close/>
                <a:moveTo>
                  <a:pt x="3127773" y="37654"/>
                </a:moveTo>
                <a:lnTo>
                  <a:pt x="3127773" y="8016"/>
                </a:lnTo>
                <a:lnTo>
                  <a:pt x="3100669" y="8016"/>
                </a:lnTo>
                <a:lnTo>
                  <a:pt x="3100669" y="37654"/>
                </a:lnTo>
                <a:lnTo>
                  <a:pt x="3084253" y="37654"/>
                </a:lnTo>
                <a:lnTo>
                  <a:pt x="3084253" y="55736"/>
                </a:lnTo>
                <a:lnTo>
                  <a:pt x="3100669" y="55736"/>
                </a:lnTo>
                <a:lnTo>
                  <a:pt x="3100669" y="113921"/>
                </a:lnTo>
                <a:cubicBezTo>
                  <a:pt x="3100669" y="118882"/>
                  <a:pt x="3101496" y="122889"/>
                  <a:pt x="3103150" y="125941"/>
                </a:cubicBezTo>
                <a:cubicBezTo>
                  <a:pt x="3104804" y="128994"/>
                  <a:pt x="3107063" y="131347"/>
                  <a:pt x="3109925" y="133002"/>
                </a:cubicBezTo>
                <a:cubicBezTo>
                  <a:pt x="3112789" y="134654"/>
                  <a:pt x="3116098" y="135766"/>
                  <a:pt x="3119851" y="136337"/>
                </a:cubicBezTo>
                <a:cubicBezTo>
                  <a:pt x="3123606" y="136909"/>
                  <a:pt x="3127584" y="137196"/>
                  <a:pt x="3131784" y="137196"/>
                </a:cubicBezTo>
                <a:cubicBezTo>
                  <a:pt x="3134456" y="137196"/>
                  <a:pt x="3137192" y="137134"/>
                  <a:pt x="3139992" y="137009"/>
                </a:cubicBezTo>
                <a:cubicBezTo>
                  <a:pt x="3142792" y="136885"/>
                  <a:pt x="3145336" y="136636"/>
                  <a:pt x="3147626" y="136264"/>
                </a:cubicBezTo>
                <a:lnTo>
                  <a:pt x="3147626" y="115182"/>
                </a:lnTo>
                <a:cubicBezTo>
                  <a:pt x="3146354" y="115437"/>
                  <a:pt x="3145018" y="115628"/>
                  <a:pt x="3143618" y="115756"/>
                </a:cubicBezTo>
                <a:cubicBezTo>
                  <a:pt x="3142218" y="115882"/>
                  <a:pt x="3140755" y="115945"/>
                  <a:pt x="3139229" y="115945"/>
                </a:cubicBezTo>
                <a:cubicBezTo>
                  <a:pt x="3134646" y="115945"/>
                  <a:pt x="3131591" y="115183"/>
                  <a:pt x="3130063" y="113659"/>
                </a:cubicBezTo>
                <a:cubicBezTo>
                  <a:pt x="3128536" y="112135"/>
                  <a:pt x="3127773" y="109086"/>
                  <a:pt x="3127773" y="104513"/>
                </a:cubicBezTo>
                <a:lnTo>
                  <a:pt x="3127773" y="55736"/>
                </a:lnTo>
                <a:lnTo>
                  <a:pt x="3147626" y="55736"/>
                </a:lnTo>
                <a:lnTo>
                  <a:pt x="3147626" y="37654"/>
                </a:lnTo>
                <a:lnTo>
                  <a:pt x="3127773" y="37654"/>
                </a:lnTo>
                <a:close/>
                <a:moveTo>
                  <a:pt x="3188473" y="22369"/>
                </a:moveTo>
                <a:lnTo>
                  <a:pt x="3188473" y="0"/>
                </a:lnTo>
                <a:lnTo>
                  <a:pt x="3161368" y="0"/>
                </a:lnTo>
                <a:lnTo>
                  <a:pt x="3161368" y="22369"/>
                </a:lnTo>
                <a:lnTo>
                  <a:pt x="3188473" y="22369"/>
                </a:lnTo>
                <a:moveTo>
                  <a:pt x="3161368" y="37579"/>
                </a:moveTo>
                <a:lnTo>
                  <a:pt x="3161368" y="136264"/>
                </a:lnTo>
                <a:lnTo>
                  <a:pt x="3188473" y="136264"/>
                </a:lnTo>
                <a:lnTo>
                  <a:pt x="3188473" y="37579"/>
                </a:lnTo>
                <a:lnTo>
                  <a:pt x="3161368" y="37579"/>
                </a:lnTo>
                <a:close/>
                <a:moveTo>
                  <a:pt x="3233902" y="87055"/>
                </a:moveTo>
                <a:cubicBezTo>
                  <a:pt x="3233902" y="83109"/>
                  <a:pt x="3234284" y="79228"/>
                  <a:pt x="3235047" y="75410"/>
                </a:cubicBezTo>
                <a:cubicBezTo>
                  <a:pt x="3235810" y="71591"/>
                  <a:pt x="3237114" y="68218"/>
                  <a:pt x="3238958" y="65292"/>
                </a:cubicBezTo>
                <a:cubicBezTo>
                  <a:pt x="3240805" y="62364"/>
                  <a:pt x="3243256" y="59978"/>
                  <a:pt x="3246310" y="58133"/>
                </a:cubicBezTo>
                <a:cubicBezTo>
                  <a:pt x="3249364" y="56286"/>
                  <a:pt x="3253182" y="55363"/>
                  <a:pt x="3257762" y="55363"/>
                </a:cubicBezTo>
                <a:cubicBezTo>
                  <a:pt x="3262345" y="55363"/>
                  <a:pt x="3266194" y="56286"/>
                  <a:pt x="3269311" y="58133"/>
                </a:cubicBezTo>
                <a:cubicBezTo>
                  <a:pt x="3272429" y="59978"/>
                  <a:pt x="3274911" y="62364"/>
                  <a:pt x="3276755" y="65292"/>
                </a:cubicBezTo>
                <a:cubicBezTo>
                  <a:pt x="3278602" y="68218"/>
                  <a:pt x="3279907" y="71591"/>
                  <a:pt x="3280670" y="75410"/>
                </a:cubicBezTo>
                <a:cubicBezTo>
                  <a:pt x="3281433" y="79228"/>
                  <a:pt x="3281815" y="83109"/>
                  <a:pt x="3281815" y="87055"/>
                </a:cubicBezTo>
                <a:cubicBezTo>
                  <a:pt x="3281815" y="91001"/>
                  <a:pt x="3281433" y="94851"/>
                  <a:pt x="3280670" y="98607"/>
                </a:cubicBezTo>
                <a:cubicBezTo>
                  <a:pt x="3279907" y="102360"/>
                  <a:pt x="3278602" y="105733"/>
                  <a:pt x="3276755" y="108725"/>
                </a:cubicBezTo>
                <a:cubicBezTo>
                  <a:pt x="3274911" y="111715"/>
                  <a:pt x="3272429" y="114102"/>
                  <a:pt x="3269311" y="115884"/>
                </a:cubicBezTo>
                <a:cubicBezTo>
                  <a:pt x="3266194" y="117665"/>
                  <a:pt x="3262345" y="118555"/>
                  <a:pt x="3257762" y="118555"/>
                </a:cubicBezTo>
                <a:cubicBezTo>
                  <a:pt x="3253182" y="118555"/>
                  <a:pt x="3249364" y="117665"/>
                  <a:pt x="3246310" y="115884"/>
                </a:cubicBezTo>
                <a:cubicBezTo>
                  <a:pt x="3243256" y="114102"/>
                  <a:pt x="3240805" y="111715"/>
                  <a:pt x="3238958" y="108725"/>
                </a:cubicBezTo>
                <a:cubicBezTo>
                  <a:pt x="3237114" y="105733"/>
                  <a:pt x="3235810" y="102360"/>
                  <a:pt x="3235047" y="98607"/>
                </a:cubicBezTo>
                <a:cubicBezTo>
                  <a:pt x="3234284" y="94851"/>
                  <a:pt x="3233902" y="91001"/>
                  <a:pt x="3233902" y="87055"/>
                </a:cubicBezTo>
                <a:moveTo>
                  <a:pt x="3206797" y="87058"/>
                </a:moveTo>
                <a:cubicBezTo>
                  <a:pt x="3206797" y="94961"/>
                  <a:pt x="3208006" y="102099"/>
                  <a:pt x="3210424" y="108472"/>
                </a:cubicBezTo>
                <a:cubicBezTo>
                  <a:pt x="3212841" y="114844"/>
                  <a:pt x="3216277" y="120294"/>
                  <a:pt x="3220731" y="124820"/>
                </a:cubicBezTo>
                <a:cubicBezTo>
                  <a:pt x="3225186" y="129344"/>
                  <a:pt x="3230530" y="132818"/>
                  <a:pt x="3236765" y="135241"/>
                </a:cubicBezTo>
                <a:cubicBezTo>
                  <a:pt x="3243002" y="137663"/>
                  <a:pt x="3250001" y="138873"/>
                  <a:pt x="3257762" y="138873"/>
                </a:cubicBezTo>
                <a:cubicBezTo>
                  <a:pt x="3265525" y="138873"/>
                  <a:pt x="3272556" y="137663"/>
                  <a:pt x="3278855" y="135241"/>
                </a:cubicBezTo>
                <a:cubicBezTo>
                  <a:pt x="3285154" y="132818"/>
                  <a:pt x="3290531" y="129344"/>
                  <a:pt x="3294985" y="124820"/>
                </a:cubicBezTo>
                <a:cubicBezTo>
                  <a:pt x="3299440" y="120294"/>
                  <a:pt x="3302876" y="114844"/>
                  <a:pt x="3305293" y="108472"/>
                </a:cubicBezTo>
                <a:cubicBezTo>
                  <a:pt x="3307711" y="102099"/>
                  <a:pt x="3308919" y="94961"/>
                  <a:pt x="3308919" y="87058"/>
                </a:cubicBezTo>
                <a:cubicBezTo>
                  <a:pt x="3308919" y="79155"/>
                  <a:pt x="3307711" y="71985"/>
                  <a:pt x="3305293" y="65548"/>
                </a:cubicBezTo>
                <a:cubicBezTo>
                  <a:pt x="3302876" y="59110"/>
                  <a:pt x="3299440" y="53628"/>
                  <a:pt x="3294985" y="49104"/>
                </a:cubicBezTo>
                <a:cubicBezTo>
                  <a:pt x="3290531" y="44578"/>
                  <a:pt x="3285154" y="41072"/>
                  <a:pt x="3278855" y="38586"/>
                </a:cubicBezTo>
                <a:cubicBezTo>
                  <a:pt x="3272556" y="36101"/>
                  <a:pt x="3265525" y="34858"/>
                  <a:pt x="3257762" y="34858"/>
                </a:cubicBezTo>
                <a:cubicBezTo>
                  <a:pt x="3250001" y="34858"/>
                  <a:pt x="3243002" y="36101"/>
                  <a:pt x="3236765" y="38586"/>
                </a:cubicBezTo>
                <a:cubicBezTo>
                  <a:pt x="3230530" y="41072"/>
                  <a:pt x="3225186" y="44578"/>
                  <a:pt x="3220731" y="49104"/>
                </a:cubicBezTo>
                <a:cubicBezTo>
                  <a:pt x="3216277" y="53628"/>
                  <a:pt x="3212841" y="59110"/>
                  <a:pt x="3210424" y="65548"/>
                </a:cubicBezTo>
                <a:cubicBezTo>
                  <a:pt x="3208006" y="71985"/>
                  <a:pt x="3206797" y="79155"/>
                  <a:pt x="3206797" y="87058"/>
                </a:cubicBezTo>
                <a:close/>
                <a:moveTo>
                  <a:pt x="3326481" y="37576"/>
                </a:moveTo>
                <a:lnTo>
                  <a:pt x="3326481" y="136264"/>
                </a:lnTo>
                <a:lnTo>
                  <a:pt x="3353586" y="136264"/>
                </a:lnTo>
                <a:lnTo>
                  <a:pt x="3353586" y="84542"/>
                </a:lnTo>
                <a:cubicBezTo>
                  <a:pt x="3353586" y="74489"/>
                  <a:pt x="3355240" y="67269"/>
                  <a:pt x="3358549" y="62880"/>
                </a:cubicBezTo>
                <a:cubicBezTo>
                  <a:pt x="3361858" y="58490"/>
                  <a:pt x="3367202" y="56295"/>
                  <a:pt x="3374583" y="56295"/>
                </a:cubicBezTo>
                <a:cubicBezTo>
                  <a:pt x="3381074" y="56295"/>
                  <a:pt x="3385591" y="58299"/>
                  <a:pt x="3388135" y="62307"/>
                </a:cubicBezTo>
                <a:cubicBezTo>
                  <a:pt x="3390681" y="66314"/>
                  <a:pt x="3391954" y="72390"/>
                  <a:pt x="3391954" y="80534"/>
                </a:cubicBezTo>
                <a:lnTo>
                  <a:pt x="3391954" y="136264"/>
                </a:lnTo>
                <a:lnTo>
                  <a:pt x="3419058" y="136264"/>
                </a:lnTo>
                <a:lnTo>
                  <a:pt x="3419058" y="75536"/>
                </a:lnTo>
                <a:cubicBezTo>
                  <a:pt x="3419058" y="69425"/>
                  <a:pt x="3418518" y="63855"/>
                  <a:pt x="3417436" y="58826"/>
                </a:cubicBezTo>
                <a:cubicBezTo>
                  <a:pt x="3416355" y="53797"/>
                  <a:pt x="3414477" y="49532"/>
                  <a:pt x="3411803" y="46031"/>
                </a:cubicBezTo>
                <a:cubicBezTo>
                  <a:pt x="3409131" y="42530"/>
                  <a:pt x="3405473" y="39793"/>
                  <a:pt x="3400828" y="37820"/>
                </a:cubicBezTo>
                <a:cubicBezTo>
                  <a:pt x="3396184" y="35846"/>
                  <a:pt x="3390234" y="34858"/>
                  <a:pt x="3382980" y="34858"/>
                </a:cubicBezTo>
                <a:cubicBezTo>
                  <a:pt x="3377254" y="34858"/>
                  <a:pt x="3371655" y="36166"/>
                  <a:pt x="3366183" y="38781"/>
                </a:cubicBezTo>
                <a:cubicBezTo>
                  <a:pt x="3360711" y="41397"/>
                  <a:pt x="3356258" y="45576"/>
                  <a:pt x="3352823" y="51317"/>
                </a:cubicBezTo>
                <a:lnTo>
                  <a:pt x="3352249" y="51317"/>
                </a:lnTo>
                <a:lnTo>
                  <a:pt x="3352249" y="37576"/>
                </a:lnTo>
                <a:lnTo>
                  <a:pt x="3326481" y="375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CA7BA-DBD7-48E3-9399-9EC7C5D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57" y="2582129"/>
            <a:ext cx="1491258" cy="316147"/>
          </a:xfrm>
          <a:custGeom xmlns:a="http://schemas.openxmlformats.org/drawingml/2006/main">
            <a:pathLst>
              <a:path w="1491258" h="316147">
                <a:moveTo>
                  <a:pt x="0" y="316147"/>
                </a:moveTo>
                <a:lnTo>
                  <a:pt x="1491258" y="316147"/>
                </a:lnTo>
                <a:lnTo>
                  <a:pt x="1491258" y="0"/>
                </a:lnTo>
                <a:lnTo>
                  <a:pt x="0" y="0"/>
                </a:lnTo>
                <a:lnTo>
                  <a:pt x="0" y="316147"/>
                </a:lnTo>
                <a:close/>
              </a:path>
            </a:pathLst>
          </a:custGeom>
          <a:solidFill xmlns:a="http://schemas.openxmlformats.org/drawingml/2006/main">
            <a:srgbClr val="F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53FC7-D1A2-4351-8210-42FA4C3A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55" y="2582131"/>
            <a:ext cx="1491258" cy="316147"/>
          </a:xfrm>
          <a:custGeom xmlns:a="http://schemas.openxmlformats.org/drawingml/2006/main">
            <a:pathLst>
              <a:path w="1491258" h="316147" fill="none">
                <a:moveTo>
                  <a:pt x="0" y="0"/>
                </a:moveTo>
                <a:lnTo>
                  <a:pt x="1491258" y="0"/>
                </a:lnTo>
                <a:lnTo>
                  <a:pt x="1491258" y="316147"/>
                </a:lnTo>
                <a:lnTo>
                  <a:pt x="0" y="316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8" name="Text PageT">
            <a:extLst xmlns:a="http://schemas.openxmlformats.org/drawingml/2006/main">
              <a:ext uri="{FF2B5EF4-FFF2-40B4-BE49-F238E27FC236}">
                <a16:creationId xmlns:a16="http://schemas.microsoft.com/office/drawing/2014/main" id="{CEA1D699-B411-44CE-8C25-E0167891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93" y="2683986"/>
            <a:ext cx="475971" cy="143126"/>
          </a:xfrm>
          <a:custGeom xmlns:a="http://schemas.openxmlformats.org/drawingml/2006/main">
            <a:pathLst>
              <a:path w="475971" h="143126">
                <a:moveTo>
                  <a:pt x="14734" y="53010"/>
                </a:moveTo>
                <a:lnTo>
                  <a:pt x="14734" y="12419"/>
                </a:lnTo>
                <a:lnTo>
                  <a:pt x="43581" y="12419"/>
                </a:lnTo>
                <a:cubicBezTo>
                  <a:pt x="51956" y="12419"/>
                  <a:pt x="58081" y="14149"/>
                  <a:pt x="61957" y="17609"/>
                </a:cubicBezTo>
                <a:cubicBezTo>
                  <a:pt x="65835" y="21069"/>
                  <a:pt x="67774" y="26104"/>
                  <a:pt x="67774" y="32714"/>
                </a:cubicBezTo>
                <a:cubicBezTo>
                  <a:pt x="67774" y="39325"/>
                  <a:pt x="65835" y="44386"/>
                  <a:pt x="61957" y="47898"/>
                </a:cubicBezTo>
                <a:cubicBezTo>
                  <a:pt x="58081" y="51408"/>
                  <a:pt x="51956" y="53112"/>
                  <a:pt x="43581" y="53010"/>
                </a:cubicBezTo>
                <a:lnTo>
                  <a:pt x="14734" y="53010"/>
                </a:lnTo>
                <a:moveTo>
                  <a:pt x="0" y="0"/>
                </a:moveTo>
                <a:lnTo>
                  <a:pt x="0" y="110714"/>
                </a:lnTo>
                <a:lnTo>
                  <a:pt x="14734" y="110714"/>
                </a:lnTo>
                <a:lnTo>
                  <a:pt x="14734" y="65429"/>
                </a:lnTo>
                <a:lnTo>
                  <a:pt x="48544" y="65429"/>
                </a:lnTo>
                <a:cubicBezTo>
                  <a:pt x="59711" y="65533"/>
                  <a:pt x="68163" y="62691"/>
                  <a:pt x="73901" y="56902"/>
                </a:cubicBezTo>
                <a:cubicBezTo>
                  <a:pt x="79639" y="51114"/>
                  <a:pt x="82508" y="43051"/>
                  <a:pt x="82508" y="32714"/>
                </a:cubicBezTo>
                <a:cubicBezTo>
                  <a:pt x="82508" y="22378"/>
                  <a:pt x="79639" y="14341"/>
                  <a:pt x="73901" y="8605"/>
                </a:cubicBezTo>
                <a:cubicBezTo>
                  <a:pt x="68163" y="2868"/>
                  <a:pt x="59711" y="0"/>
                  <a:pt x="48544" y="0"/>
                </a:cubicBezTo>
                <a:lnTo>
                  <a:pt x="0" y="0"/>
                </a:lnTo>
                <a:close/>
                <a:moveTo>
                  <a:pt x="169359" y="110364"/>
                </a:moveTo>
                <a:cubicBezTo>
                  <a:pt x="167084" y="111708"/>
                  <a:pt x="163930" y="112380"/>
                  <a:pt x="159897" y="112380"/>
                </a:cubicBezTo>
                <a:cubicBezTo>
                  <a:pt x="156486" y="112380"/>
                  <a:pt x="153773" y="111424"/>
                  <a:pt x="151757" y="109512"/>
                </a:cubicBezTo>
                <a:cubicBezTo>
                  <a:pt x="149740" y="107598"/>
                  <a:pt x="148732" y="104470"/>
                  <a:pt x="148732" y="100127"/>
                </a:cubicBezTo>
                <a:cubicBezTo>
                  <a:pt x="145113" y="104470"/>
                  <a:pt x="140899" y="107598"/>
                  <a:pt x="136090" y="109512"/>
                </a:cubicBezTo>
                <a:cubicBezTo>
                  <a:pt x="131283" y="111424"/>
                  <a:pt x="126088" y="112380"/>
                  <a:pt x="120505" y="112380"/>
                </a:cubicBezTo>
                <a:cubicBezTo>
                  <a:pt x="116885" y="112380"/>
                  <a:pt x="113447" y="111967"/>
                  <a:pt x="110189" y="111140"/>
                </a:cubicBezTo>
                <a:cubicBezTo>
                  <a:pt x="106933" y="110314"/>
                  <a:pt x="104116" y="109021"/>
                  <a:pt x="101738" y="107264"/>
                </a:cubicBezTo>
                <a:cubicBezTo>
                  <a:pt x="99361" y="105506"/>
                  <a:pt x="97474" y="103207"/>
                  <a:pt x="96078" y="100366"/>
                </a:cubicBezTo>
                <a:cubicBezTo>
                  <a:pt x="94681" y="97523"/>
                  <a:pt x="93983" y="94086"/>
                  <a:pt x="93983" y="90055"/>
                </a:cubicBezTo>
                <a:cubicBezTo>
                  <a:pt x="93983" y="85506"/>
                  <a:pt x="94759" y="81785"/>
                  <a:pt x="96310" y="78892"/>
                </a:cubicBezTo>
                <a:cubicBezTo>
                  <a:pt x="97860" y="75999"/>
                  <a:pt x="99902" y="73648"/>
                  <a:pt x="102434" y="71840"/>
                </a:cubicBezTo>
                <a:cubicBezTo>
                  <a:pt x="104968" y="70030"/>
                  <a:pt x="107863" y="68660"/>
                  <a:pt x="111119" y="67729"/>
                </a:cubicBezTo>
                <a:cubicBezTo>
                  <a:pt x="114377" y="66798"/>
                  <a:pt x="117712" y="66023"/>
                  <a:pt x="121125" y="65403"/>
                </a:cubicBezTo>
                <a:cubicBezTo>
                  <a:pt x="124744" y="64680"/>
                  <a:pt x="128182" y="64138"/>
                  <a:pt x="131438" y="63777"/>
                </a:cubicBezTo>
                <a:cubicBezTo>
                  <a:pt x="134694" y="63414"/>
                  <a:pt x="137563" y="62897"/>
                  <a:pt x="140045" y="62225"/>
                </a:cubicBezTo>
                <a:cubicBezTo>
                  <a:pt x="142526" y="61553"/>
                  <a:pt x="144491" y="60571"/>
                  <a:pt x="145937" y="59281"/>
                </a:cubicBezTo>
                <a:cubicBezTo>
                  <a:pt x="147386" y="57989"/>
                  <a:pt x="148110" y="56102"/>
                  <a:pt x="148110" y="53620"/>
                </a:cubicBezTo>
                <a:cubicBezTo>
                  <a:pt x="148110" y="50727"/>
                  <a:pt x="147567" y="48401"/>
                  <a:pt x="146482" y="46644"/>
                </a:cubicBezTo>
                <a:cubicBezTo>
                  <a:pt x="145396" y="44886"/>
                  <a:pt x="144000" y="43543"/>
                  <a:pt x="142293" y="42614"/>
                </a:cubicBezTo>
                <a:cubicBezTo>
                  <a:pt x="140588" y="41683"/>
                  <a:pt x="138675" y="41063"/>
                  <a:pt x="136554" y="40753"/>
                </a:cubicBezTo>
                <a:cubicBezTo>
                  <a:pt x="134435" y="40443"/>
                  <a:pt x="132343" y="40287"/>
                  <a:pt x="130276" y="40287"/>
                </a:cubicBezTo>
                <a:cubicBezTo>
                  <a:pt x="124693" y="40287"/>
                  <a:pt x="120040" y="41344"/>
                  <a:pt x="116318" y="43456"/>
                </a:cubicBezTo>
                <a:cubicBezTo>
                  <a:pt x="112597" y="45568"/>
                  <a:pt x="110580" y="49561"/>
                  <a:pt x="110270" y="55433"/>
                </a:cubicBezTo>
                <a:lnTo>
                  <a:pt x="97086" y="55433"/>
                </a:lnTo>
                <a:cubicBezTo>
                  <a:pt x="97292" y="50474"/>
                  <a:pt x="98326" y="46290"/>
                  <a:pt x="100186" y="42881"/>
                </a:cubicBezTo>
                <a:cubicBezTo>
                  <a:pt x="102048" y="39472"/>
                  <a:pt x="104529" y="36708"/>
                  <a:pt x="107631" y="34591"/>
                </a:cubicBezTo>
                <a:cubicBezTo>
                  <a:pt x="110733" y="32474"/>
                  <a:pt x="114274" y="30951"/>
                  <a:pt x="118254" y="30021"/>
                </a:cubicBezTo>
                <a:cubicBezTo>
                  <a:pt x="122236" y="29091"/>
                  <a:pt x="126501" y="28625"/>
                  <a:pt x="131050" y="28625"/>
                </a:cubicBezTo>
                <a:cubicBezTo>
                  <a:pt x="134669" y="28625"/>
                  <a:pt x="138262" y="28884"/>
                  <a:pt x="141829" y="29401"/>
                </a:cubicBezTo>
                <a:cubicBezTo>
                  <a:pt x="145396" y="29917"/>
                  <a:pt x="148627" y="30977"/>
                  <a:pt x="151522" y="32580"/>
                </a:cubicBezTo>
                <a:cubicBezTo>
                  <a:pt x="154417" y="34181"/>
                  <a:pt x="156744" y="36429"/>
                  <a:pt x="158501" y="39324"/>
                </a:cubicBezTo>
                <a:cubicBezTo>
                  <a:pt x="160259" y="42218"/>
                  <a:pt x="161137" y="45990"/>
                  <a:pt x="161137" y="50641"/>
                </a:cubicBezTo>
                <a:lnTo>
                  <a:pt x="161137" y="91877"/>
                </a:lnTo>
                <a:cubicBezTo>
                  <a:pt x="161137" y="94979"/>
                  <a:pt x="161318" y="97253"/>
                  <a:pt x="161679" y="98700"/>
                </a:cubicBezTo>
                <a:cubicBezTo>
                  <a:pt x="162042" y="100146"/>
                  <a:pt x="163258" y="100870"/>
                  <a:pt x="165326" y="100870"/>
                </a:cubicBezTo>
                <a:cubicBezTo>
                  <a:pt x="166464" y="100870"/>
                  <a:pt x="167808" y="100622"/>
                  <a:pt x="169359" y="100127"/>
                </a:cubicBezTo>
                <a:lnTo>
                  <a:pt x="169359" y="110364"/>
                </a:lnTo>
                <a:moveTo>
                  <a:pt x="147956" y="69263"/>
                </a:moveTo>
                <a:cubicBezTo>
                  <a:pt x="146301" y="70503"/>
                  <a:pt x="144129" y="71407"/>
                  <a:pt x="141441" y="71975"/>
                </a:cubicBezTo>
                <a:cubicBezTo>
                  <a:pt x="138754" y="72543"/>
                  <a:pt x="135937" y="73007"/>
                  <a:pt x="132990" y="73369"/>
                </a:cubicBezTo>
                <a:cubicBezTo>
                  <a:pt x="130043" y="73730"/>
                  <a:pt x="127070" y="74143"/>
                  <a:pt x="124071" y="74609"/>
                </a:cubicBezTo>
                <a:cubicBezTo>
                  <a:pt x="121073" y="75072"/>
                  <a:pt x="118386" y="75821"/>
                  <a:pt x="116008" y="76854"/>
                </a:cubicBezTo>
                <a:cubicBezTo>
                  <a:pt x="113631" y="77888"/>
                  <a:pt x="111692" y="79360"/>
                  <a:pt x="110191" y="81270"/>
                </a:cubicBezTo>
                <a:cubicBezTo>
                  <a:pt x="108693" y="83181"/>
                  <a:pt x="107943" y="85789"/>
                  <a:pt x="107943" y="89094"/>
                </a:cubicBezTo>
                <a:cubicBezTo>
                  <a:pt x="107943" y="91263"/>
                  <a:pt x="108383" y="93097"/>
                  <a:pt x="109261" y="94596"/>
                </a:cubicBezTo>
                <a:cubicBezTo>
                  <a:pt x="110140" y="96093"/>
                  <a:pt x="111278" y="97306"/>
                  <a:pt x="112674" y="98236"/>
                </a:cubicBezTo>
                <a:cubicBezTo>
                  <a:pt x="114070" y="99165"/>
                  <a:pt x="115698" y="99836"/>
                  <a:pt x="117558" y="100250"/>
                </a:cubicBezTo>
                <a:cubicBezTo>
                  <a:pt x="119420" y="100663"/>
                  <a:pt x="121384" y="100870"/>
                  <a:pt x="123451" y="100870"/>
                </a:cubicBezTo>
                <a:cubicBezTo>
                  <a:pt x="127794" y="100870"/>
                  <a:pt x="131517" y="100276"/>
                  <a:pt x="134618" y="99088"/>
                </a:cubicBezTo>
                <a:cubicBezTo>
                  <a:pt x="137720" y="97900"/>
                  <a:pt x="140253" y="96402"/>
                  <a:pt x="142217" y="94596"/>
                </a:cubicBezTo>
                <a:cubicBezTo>
                  <a:pt x="144181" y="92788"/>
                  <a:pt x="145629" y="90825"/>
                  <a:pt x="146560" y="88708"/>
                </a:cubicBezTo>
                <a:cubicBezTo>
                  <a:pt x="147491" y="86589"/>
                  <a:pt x="147956" y="84601"/>
                  <a:pt x="147956" y="82742"/>
                </a:cubicBezTo>
                <a:lnTo>
                  <a:pt x="147956" y="69263"/>
                </a:lnTo>
                <a:close/>
                <a:moveTo>
                  <a:pt x="250779" y="103873"/>
                </a:moveTo>
                <a:lnTo>
                  <a:pt x="250779" y="30488"/>
                </a:lnTo>
                <a:lnTo>
                  <a:pt x="238372" y="30488"/>
                </a:lnTo>
                <a:lnTo>
                  <a:pt x="238372" y="41967"/>
                </a:lnTo>
                <a:lnTo>
                  <a:pt x="238218" y="41967"/>
                </a:lnTo>
                <a:cubicBezTo>
                  <a:pt x="235841" y="37520"/>
                  <a:pt x="232532" y="34185"/>
                  <a:pt x="228293" y="31962"/>
                </a:cubicBezTo>
                <a:cubicBezTo>
                  <a:pt x="224054" y="29737"/>
                  <a:pt x="219400" y="28625"/>
                  <a:pt x="214333" y="28625"/>
                </a:cubicBezTo>
                <a:cubicBezTo>
                  <a:pt x="207405" y="28625"/>
                  <a:pt x="201563" y="29944"/>
                  <a:pt x="196807" y="32582"/>
                </a:cubicBezTo>
                <a:cubicBezTo>
                  <a:pt x="192052" y="35218"/>
                  <a:pt x="188227" y="38579"/>
                  <a:pt x="185332" y="42666"/>
                </a:cubicBezTo>
                <a:cubicBezTo>
                  <a:pt x="182437" y="46752"/>
                  <a:pt x="180368" y="51303"/>
                  <a:pt x="179127" y="56320"/>
                </a:cubicBezTo>
                <a:cubicBezTo>
                  <a:pt x="177887" y="61336"/>
                  <a:pt x="177267" y="66222"/>
                  <a:pt x="177267" y="70978"/>
                </a:cubicBezTo>
                <a:cubicBezTo>
                  <a:pt x="177267" y="76461"/>
                  <a:pt x="178016" y="81658"/>
                  <a:pt x="179515" y="86571"/>
                </a:cubicBezTo>
                <a:cubicBezTo>
                  <a:pt x="181015" y="91484"/>
                  <a:pt x="183264" y="95777"/>
                  <a:pt x="186262" y="99450"/>
                </a:cubicBezTo>
                <a:cubicBezTo>
                  <a:pt x="189261" y="103121"/>
                  <a:pt x="192983" y="106043"/>
                  <a:pt x="197429" y="108215"/>
                </a:cubicBezTo>
                <a:cubicBezTo>
                  <a:pt x="201875" y="110386"/>
                  <a:pt x="207096" y="111472"/>
                  <a:pt x="213093" y="111472"/>
                </a:cubicBezTo>
                <a:cubicBezTo>
                  <a:pt x="218261" y="111472"/>
                  <a:pt x="223146" y="110309"/>
                  <a:pt x="227746" y="107983"/>
                </a:cubicBezTo>
                <a:cubicBezTo>
                  <a:pt x="232348" y="105656"/>
                  <a:pt x="235787" y="102011"/>
                  <a:pt x="238062" y="97048"/>
                </a:cubicBezTo>
                <a:lnTo>
                  <a:pt x="238372" y="97048"/>
                </a:lnTo>
                <a:lnTo>
                  <a:pt x="238372" y="102320"/>
                </a:lnTo>
                <a:cubicBezTo>
                  <a:pt x="238372" y="106766"/>
                  <a:pt x="237933" y="110848"/>
                  <a:pt x="237054" y="114565"/>
                </a:cubicBezTo>
                <a:cubicBezTo>
                  <a:pt x="236175" y="118282"/>
                  <a:pt x="234754" y="121456"/>
                  <a:pt x="232789" y="124087"/>
                </a:cubicBezTo>
                <a:cubicBezTo>
                  <a:pt x="230825" y="126719"/>
                  <a:pt x="228343" y="128782"/>
                  <a:pt x="225344" y="130278"/>
                </a:cubicBezTo>
                <a:cubicBezTo>
                  <a:pt x="222347" y="131775"/>
                  <a:pt x="218676" y="132524"/>
                  <a:pt x="214333" y="132524"/>
                </a:cubicBezTo>
                <a:cubicBezTo>
                  <a:pt x="212162" y="132524"/>
                  <a:pt x="209888" y="132291"/>
                  <a:pt x="207510" y="131826"/>
                </a:cubicBezTo>
                <a:cubicBezTo>
                  <a:pt x="205133" y="131360"/>
                  <a:pt x="202936" y="130610"/>
                  <a:pt x="200920" y="129575"/>
                </a:cubicBezTo>
                <a:cubicBezTo>
                  <a:pt x="198903" y="128542"/>
                  <a:pt x="197197" y="127198"/>
                  <a:pt x="195801" y="125543"/>
                </a:cubicBezTo>
                <a:cubicBezTo>
                  <a:pt x="194406" y="123889"/>
                  <a:pt x="193657" y="121874"/>
                  <a:pt x="193553" y="119496"/>
                </a:cubicBezTo>
                <a:lnTo>
                  <a:pt x="180369" y="119496"/>
                </a:lnTo>
                <a:cubicBezTo>
                  <a:pt x="180576" y="123838"/>
                  <a:pt x="181712" y="127510"/>
                  <a:pt x="183779" y="130512"/>
                </a:cubicBezTo>
                <a:cubicBezTo>
                  <a:pt x="185847" y="133516"/>
                  <a:pt x="188459" y="135954"/>
                  <a:pt x="191612" y="137825"/>
                </a:cubicBezTo>
                <a:cubicBezTo>
                  <a:pt x="194766" y="139696"/>
                  <a:pt x="198281" y="141047"/>
                  <a:pt x="202157" y="141879"/>
                </a:cubicBezTo>
                <a:cubicBezTo>
                  <a:pt x="206035" y="142710"/>
                  <a:pt x="209836" y="143126"/>
                  <a:pt x="213559" y="143126"/>
                </a:cubicBezTo>
                <a:cubicBezTo>
                  <a:pt x="226379" y="143126"/>
                  <a:pt x="235788" y="139867"/>
                  <a:pt x="241784" y="133350"/>
                </a:cubicBezTo>
                <a:cubicBezTo>
                  <a:pt x="247781" y="126834"/>
                  <a:pt x="250779" y="117008"/>
                  <a:pt x="250779" y="103873"/>
                </a:cubicBezTo>
                <a:moveTo>
                  <a:pt x="213869" y="99961"/>
                </a:moveTo>
                <a:cubicBezTo>
                  <a:pt x="209526" y="99961"/>
                  <a:pt x="205907" y="99057"/>
                  <a:pt x="203012" y="97249"/>
                </a:cubicBezTo>
                <a:cubicBezTo>
                  <a:pt x="200118" y="95441"/>
                  <a:pt x="197792" y="93064"/>
                  <a:pt x="196033" y="90119"/>
                </a:cubicBezTo>
                <a:cubicBezTo>
                  <a:pt x="194275" y="87173"/>
                  <a:pt x="193035" y="83892"/>
                  <a:pt x="192310" y="80276"/>
                </a:cubicBezTo>
                <a:cubicBezTo>
                  <a:pt x="191588" y="76660"/>
                  <a:pt x="191227" y="73044"/>
                  <a:pt x="191227" y="69426"/>
                </a:cubicBezTo>
                <a:cubicBezTo>
                  <a:pt x="191227" y="65603"/>
                  <a:pt x="191666" y="61935"/>
                  <a:pt x="192545" y="58422"/>
                </a:cubicBezTo>
                <a:cubicBezTo>
                  <a:pt x="193423" y="54908"/>
                  <a:pt x="194819" y="51808"/>
                  <a:pt x="196731" y="49121"/>
                </a:cubicBezTo>
                <a:cubicBezTo>
                  <a:pt x="198645" y="46435"/>
                  <a:pt x="201100" y="44291"/>
                  <a:pt x="204098" y="42689"/>
                </a:cubicBezTo>
                <a:cubicBezTo>
                  <a:pt x="207097" y="41088"/>
                  <a:pt x="210716" y="40287"/>
                  <a:pt x="214955" y="40287"/>
                </a:cubicBezTo>
                <a:cubicBezTo>
                  <a:pt x="219090" y="40287"/>
                  <a:pt x="222605" y="41114"/>
                  <a:pt x="225501" y="42767"/>
                </a:cubicBezTo>
                <a:cubicBezTo>
                  <a:pt x="228396" y="44421"/>
                  <a:pt x="230747" y="46617"/>
                  <a:pt x="232555" y="49356"/>
                </a:cubicBezTo>
                <a:cubicBezTo>
                  <a:pt x="234365" y="52093"/>
                  <a:pt x="235683" y="55167"/>
                  <a:pt x="236509" y="58578"/>
                </a:cubicBezTo>
                <a:cubicBezTo>
                  <a:pt x="237338" y="61987"/>
                  <a:pt x="237752" y="65449"/>
                  <a:pt x="237752" y="68962"/>
                </a:cubicBezTo>
                <a:cubicBezTo>
                  <a:pt x="237752" y="72682"/>
                  <a:pt x="237312" y="76402"/>
                  <a:pt x="236434" y="80123"/>
                </a:cubicBezTo>
                <a:cubicBezTo>
                  <a:pt x="235555" y="83841"/>
                  <a:pt x="234185" y="87173"/>
                  <a:pt x="232323" y="90119"/>
                </a:cubicBezTo>
                <a:cubicBezTo>
                  <a:pt x="230463" y="93064"/>
                  <a:pt x="228007" y="95441"/>
                  <a:pt x="224956" y="97249"/>
                </a:cubicBezTo>
                <a:cubicBezTo>
                  <a:pt x="221907" y="99057"/>
                  <a:pt x="218211" y="99961"/>
                  <a:pt x="213869" y="99961"/>
                </a:cubicBezTo>
                <a:close/>
                <a:moveTo>
                  <a:pt x="326310" y="63006"/>
                </a:moveTo>
                <a:lnTo>
                  <a:pt x="280249" y="63006"/>
                </a:lnTo>
                <a:cubicBezTo>
                  <a:pt x="280455" y="59893"/>
                  <a:pt x="281127" y="56962"/>
                  <a:pt x="282265" y="54214"/>
                </a:cubicBezTo>
                <a:cubicBezTo>
                  <a:pt x="283402" y="51464"/>
                  <a:pt x="284953" y="49052"/>
                  <a:pt x="286917" y="46977"/>
                </a:cubicBezTo>
                <a:cubicBezTo>
                  <a:pt x="288882" y="44903"/>
                  <a:pt x="291234" y="43269"/>
                  <a:pt x="293974" y="42076"/>
                </a:cubicBezTo>
                <a:cubicBezTo>
                  <a:pt x="296715" y="40884"/>
                  <a:pt x="299790" y="40287"/>
                  <a:pt x="303201" y="40287"/>
                </a:cubicBezTo>
                <a:cubicBezTo>
                  <a:pt x="306510" y="40287"/>
                  <a:pt x="309534" y="40884"/>
                  <a:pt x="312275" y="42076"/>
                </a:cubicBezTo>
                <a:cubicBezTo>
                  <a:pt x="315015" y="43269"/>
                  <a:pt x="317393" y="44877"/>
                  <a:pt x="319410" y="46902"/>
                </a:cubicBezTo>
                <a:cubicBezTo>
                  <a:pt x="321426" y="48924"/>
                  <a:pt x="323028" y="51336"/>
                  <a:pt x="324216" y="54136"/>
                </a:cubicBezTo>
                <a:cubicBezTo>
                  <a:pt x="325405" y="56936"/>
                  <a:pt x="326104" y="59893"/>
                  <a:pt x="326310" y="63006"/>
                </a:cubicBezTo>
                <a:moveTo>
                  <a:pt x="339028" y="85270"/>
                </a:moveTo>
                <a:lnTo>
                  <a:pt x="326000" y="85270"/>
                </a:lnTo>
                <a:cubicBezTo>
                  <a:pt x="324863" y="90522"/>
                  <a:pt x="322510" y="94435"/>
                  <a:pt x="318943" y="97010"/>
                </a:cubicBezTo>
                <a:cubicBezTo>
                  <a:pt x="315376" y="99583"/>
                  <a:pt x="310801" y="100870"/>
                  <a:pt x="305218" y="100870"/>
                </a:cubicBezTo>
                <a:cubicBezTo>
                  <a:pt x="300876" y="100870"/>
                  <a:pt x="297102" y="100150"/>
                  <a:pt x="293896" y="98711"/>
                </a:cubicBezTo>
                <a:cubicBezTo>
                  <a:pt x="290692" y="97273"/>
                  <a:pt x="288056" y="95346"/>
                  <a:pt x="285987" y="92932"/>
                </a:cubicBezTo>
                <a:cubicBezTo>
                  <a:pt x="283919" y="90517"/>
                  <a:pt x="282420" y="87743"/>
                  <a:pt x="281489" y="84609"/>
                </a:cubicBezTo>
                <a:cubicBezTo>
                  <a:pt x="280558" y="81475"/>
                  <a:pt x="280145" y="78161"/>
                  <a:pt x="280249" y="74668"/>
                </a:cubicBezTo>
                <a:lnTo>
                  <a:pt x="340268" y="74668"/>
                </a:lnTo>
                <a:cubicBezTo>
                  <a:pt x="340474" y="69794"/>
                  <a:pt x="340035" y="64661"/>
                  <a:pt x="338950" y="59269"/>
                </a:cubicBezTo>
                <a:cubicBezTo>
                  <a:pt x="337864" y="53876"/>
                  <a:pt x="335899" y="48899"/>
                  <a:pt x="333055" y="44336"/>
                </a:cubicBezTo>
                <a:cubicBezTo>
                  <a:pt x="330212" y="39774"/>
                  <a:pt x="326438" y="36015"/>
                  <a:pt x="321733" y="33060"/>
                </a:cubicBezTo>
                <a:cubicBezTo>
                  <a:pt x="317029" y="30103"/>
                  <a:pt x="311109" y="28625"/>
                  <a:pt x="303975" y="28625"/>
                </a:cubicBezTo>
                <a:cubicBezTo>
                  <a:pt x="298496" y="28625"/>
                  <a:pt x="293455" y="29659"/>
                  <a:pt x="288853" y="31728"/>
                </a:cubicBezTo>
                <a:cubicBezTo>
                  <a:pt x="284253" y="33796"/>
                  <a:pt x="280272" y="36692"/>
                  <a:pt x="276912" y="40415"/>
                </a:cubicBezTo>
                <a:cubicBezTo>
                  <a:pt x="273552" y="44137"/>
                  <a:pt x="270940" y="48531"/>
                  <a:pt x="269079" y="53599"/>
                </a:cubicBezTo>
                <a:cubicBezTo>
                  <a:pt x="267219" y="58665"/>
                  <a:pt x="266289" y="64247"/>
                  <a:pt x="266289" y="70347"/>
                </a:cubicBezTo>
                <a:cubicBezTo>
                  <a:pt x="266495" y="76447"/>
                  <a:pt x="267400" y="82083"/>
                  <a:pt x="269003" y="87253"/>
                </a:cubicBezTo>
                <a:cubicBezTo>
                  <a:pt x="270606" y="92423"/>
                  <a:pt x="273010" y="96869"/>
                  <a:pt x="276214" y="100593"/>
                </a:cubicBezTo>
                <a:cubicBezTo>
                  <a:pt x="279420" y="104314"/>
                  <a:pt x="283375" y="107209"/>
                  <a:pt x="288079" y="109278"/>
                </a:cubicBezTo>
                <a:cubicBezTo>
                  <a:pt x="292784" y="111346"/>
                  <a:pt x="298341" y="112380"/>
                  <a:pt x="304751" y="112380"/>
                </a:cubicBezTo>
                <a:cubicBezTo>
                  <a:pt x="313851" y="112380"/>
                  <a:pt x="321400" y="110108"/>
                  <a:pt x="327396" y="105565"/>
                </a:cubicBezTo>
                <a:cubicBezTo>
                  <a:pt x="333393" y="101019"/>
                  <a:pt x="337270" y="94254"/>
                  <a:pt x="339028" y="85270"/>
                </a:cubicBezTo>
                <a:close/>
                <a:moveTo>
                  <a:pt x="424327" y="12419"/>
                </a:moveTo>
                <a:lnTo>
                  <a:pt x="424327" y="110714"/>
                </a:lnTo>
                <a:lnTo>
                  <a:pt x="439061" y="110714"/>
                </a:lnTo>
                <a:lnTo>
                  <a:pt x="439061" y="12419"/>
                </a:lnTo>
                <a:lnTo>
                  <a:pt x="475971" y="12419"/>
                </a:lnTo>
                <a:lnTo>
                  <a:pt x="475971" y="0"/>
                </a:lnTo>
                <a:lnTo>
                  <a:pt x="387415" y="0"/>
                </a:lnTo>
                <a:lnTo>
                  <a:pt x="387415" y="12419"/>
                </a:lnTo>
                <a:lnTo>
                  <a:pt x="424327" y="12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able">
            <a:extLst xmlns:a="http://schemas.openxmlformats.org/drawingml/2006/main">
              <a:ext uri="{FF2B5EF4-FFF2-40B4-BE49-F238E27FC236}">
                <a16:creationId xmlns:a16="http://schemas.microsoft.com/office/drawing/2014/main" id="{3FC96E8F-73D8-46AB-83EF-73AA541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787" y="2683986"/>
            <a:ext cx="283868" cy="112380"/>
          </a:xfrm>
          <a:custGeom xmlns:a="http://schemas.openxmlformats.org/drawingml/2006/main">
            <a:pathLst>
              <a:path w="283868" h="112380">
                <a:moveTo>
                  <a:pt x="75375" y="110364"/>
                </a:moveTo>
                <a:cubicBezTo>
                  <a:pt x="73100" y="111708"/>
                  <a:pt x="69947" y="112380"/>
                  <a:pt x="65914" y="112380"/>
                </a:cubicBezTo>
                <a:cubicBezTo>
                  <a:pt x="62503" y="112380"/>
                  <a:pt x="59790" y="111424"/>
                  <a:pt x="57773" y="109512"/>
                </a:cubicBezTo>
                <a:cubicBezTo>
                  <a:pt x="55757" y="107598"/>
                  <a:pt x="54749" y="104470"/>
                  <a:pt x="54749" y="100127"/>
                </a:cubicBezTo>
                <a:cubicBezTo>
                  <a:pt x="51130" y="104470"/>
                  <a:pt x="46916" y="107598"/>
                  <a:pt x="42107" y="109512"/>
                </a:cubicBezTo>
                <a:cubicBezTo>
                  <a:pt x="37300" y="111424"/>
                  <a:pt x="32105" y="112380"/>
                  <a:pt x="26521" y="112380"/>
                </a:cubicBezTo>
                <a:cubicBezTo>
                  <a:pt x="22902" y="112380"/>
                  <a:pt x="19464" y="111967"/>
                  <a:pt x="16206" y="111140"/>
                </a:cubicBezTo>
                <a:cubicBezTo>
                  <a:pt x="12949" y="110314"/>
                  <a:pt x="10133" y="109021"/>
                  <a:pt x="7755" y="107264"/>
                </a:cubicBezTo>
                <a:cubicBezTo>
                  <a:pt x="5377" y="105506"/>
                  <a:pt x="3491" y="103207"/>
                  <a:pt x="2094" y="100366"/>
                </a:cubicBezTo>
                <a:cubicBezTo>
                  <a:pt x="698" y="97523"/>
                  <a:pt x="0" y="94086"/>
                  <a:pt x="0" y="90055"/>
                </a:cubicBezTo>
                <a:cubicBezTo>
                  <a:pt x="0" y="85506"/>
                  <a:pt x="775" y="81785"/>
                  <a:pt x="2326" y="78892"/>
                </a:cubicBezTo>
                <a:cubicBezTo>
                  <a:pt x="3877" y="75999"/>
                  <a:pt x="5919" y="73648"/>
                  <a:pt x="8451" y="71840"/>
                </a:cubicBezTo>
                <a:cubicBezTo>
                  <a:pt x="10984" y="70030"/>
                  <a:pt x="13880" y="68660"/>
                  <a:pt x="17136" y="67729"/>
                </a:cubicBezTo>
                <a:cubicBezTo>
                  <a:pt x="20394" y="66798"/>
                  <a:pt x="23729" y="66023"/>
                  <a:pt x="27141" y="65403"/>
                </a:cubicBezTo>
                <a:cubicBezTo>
                  <a:pt x="30761" y="64680"/>
                  <a:pt x="34198" y="64138"/>
                  <a:pt x="37455" y="63777"/>
                </a:cubicBezTo>
                <a:cubicBezTo>
                  <a:pt x="40711" y="63414"/>
                  <a:pt x="43580" y="62897"/>
                  <a:pt x="46062" y="62225"/>
                </a:cubicBezTo>
                <a:cubicBezTo>
                  <a:pt x="48543" y="61553"/>
                  <a:pt x="50507" y="60571"/>
                  <a:pt x="51954" y="59281"/>
                </a:cubicBezTo>
                <a:cubicBezTo>
                  <a:pt x="53402" y="57989"/>
                  <a:pt x="54127" y="56102"/>
                  <a:pt x="54127" y="53620"/>
                </a:cubicBezTo>
                <a:cubicBezTo>
                  <a:pt x="54127" y="50727"/>
                  <a:pt x="53584" y="48401"/>
                  <a:pt x="52498" y="46644"/>
                </a:cubicBezTo>
                <a:cubicBezTo>
                  <a:pt x="51413" y="44886"/>
                  <a:pt x="50017" y="43543"/>
                  <a:pt x="48310" y="42614"/>
                </a:cubicBezTo>
                <a:cubicBezTo>
                  <a:pt x="46604" y="41683"/>
                  <a:pt x="44691" y="41063"/>
                  <a:pt x="42571" y="40753"/>
                </a:cubicBezTo>
                <a:cubicBezTo>
                  <a:pt x="40452" y="40443"/>
                  <a:pt x="38359" y="40287"/>
                  <a:pt x="36293" y="40287"/>
                </a:cubicBezTo>
                <a:cubicBezTo>
                  <a:pt x="30709" y="40287"/>
                  <a:pt x="26057" y="41344"/>
                  <a:pt x="22335" y="43456"/>
                </a:cubicBezTo>
                <a:cubicBezTo>
                  <a:pt x="18613" y="45568"/>
                  <a:pt x="16597" y="49561"/>
                  <a:pt x="16286" y="55433"/>
                </a:cubicBezTo>
                <a:lnTo>
                  <a:pt x="3102" y="55433"/>
                </a:lnTo>
                <a:cubicBezTo>
                  <a:pt x="3309" y="50474"/>
                  <a:pt x="4343" y="46290"/>
                  <a:pt x="6203" y="42881"/>
                </a:cubicBezTo>
                <a:cubicBezTo>
                  <a:pt x="8064" y="39472"/>
                  <a:pt x="10546" y="36708"/>
                  <a:pt x="13648" y="34591"/>
                </a:cubicBezTo>
                <a:cubicBezTo>
                  <a:pt x="16749" y="32474"/>
                  <a:pt x="20290" y="30951"/>
                  <a:pt x="24271" y="30021"/>
                </a:cubicBezTo>
                <a:cubicBezTo>
                  <a:pt x="28253" y="29091"/>
                  <a:pt x="32518" y="28625"/>
                  <a:pt x="37066" y="28625"/>
                </a:cubicBezTo>
                <a:cubicBezTo>
                  <a:pt x="40686" y="28625"/>
                  <a:pt x="44279" y="28884"/>
                  <a:pt x="47846" y="29401"/>
                </a:cubicBezTo>
                <a:cubicBezTo>
                  <a:pt x="51413" y="29917"/>
                  <a:pt x="54644" y="30977"/>
                  <a:pt x="57539" y="32580"/>
                </a:cubicBezTo>
                <a:cubicBezTo>
                  <a:pt x="60434" y="34181"/>
                  <a:pt x="62760" y="36429"/>
                  <a:pt x="64518" y="39324"/>
                </a:cubicBezTo>
                <a:cubicBezTo>
                  <a:pt x="66275" y="42218"/>
                  <a:pt x="67154" y="45990"/>
                  <a:pt x="67154" y="50641"/>
                </a:cubicBezTo>
                <a:lnTo>
                  <a:pt x="67154" y="91877"/>
                </a:lnTo>
                <a:cubicBezTo>
                  <a:pt x="67154" y="94979"/>
                  <a:pt x="67335" y="97253"/>
                  <a:pt x="67696" y="98700"/>
                </a:cubicBezTo>
                <a:cubicBezTo>
                  <a:pt x="68059" y="100146"/>
                  <a:pt x="69274" y="100870"/>
                  <a:pt x="71343" y="100870"/>
                </a:cubicBezTo>
                <a:cubicBezTo>
                  <a:pt x="72480" y="100870"/>
                  <a:pt x="73824" y="100622"/>
                  <a:pt x="75375" y="100127"/>
                </a:cubicBezTo>
                <a:lnTo>
                  <a:pt x="75375" y="110364"/>
                </a:lnTo>
                <a:moveTo>
                  <a:pt x="53973" y="69263"/>
                </a:moveTo>
                <a:cubicBezTo>
                  <a:pt x="52318" y="70503"/>
                  <a:pt x="50146" y="71407"/>
                  <a:pt x="47458" y="71975"/>
                </a:cubicBezTo>
                <a:cubicBezTo>
                  <a:pt x="44771" y="72543"/>
                  <a:pt x="41954" y="73007"/>
                  <a:pt x="39007" y="73369"/>
                </a:cubicBezTo>
                <a:cubicBezTo>
                  <a:pt x="36060" y="73730"/>
                  <a:pt x="33087" y="74143"/>
                  <a:pt x="30088" y="74609"/>
                </a:cubicBezTo>
                <a:cubicBezTo>
                  <a:pt x="27090" y="75072"/>
                  <a:pt x="24403" y="75821"/>
                  <a:pt x="22025" y="76854"/>
                </a:cubicBezTo>
                <a:cubicBezTo>
                  <a:pt x="19647" y="77888"/>
                  <a:pt x="17709" y="79360"/>
                  <a:pt x="16208" y="81270"/>
                </a:cubicBezTo>
                <a:cubicBezTo>
                  <a:pt x="14709" y="83181"/>
                  <a:pt x="13960" y="85789"/>
                  <a:pt x="13960" y="89094"/>
                </a:cubicBezTo>
                <a:cubicBezTo>
                  <a:pt x="13960" y="91263"/>
                  <a:pt x="14399" y="93097"/>
                  <a:pt x="15278" y="94596"/>
                </a:cubicBezTo>
                <a:cubicBezTo>
                  <a:pt x="16157" y="96093"/>
                  <a:pt x="17294" y="97306"/>
                  <a:pt x="18691" y="98236"/>
                </a:cubicBezTo>
                <a:cubicBezTo>
                  <a:pt x="20087" y="99165"/>
                  <a:pt x="21715" y="99836"/>
                  <a:pt x="23575" y="100250"/>
                </a:cubicBezTo>
                <a:cubicBezTo>
                  <a:pt x="25437" y="100663"/>
                  <a:pt x="27401" y="100870"/>
                  <a:pt x="29468" y="100870"/>
                </a:cubicBezTo>
                <a:cubicBezTo>
                  <a:pt x="33811" y="100870"/>
                  <a:pt x="37533" y="100276"/>
                  <a:pt x="40635" y="99088"/>
                </a:cubicBezTo>
                <a:cubicBezTo>
                  <a:pt x="43737" y="97900"/>
                  <a:pt x="46270" y="96402"/>
                  <a:pt x="48234" y="94596"/>
                </a:cubicBezTo>
                <a:cubicBezTo>
                  <a:pt x="50198" y="92788"/>
                  <a:pt x="51646" y="90825"/>
                  <a:pt x="52576" y="88708"/>
                </a:cubicBezTo>
                <a:cubicBezTo>
                  <a:pt x="53507" y="86589"/>
                  <a:pt x="53973" y="84601"/>
                  <a:pt x="53973" y="82742"/>
                </a:cubicBezTo>
                <a:lnTo>
                  <a:pt x="53973" y="69263"/>
                </a:lnTo>
                <a:close/>
                <a:moveTo>
                  <a:pt x="88092" y="0"/>
                </a:moveTo>
                <a:lnTo>
                  <a:pt x="88092" y="110674"/>
                </a:lnTo>
                <a:lnTo>
                  <a:pt x="101273" y="110674"/>
                </a:lnTo>
                <a:lnTo>
                  <a:pt x="101273" y="99980"/>
                </a:lnTo>
                <a:lnTo>
                  <a:pt x="101586" y="99980"/>
                </a:lnTo>
                <a:cubicBezTo>
                  <a:pt x="103034" y="102356"/>
                  <a:pt x="104818" y="104345"/>
                  <a:pt x="106936" y="105948"/>
                </a:cubicBezTo>
                <a:cubicBezTo>
                  <a:pt x="109055" y="107549"/>
                  <a:pt x="111303" y="108816"/>
                  <a:pt x="113681" y="109746"/>
                </a:cubicBezTo>
                <a:cubicBezTo>
                  <a:pt x="116060" y="110676"/>
                  <a:pt x="118464" y="111347"/>
                  <a:pt x="120894" y="111760"/>
                </a:cubicBezTo>
                <a:cubicBezTo>
                  <a:pt x="123324" y="112174"/>
                  <a:pt x="125521" y="112380"/>
                  <a:pt x="127487" y="112380"/>
                </a:cubicBezTo>
                <a:cubicBezTo>
                  <a:pt x="133586" y="112380"/>
                  <a:pt x="138936" y="111295"/>
                  <a:pt x="143537" y="109124"/>
                </a:cubicBezTo>
                <a:cubicBezTo>
                  <a:pt x="148139" y="106952"/>
                  <a:pt x="151965" y="103978"/>
                  <a:pt x="155014" y="100205"/>
                </a:cubicBezTo>
                <a:cubicBezTo>
                  <a:pt x="158064" y="96431"/>
                  <a:pt x="160338" y="92011"/>
                  <a:pt x="161837" y="86945"/>
                </a:cubicBezTo>
                <a:cubicBezTo>
                  <a:pt x="163337" y="81878"/>
                  <a:pt x="164087" y="76500"/>
                  <a:pt x="164087" y="70813"/>
                </a:cubicBezTo>
                <a:cubicBezTo>
                  <a:pt x="164087" y="65125"/>
                  <a:pt x="163312" y="59749"/>
                  <a:pt x="161761" y="54683"/>
                </a:cubicBezTo>
                <a:cubicBezTo>
                  <a:pt x="160210" y="49615"/>
                  <a:pt x="157909" y="45143"/>
                  <a:pt x="154858" y="41267"/>
                </a:cubicBezTo>
                <a:cubicBezTo>
                  <a:pt x="151808" y="37389"/>
                  <a:pt x="147983" y="34313"/>
                  <a:pt x="143383" y="32038"/>
                </a:cubicBezTo>
                <a:cubicBezTo>
                  <a:pt x="138782" y="29763"/>
                  <a:pt x="133380" y="28625"/>
                  <a:pt x="127175" y="28625"/>
                </a:cubicBezTo>
                <a:cubicBezTo>
                  <a:pt x="121591" y="28625"/>
                  <a:pt x="116473" y="29633"/>
                  <a:pt x="111821" y="31650"/>
                </a:cubicBezTo>
                <a:cubicBezTo>
                  <a:pt x="107168" y="33666"/>
                  <a:pt x="103757" y="36897"/>
                  <a:pt x="101586" y="41343"/>
                </a:cubicBezTo>
                <a:lnTo>
                  <a:pt x="101273" y="41343"/>
                </a:lnTo>
                <a:lnTo>
                  <a:pt x="101273" y="0"/>
                </a:lnTo>
                <a:lnTo>
                  <a:pt x="88092" y="0"/>
                </a:lnTo>
                <a:moveTo>
                  <a:pt x="150127" y="69880"/>
                </a:moveTo>
                <a:cubicBezTo>
                  <a:pt x="150127" y="73806"/>
                  <a:pt x="149713" y="77627"/>
                  <a:pt x="148885" y="81346"/>
                </a:cubicBezTo>
                <a:cubicBezTo>
                  <a:pt x="148058" y="85065"/>
                  <a:pt x="146714" y="88371"/>
                  <a:pt x="144852" y="91264"/>
                </a:cubicBezTo>
                <a:cubicBezTo>
                  <a:pt x="142992" y="94156"/>
                  <a:pt x="140538" y="96480"/>
                  <a:pt x="137488" y="98236"/>
                </a:cubicBezTo>
                <a:cubicBezTo>
                  <a:pt x="134438" y="99992"/>
                  <a:pt x="130638" y="100870"/>
                  <a:pt x="126088" y="100870"/>
                </a:cubicBezTo>
                <a:cubicBezTo>
                  <a:pt x="121540" y="100870"/>
                  <a:pt x="117663" y="100018"/>
                  <a:pt x="114457" y="98314"/>
                </a:cubicBezTo>
                <a:cubicBezTo>
                  <a:pt x="111251" y="96608"/>
                  <a:pt x="108640" y="94362"/>
                  <a:pt x="106624" y="91574"/>
                </a:cubicBezTo>
                <a:cubicBezTo>
                  <a:pt x="104609" y="88785"/>
                  <a:pt x="103137" y="85557"/>
                  <a:pt x="102206" y="81890"/>
                </a:cubicBezTo>
                <a:cubicBezTo>
                  <a:pt x="101275" y="78222"/>
                  <a:pt x="100810" y="74426"/>
                  <a:pt x="100810" y="70500"/>
                </a:cubicBezTo>
                <a:cubicBezTo>
                  <a:pt x="100810" y="66782"/>
                  <a:pt x="101249" y="63115"/>
                  <a:pt x="102128" y="59501"/>
                </a:cubicBezTo>
                <a:cubicBezTo>
                  <a:pt x="103006" y="55885"/>
                  <a:pt x="104428" y="52657"/>
                  <a:pt x="106392" y="49817"/>
                </a:cubicBezTo>
                <a:cubicBezTo>
                  <a:pt x="108356" y="46976"/>
                  <a:pt x="110889" y="44677"/>
                  <a:pt x="113991" y="42921"/>
                </a:cubicBezTo>
                <a:cubicBezTo>
                  <a:pt x="117093" y="41165"/>
                  <a:pt x="120866" y="40287"/>
                  <a:pt x="125312" y="40287"/>
                </a:cubicBezTo>
                <a:cubicBezTo>
                  <a:pt x="129551" y="40287"/>
                  <a:pt x="133248" y="41114"/>
                  <a:pt x="136402" y="42767"/>
                </a:cubicBezTo>
                <a:cubicBezTo>
                  <a:pt x="139555" y="44419"/>
                  <a:pt x="142140" y="46640"/>
                  <a:pt x="144157" y="49429"/>
                </a:cubicBezTo>
                <a:cubicBezTo>
                  <a:pt x="146173" y="52218"/>
                  <a:pt x="147672" y="55395"/>
                  <a:pt x="148653" y="58959"/>
                </a:cubicBezTo>
                <a:cubicBezTo>
                  <a:pt x="149636" y="62521"/>
                  <a:pt x="150127" y="66162"/>
                  <a:pt x="150127" y="69880"/>
                </a:cubicBezTo>
                <a:close/>
                <a:moveTo>
                  <a:pt x="180371" y="0"/>
                </a:moveTo>
                <a:lnTo>
                  <a:pt x="180371" y="110714"/>
                </a:lnTo>
                <a:lnTo>
                  <a:pt x="193555" y="110714"/>
                </a:lnTo>
                <a:lnTo>
                  <a:pt x="193555" y="0"/>
                </a:lnTo>
                <a:lnTo>
                  <a:pt x="180371" y="0"/>
                </a:lnTo>
                <a:close/>
                <a:moveTo>
                  <a:pt x="269704" y="63006"/>
                </a:moveTo>
                <a:lnTo>
                  <a:pt x="223642" y="63006"/>
                </a:lnTo>
                <a:cubicBezTo>
                  <a:pt x="223849" y="59893"/>
                  <a:pt x="224521" y="56962"/>
                  <a:pt x="225658" y="54214"/>
                </a:cubicBezTo>
                <a:cubicBezTo>
                  <a:pt x="226796" y="51464"/>
                  <a:pt x="228347" y="49052"/>
                  <a:pt x="230311" y="46977"/>
                </a:cubicBezTo>
                <a:cubicBezTo>
                  <a:pt x="232275" y="44903"/>
                  <a:pt x="234627" y="43269"/>
                  <a:pt x="237368" y="42076"/>
                </a:cubicBezTo>
                <a:cubicBezTo>
                  <a:pt x="240108" y="40884"/>
                  <a:pt x="243184" y="40287"/>
                  <a:pt x="246595" y="40287"/>
                </a:cubicBezTo>
                <a:cubicBezTo>
                  <a:pt x="249903" y="40287"/>
                  <a:pt x="252928" y="40884"/>
                  <a:pt x="255668" y="42076"/>
                </a:cubicBezTo>
                <a:cubicBezTo>
                  <a:pt x="258408" y="43269"/>
                  <a:pt x="260787" y="44877"/>
                  <a:pt x="262803" y="46902"/>
                </a:cubicBezTo>
                <a:cubicBezTo>
                  <a:pt x="264819" y="48924"/>
                  <a:pt x="266421" y="51336"/>
                  <a:pt x="267609" y="54136"/>
                </a:cubicBezTo>
                <a:cubicBezTo>
                  <a:pt x="268799" y="56936"/>
                  <a:pt x="269497" y="59893"/>
                  <a:pt x="269704" y="63006"/>
                </a:cubicBezTo>
                <a:moveTo>
                  <a:pt x="282421" y="85270"/>
                </a:moveTo>
                <a:lnTo>
                  <a:pt x="269394" y="85270"/>
                </a:lnTo>
                <a:cubicBezTo>
                  <a:pt x="268256" y="90522"/>
                  <a:pt x="265904" y="94435"/>
                  <a:pt x="262337" y="97010"/>
                </a:cubicBezTo>
                <a:cubicBezTo>
                  <a:pt x="258770" y="99583"/>
                  <a:pt x="254194" y="100870"/>
                  <a:pt x="248611" y="100870"/>
                </a:cubicBezTo>
                <a:cubicBezTo>
                  <a:pt x="244269" y="100870"/>
                  <a:pt x="240496" y="100150"/>
                  <a:pt x="237290" y="98711"/>
                </a:cubicBezTo>
                <a:cubicBezTo>
                  <a:pt x="234085" y="97273"/>
                  <a:pt x="231449" y="95346"/>
                  <a:pt x="229381" y="92932"/>
                </a:cubicBezTo>
                <a:cubicBezTo>
                  <a:pt x="227313" y="90517"/>
                  <a:pt x="225813" y="87743"/>
                  <a:pt x="224882" y="84609"/>
                </a:cubicBezTo>
                <a:cubicBezTo>
                  <a:pt x="223951" y="81475"/>
                  <a:pt x="223538" y="78161"/>
                  <a:pt x="223642" y="74668"/>
                </a:cubicBezTo>
                <a:lnTo>
                  <a:pt x="283661" y="74668"/>
                </a:lnTo>
                <a:cubicBezTo>
                  <a:pt x="283868" y="69794"/>
                  <a:pt x="283429" y="64661"/>
                  <a:pt x="282343" y="59269"/>
                </a:cubicBezTo>
                <a:cubicBezTo>
                  <a:pt x="281258" y="53876"/>
                  <a:pt x="279293" y="48899"/>
                  <a:pt x="276448" y="44336"/>
                </a:cubicBezTo>
                <a:cubicBezTo>
                  <a:pt x="273605" y="39774"/>
                  <a:pt x="269831" y="36015"/>
                  <a:pt x="265127" y="33060"/>
                </a:cubicBezTo>
                <a:cubicBezTo>
                  <a:pt x="260422" y="30103"/>
                  <a:pt x="254503" y="28625"/>
                  <a:pt x="247369" y="28625"/>
                </a:cubicBezTo>
                <a:cubicBezTo>
                  <a:pt x="241889" y="28625"/>
                  <a:pt x="236849" y="29659"/>
                  <a:pt x="232247" y="31728"/>
                </a:cubicBezTo>
                <a:cubicBezTo>
                  <a:pt x="227646" y="33796"/>
                  <a:pt x="223666" y="36692"/>
                  <a:pt x="220305" y="40415"/>
                </a:cubicBezTo>
                <a:cubicBezTo>
                  <a:pt x="216945" y="44137"/>
                  <a:pt x="214334" y="48531"/>
                  <a:pt x="212472" y="53599"/>
                </a:cubicBezTo>
                <a:cubicBezTo>
                  <a:pt x="210612" y="58665"/>
                  <a:pt x="209682" y="64247"/>
                  <a:pt x="209682" y="70347"/>
                </a:cubicBezTo>
                <a:cubicBezTo>
                  <a:pt x="209889" y="76447"/>
                  <a:pt x="210794" y="82083"/>
                  <a:pt x="212396" y="87253"/>
                </a:cubicBezTo>
                <a:cubicBezTo>
                  <a:pt x="213999" y="92423"/>
                  <a:pt x="216403" y="96869"/>
                  <a:pt x="219607" y="100593"/>
                </a:cubicBezTo>
                <a:cubicBezTo>
                  <a:pt x="222813" y="104314"/>
                  <a:pt x="226768" y="107209"/>
                  <a:pt x="231473" y="109278"/>
                </a:cubicBezTo>
                <a:cubicBezTo>
                  <a:pt x="236177" y="111346"/>
                  <a:pt x="241735" y="112380"/>
                  <a:pt x="248145" y="112380"/>
                </a:cubicBezTo>
                <a:cubicBezTo>
                  <a:pt x="257245" y="112380"/>
                  <a:pt x="264793" y="110108"/>
                  <a:pt x="270790" y="105565"/>
                </a:cubicBezTo>
                <a:cubicBezTo>
                  <a:pt x="276787" y="101019"/>
                  <a:pt x="280664" y="94254"/>
                  <a:pt x="282421" y="85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DRAMBank">
            <a:extLst xmlns:a="http://schemas.openxmlformats.org/drawingml/2006/main">
              <a:ext uri="{FF2B5EF4-FFF2-40B4-BE49-F238E27FC236}">
                <a16:creationId xmlns:a16="http://schemas.microsoft.com/office/drawing/2014/main" id="{9F29D5C4-5661-4ED5-9F9D-FCEB4B3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00" y="3320007"/>
            <a:ext cx="838265" cy="112380"/>
          </a:xfrm>
          <a:custGeom xmlns:a="http://schemas.openxmlformats.org/drawingml/2006/main">
            <a:pathLst>
              <a:path w="838265" h="112380">
                <a:moveTo>
                  <a:pt x="14734" y="98295"/>
                </a:moveTo>
                <a:lnTo>
                  <a:pt x="14734" y="12419"/>
                </a:lnTo>
                <a:lnTo>
                  <a:pt x="39549" y="12419"/>
                </a:lnTo>
                <a:cubicBezTo>
                  <a:pt x="46372" y="12419"/>
                  <a:pt x="52110" y="13375"/>
                  <a:pt x="56763" y="15288"/>
                </a:cubicBezTo>
                <a:cubicBezTo>
                  <a:pt x="61415" y="17200"/>
                  <a:pt x="65215" y="19990"/>
                  <a:pt x="68162" y="23658"/>
                </a:cubicBezTo>
                <a:cubicBezTo>
                  <a:pt x="71109" y="27326"/>
                  <a:pt x="73229" y="31769"/>
                  <a:pt x="74521" y="36988"/>
                </a:cubicBezTo>
                <a:cubicBezTo>
                  <a:pt x="75813" y="42207"/>
                  <a:pt x="76459" y="48124"/>
                  <a:pt x="76459" y="54737"/>
                </a:cubicBezTo>
                <a:cubicBezTo>
                  <a:pt x="76459" y="61557"/>
                  <a:pt x="75761" y="67370"/>
                  <a:pt x="74365" y="72176"/>
                </a:cubicBezTo>
                <a:cubicBezTo>
                  <a:pt x="72970" y="76981"/>
                  <a:pt x="71187" y="80986"/>
                  <a:pt x="69014" y="84191"/>
                </a:cubicBezTo>
                <a:cubicBezTo>
                  <a:pt x="66843" y="87393"/>
                  <a:pt x="64388" y="89925"/>
                  <a:pt x="61647" y="91785"/>
                </a:cubicBezTo>
                <a:cubicBezTo>
                  <a:pt x="58908" y="93645"/>
                  <a:pt x="56143" y="95065"/>
                  <a:pt x="53350" y="96047"/>
                </a:cubicBezTo>
                <a:cubicBezTo>
                  <a:pt x="50559" y="97028"/>
                  <a:pt x="47923" y="97648"/>
                  <a:pt x="45441" y="97907"/>
                </a:cubicBezTo>
                <a:cubicBezTo>
                  <a:pt x="42960" y="98165"/>
                  <a:pt x="40892" y="98295"/>
                  <a:pt x="39239" y="98295"/>
                </a:cubicBezTo>
                <a:lnTo>
                  <a:pt x="14734" y="98295"/>
                </a:lnTo>
                <a:moveTo>
                  <a:pt x="0" y="0"/>
                </a:moveTo>
                <a:lnTo>
                  <a:pt x="0" y="110714"/>
                </a:lnTo>
                <a:lnTo>
                  <a:pt x="37996" y="110714"/>
                </a:lnTo>
                <a:cubicBezTo>
                  <a:pt x="47199" y="110714"/>
                  <a:pt x="55161" y="109422"/>
                  <a:pt x="61882" y="106838"/>
                </a:cubicBezTo>
                <a:cubicBezTo>
                  <a:pt x="68602" y="104254"/>
                  <a:pt x="74134" y="100507"/>
                  <a:pt x="78475" y="95597"/>
                </a:cubicBezTo>
                <a:cubicBezTo>
                  <a:pt x="82819" y="90686"/>
                  <a:pt x="86024" y="84638"/>
                  <a:pt x="88091" y="77453"/>
                </a:cubicBezTo>
                <a:cubicBezTo>
                  <a:pt x="90159" y="70268"/>
                  <a:pt x="91193" y="62024"/>
                  <a:pt x="91193" y="52721"/>
                </a:cubicBezTo>
                <a:cubicBezTo>
                  <a:pt x="91193" y="34941"/>
                  <a:pt x="86592" y="21709"/>
                  <a:pt x="77389" y="13025"/>
                </a:cubicBezTo>
                <a:cubicBezTo>
                  <a:pt x="68188" y="4342"/>
                  <a:pt x="55057" y="0"/>
                  <a:pt x="37996" y="0"/>
                </a:cubicBezTo>
                <a:lnTo>
                  <a:pt x="0" y="0"/>
                </a:lnTo>
                <a:close/>
                <a:moveTo>
                  <a:pt x="109184" y="0"/>
                </a:moveTo>
                <a:lnTo>
                  <a:pt x="109184" y="110714"/>
                </a:lnTo>
                <a:lnTo>
                  <a:pt x="123918" y="110714"/>
                </a:lnTo>
                <a:lnTo>
                  <a:pt x="123918" y="63460"/>
                </a:lnTo>
                <a:lnTo>
                  <a:pt x="159898" y="63460"/>
                </a:lnTo>
                <a:cubicBezTo>
                  <a:pt x="163517" y="63460"/>
                  <a:pt x="166412" y="64003"/>
                  <a:pt x="168583" y="65088"/>
                </a:cubicBezTo>
                <a:cubicBezTo>
                  <a:pt x="170755" y="66172"/>
                  <a:pt x="172513" y="67618"/>
                  <a:pt x="173855" y="69426"/>
                </a:cubicBezTo>
                <a:cubicBezTo>
                  <a:pt x="175200" y="71232"/>
                  <a:pt x="176182" y="73350"/>
                  <a:pt x="176802" y="75778"/>
                </a:cubicBezTo>
                <a:cubicBezTo>
                  <a:pt x="177423" y="78204"/>
                  <a:pt x="177941" y="80760"/>
                  <a:pt x="178354" y="83445"/>
                </a:cubicBezTo>
                <a:cubicBezTo>
                  <a:pt x="178872" y="86132"/>
                  <a:pt x="179182" y="88870"/>
                  <a:pt x="179284" y="91659"/>
                </a:cubicBezTo>
                <a:cubicBezTo>
                  <a:pt x="179388" y="94447"/>
                  <a:pt x="179492" y="97055"/>
                  <a:pt x="179594" y="99483"/>
                </a:cubicBezTo>
                <a:cubicBezTo>
                  <a:pt x="179698" y="101909"/>
                  <a:pt x="179931" y="104104"/>
                  <a:pt x="180292" y="106066"/>
                </a:cubicBezTo>
                <a:cubicBezTo>
                  <a:pt x="180654" y="108029"/>
                  <a:pt x="181352" y="109578"/>
                  <a:pt x="182387" y="110714"/>
                </a:cubicBezTo>
                <a:lnTo>
                  <a:pt x="198827" y="110714"/>
                </a:lnTo>
                <a:cubicBezTo>
                  <a:pt x="197276" y="108854"/>
                  <a:pt x="196112" y="106710"/>
                  <a:pt x="195336" y="104282"/>
                </a:cubicBezTo>
                <a:cubicBezTo>
                  <a:pt x="194562" y="101854"/>
                  <a:pt x="193967" y="99297"/>
                  <a:pt x="193552" y="96612"/>
                </a:cubicBezTo>
                <a:cubicBezTo>
                  <a:pt x="193138" y="93926"/>
                  <a:pt x="192880" y="91187"/>
                  <a:pt x="192776" y="88398"/>
                </a:cubicBezTo>
                <a:cubicBezTo>
                  <a:pt x="192673" y="85609"/>
                  <a:pt x="192518" y="82871"/>
                  <a:pt x="192312" y="80184"/>
                </a:cubicBezTo>
                <a:cubicBezTo>
                  <a:pt x="192001" y="77499"/>
                  <a:pt x="191562" y="74916"/>
                  <a:pt x="190994" y="72436"/>
                </a:cubicBezTo>
                <a:cubicBezTo>
                  <a:pt x="190426" y="69956"/>
                  <a:pt x="189547" y="67709"/>
                  <a:pt x="188357" y="65694"/>
                </a:cubicBezTo>
                <a:cubicBezTo>
                  <a:pt x="187168" y="63679"/>
                  <a:pt x="185565" y="61949"/>
                  <a:pt x="183549" y="60504"/>
                </a:cubicBezTo>
                <a:cubicBezTo>
                  <a:pt x="181532" y="59058"/>
                  <a:pt x="178922" y="58024"/>
                  <a:pt x="175718" y="57404"/>
                </a:cubicBezTo>
                <a:lnTo>
                  <a:pt x="175718" y="57094"/>
                </a:lnTo>
                <a:cubicBezTo>
                  <a:pt x="182439" y="55232"/>
                  <a:pt x="187324" y="51768"/>
                  <a:pt x="190374" y="46700"/>
                </a:cubicBezTo>
                <a:cubicBezTo>
                  <a:pt x="193423" y="41631"/>
                  <a:pt x="194948" y="35736"/>
                  <a:pt x="194948" y="29013"/>
                </a:cubicBezTo>
                <a:cubicBezTo>
                  <a:pt x="194948" y="20014"/>
                  <a:pt x="191975" y="12929"/>
                  <a:pt x="186029" y="7757"/>
                </a:cubicBezTo>
                <a:cubicBezTo>
                  <a:pt x="180084" y="2586"/>
                  <a:pt x="171839" y="0"/>
                  <a:pt x="161294" y="0"/>
                </a:cubicBezTo>
                <a:lnTo>
                  <a:pt x="109184" y="0"/>
                </a:lnTo>
                <a:moveTo>
                  <a:pt x="154625" y="51041"/>
                </a:moveTo>
                <a:lnTo>
                  <a:pt x="123918" y="51041"/>
                </a:lnTo>
                <a:lnTo>
                  <a:pt x="123918" y="12419"/>
                </a:lnTo>
                <a:lnTo>
                  <a:pt x="160518" y="12419"/>
                </a:lnTo>
                <a:cubicBezTo>
                  <a:pt x="167445" y="12419"/>
                  <a:pt x="172460" y="14178"/>
                  <a:pt x="175562" y="17694"/>
                </a:cubicBezTo>
                <a:cubicBezTo>
                  <a:pt x="178663" y="21209"/>
                  <a:pt x="180214" y="25759"/>
                  <a:pt x="180214" y="31342"/>
                </a:cubicBezTo>
                <a:cubicBezTo>
                  <a:pt x="180214" y="35374"/>
                  <a:pt x="179516" y="38658"/>
                  <a:pt x="178120" y="41191"/>
                </a:cubicBezTo>
                <a:cubicBezTo>
                  <a:pt x="176725" y="43725"/>
                  <a:pt x="174864" y="45742"/>
                  <a:pt x="172537" y="47242"/>
                </a:cubicBezTo>
                <a:cubicBezTo>
                  <a:pt x="170212" y="48741"/>
                  <a:pt x="167497" y="49749"/>
                  <a:pt x="164394" y="50267"/>
                </a:cubicBezTo>
                <a:cubicBezTo>
                  <a:pt x="161292" y="50783"/>
                  <a:pt x="158036" y="51041"/>
                  <a:pt x="154625" y="51041"/>
                </a:cubicBezTo>
                <a:close/>
                <a:moveTo>
                  <a:pt x="234498" y="64975"/>
                </a:moveTo>
                <a:lnTo>
                  <a:pt x="253264" y="13335"/>
                </a:lnTo>
                <a:lnTo>
                  <a:pt x="253574" y="13335"/>
                </a:lnTo>
                <a:lnTo>
                  <a:pt x="272028" y="64975"/>
                </a:lnTo>
                <a:lnTo>
                  <a:pt x="234498" y="64975"/>
                </a:lnTo>
                <a:moveTo>
                  <a:pt x="245509" y="0"/>
                </a:moveTo>
                <a:lnTo>
                  <a:pt x="202394" y="110714"/>
                </a:lnTo>
                <a:lnTo>
                  <a:pt x="217438" y="110714"/>
                </a:lnTo>
                <a:lnTo>
                  <a:pt x="229846" y="77394"/>
                </a:lnTo>
                <a:lnTo>
                  <a:pt x="276683" y="77394"/>
                </a:lnTo>
                <a:lnTo>
                  <a:pt x="288778" y="110714"/>
                </a:lnTo>
                <a:lnTo>
                  <a:pt x="305065" y="110714"/>
                </a:lnTo>
                <a:lnTo>
                  <a:pt x="261793" y="0"/>
                </a:lnTo>
                <a:lnTo>
                  <a:pt x="245509" y="0"/>
                </a:lnTo>
                <a:close/>
                <a:moveTo>
                  <a:pt x="316230" y="0"/>
                </a:moveTo>
                <a:lnTo>
                  <a:pt x="316230" y="110714"/>
                </a:lnTo>
                <a:lnTo>
                  <a:pt x="330188" y="110714"/>
                </a:lnTo>
                <a:lnTo>
                  <a:pt x="330188" y="18608"/>
                </a:lnTo>
                <a:lnTo>
                  <a:pt x="330498" y="18608"/>
                </a:lnTo>
                <a:lnTo>
                  <a:pt x="365084" y="110714"/>
                </a:lnTo>
                <a:lnTo>
                  <a:pt x="377645" y="110714"/>
                </a:lnTo>
                <a:lnTo>
                  <a:pt x="412232" y="18608"/>
                </a:lnTo>
                <a:lnTo>
                  <a:pt x="412542" y="18608"/>
                </a:lnTo>
                <a:lnTo>
                  <a:pt x="412542" y="110714"/>
                </a:lnTo>
                <a:lnTo>
                  <a:pt x="426499" y="110714"/>
                </a:lnTo>
                <a:lnTo>
                  <a:pt x="426499" y="0"/>
                </a:lnTo>
                <a:lnTo>
                  <a:pt x="406337" y="0"/>
                </a:lnTo>
                <a:lnTo>
                  <a:pt x="371287" y="93037"/>
                </a:lnTo>
                <a:lnTo>
                  <a:pt x="336393" y="0"/>
                </a:lnTo>
                <a:lnTo>
                  <a:pt x="316230" y="0"/>
                </a:lnTo>
                <a:close/>
                <a:moveTo>
                  <a:pt x="508852" y="47557"/>
                </a:moveTo>
                <a:lnTo>
                  <a:pt x="508852" y="12419"/>
                </a:lnTo>
                <a:lnTo>
                  <a:pt x="538320" y="12419"/>
                </a:lnTo>
                <a:cubicBezTo>
                  <a:pt x="541524" y="12419"/>
                  <a:pt x="544548" y="12600"/>
                  <a:pt x="547391" y="12961"/>
                </a:cubicBezTo>
                <a:cubicBezTo>
                  <a:pt x="550235" y="13323"/>
                  <a:pt x="552743" y="14122"/>
                  <a:pt x="554914" y="15361"/>
                </a:cubicBezTo>
                <a:cubicBezTo>
                  <a:pt x="557085" y="16599"/>
                  <a:pt x="558790" y="18354"/>
                  <a:pt x="560030" y="20624"/>
                </a:cubicBezTo>
                <a:cubicBezTo>
                  <a:pt x="561272" y="22894"/>
                  <a:pt x="561893" y="25990"/>
                  <a:pt x="561893" y="29910"/>
                </a:cubicBezTo>
                <a:cubicBezTo>
                  <a:pt x="561893" y="35793"/>
                  <a:pt x="560057" y="40205"/>
                  <a:pt x="556386" y="43146"/>
                </a:cubicBezTo>
                <a:cubicBezTo>
                  <a:pt x="552716" y="46087"/>
                  <a:pt x="546694" y="47557"/>
                  <a:pt x="538320" y="47557"/>
                </a:cubicBezTo>
                <a:lnTo>
                  <a:pt x="508852" y="47557"/>
                </a:lnTo>
                <a:moveTo>
                  <a:pt x="494119" y="0"/>
                </a:moveTo>
                <a:lnTo>
                  <a:pt x="494119" y="110714"/>
                </a:lnTo>
                <a:lnTo>
                  <a:pt x="547625" y="110714"/>
                </a:lnTo>
                <a:cubicBezTo>
                  <a:pt x="553104" y="110714"/>
                  <a:pt x="557938" y="109809"/>
                  <a:pt x="562125" y="108000"/>
                </a:cubicBezTo>
                <a:cubicBezTo>
                  <a:pt x="566313" y="106189"/>
                  <a:pt x="569829" y="103810"/>
                  <a:pt x="572672" y="100863"/>
                </a:cubicBezTo>
                <a:cubicBezTo>
                  <a:pt x="575515" y="97914"/>
                  <a:pt x="577660" y="94526"/>
                  <a:pt x="579107" y="90698"/>
                </a:cubicBezTo>
                <a:cubicBezTo>
                  <a:pt x="580555" y="86869"/>
                  <a:pt x="581279" y="82938"/>
                  <a:pt x="581279" y="78904"/>
                </a:cubicBezTo>
                <a:cubicBezTo>
                  <a:pt x="581279" y="72077"/>
                  <a:pt x="579470" y="66285"/>
                  <a:pt x="575850" y="61527"/>
                </a:cubicBezTo>
                <a:cubicBezTo>
                  <a:pt x="572231" y="56767"/>
                  <a:pt x="567010" y="53663"/>
                  <a:pt x="560187" y="52214"/>
                </a:cubicBezTo>
                <a:lnTo>
                  <a:pt x="560187" y="51904"/>
                </a:lnTo>
                <a:cubicBezTo>
                  <a:pt x="565459" y="49839"/>
                  <a:pt x="569517" y="46663"/>
                  <a:pt x="572360" y="42377"/>
                </a:cubicBezTo>
                <a:cubicBezTo>
                  <a:pt x="575204" y="38089"/>
                  <a:pt x="576627" y="33002"/>
                  <a:pt x="576627" y="27115"/>
                </a:cubicBezTo>
                <a:cubicBezTo>
                  <a:pt x="576627" y="21537"/>
                  <a:pt x="575360" y="16837"/>
                  <a:pt x="572826" y="13016"/>
                </a:cubicBezTo>
                <a:cubicBezTo>
                  <a:pt x="570294" y="9193"/>
                  <a:pt x="567218" y="6197"/>
                  <a:pt x="563599" y="4028"/>
                </a:cubicBezTo>
                <a:cubicBezTo>
                  <a:pt x="561944" y="2996"/>
                  <a:pt x="559953" y="2222"/>
                  <a:pt x="557626" y="1706"/>
                </a:cubicBezTo>
                <a:cubicBezTo>
                  <a:pt x="555300" y="1189"/>
                  <a:pt x="552794" y="801"/>
                  <a:pt x="550105" y="542"/>
                </a:cubicBezTo>
                <a:cubicBezTo>
                  <a:pt x="547417" y="283"/>
                  <a:pt x="544703" y="129"/>
                  <a:pt x="541962" y="78"/>
                </a:cubicBezTo>
                <a:cubicBezTo>
                  <a:pt x="539223" y="26"/>
                  <a:pt x="536665" y="0"/>
                  <a:pt x="534288" y="0"/>
                </a:cubicBezTo>
                <a:lnTo>
                  <a:pt x="494119" y="0"/>
                </a:lnTo>
                <a:moveTo>
                  <a:pt x="508852" y="98295"/>
                </a:moveTo>
                <a:lnTo>
                  <a:pt x="508852" y="59977"/>
                </a:lnTo>
                <a:lnTo>
                  <a:pt x="542506" y="59977"/>
                </a:lnTo>
                <a:cubicBezTo>
                  <a:pt x="545608" y="59977"/>
                  <a:pt x="548606" y="60261"/>
                  <a:pt x="551501" y="60831"/>
                </a:cubicBezTo>
                <a:cubicBezTo>
                  <a:pt x="554396" y="61399"/>
                  <a:pt x="556955" y="62381"/>
                  <a:pt x="559178" y="63777"/>
                </a:cubicBezTo>
                <a:cubicBezTo>
                  <a:pt x="561401" y="65173"/>
                  <a:pt x="563185" y="67061"/>
                  <a:pt x="564529" y="69440"/>
                </a:cubicBezTo>
                <a:cubicBezTo>
                  <a:pt x="565873" y="71819"/>
                  <a:pt x="566545" y="74818"/>
                  <a:pt x="566545" y="78438"/>
                </a:cubicBezTo>
                <a:cubicBezTo>
                  <a:pt x="566545" y="84643"/>
                  <a:pt x="564710" y="89503"/>
                  <a:pt x="561038" y="93020"/>
                </a:cubicBezTo>
                <a:cubicBezTo>
                  <a:pt x="557369" y="96537"/>
                  <a:pt x="552277" y="98295"/>
                  <a:pt x="545763" y="98295"/>
                </a:cubicBezTo>
                <a:lnTo>
                  <a:pt x="508852" y="98295"/>
                </a:lnTo>
                <a:close/>
                <a:moveTo>
                  <a:pt x="669217" y="110364"/>
                </a:moveTo>
                <a:cubicBezTo>
                  <a:pt x="666942" y="111708"/>
                  <a:pt x="663788" y="112380"/>
                  <a:pt x="659756" y="112380"/>
                </a:cubicBezTo>
                <a:cubicBezTo>
                  <a:pt x="656345" y="112380"/>
                  <a:pt x="653631" y="111424"/>
                  <a:pt x="651615" y="109512"/>
                </a:cubicBezTo>
                <a:cubicBezTo>
                  <a:pt x="649599" y="107598"/>
                  <a:pt x="648591" y="104470"/>
                  <a:pt x="648591" y="100127"/>
                </a:cubicBezTo>
                <a:cubicBezTo>
                  <a:pt x="644972" y="104470"/>
                  <a:pt x="640758" y="107598"/>
                  <a:pt x="635949" y="109512"/>
                </a:cubicBezTo>
                <a:cubicBezTo>
                  <a:pt x="631142" y="111424"/>
                  <a:pt x="625946" y="112380"/>
                  <a:pt x="620363" y="112380"/>
                </a:cubicBezTo>
                <a:cubicBezTo>
                  <a:pt x="616744" y="112380"/>
                  <a:pt x="613305" y="111967"/>
                  <a:pt x="610048" y="111140"/>
                </a:cubicBezTo>
                <a:cubicBezTo>
                  <a:pt x="606791" y="110314"/>
                  <a:pt x="603974" y="109021"/>
                  <a:pt x="601597" y="107264"/>
                </a:cubicBezTo>
                <a:cubicBezTo>
                  <a:pt x="599219" y="105506"/>
                  <a:pt x="597332" y="103207"/>
                  <a:pt x="595936" y="100366"/>
                </a:cubicBezTo>
                <a:cubicBezTo>
                  <a:pt x="594540" y="97523"/>
                  <a:pt x="593842" y="94086"/>
                  <a:pt x="593842" y="90055"/>
                </a:cubicBezTo>
                <a:cubicBezTo>
                  <a:pt x="593842" y="85506"/>
                  <a:pt x="594617" y="81785"/>
                  <a:pt x="596168" y="78892"/>
                </a:cubicBezTo>
                <a:cubicBezTo>
                  <a:pt x="597719" y="75999"/>
                  <a:pt x="599760" y="73648"/>
                  <a:pt x="602293" y="71840"/>
                </a:cubicBezTo>
                <a:cubicBezTo>
                  <a:pt x="604826" y="70030"/>
                  <a:pt x="607721" y="68660"/>
                  <a:pt x="610978" y="67729"/>
                </a:cubicBezTo>
                <a:cubicBezTo>
                  <a:pt x="614235" y="66798"/>
                  <a:pt x="617571" y="66023"/>
                  <a:pt x="620983" y="65403"/>
                </a:cubicBezTo>
                <a:cubicBezTo>
                  <a:pt x="624602" y="64680"/>
                  <a:pt x="628040" y="64138"/>
                  <a:pt x="631296" y="63777"/>
                </a:cubicBezTo>
                <a:cubicBezTo>
                  <a:pt x="634553" y="63414"/>
                  <a:pt x="637422" y="62897"/>
                  <a:pt x="639903" y="62225"/>
                </a:cubicBezTo>
                <a:cubicBezTo>
                  <a:pt x="642385" y="61553"/>
                  <a:pt x="644349" y="60571"/>
                  <a:pt x="645796" y="59281"/>
                </a:cubicBezTo>
                <a:cubicBezTo>
                  <a:pt x="647244" y="57989"/>
                  <a:pt x="647968" y="56102"/>
                  <a:pt x="647968" y="53620"/>
                </a:cubicBezTo>
                <a:cubicBezTo>
                  <a:pt x="647968" y="50727"/>
                  <a:pt x="647426" y="48401"/>
                  <a:pt x="646340" y="46644"/>
                </a:cubicBezTo>
                <a:cubicBezTo>
                  <a:pt x="645255" y="44886"/>
                  <a:pt x="643859" y="43543"/>
                  <a:pt x="642151" y="42614"/>
                </a:cubicBezTo>
                <a:cubicBezTo>
                  <a:pt x="640446" y="41683"/>
                  <a:pt x="638533" y="41063"/>
                  <a:pt x="636413" y="40753"/>
                </a:cubicBezTo>
                <a:cubicBezTo>
                  <a:pt x="634294" y="40443"/>
                  <a:pt x="632201" y="40287"/>
                  <a:pt x="630134" y="40287"/>
                </a:cubicBezTo>
                <a:cubicBezTo>
                  <a:pt x="624551" y="40287"/>
                  <a:pt x="619899" y="41344"/>
                  <a:pt x="616177" y="43456"/>
                </a:cubicBezTo>
                <a:cubicBezTo>
                  <a:pt x="612455" y="45568"/>
                  <a:pt x="610439" y="49561"/>
                  <a:pt x="610128" y="55433"/>
                </a:cubicBezTo>
                <a:lnTo>
                  <a:pt x="596944" y="55433"/>
                </a:lnTo>
                <a:cubicBezTo>
                  <a:pt x="597151" y="50474"/>
                  <a:pt x="598184" y="46290"/>
                  <a:pt x="600044" y="42881"/>
                </a:cubicBezTo>
                <a:cubicBezTo>
                  <a:pt x="601906" y="39472"/>
                  <a:pt x="604388" y="36708"/>
                  <a:pt x="607489" y="34591"/>
                </a:cubicBezTo>
                <a:cubicBezTo>
                  <a:pt x="610591" y="32474"/>
                  <a:pt x="614132" y="30951"/>
                  <a:pt x="618113" y="30021"/>
                </a:cubicBezTo>
                <a:cubicBezTo>
                  <a:pt x="622095" y="29091"/>
                  <a:pt x="626360" y="28625"/>
                  <a:pt x="630908" y="28625"/>
                </a:cubicBezTo>
                <a:cubicBezTo>
                  <a:pt x="634527" y="28625"/>
                  <a:pt x="638121" y="28884"/>
                  <a:pt x="641688" y="29401"/>
                </a:cubicBezTo>
                <a:cubicBezTo>
                  <a:pt x="645255" y="29917"/>
                  <a:pt x="648486" y="30977"/>
                  <a:pt x="651381" y="32580"/>
                </a:cubicBezTo>
                <a:cubicBezTo>
                  <a:pt x="654276" y="34181"/>
                  <a:pt x="656602" y="36429"/>
                  <a:pt x="658360" y="39324"/>
                </a:cubicBezTo>
                <a:cubicBezTo>
                  <a:pt x="660117" y="42218"/>
                  <a:pt x="660996" y="45990"/>
                  <a:pt x="660996" y="50641"/>
                </a:cubicBezTo>
                <a:lnTo>
                  <a:pt x="660996" y="91877"/>
                </a:lnTo>
                <a:cubicBezTo>
                  <a:pt x="660996" y="94979"/>
                  <a:pt x="661177" y="97253"/>
                  <a:pt x="661538" y="98700"/>
                </a:cubicBezTo>
                <a:cubicBezTo>
                  <a:pt x="661901" y="100146"/>
                  <a:pt x="663116" y="100870"/>
                  <a:pt x="665185" y="100870"/>
                </a:cubicBezTo>
                <a:cubicBezTo>
                  <a:pt x="666322" y="100870"/>
                  <a:pt x="667666" y="100622"/>
                  <a:pt x="669217" y="100127"/>
                </a:cubicBezTo>
                <a:lnTo>
                  <a:pt x="669217" y="110364"/>
                </a:lnTo>
                <a:moveTo>
                  <a:pt x="647815" y="69263"/>
                </a:moveTo>
                <a:cubicBezTo>
                  <a:pt x="646160" y="70503"/>
                  <a:pt x="643988" y="71407"/>
                  <a:pt x="641300" y="71975"/>
                </a:cubicBezTo>
                <a:cubicBezTo>
                  <a:pt x="638613" y="72543"/>
                  <a:pt x="635796" y="73007"/>
                  <a:pt x="632849" y="73369"/>
                </a:cubicBezTo>
                <a:cubicBezTo>
                  <a:pt x="629902" y="73730"/>
                  <a:pt x="626929" y="74143"/>
                  <a:pt x="623929" y="74609"/>
                </a:cubicBezTo>
                <a:cubicBezTo>
                  <a:pt x="620932" y="75072"/>
                  <a:pt x="618244" y="75821"/>
                  <a:pt x="615867" y="76854"/>
                </a:cubicBezTo>
                <a:cubicBezTo>
                  <a:pt x="613489" y="77888"/>
                  <a:pt x="611550" y="79360"/>
                  <a:pt x="610050" y="81270"/>
                </a:cubicBezTo>
                <a:cubicBezTo>
                  <a:pt x="608551" y="83181"/>
                  <a:pt x="607802" y="85789"/>
                  <a:pt x="607802" y="89094"/>
                </a:cubicBezTo>
                <a:cubicBezTo>
                  <a:pt x="607802" y="91263"/>
                  <a:pt x="608241" y="93097"/>
                  <a:pt x="609120" y="94596"/>
                </a:cubicBezTo>
                <a:cubicBezTo>
                  <a:pt x="609999" y="96093"/>
                  <a:pt x="611136" y="97306"/>
                  <a:pt x="612532" y="98236"/>
                </a:cubicBezTo>
                <a:cubicBezTo>
                  <a:pt x="613929" y="99165"/>
                  <a:pt x="615557" y="99836"/>
                  <a:pt x="617417" y="100250"/>
                </a:cubicBezTo>
                <a:cubicBezTo>
                  <a:pt x="619278" y="100663"/>
                  <a:pt x="621243" y="100870"/>
                  <a:pt x="623309" y="100870"/>
                </a:cubicBezTo>
                <a:cubicBezTo>
                  <a:pt x="627653" y="100870"/>
                  <a:pt x="631375" y="100276"/>
                  <a:pt x="634477" y="99088"/>
                </a:cubicBezTo>
                <a:cubicBezTo>
                  <a:pt x="637579" y="97900"/>
                  <a:pt x="640112" y="96402"/>
                  <a:pt x="642076" y="94596"/>
                </a:cubicBezTo>
                <a:cubicBezTo>
                  <a:pt x="644040" y="92788"/>
                  <a:pt x="645487" y="90825"/>
                  <a:pt x="646418" y="88708"/>
                </a:cubicBezTo>
                <a:cubicBezTo>
                  <a:pt x="647349" y="86589"/>
                  <a:pt x="647815" y="84601"/>
                  <a:pt x="647815" y="82742"/>
                </a:cubicBezTo>
                <a:lnTo>
                  <a:pt x="647815" y="69263"/>
                </a:lnTo>
                <a:close/>
                <a:moveTo>
                  <a:pt x="681468" y="30488"/>
                </a:moveTo>
                <a:lnTo>
                  <a:pt x="681468" y="110714"/>
                </a:lnTo>
                <a:lnTo>
                  <a:pt x="694651" y="110714"/>
                </a:lnTo>
                <a:lnTo>
                  <a:pt x="694651" y="65417"/>
                </a:lnTo>
                <a:cubicBezTo>
                  <a:pt x="694651" y="61798"/>
                  <a:pt x="695142" y="58463"/>
                  <a:pt x="696123" y="55412"/>
                </a:cubicBezTo>
                <a:cubicBezTo>
                  <a:pt x="697106" y="52360"/>
                  <a:pt x="698580" y="49697"/>
                  <a:pt x="700544" y="47422"/>
                </a:cubicBezTo>
                <a:cubicBezTo>
                  <a:pt x="702508" y="45147"/>
                  <a:pt x="704964" y="43390"/>
                  <a:pt x="707911" y="42150"/>
                </a:cubicBezTo>
                <a:cubicBezTo>
                  <a:pt x="710858" y="40908"/>
                  <a:pt x="714348" y="40287"/>
                  <a:pt x="718380" y="40287"/>
                </a:cubicBezTo>
                <a:cubicBezTo>
                  <a:pt x="723446" y="40287"/>
                  <a:pt x="727427" y="41736"/>
                  <a:pt x="730322" y="44632"/>
                </a:cubicBezTo>
                <a:cubicBezTo>
                  <a:pt x="733217" y="47527"/>
                  <a:pt x="734664" y="51456"/>
                  <a:pt x="734664" y="56420"/>
                </a:cubicBezTo>
                <a:lnTo>
                  <a:pt x="734664" y="110714"/>
                </a:lnTo>
                <a:lnTo>
                  <a:pt x="747848" y="110714"/>
                </a:lnTo>
                <a:lnTo>
                  <a:pt x="747848" y="57953"/>
                </a:lnTo>
                <a:cubicBezTo>
                  <a:pt x="747848" y="53608"/>
                  <a:pt x="747408" y="49651"/>
                  <a:pt x="746530" y="46083"/>
                </a:cubicBezTo>
                <a:cubicBezTo>
                  <a:pt x="745651" y="42514"/>
                  <a:pt x="744125" y="39437"/>
                  <a:pt x="741953" y="36851"/>
                </a:cubicBezTo>
                <a:cubicBezTo>
                  <a:pt x="739782" y="34264"/>
                  <a:pt x="736939" y="32246"/>
                  <a:pt x="733424" y="30798"/>
                </a:cubicBezTo>
                <a:cubicBezTo>
                  <a:pt x="729909" y="29349"/>
                  <a:pt x="725514" y="28625"/>
                  <a:pt x="720240" y="28625"/>
                </a:cubicBezTo>
                <a:cubicBezTo>
                  <a:pt x="708349" y="28625"/>
                  <a:pt x="699664" y="33488"/>
                  <a:pt x="694185" y="43212"/>
                </a:cubicBezTo>
                <a:lnTo>
                  <a:pt x="693875" y="43212"/>
                </a:lnTo>
                <a:lnTo>
                  <a:pt x="693875" y="30488"/>
                </a:lnTo>
                <a:lnTo>
                  <a:pt x="681468" y="30488"/>
                </a:lnTo>
                <a:close/>
                <a:moveTo>
                  <a:pt x="768475" y="0"/>
                </a:moveTo>
                <a:lnTo>
                  <a:pt x="768475" y="110714"/>
                </a:lnTo>
                <a:lnTo>
                  <a:pt x="781658" y="110714"/>
                </a:lnTo>
                <a:lnTo>
                  <a:pt x="781658" y="80317"/>
                </a:lnTo>
                <a:lnTo>
                  <a:pt x="794064" y="68839"/>
                </a:lnTo>
                <a:lnTo>
                  <a:pt x="821515" y="110714"/>
                </a:lnTo>
                <a:lnTo>
                  <a:pt x="838265" y="110714"/>
                </a:lnTo>
                <a:lnTo>
                  <a:pt x="804145" y="59700"/>
                </a:lnTo>
                <a:lnTo>
                  <a:pt x="835939" y="30547"/>
                </a:lnTo>
                <a:lnTo>
                  <a:pt x="818259" y="30547"/>
                </a:lnTo>
                <a:lnTo>
                  <a:pt x="781658" y="65592"/>
                </a:lnTo>
                <a:lnTo>
                  <a:pt x="781658" y="0"/>
                </a:lnTo>
                <a:lnTo>
                  <a:pt x="7684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A10E2-423E-4895-AD46-E6D82E30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85" y="1193787"/>
            <a:ext cx="1491258" cy="316147"/>
          </a:xfrm>
          <a:custGeom xmlns:a="http://schemas.openxmlformats.org/drawingml/2006/main">
            <a:pathLst>
              <a:path w="1491258" h="316147">
                <a:moveTo>
                  <a:pt x="0" y="316147"/>
                </a:moveTo>
                <a:lnTo>
                  <a:pt x="1491258" y="316147"/>
                </a:lnTo>
                <a:lnTo>
                  <a:pt x="1491258" y="0"/>
                </a:lnTo>
                <a:lnTo>
                  <a:pt x="0" y="0"/>
                </a:lnTo>
                <a:lnTo>
                  <a:pt x="0" y="316147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D4503-ECFF-438F-B000-85B4045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85" y="1193788"/>
            <a:ext cx="1491258" cy="316147"/>
          </a:xfrm>
          <a:custGeom xmlns:a="http://schemas.openxmlformats.org/drawingml/2006/main">
            <a:pathLst>
              <a:path w="1491258" h="316147" fill="none">
                <a:moveTo>
                  <a:pt x="0" y="0"/>
                </a:moveTo>
                <a:lnTo>
                  <a:pt x="1491258" y="0"/>
                </a:lnTo>
                <a:lnTo>
                  <a:pt x="1491258" y="316147"/>
                </a:lnTo>
                <a:lnTo>
                  <a:pt x="0" y="316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13" name="Text VulnerableRow">
            <a:extLst xmlns:a="http://schemas.openxmlformats.org/drawingml/2006/main">
              <a:ext uri="{FF2B5EF4-FFF2-40B4-BE49-F238E27FC236}">
                <a16:creationId xmlns:a16="http://schemas.microsoft.com/office/drawing/2014/main" id="{B949D26F-2F84-4ADA-BE3F-61B3686B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43" y="1295644"/>
            <a:ext cx="1077105" cy="112380"/>
          </a:xfrm>
          <a:custGeom xmlns:a="http://schemas.openxmlformats.org/drawingml/2006/main">
            <a:pathLst>
              <a:path w="1077105" h="112380">
                <a:moveTo>
                  <a:pt x="55677" y="110714"/>
                </a:moveTo>
                <a:lnTo>
                  <a:pt x="95072" y="0"/>
                </a:lnTo>
                <a:lnTo>
                  <a:pt x="79718" y="0"/>
                </a:lnTo>
                <a:lnTo>
                  <a:pt x="47768" y="95983"/>
                </a:lnTo>
                <a:lnTo>
                  <a:pt x="47458" y="95983"/>
                </a:lnTo>
                <a:lnTo>
                  <a:pt x="15820" y="0"/>
                </a:lnTo>
                <a:lnTo>
                  <a:pt x="0" y="0"/>
                </a:lnTo>
                <a:lnTo>
                  <a:pt x="38929" y="110714"/>
                </a:lnTo>
                <a:lnTo>
                  <a:pt x="55677" y="110714"/>
                </a:lnTo>
                <a:close/>
                <a:moveTo>
                  <a:pt x="165328" y="110676"/>
                </a:moveTo>
                <a:lnTo>
                  <a:pt x="165328" y="30594"/>
                </a:lnTo>
                <a:lnTo>
                  <a:pt x="152144" y="30594"/>
                </a:lnTo>
                <a:lnTo>
                  <a:pt x="152144" y="75794"/>
                </a:lnTo>
                <a:cubicBezTo>
                  <a:pt x="152144" y="79405"/>
                  <a:pt x="151652" y="82734"/>
                  <a:pt x="150669" y="85778"/>
                </a:cubicBezTo>
                <a:cubicBezTo>
                  <a:pt x="149688" y="88822"/>
                  <a:pt x="148215" y="91479"/>
                  <a:pt x="146251" y="93749"/>
                </a:cubicBezTo>
                <a:cubicBezTo>
                  <a:pt x="144287" y="96019"/>
                  <a:pt x="141831" y="97773"/>
                  <a:pt x="138884" y="99012"/>
                </a:cubicBezTo>
                <a:cubicBezTo>
                  <a:pt x="135937" y="100250"/>
                  <a:pt x="132447" y="100870"/>
                  <a:pt x="128415" y="100870"/>
                </a:cubicBezTo>
                <a:cubicBezTo>
                  <a:pt x="123349" y="100870"/>
                  <a:pt x="119369" y="99425"/>
                  <a:pt x="116474" y="96537"/>
                </a:cubicBezTo>
                <a:cubicBezTo>
                  <a:pt x="113579" y="93646"/>
                  <a:pt x="112131" y="89724"/>
                  <a:pt x="112131" y="84770"/>
                </a:cubicBezTo>
                <a:lnTo>
                  <a:pt x="112131" y="30594"/>
                </a:lnTo>
                <a:lnTo>
                  <a:pt x="98947" y="30594"/>
                </a:lnTo>
                <a:lnTo>
                  <a:pt x="98947" y="83261"/>
                </a:lnTo>
                <a:cubicBezTo>
                  <a:pt x="98947" y="87598"/>
                  <a:pt x="99387" y="91547"/>
                  <a:pt x="100265" y="95110"/>
                </a:cubicBezTo>
                <a:cubicBezTo>
                  <a:pt x="101144" y="98672"/>
                  <a:pt x="102669" y="101744"/>
                  <a:pt x="104840" y="104327"/>
                </a:cubicBezTo>
                <a:cubicBezTo>
                  <a:pt x="107012" y="106908"/>
                  <a:pt x="109856" y="108896"/>
                  <a:pt x="113371" y="110291"/>
                </a:cubicBezTo>
                <a:cubicBezTo>
                  <a:pt x="116886" y="111684"/>
                  <a:pt x="121281" y="112380"/>
                  <a:pt x="126555" y="112380"/>
                </a:cubicBezTo>
                <a:cubicBezTo>
                  <a:pt x="132447" y="112380"/>
                  <a:pt x="137565" y="111219"/>
                  <a:pt x="141906" y="108897"/>
                </a:cubicBezTo>
                <a:cubicBezTo>
                  <a:pt x="146250" y="106573"/>
                  <a:pt x="149818" y="102932"/>
                  <a:pt x="152610" y="97975"/>
                </a:cubicBezTo>
                <a:lnTo>
                  <a:pt x="152920" y="97975"/>
                </a:lnTo>
                <a:lnTo>
                  <a:pt x="152920" y="110676"/>
                </a:lnTo>
                <a:lnTo>
                  <a:pt x="165328" y="110676"/>
                </a:lnTo>
                <a:close/>
                <a:moveTo>
                  <a:pt x="185955" y="0"/>
                </a:moveTo>
                <a:lnTo>
                  <a:pt x="185955" y="110714"/>
                </a:lnTo>
                <a:lnTo>
                  <a:pt x="199139" y="110714"/>
                </a:lnTo>
                <a:lnTo>
                  <a:pt x="199139" y="0"/>
                </a:lnTo>
                <a:lnTo>
                  <a:pt x="185955" y="0"/>
                </a:lnTo>
                <a:close/>
                <a:moveTo>
                  <a:pt x="219609" y="30488"/>
                </a:moveTo>
                <a:lnTo>
                  <a:pt x="219609" y="110714"/>
                </a:lnTo>
                <a:lnTo>
                  <a:pt x="232793" y="110714"/>
                </a:lnTo>
                <a:lnTo>
                  <a:pt x="232793" y="65417"/>
                </a:lnTo>
                <a:cubicBezTo>
                  <a:pt x="232793" y="61798"/>
                  <a:pt x="233283" y="58463"/>
                  <a:pt x="234265" y="55412"/>
                </a:cubicBezTo>
                <a:cubicBezTo>
                  <a:pt x="235247" y="52360"/>
                  <a:pt x="236721" y="49697"/>
                  <a:pt x="238685" y="47422"/>
                </a:cubicBezTo>
                <a:cubicBezTo>
                  <a:pt x="240649" y="45147"/>
                  <a:pt x="243105" y="43390"/>
                  <a:pt x="246052" y="42150"/>
                </a:cubicBezTo>
                <a:cubicBezTo>
                  <a:pt x="248999" y="40908"/>
                  <a:pt x="252489" y="40287"/>
                  <a:pt x="256521" y="40287"/>
                </a:cubicBezTo>
                <a:cubicBezTo>
                  <a:pt x="261587" y="40287"/>
                  <a:pt x="265568" y="41736"/>
                  <a:pt x="268463" y="44632"/>
                </a:cubicBezTo>
                <a:cubicBezTo>
                  <a:pt x="271358" y="47527"/>
                  <a:pt x="272805" y="51456"/>
                  <a:pt x="272805" y="56420"/>
                </a:cubicBezTo>
                <a:lnTo>
                  <a:pt x="272805" y="110714"/>
                </a:lnTo>
                <a:lnTo>
                  <a:pt x="285989" y="110714"/>
                </a:lnTo>
                <a:lnTo>
                  <a:pt x="285989" y="57953"/>
                </a:lnTo>
                <a:cubicBezTo>
                  <a:pt x="285989" y="53608"/>
                  <a:pt x="285550" y="49651"/>
                  <a:pt x="284671" y="46083"/>
                </a:cubicBezTo>
                <a:cubicBezTo>
                  <a:pt x="283792" y="42514"/>
                  <a:pt x="282267" y="39437"/>
                  <a:pt x="280094" y="36851"/>
                </a:cubicBezTo>
                <a:cubicBezTo>
                  <a:pt x="277923" y="34264"/>
                  <a:pt x="275080" y="32246"/>
                  <a:pt x="271565" y="30798"/>
                </a:cubicBezTo>
                <a:cubicBezTo>
                  <a:pt x="268050" y="29349"/>
                  <a:pt x="263656" y="28625"/>
                  <a:pt x="258381" y="28625"/>
                </a:cubicBezTo>
                <a:cubicBezTo>
                  <a:pt x="246491" y="28625"/>
                  <a:pt x="237806" y="33488"/>
                  <a:pt x="232326" y="43212"/>
                </a:cubicBezTo>
                <a:lnTo>
                  <a:pt x="232016" y="43212"/>
                </a:lnTo>
                <a:lnTo>
                  <a:pt x="232016" y="30488"/>
                </a:lnTo>
                <a:lnTo>
                  <a:pt x="219609" y="30488"/>
                </a:lnTo>
                <a:close/>
                <a:moveTo>
                  <a:pt x="361519" y="63006"/>
                </a:moveTo>
                <a:lnTo>
                  <a:pt x="315457" y="63006"/>
                </a:lnTo>
                <a:cubicBezTo>
                  <a:pt x="315664" y="59893"/>
                  <a:pt x="316336" y="56962"/>
                  <a:pt x="317473" y="54214"/>
                </a:cubicBezTo>
                <a:cubicBezTo>
                  <a:pt x="318611" y="51464"/>
                  <a:pt x="320162" y="49052"/>
                  <a:pt x="322126" y="46977"/>
                </a:cubicBezTo>
                <a:cubicBezTo>
                  <a:pt x="324090" y="44903"/>
                  <a:pt x="326442" y="43269"/>
                  <a:pt x="329183" y="42076"/>
                </a:cubicBezTo>
                <a:cubicBezTo>
                  <a:pt x="331923" y="40884"/>
                  <a:pt x="334999" y="40287"/>
                  <a:pt x="338410" y="40287"/>
                </a:cubicBezTo>
                <a:cubicBezTo>
                  <a:pt x="341718" y="40287"/>
                  <a:pt x="344742" y="40884"/>
                  <a:pt x="347483" y="42076"/>
                </a:cubicBezTo>
                <a:cubicBezTo>
                  <a:pt x="350223" y="43269"/>
                  <a:pt x="352602" y="44877"/>
                  <a:pt x="354618" y="46902"/>
                </a:cubicBezTo>
                <a:cubicBezTo>
                  <a:pt x="356634" y="48924"/>
                  <a:pt x="358236" y="51336"/>
                  <a:pt x="359424" y="54136"/>
                </a:cubicBezTo>
                <a:cubicBezTo>
                  <a:pt x="360614" y="56936"/>
                  <a:pt x="361312" y="59893"/>
                  <a:pt x="361519" y="63006"/>
                </a:cubicBezTo>
                <a:moveTo>
                  <a:pt x="374236" y="85270"/>
                </a:moveTo>
                <a:lnTo>
                  <a:pt x="361209" y="85270"/>
                </a:lnTo>
                <a:cubicBezTo>
                  <a:pt x="360071" y="90522"/>
                  <a:pt x="357719" y="94435"/>
                  <a:pt x="354152" y="97010"/>
                </a:cubicBezTo>
                <a:cubicBezTo>
                  <a:pt x="350585" y="99583"/>
                  <a:pt x="346009" y="100870"/>
                  <a:pt x="340426" y="100870"/>
                </a:cubicBezTo>
                <a:cubicBezTo>
                  <a:pt x="336084" y="100870"/>
                  <a:pt x="332310" y="100150"/>
                  <a:pt x="329105" y="98711"/>
                </a:cubicBezTo>
                <a:cubicBezTo>
                  <a:pt x="325900" y="97273"/>
                  <a:pt x="323264" y="95346"/>
                  <a:pt x="321196" y="92932"/>
                </a:cubicBezTo>
                <a:cubicBezTo>
                  <a:pt x="319127" y="90517"/>
                  <a:pt x="317628" y="87743"/>
                  <a:pt x="316697" y="84609"/>
                </a:cubicBezTo>
                <a:cubicBezTo>
                  <a:pt x="315766" y="81475"/>
                  <a:pt x="315353" y="78161"/>
                  <a:pt x="315457" y="74668"/>
                </a:cubicBezTo>
                <a:lnTo>
                  <a:pt x="375476" y="74668"/>
                </a:lnTo>
                <a:cubicBezTo>
                  <a:pt x="375683" y="69794"/>
                  <a:pt x="375243" y="64661"/>
                  <a:pt x="374158" y="59269"/>
                </a:cubicBezTo>
                <a:cubicBezTo>
                  <a:pt x="373073" y="53876"/>
                  <a:pt x="371108" y="48899"/>
                  <a:pt x="368263" y="44336"/>
                </a:cubicBezTo>
                <a:cubicBezTo>
                  <a:pt x="365420" y="39774"/>
                  <a:pt x="361646" y="36015"/>
                  <a:pt x="356942" y="33060"/>
                </a:cubicBezTo>
                <a:cubicBezTo>
                  <a:pt x="352237" y="30103"/>
                  <a:pt x="346318" y="28625"/>
                  <a:pt x="339184" y="28625"/>
                </a:cubicBezTo>
                <a:cubicBezTo>
                  <a:pt x="333704" y="28625"/>
                  <a:pt x="328664" y="29659"/>
                  <a:pt x="324062" y="31728"/>
                </a:cubicBezTo>
                <a:cubicBezTo>
                  <a:pt x="319461" y="33796"/>
                  <a:pt x="315481" y="36692"/>
                  <a:pt x="312120" y="40415"/>
                </a:cubicBezTo>
                <a:cubicBezTo>
                  <a:pt x="308760" y="44137"/>
                  <a:pt x="306149" y="48531"/>
                  <a:pt x="304287" y="53599"/>
                </a:cubicBezTo>
                <a:cubicBezTo>
                  <a:pt x="302427" y="58665"/>
                  <a:pt x="301497" y="64247"/>
                  <a:pt x="301497" y="70347"/>
                </a:cubicBezTo>
                <a:cubicBezTo>
                  <a:pt x="301704" y="76447"/>
                  <a:pt x="302609" y="82083"/>
                  <a:pt x="304211" y="87253"/>
                </a:cubicBezTo>
                <a:cubicBezTo>
                  <a:pt x="305814" y="92423"/>
                  <a:pt x="308218" y="96869"/>
                  <a:pt x="311422" y="100593"/>
                </a:cubicBezTo>
                <a:cubicBezTo>
                  <a:pt x="314628" y="104314"/>
                  <a:pt x="318583" y="107209"/>
                  <a:pt x="323288" y="109278"/>
                </a:cubicBezTo>
                <a:cubicBezTo>
                  <a:pt x="327992" y="111346"/>
                  <a:pt x="333550" y="112380"/>
                  <a:pt x="339960" y="112380"/>
                </a:cubicBezTo>
                <a:cubicBezTo>
                  <a:pt x="349060" y="112380"/>
                  <a:pt x="356608" y="110108"/>
                  <a:pt x="362605" y="105565"/>
                </a:cubicBezTo>
                <a:cubicBezTo>
                  <a:pt x="368601" y="101019"/>
                  <a:pt x="372479" y="94254"/>
                  <a:pt x="374236" y="85270"/>
                </a:cubicBezTo>
                <a:close/>
                <a:moveTo>
                  <a:pt x="388659" y="30488"/>
                </a:moveTo>
                <a:lnTo>
                  <a:pt x="388659" y="110714"/>
                </a:lnTo>
                <a:lnTo>
                  <a:pt x="401840" y="110714"/>
                </a:lnTo>
                <a:lnTo>
                  <a:pt x="401840" y="75006"/>
                </a:lnTo>
                <a:cubicBezTo>
                  <a:pt x="401840" y="69831"/>
                  <a:pt x="402357" y="65252"/>
                  <a:pt x="403390" y="61269"/>
                </a:cubicBezTo>
                <a:cubicBezTo>
                  <a:pt x="404425" y="57283"/>
                  <a:pt x="406080" y="53894"/>
                  <a:pt x="408355" y="51100"/>
                </a:cubicBezTo>
                <a:cubicBezTo>
                  <a:pt x="410630" y="48304"/>
                  <a:pt x="413629" y="46182"/>
                  <a:pt x="417350" y="44734"/>
                </a:cubicBezTo>
                <a:cubicBezTo>
                  <a:pt x="421072" y="43284"/>
                  <a:pt x="425569" y="42559"/>
                  <a:pt x="430842" y="42559"/>
                </a:cubicBezTo>
                <a:lnTo>
                  <a:pt x="430842" y="28625"/>
                </a:lnTo>
                <a:cubicBezTo>
                  <a:pt x="423709" y="28418"/>
                  <a:pt x="417816" y="29867"/>
                  <a:pt x="413162" y="32970"/>
                </a:cubicBezTo>
                <a:cubicBezTo>
                  <a:pt x="408509" y="36073"/>
                  <a:pt x="404581" y="40884"/>
                  <a:pt x="401377" y="47401"/>
                </a:cubicBezTo>
                <a:lnTo>
                  <a:pt x="401067" y="47401"/>
                </a:lnTo>
                <a:lnTo>
                  <a:pt x="401067" y="30488"/>
                </a:lnTo>
                <a:lnTo>
                  <a:pt x="388659" y="30488"/>
                </a:lnTo>
                <a:close/>
                <a:moveTo>
                  <a:pt x="511800" y="110364"/>
                </a:moveTo>
                <a:cubicBezTo>
                  <a:pt x="509525" y="111708"/>
                  <a:pt x="506372" y="112380"/>
                  <a:pt x="502339" y="112380"/>
                </a:cubicBezTo>
                <a:cubicBezTo>
                  <a:pt x="498928" y="112380"/>
                  <a:pt x="496215" y="111424"/>
                  <a:pt x="494198" y="109512"/>
                </a:cubicBezTo>
                <a:cubicBezTo>
                  <a:pt x="492182" y="107598"/>
                  <a:pt x="491174" y="104470"/>
                  <a:pt x="491174" y="100127"/>
                </a:cubicBezTo>
                <a:cubicBezTo>
                  <a:pt x="487555" y="104470"/>
                  <a:pt x="483341" y="107598"/>
                  <a:pt x="478532" y="109512"/>
                </a:cubicBezTo>
                <a:cubicBezTo>
                  <a:pt x="473725" y="111424"/>
                  <a:pt x="468530" y="112380"/>
                  <a:pt x="462947" y="112380"/>
                </a:cubicBezTo>
                <a:cubicBezTo>
                  <a:pt x="459327" y="112380"/>
                  <a:pt x="455889" y="111967"/>
                  <a:pt x="452631" y="111140"/>
                </a:cubicBezTo>
                <a:cubicBezTo>
                  <a:pt x="449375" y="110314"/>
                  <a:pt x="446558" y="109021"/>
                  <a:pt x="444180" y="107264"/>
                </a:cubicBezTo>
                <a:cubicBezTo>
                  <a:pt x="441803" y="105506"/>
                  <a:pt x="439916" y="103207"/>
                  <a:pt x="438520" y="100366"/>
                </a:cubicBezTo>
                <a:cubicBezTo>
                  <a:pt x="437123" y="97523"/>
                  <a:pt x="436425" y="94086"/>
                  <a:pt x="436425" y="90055"/>
                </a:cubicBezTo>
                <a:cubicBezTo>
                  <a:pt x="436425" y="85506"/>
                  <a:pt x="437201" y="81785"/>
                  <a:pt x="438751" y="78892"/>
                </a:cubicBezTo>
                <a:cubicBezTo>
                  <a:pt x="440302" y="75999"/>
                  <a:pt x="442344" y="73648"/>
                  <a:pt x="444876" y="71840"/>
                </a:cubicBezTo>
                <a:cubicBezTo>
                  <a:pt x="447410" y="70030"/>
                  <a:pt x="450305" y="68660"/>
                  <a:pt x="453561" y="67729"/>
                </a:cubicBezTo>
                <a:cubicBezTo>
                  <a:pt x="456819" y="66798"/>
                  <a:pt x="460154" y="66023"/>
                  <a:pt x="463567" y="65403"/>
                </a:cubicBezTo>
                <a:cubicBezTo>
                  <a:pt x="467186" y="64680"/>
                  <a:pt x="470623" y="64138"/>
                  <a:pt x="473880" y="63777"/>
                </a:cubicBezTo>
                <a:cubicBezTo>
                  <a:pt x="477136" y="63414"/>
                  <a:pt x="480005" y="62897"/>
                  <a:pt x="482487" y="62225"/>
                </a:cubicBezTo>
                <a:cubicBezTo>
                  <a:pt x="484968" y="61553"/>
                  <a:pt x="486933" y="60571"/>
                  <a:pt x="488379" y="59281"/>
                </a:cubicBezTo>
                <a:cubicBezTo>
                  <a:pt x="489828" y="57989"/>
                  <a:pt x="490552" y="56102"/>
                  <a:pt x="490552" y="53620"/>
                </a:cubicBezTo>
                <a:cubicBezTo>
                  <a:pt x="490552" y="50727"/>
                  <a:pt x="490009" y="48401"/>
                  <a:pt x="488924" y="46644"/>
                </a:cubicBezTo>
                <a:cubicBezTo>
                  <a:pt x="487838" y="44886"/>
                  <a:pt x="486442" y="43543"/>
                  <a:pt x="484735" y="42614"/>
                </a:cubicBezTo>
                <a:cubicBezTo>
                  <a:pt x="483029" y="41683"/>
                  <a:pt x="481116" y="41063"/>
                  <a:pt x="478996" y="40753"/>
                </a:cubicBezTo>
                <a:cubicBezTo>
                  <a:pt x="476877" y="40443"/>
                  <a:pt x="474785" y="40287"/>
                  <a:pt x="472718" y="40287"/>
                </a:cubicBezTo>
                <a:cubicBezTo>
                  <a:pt x="467134" y="40287"/>
                  <a:pt x="462482" y="41344"/>
                  <a:pt x="458760" y="43456"/>
                </a:cubicBezTo>
                <a:cubicBezTo>
                  <a:pt x="455038" y="45568"/>
                  <a:pt x="453022" y="49561"/>
                  <a:pt x="452711" y="55433"/>
                </a:cubicBezTo>
                <a:lnTo>
                  <a:pt x="439528" y="55433"/>
                </a:lnTo>
                <a:cubicBezTo>
                  <a:pt x="439734" y="50474"/>
                  <a:pt x="440768" y="46290"/>
                  <a:pt x="442628" y="42881"/>
                </a:cubicBezTo>
                <a:cubicBezTo>
                  <a:pt x="444489" y="39472"/>
                  <a:pt x="446971" y="36708"/>
                  <a:pt x="450073" y="34591"/>
                </a:cubicBezTo>
                <a:cubicBezTo>
                  <a:pt x="453174" y="32474"/>
                  <a:pt x="456716" y="30951"/>
                  <a:pt x="460696" y="30021"/>
                </a:cubicBezTo>
                <a:cubicBezTo>
                  <a:pt x="464678" y="29091"/>
                  <a:pt x="468943" y="28625"/>
                  <a:pt x="473492" y="28625"/>
                </a:cubicBezTo>
                <a:cubicBezTo>
                  <a:pt x="477111" y="28625"/>
                  <a:pt x="480704" y="28884"/>
                  <a:pt x="484271" y="29401"/>
                </a:cubicBezTo>
                <a:cubicBezTo>
                  <a:pt x="487838" y="29917"/>
                  <a:pt x="491069" y="30977"/>
                  <a:pt x="493964" y="32580"/>
                </a:cubicBezTo>
                <a:cubicBezTo>
                  <a:pt x="496859" y="34181"/>
                  <a:pt x="499185" y="36429"/>
                  <a:pt x="500943" y="39324"/>
                </a:cubicBezTo>
                <a:cubicBezTo>
                  <a:pt x="502701" y="42218"/>
                  <a:pt x="503579" y="45990"/>
                  <a:pt x="503579" y="50641"/>
                </a:cubicBezTo>
                <a:lnTo>
                  <a:pt x="503579" y="91877"/>
                </a:lnTo>
                <a:cubicBezTo>
                  <a:pt x="503579" y="94979"/>
                  <a:pt x="503760" y="97253"/>
                  <a:pt x="504121" y="98700"/>
                </a:cubicBezTo>
                <a:cubicBezTo>
                  <a:pt x="504484" y="100146"/>
                  <a:pt x="505700" y="100870"/>
                  <a:pt x="507768" y="100870"/>
                </a:cubicBezTo>
                <a:cubicBezTo>
                  <a:pt x="508905" y="100870"/>
                  <a:pt x="510250" y="100622"/>
                  <a:pt x="511800" y="100127"/>
                </a:cubicBezTo>
                <a:lnTo>
                  <a:pt x="511800" y="110364"/>
                </a:lnTo>
                <a:moveTo>
                  <a:pt x="490398" y="69263"/>
                </a:moveTo>
                <a:cubicBezTo>
                  <a:pt x="488743" y="70503"/>
                  <a:pt x="486571" y="71407"/>
                  <a:pt x="483883" y="71975"/>
                </a:cubicBezTo>
                <a:cubicBezTo>
                  <a:pt x="481196" y="72543"/>
                  <a:pt x="478379" y="73007"/>
                  <a:pt x="475432" y="73369"/>
                </a:cubicBezTo>
                <a:cubicBezTo>
                  <a:pt x="472485" y="73730"/>
                  <a:pt x="469512" y="74143"/>
                  <a:pt x="466513" y="74609"/>
                </a:cubicBezTo>
                <a:cubicBezTo>
                  <a:pt x="463515" y="75072"/>
                  <a:pt x="460828" y="75821"/>
                  <a:pt x="458450" y="76854"/>
                </a:cubicBezTo>
                <a:cubicBezTo>
                  <a:pt x="456073" y="77888"/>
                  <a:pt x="454134" y="79360"/>
                  <a:pt x="452633" y="81270"/>
                </a:cubicBezTo>
                <a:cubicBezTo>
                  <a:pt x="451135" y="83181"/>
                  <a:pt x="450385" y="85789"/>
                  <a:pt x="450385" y="89094"/>
                </a:cubicBezTo>
                <a:cubicBezTo>
                  <a:pt x="450385" y="91263"/>
                  <a:pt x="450825" y="93097"/>
                  <a:pt x="451703" y="94596"/>
                </a:cubicBezTo>
                <a:cubicBezTo>
                  <a:pt x="452582" y="96093"/>
                  <a:pt x="453720" y="97306"/>
                  <a:pt x="455116" y="98236"/>
                </a:cubicBezTo>
                <a:cubicBezTo>
                  <a:pt x="456512" y="99165"/>
                  <a:pt x="458140" y="99836"/>
                  <a:pt x="460000" y="100250"/>
                </a:cubicBezTo>
                <a:cubicBezTo>
                  <a:pt x="461862" y="100663"/>
                  <a:pt x="463826" y="100870"/>
                  <a:pt x="465893" y="100870"/>
                </a:cubicBezTo>
                <a:cubicBezTo>
                  <a:pt x="470236" y="100870"/>
                  <a:pt x="473959" y="100276"/>
                  <a:pt x="477060" y="99088"/>
                </a:cubicBezTo>
                <a:cubicBezTo>
                  <a:pt x="480162" y="97900"/>
                  <a:pt x="482695" y="96402"/>
                  <a:pt x="484659" y="94596"/>
                </a:cubicBezTo>
                <a:cubicBezTo>
                  <a:pt x="486623" y="92788"/>
                  <a:pt x="488071" y="90825"/>
                  <a:pt x="489002" y="88708"/>
                </a:cubicBezTo>
                <a:cubicBezTo>
                  <a:pt x="489932" y="86589"/>
                  <a:pt x="490398" y="84601"/>
                  <a:pt x="490398" y="82742"/>
                </a:cubicBezTo>
                <a:lnTo>
                  <a:pt x="490398" y="69263"/>
                </a:lnTo>
                <a:close/>
                <a:moveTo>
                  <a:pt x="524517" y="0"/>
                </a:moveTo>
                <a:lnTo>
                  <a:pt x="524517" y="110674"/>
                </a:lnTo>
                <a:lnTo>
                  <a:pt x="537699" y="110674"/>
                </a:lnTo>
                <a:lnTo>
                  <a:pt x="537699" y="99980"/>
                </a:lnTo>
                <a:lnTo>
                  <a:pt x="538011" y="99980"/>
                </a:lnTo>
                <a:cubicBezTo>
                  <a:pt x="539459" y="102356"/>
                  <a:pt x="541243" y="104345"/>
                  <a:pt x="543362" y="105948"/>
                </a:cubicBezTo>
                <a:cubicBezTo>
                  <a:pt x="545480" y="107549"/>
                  <a:pt x="547729" y="108816"/>
                  <a:pt x="550106" y="109746"/>
                </a:cubicBezTo>
                <a:cubicBezTo>
                  <a:pt x="552485" y="110676"/>
                  <a:pt x="554890" y="111347"/>
                  <a:pt x="557319" y="111760"/>
                </a:cubicBezTo>
                <a:cubicBezTo>
                  <a:pt x="559749" y="112174"/>
                  <a:pt x="561947" y="112380"/>
                  <a:pt x="563912" y="112380"/>
                </a:cubicBezTo>
                <a:cubicBezTo>
                  <a:pt x="570012" y="112380"/>
                  <a:pt x="575361" y="111295"/>
                  <a:pt x="579962" y="109124"/>
                </a:cubicBezTo>
                <a:cubicBezTo>
                  <a:pt x="584564" y="106952"/>
                  <a:pt x="588390" y="103978"/>
                  <a:pt x="591439" y="100205"/>
                </a:cubicBezTo>
                <a:cubicBezTo>
                  <a:pt x="594489" y="96431"/>
                  <a:pt x="596763" y="92011"/>
                  <a:pt x="598262" y="86945"/>
                </a:cubicBezTo>
                <a:cubicBezTo>
                  <a:pt x="599762" y="81878"/>
                  <a:pt x="600513" y="76500"/>
                  <a:pt x="600513" y="70813"/>
                </a:cubicBezTo>
                <a:cubicBezTo>
                  <a:pt x="600513" y="65125"/>
                  <a:pt x="599737" y="59749"/>
                  <a:pt x="598186" y="54683"/>
                </a:cubicBezTo>
                <a:cubicBezTo>
                  <a:pt x="596635" y="49615"/>
                  <a:pt x="594334" y="45143"/>
                  <a:pt x="591283" y="41267"/>
                </a:cubicBezTo>
                <a:cubicBezTo>
                  <a:pt x="588234" y="37389"/>
                  <a:pt x="584409" y="34313"/>
                  <a:pt x="579808" y="32038"/>
                </a:cubicBezTo>
                <a:cubicBezTo>
                  <a:pt x="575208" y="29763"/>
                  <a:pt x="569805" y="28625"/>
                  <a:pt x="563600" y="28625"/>
                </a:cubicBezTo>
                <a:cubicBezTo>
                  <a:pt x="558017" y="28625"/>
                  <a:pt x="552899" y="29633"/>
                  <a:pt x="548246" y="31650"/>
                </a:cubicBezTo>
                <a:cubicBezTo>
                  <a:pt x="543594" y="33666"/>
                  <a:pt x="540182" y="36897"/>
                  <a:pt x="538011" y="41343"/>
                </a:cubicBezTo>
                <a:lnTo>
                  <a:pt x="537699" y="41343"/>
                </a:lnTo>
                <a:lnTo>
                  <a:pt x="537699" y="0"/>
                </a:lnTo>
                <a:lnTo>
                  <a:pt x="524517" y="0"/>
                </a:lnTo>
                <a:moveTo>
                  <a:pt x="586553" y="69880"/>
                </a:moveTo>
                <a:cubicBezTo>
                  <a:pt x="586553" y="73806"/>
                  <a:pt x="586138" y="77627"/>
                  <a:pt x="585310" y="81346"/>
                </a:cubicBezTo>
                <a:cubicBezTo>
                  <a:pt x="584483" y="85065"/>
                  <a:pt x="583139" y="88371"/>
                  <a:pt x="581278" y="91264"/>
                </a:cubicBezTo>
                <a:cubicBezTo>
                  <a:pt x="579418" y="94156"/>
                  <a:pt x="576963" y="96480"/>
                  <a:pt x="573913" y="98236"/>
                </a:cubicBezTo>
                <a:cubicBezTo>
                  <a:pt x="570863" y="99992"/>
                  <a:pt x="567064" y="100870"/>
                  <a:pt x="562514" y="100870"/>
                </a:cubicBezTo>
                <a:cubicBezTo>
                  <a:pt x="557965" y="100870"/>
                  <a:pt x="554088" y="100018"/>
                  <a:pt x="550882" y="98314"/>
                </a:cubicBezTo>
                <a:cubicBezTo>
                  <a:pt x="547677" y="96608"/>
                  <a:pt x="545065" y="94362"/>
                  <a:pt x="543049" y="91574"/>
                </a:cubicBezTo>
                <a:cubicBezTo>
                  <a:pt x="541035" y="88785"/>
                  <a:pt x="539562" y="85557"/>
                  <a:pt x="538631" y="81890"/>
                </a:cubicBezTo>
                <a:cubicBezTo>
                  <a:pt x="537700" y="78222"/>
                  <a:pt x="537235" y="74426"/>
                  <a:pt x="537235" y="70500"/>
                </a:cubicBezTo>
                <a:cubicBezTo>
                  <a:pt x="537235" y="66782"/>
                  <a:pt x="537674" y="63115"/>
                  <a:pt x="538553" y="59501"/>
                </a:cubicBezTo>
                <a:cubicBezTo>
                  <a:pt x="539432" y="55885"/>
                  <a:pt x="540853" y="52657"/>
                  <a:pt x="542817" y="49817"/>
                </a:cubicBezTo>
                <a:cubicBezTo>
                  <a:pt x="544782" y="46976"/>
                  <a:pt x="547314" y="44677"/>
                  <a:pt x="550416" y="42921"/>
                </a:cubicBezTo>
                <a:cubicBezTo>
                  <a:pt x="553518" y="41165"/>
                  <a:pt x="557292" y="40287"/>
                  <a:pt x="561737" y="40287"/>
                </a:cubicBezTo>
                <a:cubicBezTo>
                  <a:pt x="565977" y="40287"/>
                  <a:pt x="569673" y="41114"/>
                  <a:pt x="572827" y="42767"/>
                </a:cubicBezTo>
                <a:cubicBezTo>
                  <a:pt x="575981" y="44419"/>
                  <a:pt x="578566" y="46640"/>
                  <a:pt x="580582" y="49429"/>
                </a:cubicBezTo>
                <a:cubicBezTo>
                  <a:pt x="582598" y="52218"/>
                  <a:pt x="584097" y="55395"/>
                  <a:pt x="585078" y="58959"/>
                </a:cubicBezTo>
                <a:cubicBezTo>
                  <a:pt x="586061" y="62521"/>
                  <a:pt x="586553" y="66162"/>
                  <a:pt x="586553" y="69880"/>
                </a:cubicBezTo>
                <a:close/>
                <a:moveTo>
                  <a:pt x="616796" y="0"/>
                </a:moveTo>
                <a:lnTo>
                  <a:pt x="616796" y="110714"/>
                </a:lnTo>
                <a:lnTo>
                  <a:pt x="629980" y="110714"/>
                </a:lnTo>
                <a:lnTo>
                  <a:pt x="629980" y="0"/>
                </a:lnTo>
                <a:lnTo>
                  <a:pt x="616796" y="0"/>
                </a:lnTo>
                <a:close/>
                <a:moveTo>
                  <a:pt x="706129" y="63006"/>
                </a:moveTo>
                <a:lnTo>
                  <a:pt x="660067" y="63006"/>
                </a:lnTo>
                <a:cubicBezTo>
                  <a:pt x="660274" y="59893"/>
                  <a:pt x="660946" y="56962"/>
                  <a:pt x="662083" y="54214"/>
                </a:cubicBezTo>
                <a:cubicBezTo>
                  <a:pt x="663221" y="51464"/>
                  <a:pt x="664772" y="49052"/>
                  <a:pt x="666736" y="46977"/>
                </a:cubicBezTo>
                <a:cubicBezTo>
                  <a:pt x="668700" y="44903"/>
                  <a:pt x="671052" y="43269"/>
                  <a:pt x="673793" y="42076"/>
                </a:cubicBezTo>
                <a:cubicBezTo>
                  <a:pt x="676533" y="40884"/>
                  <a:pt x="679609" y="40287"/>
                  <a:pt x="683020" y="40287"/>
                </a:cubicBezTo>
                <a:cubicBezTo>
                  <a:pt x="686328" y="40287"/>
                  <a:pt x="689353" y="40884"/>
                  <a:pt x="692093" y="42076"/>
                </a:cubicBezTo>
                <a:cubicBezTo>
                  <a:pt x="694833" y="43269"/>
                  <a:pt x="697212" y="44877"/>
                  <a:pt x="699228" y="46902"/>
                </a:cubicBezTo>
                <a:cubicBezTo>
                  <a:pt x="701244" y="48924"/>
                  <a:pt x="702846" y="51336"/>
                  <a:pt x="704034" y="54136"/>
                </a:cubicBezTo>
                <a:cubicBezTo>
                  <a:pt x="705224" y="56936"/>
                  <a:pt x="705922" y="59893"/>
                  <a:pt x="706129" y="63006"/>
                </a:cubicBezTo>
                <a:moveTo>
                  <a:pt x="718846" y="85270"/>
                </a:moveTo>
                <a:lnTo>
                  <a:pt x="705819" y="85270"/>
                </a:lnTo>
                <a:cubicBezTo>
                  <a:pt x="704681" y="90522"/>
                  <a:pt x="702329" y="94435"/>
                  <a:pt x="698762" y="97010"/>
                </a:cubicBezTo>
                <a:cubicBezTo>
                  <a:pt x="695195" y="99583"/>
                  <a:pt x="690619" y="100870"/>
                  <a:pt x="685036" y="100870"/>
                </a:cubicBezTo>
                <a:cubicBezTo>
                  <a:pt x="680694" y="100870"/>
                  <a:pt x="676921" y="100150"/>
                  <a:pt x="673715" y="98711"/>
                </a:cubicBezTo>
                <a:cubicBezTo>
                  <a:pt x="670511" y="97273"/>
                  <a:pt x="667874" y="95346"/>
                  <a:pt x="665806" y="92932"/>
                </a:cubicBezTo>
                <a:cubicBezTo>
                  <a:pt x="663738" y="90517"/>
                  <a:pt x="662238" y="87743"/>
                  <a:pt x="661307" y="84609"/>
                </a:cubicBezTo>
                <a:cubicBezTo>
                  <a:pt x="660376" y="81475"/>
                  <a:pt x="659963" y="78161"/>
                  <a:pt x="660067" y="74668"/>
                </a:cubicBezTo>
                <a:lnTo>
                  <a:pt x="720086" y="74668"/>
                </a:lnTo>
                <a:cubicBezTo>
                  <a:pt x="720293" y="69794"/>
                  <a:pt x="719854" y="64661"/>
                  <a:pt x="718768" y="59269"/>
                </a:cubicBezTo>
                <a:cubicBezTo>
                  <a:pt x="717683" y="53876"/>
                  <a:pt x="715718" y="48899"/>
                  <a:pt x="712873" y="44336"/>
                </a:cubicBezTo>
                <a:cubicBezTo>
                  <a:pt x="710030" y="39774"/>
                  <a:pt x="706256" y="36015"/>
                  <a:pt x="701552" y="33060"/>
                </a:cubicBezTo>
                <a:cubicBezTo>
                  <a:pt x="696847" y="30103"/>
                  <a:pt x="690928" y="28625"/>
                  <a:pt x="683794" y="28625"/>
                </a:cubicBezTo>
                <a:cubicBezTo>
                  <a:pt x="678314" y="28625"/>
                  <a:pt x="673274" y="29659"/>
                  <a:pt x="668672" y="31728"/>
                </a:cubicBezTo>
                <a:cubicBezTo>
                  <a:pt x="664071" y="33796"/>
                  <a:pt x="660091" y="36692"/>
                  <a:pt x="656730" y="40415"/>
                </a:cubicBezTo>
                <a:cubicBezTo>
                  <a:pt x="653370" y="44137"/>
                  <a:pt x="650759" y="48531"/>
                  <a:pt x="648897" y="53599"/>
                </a:cubicBezTo>
                <a:cubicBezTo>
                  <a:pt x="647037" y="58665"/>
                  <a:pt x="646107" y="64247"/>
                  <a:pt x="646107" y="70347"/>
                </a:cubicBezTo>
                <a:cubicBezTo>
                  <a:pt x="646314" y="76447"/>
                  <a:pt x="647219" y="82083"/>
                  <a:pt x="648822" y="87253"/>
                </a:cubicBezTo>
                <a:cubicBezTo>
                  <a:pt x="650424" y="92423"/>
                  <a:pt x="652828" y="96869"/>
                  <a:pt x="656032" y="100593"/>
                </a:cubicBezTo>
                <a:cubicBezTo>
                  <a:pt x="659238" y="104314"/>
                  <a:pt x="663193" y="107209"/>
                  <a:pt x="667898" y="109278"/>
                </a:cubicBezTo>
                <a:cubicBezTo>
                  <a:pt x="672603" y="111346"/>
                  <a:pt x="678160" y="112380"/>
                  <a:pt x="684570" y="112380"/>
                </a:cubicBezTo>
                <a:cubicBezTo>
                  <a:pt x="693670" y="112380"/>
                  <a:pt x="701218" y="110108"/>
                  <a:pt x="707215" y="105565"/>
                </a:cubicBezTo>
                <a:cubicBezTo>
                  <a:pt x="713212" y="101019"/>
                  <a:pt x="717089" y="94254"/>
                  <a:pt x="718846" y="85270"/>
                </a:cubicBezTo>
                <a:close/>
                <a:moveTo>
                  <a:pt x="779021" y="0"/>
                </a:moveTo>
                <a:lnTo>
                  <a:pt x="779021" y="110714"/>
                </a:lnTo>
                <a:lnTo>
                  <a:pt x="793755" y="110714"/>
                </a:lnTo>
                <a:lnTo>
                  <a:pt x="793755" y="63460"/>
                </a:lnTo>
                <a:lnTo>
                  <a:pt x="829735" y="63460"/>
                </a:lnTo>
                <a:cubicBezTo>
                  <a:pt x="833354" y="63460"/>
                  <a:pt x="836249" y="64003"/>
                  <a:pt x="838420" y="65088"/>
                </a:cubicBezTo>
                <a:cubicBezTo>
                  <a:pt x="840592" y="66172"/>
                  <a:pt x="842350" y="67618"/>
                  <a:pt x="843693" y="69426"/>
                </a:cubicBezTo>
                <a:cubicBezTo>
                  <a:pt x="845037" y="71232"/>
                  <a:pt x="846019" y="73350"/>
                  <a:pt x="846639" y="75778"/>
                </a:cubicBezTo>
                <a:cubicBezTo>
                  <a:pt x="847260" y="78204"/>
                  <a:pt x="847778" y="80760"/>
                  <a:pt x="848191" y="83445"/>
                </a:cubicBezTo>
                <a:cubicBezTo>
                  <a:pt x="848709" y="86132"/>
                  <a:pt x="849019" y="88870"/>
                  <a:pt x="849121" y="91659"/>
                </a:cubicBezTo>
                <a:cubicBezTo>
                  <a:pt x="849225" y="94447"/>
                  <a:pt x="849329" y="97055"/>
                  <a:pt x="849431" y="99483"/>
                </a:cubicBezTo>
                <a:cubicBezTo>
                  <a:pt x="849535" y="101909"/>
                  <a:pt x="849768" y="104104"/>
                  <a:pt x="850129" y="106066"/>
                </a:cubicBezTo>
                <a:cubicBezTo>
                  <a:pt x="850491" y="108029"/>
                  <a:pt x="851189" y="109578"/>
                  <a:pt x="852224" y="110714"/>
                </a:cubicBezTo>
                <a:lnTo>
                  <a:pt x="868664" y="110714"/>
                </a:lnTo>
                <a:cubicBezTo>
                  <a:pt x="867113" y="108854"/>
                  <a:pt x="865949" y="106710"/>
                  <a:pt x="865173" y="104282"/>
                </a:cubicBezTo>
                <a:cubicBezTo>
                  <a:pt x="864399" y="101854"/>
                  <a:pt x="863804" y="99297"/>
                  <a:pt x="863389" y="96612"/>
                </a:cubicBezTo>
                <a:cubicBezTo>
                  <a:pt x="862976" y="93926"/>
                  <a:pt x="862717" y="91187"/>
                  <a:pt x="862613" y="88398"/>
                </a:cubicBezTo>
                <a:cubicBezTo>
                  <a:pt x="862510" y="85609"/>
                  <a:pt x="862355" y="82871"/>
                  <a:pt x="862149" y="80184"/>
                </a:cubicBezTo>
                <a:cubicBezTo>
                  <a:pt x="861838" y="77499"/>
                  <a:pt x="861399" y="74916"/>
                  <a:pt x="860831" y="72436"/>
                </a:cubicBezTo>
                <a:cubicBezTo>
                  <a:pt x="860263" y="69956"/>
                  <a:pt x="859384" y="67709"/>
                  <a:pt x="858194" y="65694"/>
                </a:cubicBezTo>
                <a:cubicBezTo>
                  <a:pt x="857005" y="63679"/>
                  <a:pt x="855402" y="61949"/>
                  <a:pt x="853386" y="60504"/>
                </a:cubicBezTo>
                <a:cubicBezTo>
                  <a:pt x="851369" y="59058"/>
                  <a:pt x="848759" y="58024"/>
                  <a:pt x="845555" y="57404"/>
                </a:cubicBezTo>
                <a:lnTo>
                  <a:pt x="845555" y="57094"/>
                </a:lnTo>
                <a:cubicBezTo>
                  <a:pt x="852276" y="55232"/>
                  <a:pt x="857161" y="51768"/>
                  <a:pt x="860211" y="46700"/>
                </a:cubicBezTo>
                <a:cubicBezTo>
                  <a:pt x="863260" y="41631"/>
                  <a:pt x="864785" y="35736"/>
                  <a:pt x="864785" y="29013"/>
                </a:cubicBezTo>
                <a:cubicBezTo>
                  <a:pt x="864785" y="20014"/>
                  <a:pt x="861812" y="12929"/>
                  <a:pt x="855866" y="7757"/>
                </a:cubicBezTo>
                <a:cubicBezTo>
                  <a:pt x="849921" y="2586"/>
                  <a:pt x="841676" y="0"/>
                  <a:pt x="831131" y="0"/>
                </a:cubicBezTo>
                <a:lnTo>
                  <a:pt x="779021" y="0"/>
                </a:lnTo>
                <a:moveTo>
                  <a:pt x="824462" y="51041"/>
                </a:moveTo>
                <a:lnTo>
                  <a:pt x="793755" y="51041"/>
                </a:lnTo>
                <a:lnTo>
                  <a:pt x="793755" y="12419"/>
                </a:lnTo>
                <a:lnTo>
                  <a:pt x="830355" y="12419"/>
                </a:lnTo>
                <a:cubicBezTo>
                  <a:pt x="837282" y="12419"/>
                  <a:pt x="842297" y="14178"/>
                  <a:pt x="845399" y="17694"/>
                </a:cubicBezTo>
                <a:cubicBezTo>
                  <a:pt x="848500" y="21209"/>
                  <a:pt x="850051" y="25759"/>
                  <a:pt x="850051" y="31342"/>
                </a:cubicBezTo>
                <a:cubicBezTo>
                  <a:pt x="850051" y="35374"/>
                  <a:pt x="849353" y="38658"/>
                  <a:pt x="847957" y="41191"/>
                </a:cubicBezTo>
                <a:cubicBezTo>
                  <a:pt x="846562" y="43725"/>
                  <a:pt x="844701" y="45742"/>
                  <a:pt x="842374" y="47242"/>
                </a:cubicBezTo>
                <a:cubicBezTo>
                  <a:pt x="840049" y="48741"/>
                  <a:pt x="837335" y="49749"/>
                  <a:pt x="834231" y="50267"/>
                </a:cubicBezTo>
                <a:cubicBezTo>
                  <a:pt x="831130" y="50783"/>
                  <a:pt x="827873" y="51041"/>
                  <a:pt x="824462" y="51041"/>
                </a:cubicBezTo>
                <a:close/>
                <a:moveTo>
                  <a:pt x="892703" y="70657"/>
                </a:moveTo>
                <a:cubicBezTo>
                  <a:pt x="892703" y="65800"/>
                  <a:pt x="893349" y="61488"/>
                  <a:pt x="894641" y="57719"/>
                </a:cubicBezTo>
                <a:cubicBezTo>
                  <a:pt x="895933" y="53948"/>
                  <a:pt x="897717" y="50772"/>
                  <a:pt x="899992" y="48189"/>
                </a:cubicBezTo>
                <a:cubicBezTo>
                  <a:pt x="902267" y="45606"/>
                  <a:pt x="904929" y="43644"/>
                  <a:pt x="907979" y="42301"/>
                </a:cubicBezTo>
                <a:cubicBezTo>
                  <a:pt x="911028" y="40959"/>
                  <a:pt x="914259" y="40287"/>
                  <a:pt x="917672" y="40287"/>
                </a:cubicBezTo>
                <a:cubicBezTo>
                  <a:pt x="921084" y="40287"/>
                  <a:pt x="924315" y="40959"/>
                  <a:pt x="927365" y="42301"/>
                </a:cubicBezTo>
                <a:cubicBezTo>
                  <a:pt x="930415" y="43644"/>
                  <a:pt x="933077" y="45606"/>
                  <a:pt x="935352" y="48189"/>
                </a:cubicBezTo>
                <a:cubicBezTo>
                  <a:pt x="937627" y="50772"/>
                  <a:pt x="939410" y="53948"/>
                  <a:pt x="940703" y="57719"/>
                </a:cubicBezTo>
                <a:cubicBezTo>
                  <a:pt x="941995" y="61488"/>
                  <a:pt x="942641" y="65800"/>
                  <a:pt x="942641" y="70657"/>
                </a:cubicBezTo>
                <a:cubicBezTo>
                  <a:pt x="942641" y="75511"/>
                  <a:pt x="941995" y="79824"/>
                  <a:pt x="940703" y="83594"/>
                </a:cubicBezTo>
                <a:cubicBezTo>
                  <a:pt x="939410" y="87365"/>
                  <a:pt x="937627" y="90515"/>
                  <a:pt x="935352" y="93046"/>
                </a:cubicBezTo>
                <a:cubicBezTo>
                  <a:pt x="933077" y="95577"/>
                  <a:pt x="930415" y="97513"/>
                  <a:pt x="927365" y="98856"/>
                </a:cubicBezTo>
                <a:cubicBezTo>
                  <a:pt x="924315" y="100198"/>
                  <a:pt x="921084" y="100870"/>
                  <a:pt x="917672" y="100870"/>
                </a:cubicBezTo>
                <a:cubicBezTo>
                  <a:pt x="914259" y="100870"/>
                  <a:pt x="911028" y="100198"/>
                  <a:pt x="907979" y="98856"/>
                </a:cubicBezTo>
                <a:cubicBezTo>
                  <a:pt x="904929" y="97513"/>
                  <a:pt x="902267" y="95577"/>
                  <a:pt x="899992" y="93046"/>
                </a:cubicBezTo>
                <a:cubicBezTo>
                  <a:pt x="897717" y="90515"/>
                  <a:pt x="895933" y="87365"/>
                  <a:pt x="894641" y="83594"/>
                </a:cubicBezTo>
                <a:cubicBezTo>
                  <a:pt x="893349" y="79824"/>
                  <a:pt x="892703" y="75511"/>
                  <a:pt x="892703" y="70657"/>
                </a:cubicBezTo>
                <a:moveTo>
                  <a:pt x="878743" y="70659"/>
                </a:moveTo>
                <a:cubicBezTo>
                  <a:pt x="878743" y="76551"/>
                  <a:pt x="879570" y="82032"/>
                  <a:pt x="881223" y="87099"/>
                </a:cubicBezTo>
                <a:cubicBezTo>
                  <a:pt x="882878" y="92165"/>
                  <a:pt x="885360" y="96585"/>
                  <a:pt x="888668" y="100361"/>
                </a:cubicBezTo>
                <a:cubicBezTo>
                  <a:pt x="891976" y="104135"/>
                  <a:pt x="896060" y="107082"/>
                  <a:pt x="900919" y="109202"/>
                </a:cubicBezTo>
                <a:cubicBezTo>
                  <a:pt x="905780" y="111321"/>
                  <a:pt x="911364" y="112380"/>
                  <a:pt x="917672" y="112380"/>
                </a:cubicBezTo>
                <a:cubicBezTo>
                  <a:pt x="924082" y="112380"/>
                  <a:pt x="929690" y="111321"/>
                  <a:pt x="934498" y="109202"/>
                </a:cubicBezTo>
                <a:cubicBezTo>
                  <a:pt x="939306" y="107082"/>
                  <a:pt x="943365" y="104135"/>
                  <a:pt x="946673" y="100361"/>
                </a:cubicBezTo>
                <a:cubicBezTo>
                  <a:pt x="949982" y="96585"/>
                  <a:pt x="952462" y="92165"/>
                  <a:pt x="954116" y="87099"/>
                </a:cubicBezTo>
                <a:cubicBezTo>
                  <a:pt x="955771" y="82032"/>
                  <a:pt x="956598" y="76551"/>
                  <a:pt x="956598" y="70659"/>
                </a:cubicBezTo>
                <a:cubicBezTo>
                  <a:pt x="956598" y="64765"/>
                  <a:pt x="955771" y="59259"/>
                  <a:pt x="954116" y="54141"/>
                </a:cubicBezTo>
                <a:cubicBezTo>
                  <a:pt x="952462" y="49021"/>
                  <a:pt x="949982" y="44575"/>
                  <a:pt x="946673" y="40801"/>
                </a:cubicBezTo>
                <a:cubicBezTo>
                  <a:pt x="943365" y="37027"/>
                  <a:pt x="939306" y="34055"/>
                  <a:pt x="934498" y="31884"/>
                </a:cubicBezTo>
                <a:cubicBezTo>
                  <a:pt x="929690" y="29711"/>
                  <a:pt x="924082" y="28625"/>
                  <a:pt x="917672" y="28625"/>
                </a:cubicBezTo>
                <a:cubicBezTo>
                  <a:pt x="911364" y="28625"/>
                  <a:pt x="905780" y="29711"/>
                  <a:pt x="900919" y="31884"/>
                </a:cubicBezTo>
                <a:cubicBezTo>
                  <a:pt x="896060" y="34055"/>
                  <a:pt x="891976" y="37027"/>
                  <a:pt x="888668" y="40801"/>
                </a:cubicBezTo>
                <a:cubicBezTo>
                  <a:pt x="885360" y="44575"/>
                  <a:pt x="882878" y="49021"/>
                  <a:pt x="881223" y="54141"/>
                </a:cubicBezTo>
                <a:cubicBezTo>
                  <a:pt x="879570" y="59259"/>
                  <a:pt x="878743" y="64765"/>
                  <a:pt x="878743" y="70659"/>
                </a:cubicBezTo>
                <a:close/>
                <a:moveTo>
                  <a:pt x="1051516" y="110714"/>
                </a:moveTo>
                <a:lnTo>
                  <a:pt x="1077105" y="30594"/>
                </a:lnTo>
                <a:lnTo>
                  <a:pt x="1063458" y="30594"/>
                </a:lnTo>
                <a:lnTo>
                  <a:pt x="1045468" y="96146"/>
                </a:lnTo>
                <a:lnTo>
                  <a:pt x="1045158" y="96146"/>
                </a:lnTo>
                <a:lnTo>
                  <a:pt x="1028408" y="30594"/>
                </a:lnTo>
                <a:lnTo>
                  <a:pt x="1013984" y="30594"/>
                </a:lnTo>
                <a:lnTo>
                  <a:pt x="997854" y="96146"/>
                </a:lnTo>
                <a:lnTo>
                  <a:pt x="997544" y="96146"/>
                </a:lnTo>
                <a:lnTo>
                  <a:pt x="979397" y="30594"/>
                </a:lnTo>
                <a:lnTo>
                  <a:pt x="964820" y="30594"/>
                </a:lnTo>
                <a:lnTo>
                  <a:pt x="990565" y="110714"/>
                </a:lnTo>
                <a:lnTo>
                  <a:pt x="1004832" y="110714"/>
                </a:lnTo>
                <a:lnTo>
                  <a:pt x="1020963" y="47020"/>
                </a:lnTo>
                <a:lnTo>
                  <a:pt x="1021273" y="47020"/>
                </a:lnTo>
                <a:lnTo>
                  <a:pt x="1037556" y="110714"/>
                </a:lnTo>
                <a:lnTo>
                  <a:pt x="1051516" y="110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802AB-714C-4277-A290-D1AA1170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98" y="1968484"/>
            <a:ext cx="131231" cy="155091"/>
          </a:xfrm>
          <a:custGeom xmlns:a="http://schemas.openxmlformats.org/drawingml/2006/main">
            <a:pathLst>
              <a:path w="131231" h="155091" fill="none">
                <a:moveTo>
                  <a:pt x="28477" y="0"/>
                </a:moveTo>
                <a:lnTo>
                  <a:pt x="102760" y="0"/>
                </a:lnTo>
                <a:lnTo>
                  <a:pt x="102760" y="59692"/>
                </a:lnTo>
                <a:lnTo>
                  <a:pt x="131231" y="59692"/>
                </a:lnTo>
                <a:lnTo>
                  <a:pt x="65615" y="155091"/>
                </a:lnTo>
                <a:lnTo>
                  <a:pt x="0" y="59692"/>
                </a:lnTo>
                <a:lnTo>
                  <a:pt x="28477" y="59692"/>
                </a:lnTo>
                <a:lnTo>
                  <a:pt x="28477" y="0"/>
                </a:lnTo>
                <a:close/>
                <a:moveTo>
                  <a:pt x="2847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860" cap="sq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C202A-C6FE-4054-B64E-3809183E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85" y="877640"/>
            <a:ext cx="1491258" cy="316147"/>
          </a:xfrm>
          <a:custGeom xmlns:a="http://schemas.openxmlformats.org/drawingml/2006/main">
            <a:pathLst>
              <a:path w="1491258" h="316147">
                <a:moveTo>
                  <a:pt x="0" y="316147"/>
                </a:moveTo>
                <a:lnTo>
                  <a:pt x="1491258" y="316147"/>
                </a:lnTo>
                <a:lnTo>
                  <a:pt x="1491258" y="0"/>
                </a:lnTo>
                <a:lnTo>
                  <a:pt x="0" y="0"/>
                </a:lnTo>
                <a:lnTo>
                  <a:pt x="0" y="316147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5DA1C-6F18-4B3F-9AAD-F04ACECA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85" y="877641"/>
            <a:ext cx="1491258" cy="316147"/>
          </a:xfrm>
          <a:custGeom xmlns:a="http://schemas.openxmlformats.org/drawingml/2006/main">
            <a:pathLst>
              <a:path w="1491258" h="316147" fill="none">
                <a:moveTo>
                  <a:pt x="0" y="0"/>
                </a:moveTo>
                <a:lnTo>
                  <a:pt x="1491258" y="0"/>
                </a:lnTo>
                <a:lnTo>
                  <a:pt x="1491258" y="316147"/>
                </a:lnTo>
                <a:lnTo>
                  <a:pt x="0" y="316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f823e581f4a8f"/>
          <a:stretch xmlns:a="http://schemas.openxmlformats.org/drawingml/2006/main"/>
        </p:blipFill>
        <p:spPr>
          <a:xfrm xmlns:a="http://schemas.openxmlformats.org/drawingml/2006/main">
            <a:off x="1665123" y="877641"/>
            <a:ext cx="310181" cy="316146"/>
          </a:xfrm>
          <a:prstGeom xmlns:a="http://schemas.openxmlformats.org/drawingml/2006/main" prst="rect">
            <a:avLst/>
          </a:prstGeom>
        </p:spPr>
      </p:pic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A7FD8-FD83-4FE8-8048-738CA352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71" y="1509934"/>
            <a:ext cx="1491258" cy="316147"/>
          </a:xfrm>
          <a:custGeom xmlns:a="http://schemas.openxmlformats.org/drawingml/2006/main">
            <a:pathLst>
              <a:path w="1491258" h="316147">
                <a:moveTo>
                  <a:pt x="0" y="316147"/>
                </a:moveTo>
                <a:lnTo>
                  <a:pt x="1491258" y="316147"/>
                </a:lnTo>
                <a:lnTo>
                  <a:pt x="1491258" y="0"/>
                </a:lnTo>
                <a:lnTo>
                  <a:pt x="0" y="0"/>
                </a:lnTo>
                <a:lnTo>
                  <a:pt x="0" y="316147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B4B37-E106-4F0C-BE7B-BBC2C1AC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73" y="1509934"/>
            <a:ext cx="1491258" cy="316147"/>
          </a:xfrm>
          <a:custGeom xmlns:a="http://schemas.openxmlformats.org/drawingml/2006/main">
            <a:pathLst>
              <a:path w="1491258" h="316147" fill="none">
                <a:moveTo>
                  <a:pt x="0" y="0"/>
                </a:moveTo>
                <a:lnTo>
                  <a:pt x="1491258" y="0"/>
                </a:lnTo>
                <a:lnTo>
                  <a:pt x="1491258" y="316147"/>
                </a:lnTo>
                <a:lnTo>
                  <a:pt x="0" y="316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80323f44a438c"/>
          <a:stretch xmlns:a="http://schemas.openxmlformats.org/drawingml/2006/main"/>
        </p:blipFill>
        <p:spPr>
          <a:xfrm xmlns:a="http://schemas.openxmlformats.org/drawingml/2006/main">
            <a:off x="1665109" y="1509934"/>
            <a:ext cx="310182" cy="316147"/>
          </a:xfrm>
          <a:prstGeom xmlns:a="http://schemas.openxmlformats.org/drawingml/2006/main" prst="rect">
            <a:avLst/>
          </a:prstGeom>
        </p:spPr>
      </p:pic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AA8E1-2AA4-427F-A7CA-D98E55B4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71" y="2265983"/>
            <a:ext cx="1491258" cy="316147"/>
          </a:xfrm>
          <a:custGeom xmlns:a="http://schemas.openxmlformats.org/drawingml/2006/main">
            <a:pathLst>
              <a:path w="1491258" h="316147">
                <a:moveTo>
                  <a:pt x="0" y="316147"/>
                </a:moveTo>
                <a:lnTo>
                  <a:pt x="1491258" y="316147"/>
                </a:lnTo>
                <a:lnTo>
                  <a:pt x="1491258" y="0"/>
                </a:lnTo>
                <a:lnTo>
                  <a:pt x="0" y="0"/>
                </a:lnTo>
                <a:lnTo>
                  <a:pt x="0" y="316147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418D6-4940-4B71-95E0-20B7F7B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73" y="2265984"/>
            <a:ext cx="1491258" cy="316147"/>
          </a:xfrm>
          <a:custGeom xmlns:a="http://schemas.openxmlformats.org/drawingml/2006/main">
            <a:pathLst>
              <a:path w="1491258" h="316147" fill="none">
                <a:moveTo>
                  <a:pt x="0" y="0"/>
                </a:moveTo>
                <a:lnTo>
                  <a:pt x="1491258" y="0"/>
                </a:lnTo>
                <a:lnTo>
                  <a:pt x="1491258" y="316147"/>
                </a:lnTo>
                <a:lnTo>
                  <a:pt x="0" y="316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14C20-6EA8-494C-A805-0D1C63B8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57" y="2898276"/>
            <a:ext cx="1491258" cy="316147"/>
          </a:xfrm>
          <a:custGeom xmlns:a="http://schemas.openxmlformats.org/drawingml/2006/main">
            <a:pathLst>
              <a:path w="1491258" h="316147">
                <a:moveTo>
                  <a:pt x="0" y="316147"/>
                </a:moveTo>
                <a:lnTo>
                  <a:pt x="1491258" y="316147"/>
                </a:lnTo>
                <a:lnTo>
                  <a:pt x="1491258" y="0"/>
                </a:lnTo>
                <a:lnTo>
                  <a:pt x="0" y="0"/>
                </a:lnTo>
                <a:lnTo>
                  <a:pt x="0" y="316147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497F2-5B02-4EAC-910E-3F561C2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55" y="2898277"/>
            <a:ext cx="1491258" cy="316147"/>
          </a:xfrm>
          <a:custGeom xmlns:a="http://schemas.openxmlformats.org/drawingml/2006/main">
            <a:pathLst>
              <a:path w="1491258" h="316147" fill="none">
                <a:moveTo>
                  <a:pt x="0" y="0"/>
                </a:moveTo>
                <a:lnTo>
                  <a:pt x="1491258" y="0"/>
                </a:lnTo>
                <a:lnTo>
                  <a:pt x="1491258" y="316147"/>
                </a:lnTo>
                <a:lnTo>
                  <a:pt x="0" y="316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25" name="Text Step2:">
            <a:extLst xmlns:a="http://schemas.openxmlformats.org/drawingml/2006/main">
              <a:ext uri="{FF2B5EF4-FFF2-40B4-BE49-F238E27FC236}">
                <a16:creationId xmlns:a16="http://schemas.microsoft.com/office/drawing/2014/main" id="{AD83A156-5B16-47F2-928B-A9389540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021" y="86456"/>
            <a:ext cx="613619" cy="174104"/>
          </a:xfrm>
          <a:custGeom xmlns:a="http://schemas.openxmlformats.org/drawingml/2006/main">
            <a:pathLst>
              <a:path w="613619" h="174104">
                <a:moveTo>
                  <a:pt x="29141" y="94290"/>
                </a:moveTo>
                <a:lnTo>
                  <a:pt x="128" y="94290"/>
                </a:lnTo>
                <a:cubicBezTo>
                  <a:pt x="0" y="102688"/>
                  <a:pt x="1526" y="109942"/>
                  <a:pt x="4707" y="116053"/>
                </a:cubicBezTo>
                <a:cubicBezTo>
                  <a:pt x="7889" y="122164"/>
                  <a:pt x="12184" y="127193"/>
                  <a:pt x="17592" y="131140"/>
                </a:cubicBezTo>
                <a:cubicBezTo>
                  <a:pt x="23002" y="135088"/>
                  <a:pt x="29238" y="137985"/>
                  <a:pt x="36300" y="139832"/>
                </a:cubicBezTo>
                <a:cubicBezTo>
                  <a:pt x="43362" y="141678"/>
                  <a:pt x="50647" y="142602"/>
                  <a:pt x="58156" y="142602"/>
                </a:cubicBezTo>
                <a:cubicBezTo>
                  <a:pt x="67445" y="142602"/>
                  <a:pt x="75621" y="141520"/>
                  <a:pt x="82683" y="139357"/>
                </a:cubicBezTo>
                <a:cubicBezTo>
                  <a:pt x="89745" y="137194"/>
                  <a:pt x="95663" y="134171"/>
                  <a:pt x="100436" y="130290"/>
                </a:cubicBezTo>
                <a:cubicBezTo>
                  <a:pt x="105208" y="126408"/>
                  <a:pt x="108804" y="121796"/>
                  <a:pt x="111221" y="116452"/>
                </a:cubicBezTo>
                <a:cubicBezTo>
                  <a:pt x="113639" y="111106"/>
                  <a:pt x="114847" y="105316"/>
                  <a:pt x="114847" y="99081"/>
                </a:cubicBezTo>
                <a:cubicBezTo>
                  <a:pt x="114847" y="91446"/>
                  <a:pt x="113225" y="85179"/>
                  <a:pt x="109980" y="80280"/>
                </a:cubicBezTo>
                <a:cubicBezTo>
                  <a:pt x="106736" y="75379"/>
                  <a:pt x="102886" y="71466"/>
                  <a:pt x="98432" y="68540"/>
                </a:cubicBezTo>
                <a:cubicBezTo>
                  <a:pt x="93977" y="65613"/>
                  <a:pt x="89491" y="63482"/>
                  <a:pt x="84973" y="62146"/>
                </a:cubicBezTo>
                <a:cubicBezTo>
                  <a:pt x="80456" y="60809"/>
                  <a:pt x="76925" y="59885"/>
                  <a:pt x="74379" y="59377"/>
                </a:cubicBezTo>
                <a:cubicBezTo>
                  <a:pt x="65853" y="57213"/>
                  <a:pt x="58949" y="55432"/>
                  <a:pt x="53668" y="54032"/>
                </a:cubicBezTo>
                <a:cubicBezTo>
                  <a:pt x="48388" y="52632"/>
                  <a:pt x="44253" y="51233"/>
                  <a:pt x="41263" y="49835"/>
                </a:cubicBezTo>
                <a:cubicBezTo>
                  <a:pt x="38273" y="48435"/>
                  <a:pt x="36268" y="46908"/>
                  <a:pt x="35248" y="45253"/>
                </a:cubicBezTo>
                <a:cubicBezTo>
                  <a:pt x="34231" y="43599"/>
                  <a:pt x="33722" y="41435"/>
                  <a:pt x="33722" y="38761"/>
                </a:cubicBezTo>
                <a:cubicBezTo>
                  <a:pt x="33722" y="35835"/>
                  <a:pt x="34358" y="33417"/>
                  <a:pt x="35630" y="31509"/>
                </a:cubicBezTo>
                <a:cubicBezTo>
                  <a:pt x="36904" y="29600"/>
                  <a:pt x="38526" y="28010"/>
                  <a:pt x="40497" y="26738"/>
                </a:cubicBezTo>
                <a:cubicBezTo>
                  <a:pt x="42470" y="25464"/>
                  <a:pt x="44665" y="24573"/>
                  <a:pt x="47082" y="24064"/>
                </a:cubicBezTo>
                <a:cubicBezTo>
                  <a:pt x="49502" y="23555"/>
                  <a:pt x="51920" y="23301"/>
                  <a:pt x="54338" y="23301"/>
                </a:cubicBezTo>
                <a:cubicBezTo>
                  <a:pt x="58029" y="23301"/>
                  <a:pt x="61433" y="23619"/>
                  <a:pt x="64549" y="24256"/>
                </a:cubicBezTo>
                <a:cubicBezTo>
                  <a:pt x="67668" y="24891"/>
                  <a:pt x="70436" y="25973"/>
                  <a:pt x="72853" y="27501"/>
                </a:cubicBezTo>
                <a:cubicBezTo>
                  <a:pt x="75273" y="29027"/>
                  <a:pt x="77213" y="31126"/>
                  <a:pt x="78676" y="33798"/>
                </a:cubicBezTo>
                <a:cubicBezTo>
                  <a:pt x="80140" y="36470"/>
                  <a:pt x="80999" y="39842"/>
                  <a:pt x="81253" y="43913"/>
                </a:cubicBezTo>
                <a:lnTo>
                  <a:pt x="110266" y="43913"/>
                </a:lnTo>
                <a:cubicBezTo>
                  <a:pt x="110266" y="36024"/>
                  <a:pt x="108771" y="29312"/>
                  <a:pt x="105780" y="23776"/>
                </a:cubicBezTo>
                <a:cubicBezTo>
                  <a:pt x="102790" y="18238"/>
                  <a:pt x="98749" y="13686"/>
                  <a:pt x="93658" y="10121"/>
                </a:cubicBezTo>
                <a:cubicBezTo>
                  <a:pt x="88569" y="6556"/>
                  <a:pt x="82747" y="3979"/>
                  <a:pt x="76194" y="2388"/>
                </a:cubicBezTo>
                <a:cubicBezTo>
                  <a:pt x="69641" y="796"/>
                  <a:pt x="62801" y="0"/>
                  <a:pt x="55675" y="0"/>
                </a:cubicBezTo>
                <a:cubicBezTo>
                  <a:pt x="49566" y="0"/>
                  <a:pt x="43457" y="827"/>
                  <a:pt x="37348" y="2482"/>
                </a:cubicBezTo>
                <a:cubicBezTo>
                  <a:pt x="31242" y="4136"/>
                  <a:pt x="25770" y="6682"/>
                  <a:pt x="20933" y="10118"/>
                </a:cubicBezTo>
                <a:cubicBezTo>
                  <a:pt x="16098" y="13553"/>
                  <a:pt x="12185" y="17848"/>
                  <a:pt x="9195" y="23001"/>
                </a:cubicBezTo>
                <a:cubicBezTo>
                  <a:pt x="6205" y="28154"/>
                  <a:pt x="4710" y="34230"/>
                  <a:pt x="4710" y="41228"/>
                </a:cubicBezTo>
                <a:cubicBezTo>
                  <a:pt x="4710" y="47463"/>
                  <a:pt x="5886" y="52776"/>
                  <a:pt x="8240" y="57166"/>
                </a:cubicBezTo>
                <a:cubicBezTo>
                  <a:pt x="10595" y="61556"/>
                  <a:pt x="13682" y="65215"/>
                  <a:pt x="17499" y="68143"/>
                </a:cubicBezTo>
                <a:cubicBezTo>
                  <a:pt x="21316" y="71070"/>
                  <a:pt x="25643" y="73455"/>
                  <a:pt x="30478" y="75300"/>
                </a:cubicBezTo>
                <a:cubicBezTo>
                  <a:pt x="35314" y="77144"/>
                  <a:pt x="40278" y="78704"/>
                  <a:pt x="45367" y="79977"/>
                </a:cubicBezTo>
                <a:cubicBezTo>
                  <a:pt x="50330" y="81375"/>
                  <a:pt x="55229" y="82647"/>
                  <a:pt x="60064" y="83793"/>
                </a:cubicBezTo>
                <a:cubicBezTo>
                  <a:pt x="64901" y="84939"/>
                  <a:pt x="69228" y="86275"/>
                  <a:pt x="73045" y="87804"/>
                </a:cubicBezTo>
                <a:cubicBezTo>
                  <a:pt x="76863" y="89330"/>
                  <a:pt x="79948" y="91239"/>
                  <a:pt x="82302" y="93530"/>
                </a:cubicBezTo>
                <a:cubicBezTo>
                  <a:pt x="84657" y="95819"/>
                  <a:pt x="85835" y="98809"/>
                  <a:pt x="85835" y="102501"/>
                </a:cubicBezTo>
                <a:cubicBezTo>
                  <a:pt x="85835" y="105936"/>
                  <a:pt x="84943" y="108767"/>
                  <a:pt x="83161" y="110994"/>
                </a:cubicBezTo>
                <a:cubicBezTo>
                  <a:pt x="81380" y="113221"/>
                  <a:pt x="79153" y="114971"/>
                  <a:pt x="76479" y="116242"/>
                </a:cubicBezTo>
                <a:cubicBezTo>
                  <a:pt x="73808" y="117514"/>
                  <a:pt x="70944" y="118373"/>
                  <a:pt x="67890" y="118820"/>
                </a:cubicBezTo>
                <a:cubicBezTo>
                  <a:pt x="64836" y="119265"/>
                  <a:pt x="61973" y="119487"/>
                  <a:pt x="59301" y="119487"/>
                </a:cubicBezTo>
                <a:cubicBezTo>
                  <a:pt x="55355" y="119487"/>
                  <a:pt x="51537" y="119010"/>
                  <a:pt x="47845" y="118057"/>
                </a:cubicBezTo>
                <a:cubicBezTo>
                  <a:pt x="44156" y="117102"/>
                  <a:pt x="40944" y="115638"/>
                  <a:pt x="38208" y="113665"/>
                </a:cubicBezTo>
                <a:cubicBezTo>
                  <a:pt x="35472" y="111692"/>
                  <a:pt x="33277" y="109115"/>
                  <a:pt x="31622" y="105935"/>
                </a:cubicBezTo>
                <a:cubicBezTo>
                  <a:pt x="29968" y="102752"/>
                  <a:pt x="29141" y="98871"/>
                  <a:pt x="29141" y="94290"/>
                </a:cubicBezTo>
                <a:close/>
                <a:moveTo>
                  <a:pt x="164094" y="41010"/>
                </a:moveTo>
                <a:lnTo>
                  <a:pt x="164094" y="11371"/>
                </a:lnTo>
                <a:lnTo>
                  <a:pt x="136989" y="11371"/>
                </a:lnTo>
                <a:lnTo>
                  <a:pt x="136989" y="41010"/>
                </a:lnTo>
                <a:lnTo>
                  <a:pt x="120573" y="41010"/>
                </a:lnTo>
                <a:lnTo>
                  <a:pt x="120573" y="59091"/>
                </a:lnTo>
                <a:lnTo>
                  <a:pt x="136989" y="59091"/>
                </a:lnTo>
                <a:lnTo>
                  <a:pt x="136989" y="117276"/>
                </a:lnTo>
                <a:cubicBezTo>
                  <a:pt x="136989" y="122238"/>
                  <a:pt x="137816" y="126244"/>
                  <a:pt x="139470" y="129297"/>
                </a:cubicBezTo>
                <a:cubicBezTo>
                  <a:pt x="141125" y="132349"/>
                  <a:pt x="143383" y="134703"/>
                  <a:pt x="146245" y="136357"/>
                </a:cubicBezTo>
                <a:cubicBezTo>
                  <a:pt x="149109" y="138009"/>
                  <a:pt x="152418" y="139121"/>
                  <a:pt x="156171" y="139692"/>
                </a:cubicBezTo>
                <a:cubicBezTo>
                  <a:pt x="159927" y="140265"/>
                  <a:pt x="163904" y="140551"/>
                  <a:pt x="168104" y="140551"/>
                </a:cubicBezTo>
                <a:cubicBezTo>
                  <a:pt x="170776" y="140551"/>
                  <a:pt x="173512" y="140489"/>
                  <a:pt x="176312" y="140365"/>
                </a:cubicBezTo>
                <a:cubicBezTo>
                  <a:pt x="179112" y="140240"/>
                  <a:pt x="181657" y="139992"/>
                  <a:pt x="183946" y="139619"/>
                </a:cubicBezTo>
                <a:lnTo>
                  <a:pt x="183946" y="118538"/>
                </a:lnTo>
                <a:cubicBezTo>
                  <a:pt x="182674" y="118792"/>
                  <a:pt x="181338" y="118983"/>
                  <a:pt x="179938" y="119111"/>
                </a:cubicBezTo>
                <a:cubicBezTo>
                  <a:pt x="178538" y="119238"/>
                  <a:pt x="177075" y="119301"/>
                  <a:pt x="175549" y="119301"/>
                </a:cubicBezTo>
                <a:cubicBezTo>
                  <a:pt x="170966" y="119301"/>
                  <a:pt x="167911" y="118538"/>
                  <a:pt x="166383" y="117014"/>
                </a:cubicBezTo>
                <a:cubicBezTo>
                  <a:pt x="164857" y="115490"/>
                  <a:pt x="164094" y="112441"/>
                  <a:pt x="164094" y="107869"/>
                </a:cubicBezTo>
                <a:lnTo>
                  <a:pt x="164094" y="59091"/>
                </a:lnTo>
                <a:lnTo>
                  <a:pt x="183946" y="59091"/>
                </a:lnTo>
                <a:lnTo>
                  <a:pt x="183946" y="41010"/>
                </a:lnTo>
                <a:lnTo>
                  <a:pt x="164094" y="41010"/>
                </a:lnTo>
                <a:close/>
                <a:moveTo>
                  <a:pt x="263350" y="79782"/>
                </a:moveTo>
                <a:lnTo>
                  <a:pt x="219259" y="79782"/>
                </a:lnTo>
                <a:cubicBezTo>
                  <a:pt x="219386" y="77868"/>
                  <a:pt x="219798" y="75698"/>
                  <a:pt x="220497" y="73273"/>
                </a:cubicBezTo>
                <a:cubicBezTo>
                  <a:pt x="221198" y="70845"/>
                  <a:pt x="222408" y="68547"/>
                  <a:pt x="224126" y="66378"/>
                </a:cubicBezTo>
                <a:cubicBezTo>
                  <a:pt x="225845" y="64208"/>
                  <a:pt x="228135" y="62388"/>
                  <a:pt x="230997" y="60920"/>
                </a:cubicBezTo>
                <a:cubicBezTo>
                  <a:pt x="233861" y="59452"/>
                  <a:pt x="237456" y="58718"/>
                  <a:pt x="241783" y="58718"/>
                </a:cubicBezTo>
                <a:cubicBezTo>
                  <a:pt x="248400" y="58718"/>
                  <a:pt x="253331" y="60506"/>
                  <a:pt x="256576" y="64080"/>
                </a:cubicBezTo>
                <a:cubicBezTo>
                  <a:pt x="259820" y="67655"/>
                  <a:pt x="262079" y="72889"/>
                  <a:pt x="263350" y="79782"/>
                </a:cubicBezTo>
                <a:moveTo>
                  <a:pt x="219259" y="96932"/>
                </a:moveTo>
                <a:lnTo>
                  <a:pt x="290458" y="96932"/>
                </a:lnTo>
                <a:cubicBezTo>
                  <a:pt x="290967" y="89281"/>
                  <a:pt x="290330" y="81949"/>
                  <a:pt x="288547" y="74936"/>
                </a:cubicBezTo>
                <a:cubicBezTo>
                  <a:pt x="286767" y="67922"/>
                  <a:pt x="283872" y="61675"/>
                  <a:pt x="279862" y="56193"/>
                </a:cubicBezTo>
                <a:cubicBezTo>
                  <a:pt x="275854" y="50710"/>
                  <a:pt x="270732" y="46343"/>
                  <a:pt x="264495" y="43092"/>
                </a:cubicBezTo>
                <a:cubicBezTo>
                  <a:pt x="258260" y="39840"/>
                  <a:pt x="250944" y="38213"/>
                  <a:pt x="242546" y="38213"/>
                </a:cubicBezTo>
                <a:cubicBezTo>
                  <a:pt x="235037" y="38213"/>
                  <a:pt x="228197" y="39552"/>
                  <a:pt x="222026" y="42230"/>
                </a:cubicBezTo>
                <a:cubicBezTo>
                  <a:pt x="215855" y="44906"/>
                  <a:pt x="210543" y="48570"/>
                  <a:pt x="206088" y="53222"/>
                </a:cubicBezTo>
                <a:cubicBezTo>
                  <a:pt x="201634" y="57875"/>
                  <a:pt x="198198" y="63388"/>
                  <a:pt x="195781" y="69763"/>
                </a:cubicBezTo>
                <a:cubicBezTo>
                  <a:pt x="193363" y="76136"/>
                  <a:pt x="192155" y="83019"/>
                  <a:pt x="192155" y="90413"/>
                </a:cubicBezTo>
                <a:cubicBezTo>
                  <a:pt x="192155" y="98060"/>
                  <a:pt x="193331" y="105071"/>
                  <a:pt x="195685" y="111445"/>
                </a:cubicBezTo>
                <a:cubicBezTo>
                  <a:pt x="198040" y="117818"/>
                  <a:pt x="201381" y="123300"/>
                  <a:pt x="205707" y="127890"/>
                </a:cubicBezTo>
                <a:cubicBezTo>
                  <a:pt x="210033" y="132478"/>
                  <a:pt x="215314" y="136015"/>
                  <a:pt x="221549" y="138501"/>
                </a:cubicBezTo>
                <a:cubicBezTo>
                  <a:pt x="227784" y="140986"/>
                  <a:pt x="234783" y="142229"/>
                  <a:pt x="242546" y="142229"/>
                </a:cubicBezTo>
                <a:cubicBezTo>
                  <a:pt x="253744" y="142229"/>
                  <a:pt x="263287" y="139686"/>
                  <a:pt x="271177" y="134601"/>
                </a:cubicBezTo>
                <a:cubicBezTo>
                  <a:pt x="279068" y="129515"/>
                  <a:pt x="284922" y="121060"/>
                  <a:pt x="288740" y="109235"/>
                </a:cubicBezTo>
                <a:lnTo>
                  <a:pt x="264880" y="109235"/>
                </a:lnTo>
                <a:cubicBezTo>
                  <a:pt x="263988" y="112262"/>
                  <a:pt x="261570" y="115132"/>
                  <a:pt x="257624" y="117844"/>
                </a:cubicBezTo>
                <a:cubicBezTo>
                  <a:pt x="253681" y="120555"/>
                  <a:pt x="248973" y="121910"/>
                  <a:pt x="243501" y="121910"/>
                </a:cubicBezTo>
                <a:cubicBezTo>
                  <a:pt x="235866" y="121910"/>
                  <a:pt x="230012" y="119940"/>
                  <a:pt x="225938" y="116001"/>
                </a:cubicBezTo>
                <a:cubicBezTo>
                  <a:pt x="221866" y="112059"/>
                  <a:pt x="219640" y="105703"/>
                  <a:pt x="219259" y="96932"/>
                </a:cubicBezTo>
                <a:close/>
                <a:moveTo>
                  <a:pt x="356310" y="121910"/>
                </a:moveTo>
                <a:cubicBezTo>
                  <a:pt x="351982" y="121910"/>
                  <a:pt x="348291" y="121020"/>
                  <a:pt x="345237" y="119239"/>
                </a:cubicBezTo>
                <a:cubicBezTo>
                  <a:pt x="342184" y="117457"/>
                  <a:pt x="339735" y="115134"/>
                  <a:pt x="337888" y="112270"/>
                </a:cubicBezTo>
                <a:cubicBezTo>
                  <a:pt x="336044" y="109406"/>
                  <a:pt x="334708" y="106065"/>
                  <a:pt x="333880" y="102247"/>
                </a:cubicBezTo>
                <a:cubicBezTo>
                  <a:pt x="333053" y="98428"/>
                  <a:pt x="332640" y="94545"/>
                  <a:pt x="332640" y="90600"/>
                </a:cubicBezTo>
                <a:cubicBezTo>
                  <a:pt x="332640" y="86528"/>
                  <a:pt x="333021" y="82583"/>
                  <a:pt x="333784" y="78766"/>
                </a:cubicBezTo>
                <a:cubicBezTo>
                  <a:pt x="334547" y="74946"/>
                  <a:pt x="335851" y="71574"/>
                  <a:pt x="337696" y="68647"/>
                </a:cubicBezTo>
                <a:cubicBezTo>
                  <a:pt x="339543" y="65719"/>
                  <a:pt x="341961" y="63333"/>
                  <a:pt x="344951" y="61488"/>
                </a:cubicBezTo>
                <a:cubicBezTo>
                  <a:pt x="347942" y="59642"/>
                  <a:pt x="351664" y="58718"/>
                  <a:pt x="356118" y="58718"/>
                </a:cubicBezTo>
                <a:cubicBezTo>
                  <a:pt x="360446" y="58718"/>
                  <a:pt x="364106" y="59642"/>
                  <a:pt x="367096" y="61488"/>
                </a:cubicBezTo>
                <a:cubicBezTo>
                  <a:pt x="370086" y="63333"/>
                  <a:pt x="372536" y="65751"/>
                  <a:pt x="374444" y="68743"/>
                </a:cubicBezTo>
                <a:cubicBezTo>
                  <a:pt x="376353" y="71734"/>
                  <a:pt x="377721" y="75138"/>
                  <a:pt x="378548" y="78955"/>
                </a:cubicBezTo>
                <a:cubicBezTo>
                  <a:pt x="379375" y="82773"/>
                  <a:pt x="379789" y="86654"/>
                  <a:pt x="379789" y="90600"/>
                </a:cubicBezTo>
                <a:cubicBezTo>
                  <a:pt x="379789" y="94545"/>
                  <a:pt x="379407" y="98428"/>
                  <a:pt x="378644" y="102247"/>
                </a:cubicBezTo>
                <a:cubicBezTo>
                  <a:pt x="377881" y="106065"/>
                  <a:pt x="376576" y="109406"/>
                  <a:pt x="374730" y="112270"/>
                </a:cubicBezTo>
                <a:cubicBezTo>
                  <a:pt x="372885" y="115134"/>
                  <a:pt x="370468" y="117457"/>
                  <a:pt x="367477" y="119239"/>
                </a:cubicBezTo>
                <a:cubicBezTo>
                  <a:pt x="364487" y="121020"/>
                  <a:pt x="360765" y="121910"/>
                  <a:pt x="356310" y="121910"/>
                </a:cubicBezTo>
                <a:moveTo>
                  <a:pt x="306490" y="40948"/>
                </a:moveTo>
                <a:lnTo>
                  <a:pt x="306490" y="174104"/>
                </a:lnTo>
                <a:lnTo>
                  <a:pt x="333595" y="174104"/>
                </a:lnTo>
                <a:lnTo>
                  <a:pt x="333595" y="127471"/>
                </a:lnTo>
                <a:lnTo>
                  <a:pt x="333977" y="127471"/>
                </a:lnTo>
                <a:cubicBezTo>
                  <a:pt x="337285" y="132327"/>
                  <a:pt x="341516" y="136001"/>
                  <a:pt x="346670" y="138492"/>
                </a:cubicBezTo>
                <a:cubicBezTo>
                  <a:pt x="351823" y="140983"/>
                  <a:pt x="357454" y="142229"/>
                  <a:pt x="363563" y="142229"/>
                </a:cubicBezTo>
                <a:cubicBezTo>
                  <a:pt x="370817" y="142229"/>
                  <a:pt x="377148" y="140827"/>
                  <a:pt x="382556" y="138023"/>
                </a:cubicBezTo>
                <a:cubicBezTo>
                  <a:pt x="387964" y="135219"/>
                  <a:pt x="392481" y="131459"/>
                  <a:pt x="396108" y="126742"/>
                </a:cubicBezTo>
                <a:cubicBezTo>
                  <a:pt x="399736" y="122026"/>
                  <a:pt x="402439" y="116608"/>
                  <a:pt x="404220" y="110490"/>
                </a:cubicBezTo>
                <a:cubicBezTo>
                  <a:pt x="406003" y="104372"/>
                  <a:pt x="406894" y="97998"/>
                  <a:pt x="406894" y="91369"/>
                </a:cubicBezTo>
                <a:cubicBezTo>
                  <a:pt x="406894" y="84357"/>
                  <a:pt x="406003" y="77633"/>
                  <a:pt x="404220" y="71196"/>
                </a:cubicBezTo>
                <a:cubicBezTo>
                  <a:pt x="402439" y="64759"/>
                  <a:pt x="399704" y="59119"/>
                  <a:pt x="396012" y="54277"/>
                </a:cubicBezTo>
                <a:cubicBezTo>
                  <a:pt x="392323" y="49432"/>
                  <a:pt x="387678" y="45544"/>
                  <a:pt x="382078" y="42612"/>
                </a:cubicBezTo>
                <a:cubicBezTo>
                  <a:pt x="376480" y="39679"/>
                  <a:pt x="369800" y="38213"/>
                  <a:pt x="362037" y="38213"/>
                </a:cubicBezTo>
                <a:cubicBezTo>
                  <a:pt x="355928" y="38213"/>
                  <a:pt x="350328" y="39427"/>
                  <a:pt x="345237" y="41854"/>
                </a:cubicBezTo>
                <a:cubicBezTo>
                  <a:pt x="340147" y="44281"/>
                  <a:pt x="335948" y="48178"/>
                  <a:pt x="332640" y="53545"/>
                </a:cubicBezTo>
                <a:lnTo>
                  <a:pt x="332258" y="53545"/>
                </a:lnTo>
                <a:lnTo>
                  <a:pt x="332258" y="40948"/>
                </a:lnTo>
                <a:lnTo>
                  <a:pt x="306490" y="40948"/>
                </a:lnTo>
                <a:close/>
                <a:moveTo>
                  <a:pt x="472939" y="57387"/>
                </a:moveTo>
                <a:lnTo>
                  <a:pt x="498899" y="57387"/>
                </a:lnTo>
                <a:cubicBezTo>
                  <a:pt x="498899" y="53824"/>
                  <a:pt x="499249" y="50229"/>
                  <a:pt x="499948" y="46602"/>
                </a:cubicBezTo>
                <a:cubicBezTo>
                  <a:pt x="500649" y="42975"/>
                  <a:pt x="501827" y="39666"/>
                  <a:pt x="503481" y="36676"/>
                </a:cubicBezTo>
                <a:cubicBezTo>
                  <a:pt x="505135" y="33685"/>
                  <a:pt x="507331" y="31268"/>
                  <a:pt x="510066" y="29423"/>
                </a:cubicBezTo>
                <a:cubicBezTo>
                  <a:pt x="512802" y="27579"/>
                  <a:pt x="516143" y="26656"/>
                  <a:pt x="520089" y="26656"/>
                </a:cubicBezTo>
                <a:cubicBezTo>
                  <a:pt x="525941" y="26656"/>
                  <a:pt x="530744" y="28469"/>
                  <a:pt x="534497" y="32094"/>
                </a:cubicBezTo>
                <a:cubicBezTo>
                  <a:pt x="538253" y="35719"/>
                  <a:pt x="540130" y="40776"/>
                  <a:pt x="540130" y="47263"/>
                </a:cubicBezTo>
                <a:cubicBezTo>
                  <a:pt x="540130" y="51335"/>
                  <a:pt x="539207" y="54961"/>
                  <a:pt x="537361" y="58142"/>
                </a:cubicBezTo>
                <a:cubicBezTo>
                  <a:pt x="535516" y="61322"/>
                  <a:pt x="533226" y="64184"/>
                  <a:pt x="530490" y="66728"/>
                </a:cubicBezTo>
                <a:cubicBezTo>
                  <a:pt x="527754" y="69272"/>
                  <a:pt x="524731" y="71593"/>
                  <a:pt x="521423" y="73692"/>
                </a:cubicBezTo>
                <a:cubicBezTo>
                  <a:pt x="518114" y="75791"/>
                  <a:pt x="514997" y="77858"/>
                  <a:pt x="512070" y="79893"/>
                </a:cubicBezTo>
                <a:cubicBezTo>
                  <a:pt x="506344" y="83837"/>
                  <a:pt x="500903" y="87717"/>
                  <a:pt x="495748" y="91535"/>
                </a:cubicBezTo>
                <a:cubicBezTo>
                  <a:pt x="490595" y="95350"/>
                  <a:pt x="486109" y="99516"/>
                  <a:pt x="482292" y="104033"/>
                </a:cubicBezTo>
                <a:cubicBezTo>
                  <a:pt x="478474" y="108547"/>
                  <a:pt x="475452" y="113668"/>
                  <a:pt x="473225" y="119394"/>
                </a:cubicBezTo>
                <a:cubicBezTo>
                  <a:pt x="470998" y="125118"/>
                  <a:pt x="469884" y="131860"/>
                  <a:pt x="469884" y="139619"/>
                </a:cubicBezTo>
                <a:lnTo>
                  <a:pt x="567998" y="139619"/>
                </a:lnTo>
                <a:lnTo>
                  <a:pt x="567998" y="116318"/>
                </a:lnTo>
                <a:lnTo>
                  <a:pt x="504815" y="116318"/>
                </a:lnTo>
                <a:cubicBezTo>
                  <a:pt x="508124" y="111739"/>
                  <a:pt x="511941" y="107733"/>
                  <a:pt x="516267" y="104298"/>
                </a:cubicBezTo>
                <a:cubicBezTo>
                  <a:pt x="520596" y="100863"/>
                  <a:pt x="525050" y="97651"/>
                  <a:pt x="529630" y="94663"/>
                </a:cubicBezTo>
                <a:cubicBezTo>
                  <a:pt x="534211" y="91673"/>
                  <a:pt x="538761" y="88651"/>
                  <a:pt x="543279" y="85599"/>
                </a:cubicBezTo>
                <a:cubicBezTo>
                  <a:pt x="547797" y="82544"/>
                  <a:pt x="551838" y="79142"/>
                  <a:pt x="555401" y="75390"/>
                </a:cubicBezTo>
                <a:cubicBezTo>
                  <a:pt x="558964" y="71637"/>
                  <a:pt x="561827" y="67343"/>
                  <a:pt x="563991" y="62510"/>
                </a:cubicBezTo>
                <a:cubicBezTo>
                  <a:pt x="566154" y="57676"/>
                  <a:pt x="567235" y="51886"/>
                  <a:pt x="567235" y="45143"/>
                </a:cubicBezTo>
                <a:cubicBezTo>
                  <a:pt x="567235" y="38655"/>
                  <a:pt x="565994" y="32804"/>
                  <a:pt x="563513" y="27588"/>
                </a:cubicBezTo>
                <a:cubicBezTo>
                  <a:pt x="561031" y="22373"/>
                  <a:pt x="557691" y="17984"/>
                  <a:pt x="553491" y="14423"/>
                </a:cubicBezTo>
                <a:cubicBezTo>
                  <a:pt x="549293" y="10860"/>
                  <a:pt x="544426" y="8125"/>
                  <a:pt x="538890" y="6218"/>
                </a:cubicBezTo>
                <a:cubicBezTo>
                  <a:pt x="533354" y="4310"/>
                  <a:pt x="527531" y="3355"/>
                  <a:pt x="521423" y="3355"/>
                </a:cubicBezTo>
                <a:cubicBezTo>
                  <a:pt x="513405" y="3355"/>
                  <a:pt x="506310" y="4724"/>
                  <a:pt x="500137" y="7462"/>
                </a:cubicBezTo>
                <a:cubicBezTo>
                  <a:pt x="493966" y="10200"/>
                  <a:pt x="488845" y="14020"/>
                  <a:pt x="484773" y="18923"/>
                </a:cubicBezTo>
                <a:cubicBezTo>
                  <a:pt x="480701" y="23824"/>
                  <a:pt x="477647" y="29551"/>
                  <a:pt x="475610" y="36105"/>
                </a:cubicBezTo>
                <a:cubicBezTo>
                  <a:pt x="473575" y="42658"/>
                  <a:pt x="472685" y="49752"/>
                  <a:pt x="472939" y="57387"/>
                </a:cubicBezTo>
                <a:close/>
                <a:moveTo>
                  <a:pt x="613619" y="72140"/>
                </a:moveTo>
                <a:lnTo>
                  <a:pt x="613619" y="42687"/>
                </a:lnTo>
                <a:lnTo>
                  <a:pt x="583652" y="42687"/>
                </a:lnTo>
                <a:lnTo>
                  <a:pt x="583652" y="72140"/>
                </a:lnTo>
                <a:lnTo>
                  <a:pt x="613619" y="72140"/>
                </a:lnTo>
                <a:moveTo>
                  <a:pt x="583652" y="110167"/>
                </a:moveTo>
                <a:lnTo>
                  <a:pt x="583652" y="139619"/>
                </a:lnTo>
                <a:lnTo>
                  <a:pt x="613619" y="139619"/>
                </a:lnTo>
                <a:lnTo>
                  <a:pt x="613619" y="110167"/>
                </a:lnTo>
                <a:lnTo>
                  <a:pt x="583652" y="110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CorruptPTEstoAttackerControlledDestinations">
            <a:extLst xmlns:a="http://schemas.openxmlformats.org/drawingml/2006/main">
              <a:ext uri="{FF2B5EF4-FFF2-40B4-BE49-F238E27FC236}">
                <a16:creationId xmlns:a16="http://schemas.microsoft.com/office/drawing/2014/main" id="{32C956A8-44F2-4F79-8291-42E79182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294" y="318855"/>
            <a:ext cx="4479784" cy="173918"/>
          </a:xfrm>
          <a:custGeom xmlns:a="http://schemas.openxmlformats.org/drawingml/2006/main">
            <a:pathLst>
              <a:path w="4479784" h="173918">
                <a:moveTo>
                  <a:pt x="96777" y="49025"/>
                </a:moveTo>
                <a:lnTo>
                  <a:pt x="125793" y="49025"/>
                </a:lnTo>
                <a:cubicBezTo>
                  <a:pt x="124902" y="41136"/>
                  <a:pt x="122738" y="34139"/>
                  <a:pt x="119301" y="28034"/>
                </a:cubicBezTo>
                <a:cubicBezTo>
                  <a:pt x="115866" y="21927"/>
                  <a:pt x="111507" y="16809"/>
                  <a:pt x="106226" y="12679"/>
                </a:cubicBezTo>
                <a:cubicBezTo>
                  <a:pt x="100944" y="8547"/>
                  <a:pt x="94963" y="5401"/>
                  <a:pt x="88281" y="3242"/>
                </a:cubicBezTo>
                <a:cubicBezTo>
                  <a:pt x="81602" y="1081"/>
                  <a:pt x="74509" y="0"/>
                  <a:pt x="67002" y="0"/>
                </a:cubicBezTo>
                <a:cubicBezTo>
                  <a:pt x="56567" y="0"/>
                  <a:pt x="47181" y="1843"/>
                  <a:pt x="38846" y="5528"/>
                </a:cubicBezTo>
                <a:cubicBezTo>
                  <a:pt x="30512" y="9214"/>
                  <a:pt x="23481" y="14298"/>
                  <a:pt x="17752" y="20781"/>
                </a:cubicBezTo>
                <a:cubicBezTo>
                  <a:pt x="12026" y="27263"/>
                  <a:pt x="7636" y="34857"/>
                  <a:pt x="4582" y="43564"/>
                </a:cubicBezTo>
                <a:cubicBezTo>
                  <a:pt x="1527" y="52271"/>
                  <a:pt x="0" y="61708"/>
                  <a:pt x="0" y="71875"/>
                </a:cubicBezTo>
                <a:cubicBezTo>
                  <a:pt x="0" y="81789"/>
                  <a:pt x="1527" y="91036"/>
                  <a:pt x="4582" y="99614"/>
                </a:cubicBezTo>
                <a:cubicBezTo>
                  <a:pt x="7636" y="108193"/>
                  <a:pt x="12026" y="115660"/>
                  <a:pt x="17752" y="122015"/>
                </a:cubicBezTo>
                <a:cubicBezTo>
                  <a:pt x="23481" y="128371"/>
                  <a:pt x="30512" y="133360"/>
                  <a:pt x="38846" y="136983"/>
                </a:cubicBezTo>
                <a:cubicBezTo>
                  <a:pt x="47181" y="140604"/>
                  <a:pt x="56567" y="142415"/>
                  <a:pt x="67002" y="142415"/>
                </a:cubicBezTo>
                <a:cubicBezTo>
                  <a:pt x="75400" y="142415"/>
                  <a:pt x="83098" y="141144"/>
                  <a:pt x="90096" y="138603"/>
                </a:cubicBezTo>
                <a:cubicBezTo>
                  <a:pt x="97096" y="136059"/>
                  <a:pt x="103205" y="132372"/>
                  <a:pt x="108422" y="127543"/>
                </a:cubicBezTo>
                <a:cubicBezTo>
                  <a:pt x="113639" y="122712"/>
                  <a:pt x="117838" y="116862"/>
                  <a:pt x="121019" y="109992"/>
                </a:cubicBezTo>
                <a:cubicBezTo>
                  <a:pt x="124202" y="103122"/>
                  <a:pt x="126174" y="95424"/>
                  <a:pt x="126937" y="86898"/>
                </a:cubicBezTo>
                <a:lnTo>
                  <a:pt x="97922" y="86898"/>
                </a:lnTo>
                <a:cubicBezTo>
                  <a:pt x="96778" y="96059"/>
                  <a:pt x="93629" y="103440"/>
                  <a:pt x="88474" y="109039"/>
                </a:cubicBezTo>
                <a:cubicBezTo>
                  <a:pt x="83320" y="114638"/>
                  <a:pt x="76163" y="117437"/>
                  <a:pt x="67002" y="117437"/>
                </a:cubicBezTo>
                <a:cubicBezTo>
                  <a:pt x="60256" y="117437"/>
                  <a:pt x="54529" y="116134"/>
                  <a:pt x="49820" y="113528"/>
                </a:cubicBezTo>
                <a:cubicBezTo>
                  <a:pt x="45112" y="110922"/>
                  <a:pt x="41294" y="107459"/>
                  <a:pt x="38368" y="103139"/>
                </a:cubicBezTo>
                <a:cubicBezTo>
                  <a:pt x="35442" y="98816"/>
                  <a:pt x="33311" y="93955"/>
                  <a:pt x="31975" y="88555"/>
                </a:cubicBezTo>
                <a:cubicBezTo>
                  <a:pt x="30639" y="83153"/>
                  <a:pt x="29971" y="77592"/>
                  <a:pt x="29971" y="71872"/>
                </a:cubicBezTo>
                <a:cubicBezTo>
                  <a:pt x="29971" y="65899"/>
                  <a:pt x="30639" y="60116"/>
                  <a:pt x="31975" y="54524"/>
                </a:cubicBezTo>
                <a:cubicBezTo>
                  <a:pt x="33311" y="48932"/>
                  <a:pt x="35442" y="43944"/>
                  <a:pt x="38368" y="39559"/>
                </a:cubicBezTo>
                <a:cubicBezTo>
                  <a:pt x="41294" y="35175"/>
                  <a:pt x="45112" y="31680"/>
                  <a:pt x="49820" y="29074"/>
                </a:cubicBezTo>
                <a:cubicBezTo>
                  <a:pt x="54529" y="26468"/>
                  <a:pt x="60256" y="25165"/>
                  <a:pt x="67002" y="25165"/>
                </a:cubicBezTo>
                <a:cubicBezTo>
                  <a:pt x="70691" y="25165"/>
                  <a:pt x="74221" y="25770"/>
                  <a:pt x="77592" y="26980"/>
                </a:cubicBezTo>
                <a:cubicBezTo>
                  <a:pt x="80965" y="28187"/>
                  <a:pt x="83987" y="29873"/>
                  <a:pt x="86659" y="32036"/>
                </a:cubicBezTo>
                <a:cubicBezTo>
                  <a:pt x="89333" y="34199"/>
                  <a:pt x="91560" y="36713"/>
                  <a:pt x="93341" y="39577"/>
                </a:cubicBezTo>
                <a:cubicBezTo>
                  <a:pt x="95123" y="42439"/>
                  <a:pt x="96269" y="45588"/>
                  <a:pt x="96777" y="49025"/>
                </a:cubicBezTo>
                <a:close/>
                <a:moveTo>
                  <a:pt x="168548" y="90224"/>
                </a:moveTo>
                <a:cubicBezTo>
                  <a:pt x="168548" y="86278"/>
                  <a:pt x="168929" y="82397"/>
                  <a:pt x="169693" y="78579"/>
                </a:cubicBezTo>
                <a:cubicBezTo>
                  <a:pt x="170456" y="74760"/>
                  <a:pt x="171760" y="71387"/>
                  <a:pt x="173604" y="68461"/>
                </a:cubicBezTo>
                <a:cubicBezTo>
                  <a:pt x="175451" y="65533"/>
                  <a:pt x="177901" y="63146"/>
                  <a:pt x="180956" y="61302"/>
                </a:cubicBezTo>
                <a:cubicBezTo>
                  <a:pt x="184010" y="59455"/>
                  <a:pt x="187827" y="58532"/>
                  <a:pt x="192408" y="58532"/>
                </a:cubicBezTo>
                <a:cubicBezTo>
                  <a:pt x="196991" y="58532"/>
                  <a:pt x="200840" y="59455"/>
                  <a:pt x="203957" y="61302"/>
                </a:cubicBezTo>
                <a:cubicBezTo>
                  <a:pt x="207075" y="63146"/>
                  <a:pt x="209557" y="65533"/>
                  <a:pt x="211401" y="68461"/>
                </a:cubicBezTo>
                <a:cubicBezTo>
                  <a:pt x="213248" y="71387"/>
                  <a:pt x="214553" y="74760"/>
                  <a:pt x="215316" y="78579"/>
                </a:cubicBezTo>
                <a:cubicBezTo>
                  <a:pt x="216079" y="82397"/>
                  <a:pt x="216460" y="86278"/>
                  <a:pt x="216460" y="90224"/>
                </a:cubicBezTo>
                <a:cubicBezTo>
                  <a:pt x="216460" y="94170"/>
                  <a:pt x="216079" y="98020"/>
                  <a:pt x="215316" y="101775"/>
                </a:cubicBezTo>
                <a:cubicBezTo>
                  <a:pt x="214553" y="105529"/>
                  <a:pt x="213248" y="108902"/>
                  <a:pt x="211401" y="111894"/>
                </a:cubicBezTo>
                <a:cubicBezTo>
                  <a:pt x="209557" y="114884"/>
                  <a:pt x="207075" y="117271"/>
                  <a:pt x="203957" y="119053"/>
                </a:cubicBezTo>
                <a:cubicBezTo>
                  <a:pt x="200840" y="120834"/>
                  <a:pt x="196991" y="121724"/>
                  <a:pt x="192408" y="121724"/>
                </a:cubicBezTo>
                <a:cubicBezTo>
                  <a:pt x="187827" y="121724"/>
                  <a:pt x="184010" y="120834"/>
                  <a:pt x="180956" y="119053"/>
                </a:cubicBezTo>
                <a:cubicBezTo>
                  <a:pt x="177901" y="117271"/>
                  <a:pt x="175451" y="114884"/>
                  <a:pt x="173604" y="111894"/>
                </a:cubicBezTo>
                <a:cubicBezTo>
                  <a:pt x="171760" y="108902"/>
                  <a:pt x="170456" y="105529"/>
                  <a:pt x="169693" y="101775"/>
                </a:cubicBezTo>
                <a:cubicBezTo>
                  <a:pt x="168929" y="98020"/>
                  <a:pt x="168548" y="94170"/>
                  <a:pt x="168548" y="90224"/>
                </a:cubicBezTo>
                <a:moveTo>
                  <a:pt x="141443" y="90227"/>
                </a:moveTo>
                <a:cubicBezTo>
                  <a:pt x="141443" y="98130"/>
                  <a:pt x="142652" y="105268"/>
                  <a:pt x="145069" y="111640"/>
                </a:cubicBezTo>
                <a:cubicBezTo>
                  <a:pt x="147487" y="118013"/>
                  <a:pt x="150923" y="123463"/>
                  <a:pt x="155377" y="127989"/>
                </a:cubicBezTo>
                <a:cubicBezTo>
                  <a:pt x="159831" y="132513"/>
                  <a:pt x="165176" y="135987"/>
                  <a:pt x="171411" y="138410"/>
                </a:cubicBezTo>
                <a:cubicBezTo>
                  <a:pt x="177648" y="140832"/>
                  <a:pt x="184647" y="142042"/>
                  <a:pt x="192408" y="142042"/>
                </a:cubicBezTo>
                <a:cubicBezTo>
                  <a:pt x="200171" y="142042"/>
                  <a:pt x="207202" y="140832"/>
                  <a:pt x="213501" y="138410"/>
                </a:cubicBezTo>
                <a:cubicBezTo>
                  <a:pt x="219800" y="135987"/>
                  <a:pt x="225177" y="132513"/>
                  <a:pt x="229631" y="127989"/>
                </a:cubicBezTo>
                <a:cubicBezTo>
                  <a:pt x="234086" y="123463"/>
                  <a:pt x="237521" y="118013"/>
                  <a:pt x="239939" y="111640"/>
                </a:cubicBezTo>
                <a:cubicBezTo>
                  <a:pt x="242356" y="105268"/>
                  <a:pt x="243565" y="98130"/>
                  <a:pt x="243565" y="90227"/>
                </a:cubicBezTo>
                <a:cubicBezTo>
                  <a:pt x="243565" y="82324"/>
                  <a:pt x="242356" y="75154"/>
                  <a:pt x="239939" y="68717"/>
                </a:cubicBezTo>
                <a:cubicBezTo>
                  <a:pt x="237521" y="62278"/>
                  <a:pt x="234086" y="56797"/>
                  <a:pt x="229631" y="52273"/>
                </a:cubicBezTo>
                <a:cubicBezTo>
                  <a:pt x="225177" y="47746"/>
                  <a:pt x="219800" y="44241"/>
                  <a:pt x="213501" y="41755"/>
                </a:cubicBezTo>
                <a:cubicBezTo>
                  <a:pt x="207202" y="39270"/>
                  <a:pt x="200171" y="38027"/>
                  <a:pt x="192408" y="38027"/>
                </a:cubicBezTo>
                <a:cubicBezTo>
                  <a:pt x="184647" y="38027"/>
                  <a:pt x="177648" y="39270"/>
                  <a:pt x="171411" y="41755"/>
                </a:cubicBezTo>
                <a:cubicBezTo>
                  <a:pt x="165176" y="44241"/>
                  <a:pt x="159831" y="47746"/>
                  <a:pt x="155377" y="52273"/>
                </a:cubicBezTo>
                <a:cubicBezTo>
                  <a:pt x="150923" y="56797"/>
                  <a:pt x="147487" y="62278"/>
                  <a:pt x="145069" y="68717"/>
                </a:cubicBezTo>
                <a:cubicBezTo>
                  <a:pt x="142652" y="75154"/>
                  <a:pt x="141443" y="82324"/>
                  <a:pt x="141443" y="90227"/>
                </a:cubicBezTo>
                <a:close/>
                <a:moveTo>
                  <a:pt x="261127" y="40675"/>
                </a:moveTo>
                <a:lnTo>
                  <a:pt x="261127" y="139433"/>
                </a:lnTo>
                <a:lnTo>
                  <a:pt x="288232" y="139433"/>
                </a:lnTo>
                <a:lnTo>
                  <a:pt x="288232" y="94910"/>
                </a:lnTo>
                <a:cubicBezTo>
                  <a:pt x="288232" y="90452"/>
                  <a:pt x="288677" y="86312"/>
                  <a:pt x="289569" y="82491"/>
                </a:cubicBezTo>
                <a:cubicBezTo>
                  <a:pt x="290460" y="78670"/>
                  <a:pt x="291955" y="75326"/>
                  <a:pt x="294054" y="72460"/>
                </a:cubicBezTo>
                <a:cubicBezTo>
                  <a:pt x="296153" y="69594"/>
                  <a:pt x="298920" y="67333"/>
                  <a:pt x="302355" y="65677"/>
                </a:cubicBezTo>
                <a:cubicBezTo>
                  <a:pt x="305792" y="64020"/>
                  <a:pt x="309992" y="63192"/>
                  <a:pt x="314955" y="63192"/>
                </a:cubicBezTo>
                <a:cubicBezTo>
                  <a:pt x="316609" y="63192"/>
                  <a:pt x="318327" y="63288"/>
                  <a:pt x="320107" y="63480"/>
                </a:cubicBezTo>
                <a:cubicBezTo>
                  <a:pt x="321890" y="63671"/>
                  <a:pt x="323417" y="63893"/>
                  <a:pt x="324689" y="64147"/>
                </a:cubicBezTo>
                <a:lnTo>
                  <a:pt x="324689" y="38979"/>
                </a:lnTo>
                <a:cubicBezTo>
                  <a:pt x="322526" y="38345"/>
                  <a:pt x="320554" y="38027"/>
                  <a:pt x="318773" y="38027"/>
                </a:cubicBezTo>
                <a:cubicBezTo>
                  <a:pt x="315337" y="38027"/>
                  <a:pt x="312028" y="38536"/>
                  <a:pt x="308847" y="39553"/>
                </a:cubicBezTo>
                <a:cubicBezTo>
                  <a:pt x="305667" y="40569"/>
                  <a:pt x="302676" y="41998"/>
                  <a:pt x="299876" y="43841"/>
                </a:cubicBezTo>
                <a:cubicBezTo>
                  <a:pt x="297076" y="45683"/>
                  <a:pt x="294595" y="47908"/>
                  <a:pt x="292432" y="50513"/>
                </a:cubicBezTo>
                <a:cubicBezTo>
                  <a:pt x="290269" y="53119"/>
                  <a:pt x="288550" y="55947"/>
                  <a:pt x="287276" y="58998"/>
                </a:cubicBezTo>
                <a:lnTo>
                  <a:pt x="286895" y="58998"/>
                </a:lnTo>
                <a:lnTo>
                  <a:pt x="286895" y="40675"/>
                </a:lnTo>
                <a:lnTo>
                  <a:pt x="261127" y="40675"/>
                </a:lnTo>
                <a:close/>
                <a:moveTo>
                  <a:pt x="335379" y="40675"/>
                </a:moveTo>
                <a:lnTo>
                  <a:pt x="335379" y="139433"/>
                </a:lnTo>
                <a:lnTo>
                  <a:pt x="362484" y="139433"/>
                </a:lnTo>
                <a:lnTo>
                  <a:pt x="362484" y="94910"/>
                </a:lnTo>
                <a:cubicBezTo>
                  <a:pt x="362484" y="90452"/>
                  <a:pt x="362930" y="86312"/>
                  <a:pt x="363821" y="82491"/>
                </a:cubicBezTo>
                <a:cubicBezTo>
                  <a:pt x="364712" y="78670"/>
                  <a:pt x="366208" y="75326"/>
                  <a:pt x="368307" y="72460"/>
                </a:cubicBezTo>
                <a:cubicBezTo>
                  <a:pt x="370406" y="69594"/>
                  <a:pt x="373173" y="67333"/>
                  <a:pt x="376607" y="65677"/>
                </a:cubicBezTo>
                <a:cubicBezTo>
                  <a:pt x="380044" y="64020"/>
                  <a:pt x="384244" y="63192"/>
                  <a:pt x="389207" y="63192"/>
                </a:cubicBezTo>
                <a:cubicBezTo>
                  <a:pt x="390862" y="63192"/>
                  <a:pt x="392579" y="63288"/>
                  <a:pt x="394360" y="63480"/>
                </a:cubicBezTo>
                <a:cubicBezTo>
                  <a:pt x="396142" y="63671"/>
                  <a:pt x="397670" y="63893"/>
                  <a:pt x="398941" y="64147"/>
                </a:cubicBezTo>
                <a:lnTo>
                  <a:pt x="398941" y="38979"/>
                </a:lnTo>
                <a:cubicBezTo>
                  <a:pt x="396778" y="38345"/>
                  <a:pt x="394806" y="38027"/>
                  <a:pt x="393026" y="38027"/>
                </a:cubicBezTo>
                <a:cubicBezTo>
                  <a:pt x="389589" y="38027"/>
                  <a:pt x="386280" y="38536"/>
                  <a:pt x="383100" y="39553"/>
                </a:cubicBezTo>
                <a:cubicBezTo>
                  <a:pt x="379919" y="40569"/>
                  <a:pt x="376929" y="41998"/>
                  <a:pt x="374129" y="43841"/>
                </a:cubicBezTo>
                <a:cubicBezTo>
                  <a:pt x="371329" y="45683"/>
                  <a:pt x="368847" y="47908"/>
                  <a:pt x="366684" y="50513"/>
                </a:cubicBezTo>
                <a:cubicBezTo>
                  <a:pt x="364521" y="53119"/>
                  <a:pt x="362803" y="55947"/>
                  <a:pt x="361529" y="58998"/>
                </a:cubicBezTo>
                <a:lnTo>
                  <a:pt x="361147" y="58998"/>
                </a:lnTo>
                <a:lnTo>
                  <a:pt x="361147" y="40675"/>
                </a:lnTo>
                <a:lnTo>
                  <a:pt x="335379" y="40675"/>
                </a:lnTo>
                <a:close/>
                <a:moveTo>
                  <a:pt x="502209" y="139328"/>
                </a:moveTo>
                <a:lnTo>
                  <a:pt x="502209" y="40823"/>
                </a:lnTo>
                <a:lnTo>
                  <a:pt x="475104" y="40823"/>
                </a:lnTo>
                <a:lnTo>
                  <a:pt x="475104" y="92426"/>
                </a:lnTo>
                <a:cubicBezTo>
                  <a:pt x="475104" y="102453"/>
                  <a:pt x="473450" y="109657"/>
                  <a:pt x="470141" y="114038"/>
                </a:cubicBezTo>
                <a:cubicBezTo>
                  <a:pt x="466833" y="118416"/>
                  <a:pt x="461488" y="120605"/>
                  <a:pt x="454107" y="120605"/>
                </a:cubicBezTo>
                <a:cubicBezTo>
                  <a:pt x="447616" y="120605"/>
                  <a:pt x="443098" y="118606"/>
                  <a:pt x="440552" y="114608"/>
                </a:cubicBezTo>
                <a:cubicBezTo>
                  <a:pt x="438008" y="110608"/>
                  <a:pt x="436737" y="104546"/>
                  <a:pt x="436737" y="96422"/>
                </a:cubicBezTo>
                <a:lnTo>
                  <a:pt x="436737" y="40823"/>
                </a:lnTo>
                <a:lnTo>
                  <a:pt x="409632" y="40823"/>
                </a:lnTo>
                <a:lnTo>
                  <a:pt x="409632" y="101443"/>
                </a:lnTo>
                <a:cubicBezTo>
                  <a:pt x="409632" y="107542"/>
                  <a:pt x="410173" y="113103"/>
                  <a:pt x="411254" y="118124"/>
                </a:cubicBezTo>
                <a:cubicBezTo>
                  <a:pt x="412336" y="123143"/>
                  <a:pt x="414212" y="127401"/>
                  <a:pt x="416884" y="130896"/>
                </a:cubicBezTo>
                <a:cubicBezTo>
                  <a:pt x="419558" y="134391"/>
                  <a:pt x="423217" y="137092"/>
                  <a:pt x="427862" y="138999"/>
                </a:cubicBezTo>
                <a:cubicBezTo>
                  <a:pt x="432507" y="140903"/>
                  <a:pt x="438456" y="141856"/>
                  <a:pt x="445710" y="141856"/>
                </a:cubicBezTo>
                <a:cubicBezTo>
                  <a:pt x="451437" y="141856"/>
                  <a:pt x="457036" y="140580"/>
                  <a:pt x="462507" y="138029"/>
                </a:cubicBezTo>
                <a:cubicBezTo>
                  <a:pt x="467979" y="135475"/>
                  <a:pt x="472433" y="131327"/>
                  <a:pt x="475868" y="125583"/>
                </a:cubicBezTo>
                <a:lnTo>
                  <a:pt x="476441" y="125583"/>
                </a:lnTo>
                <a:lnTo>
                  <a:pt x="476441" y="139328"/>
                </a:lnTo>
                <a:lnTo>
                  <a:pt x="502209" y="139328"/>
                </a:lnTo>
                <a:close/>
                <a:moveTo>
                  <a:pt x="572644" y="121724"/>
                </a:moveTo>
                <a:cubicBezTo>
                  <a:pt x="568316" y="121724"/>
                  <a:pt x="564625" y="120834"/>
                  <a:pt x="561571" y="119053"/>
                </a:cubicBezTo>
                <a:cubicBezTo>
                  <a:pt x="558518" y="117271"/>
                  <a:pt x="556069" y="114947"/>
                  <a:pt x="554222" y="112083"/>
                </a:cubicBezTo>
                <a:cubicBezTo>
                  <a:pt x="552377" y="109219"/>
                  <a:pt x="551041" y="105878"/>
                  <a:pt x="550214" y="102061"/>
                </a:cubicBezTo>
                <a:cubicBezTo>
                  <a:pt x="549387" y="98241"/>
                  <a:pt x="548973" y="94359"/>
                  <a:pt x="548973" y="90413"/>
                </a:cubicBezTo>
                <a:cubicBezTo>
                  <a:pt x="548973" y="86342"/>
                  <a:pt x="549355" y="82397"/>
                  <a:pt x="550118" y="78579"/>
                </a:cubicBezTo>
                <a:cubicBezTo>
                  <a:pt x="550881" y="74760"/>
                  <a:pt x="552185" y="71387"/>
                  <a:pt x="554030" y="68461"/>
                </a:cubicBezTo>
                <a:cubicBezTo>
                  <a:pt x="555876" y="65533"/>
                  <a:pt x="558295" y="63146"/>
                  <a:pt x="561285" y="61302"/>
                </a:cubicBezTo>
                <a:cubicBezTo>
                  <a:pt x="564275" y="59455"/>
                  <a:pt x="567998" y="58532"/>
                  <a:pt x="572452" y="58532"/>
                </a:cubicBezTo>
                <a:cubicBezTo>
                  <a:pt x="576780" y="58532"/>
                  <a:pt x="580439" y="59455"/>
                  <a:pt x="583430" y="61302"/>
                </a:cubicBezTo>
                <a:cubicBezTo>
                  <a:pt x="586420" y="63146"/>
                  <a:pt x="588869" y="65565"/>
                  <a:pt x="590778" y="68557"/>
                </a:cubicBezTo>
                <a:cubicBezTo>
                  <a:pt x="592687" y="71547"/>
                  <a:pt x="594055" y="74951"/>
                  <a:pt x="594882" y="78769"/>
                </a:cubicBezTo>
                <a:cubicBezTo>
                  <a:pt x="595709" y="82586"/>
                  <a:pt x="596123" y="86468"/>
                  <a:pt x="596123" y="90413"/>
                </a:cubicBezTo>
                <a:cubicBezTo>
                  <a:pt x="596123" y="94359"/>
                  <a:pt x="595741" y="98241"/>
                  <a:pt x="594978" y="102061"/>
                </a:cubicBezTo>
                <a:cubicBezTo>
                  <a:pt x="594215" y="105878"/>
                  <a:pt x="592910" y="109219"/>
                  <a:pt x="591064" y="112083"/>
                </a:cubicBezTo>
                <a:cubicBezTo>
                  <a:pt x="589219" y="114947"/>
                  <a:pt x="586801" y="117271"/>
                  <a:pt x="583811" y="119053"/>
                </a:cubicBezTo>
                <a:cubicBezTo>
                  <a:pt x="580821" y="120834"/>
                  <a:pt x="577099" y="121724"/>
                  <a:pt x="572644" y="121724"/>
                </a:cubicBezTo>
                <a:moveTo>
                  <a:pt x="522824" y="40762"/>
                </a:moveTo>
                <a:lnTo>
                  <a:pt x="522824" y="173918"/>
                </a:lnTo>
                <a:lnTo>
                  <a:pt x="549929" y="173918"/>
                </a:lnTo>
                <a:lnTo>
                  <a:pt x="549929" y="127284"/>
                </a:lnTo>
                <a:lnTo>
                  <a:pt x="550310" y="127284"/>
                </a:lnTo>
                <a:cubicBezTo>
                  <a:pt x="553619" y="132140"/>
                  <a:pt x="557850" y="135814"/>
                  <a:pt x="563004" y="138305"/>
                </a:cubicBezTo>
                <a:cubicBezTo>
                  <a:pt x="568157" y="140797"/>
                  <a:pt x="573788" y="142042"/>
                  <a:pt x="579897" y="142042"/>
                </a:cubicBezTo>
                <a:cubicBezTo>
                  <a:pt x="587151" y="142042"/>
                  <a:pt x="593482" y="140640"/>
                  <a:pt x="598890" y="137836"/>
                </a:cubicBezTo>
                <a:cubicBezTo>
                  <a:pt x="604298" y="135033"/>
                  <a:pt x="608815" y="131272"/>
                  <a:pt x="612442" y="126556"/>
                </a:cubicBezTo>
                <a:cubicBezTo>
                  <a:pt x="616069" y="121839"/>
                  <a:pt x="618773" y="116422"/>
                  <a:pt x="620554" y="110304"/>
                </a:cubicBezTo>
                <a:cubicBezTo>
                  <a:pt x="622336" y="104185"/>
                  <a:pt x="623228" y="97811"/>
                  <a:pt x="623228" y="91182"/>
                </a:cubicBezTo>
                <a:cubicBezTo>
                  <a:pt x="623228" y="84171"/>
                  <a:pt x="622336" y="77446"/>
                  <a:pt x="620554" y="71010"/>
                </a:cubicBezTo>
                <a:cubicBezTo>
                  <a:pt x="618773" y="64573"/>
                  <a:pt x="616037" y="58933"/>
                  <a:pt x="612346" y="54090"/>
                </a:cubicBezTo>
                <a:cubicBezTo>
                  <a:pt x="608657" y="49245"/>
                  <a:pt x="604012" y="45357"/>
                  <a:pt x="598412" y="42425"/>
                </a:cubicBezTo>
                <a:cubicBezTo>
                  <a:pt x="592814" y="39493"/>
                  <a:pt x="586134" y="38027"/>
                  <a:pt x="578370" y="38027"/>
                </a:cubicBezTo>
                <a:cubicBezTo>
                  <a:pt x="572262" y="38027"/>
                  <a:pt x="566662" y="39241"/>
                  <a:pt x="561571" y="41668"/>
                </a:cubicBezTo>
                <a:cubicBezTo>
                  <a:pt x="556481" y="44095"/>
                  <a:pt x="552282" y="47992"/>
                  <a:pt x="548973" y="53359"/>
                </a:cubicBezTo>
                <a:lnTo>
                  <a:pt x="548592" y="53359"/>
                </a:lnTo>
                <a:lnTo>
                  <a:pt x="548592" y="40762"/>
                </a:lnTo>
                <a:lnTo>
                  <a:pt x="522824" y="40762"/>
                </a:lnTo>
                <a:close/>
                <a:moveTo>
                  <a:pt x="673810" y="40823"/>
                </a:moveTo>
                <a:lnTo>
                  <a:pt x="673810" y="11184"/>
                </a:lnTo>
                <a:lnTo>
                  <a:pt x="646705" y="11184"/>
                </a:lnTo>
                <a:lnTo>
                  <a:pt x="646705" y="40823"/>
                </a:lnTo>
                <a:lnTo>
                  <a:pt x="630290" y="40823"/>
                </a:lnTo>
                <a:lnTo>
                  <a:pt x="630290" y="58905"/>
                </a:lnTo>
                <a:lnTo>
                  <a:pt x="646705" y="58905"/>
                </a:lnTo>
                <a:lnTo>
                  <a:pt x="646705" y="117090"/>
                </a:lnTo>
                <a:cubicBezTo>
                  <a:pt x="646705" y="122051"/>
                  <a:pt x="647532" y="126058"/>
                  <a:pt x="649187" y="129110"/>
                </a:cubicBezTo>
                <a:cubicBezTo>
                  <a:pt x="650841" y="132163"/>
                  <a:pt x="653099" y="134516"/>
                  <a:pt x="655961" y="136170"/>
                </a:cubicBezTo>
                <a:cubicBezTo>
                  <a:pt x="658825" y="137823"/>
                  <a:pt x="662134" y="138935"/>
                  <a:pt x="665887" y="139505"/>
                </a:cubicBezTo>
                <a:cubicBezTo>
                  <a:pt x="669643" y="140078"/>
                  <a:pt x="673620" y="140365"/>
                  <a:pt x="677820" y="140365"/>
                </a:cubicBezTo>
                <a:cubicBezTo>
                  <a:pt x="680492" y="140365"/>
                  <a:pt x="683228" y="140303"/>
                  <a:pt x="686028" y="140178"/>
                </a:cubicBezTo>
                <a:cubicBezTo>
                  <a:pt x="688828" y="140054"/>
                  <a:pt x="691373" y="139805"/>
                  <a:pt x="693662" y="139433"/>
                </a:cubicBezTo>
                <a:lnTo>
                  <a:pt x="693662" y="118351"/>
                </a:lnTo>
                <a:cubicBezTo>
                  <a:pt x="692390" y="118605"/>
                  <a:pt x="691054" y="118797"/>
                  <a:pt x="689654" y="118925"/>
                </a:cubicBezTo>
                <a:cubicBezTo>
                  <a:pt x="688254" y="119051"/>
                  <a:pt x="686791" y="119114"/>
                  <a:pt x="685265" y="119114"/>
                </a:cubicBezTo>
                <a:cubicBezTo>
                  <a:pt x="680683" y="119114"/>
                  <a:pt x="677627" y="118352"/>
                  <a:pt x="676099" y="116828"/>
                </a:cubicBezTo>
                <a:cubicBezTo>
                  <a:pt x="674573" y="115304"/>
                  <a:pt x="673810" y="112255"/>
                  <a:pt x="673810" y="107682"/>
                </a:cubicBezTo>
                <a:lnTo>
                  <a:pt x="673810" y="58905"/>
                </a:lnTo>
                <a:lnTo>
                  <a:pt x="693662" y="58905"/>
                </a:lnTo>
                <a:lnTo>
                  <a:pt x="693662" y="40823"/>
                </a:lnTo>
                <a:lnTo>
                  <a:pt x="673810" y="40823"/>
                </a:lnTo>
                <a:close/>
                <a:moveTo>
                  <a:pt x="792538" y="67293"/>
                </a:moveTo>
                <a:lnTo>
                  <a:pt x="792538" y="26470"/>
                </a:lnTo>
                <a:lnTo>
                  <a:pt x="815824" y="26470"/>
                </a:lnTo>
                <a:cubicBezTo>
                  <a:pt x="819261" y="26470"/>
                  <a:pt x="822570" y="26724"/>
                  <a:pt x="825751" y="27233"/>
                </a:cubicBezTo>
                <a:cubicBezTo>
                  <a:pt x="828931" y="27742"/>
                  <a:pt x="831730" y="28727"/>
                  <a:pt x="834148" y="30189"/>
                </a:cubicBezTo>
                <a:cubicBezTo>
                  <a:pt x="836567" y="31651"/>
                  <a:pt x="838508" y="33718"/>
                  <a:pt x="839970" y="36390"/>
                </a:cubicBezTo>
                <a:cubicBezTo>
                  <a:pt x="841434" y="39060"/>
                  <a:pt x="842166" y="42557"/>
                  <a:pt x="842166" y="46881"/>
                </a:cubicBezTo>
                <a:cubicBezTo>
                  <a:pt x="842166" y="51206"/>
                  <a:pt x="841434" y="54704"/>
                  <a:pt x="839970" y="57376"/>
                </a:cubicBezTo>
                <a:cubicBezTo>
                  <a:pt x="838508" y="60045"/>
                  <a:pt x="836567" y="62111"/>
                  <a:pt x="834148" y="63574"/>
                </a:cubicBezTo>
                <a:cubicBezTo>
                  <a:pt x="831730" y="65036"/>
                  <a:pt x="828931" y="66021"/>
                  <a:pt x="825751" y="66530"/>
                </a:cubicBezTo>
                <a:cubicBezTo>
                  <a:pt x="822570" y="67039"/>
                  <a:pt x="819261" y="67293"/>
                  <a:pt x="815824" y="67293"/>
                </a:cubicBezTo>
                <a:lnTo>
                  <a:pt x="792538" y="67293"/>
                </a:lnTo>
                <a:moveTo>
                  <a:pt x="762570" y="3169"/>
                </a:moveTo>
                <a:lnTo>
                  <a:pt x="762570" y="139433"/>
                </a:lnTo>
                <a:lnTo>
                  <a:pt x="792538" y="139433"/>
                </a:lnTo>
                <a:lnTo>
                  <a:pt x="792538" y="90594"/>
                </a:lnTo>
                <a:lnTo>
                  <a:pt x="824035" y="90594"/>
                </a:lnTo>
                <a:cubicBezTo>
                  <a:pt x="832559" y="90594"/>
                  <a:pt x="839812" y="89353"/>
                  <a:pt x="845792" y="86872"/>
                </a:cubicBezTo>
                <a:cubicBezTo>
                  <a:pt x="851775" y="84390"/>
                  <a:pt x="856643" y="81113"/>
                  <a:pt x="860396" y="77042"/>
                </a:cubicBezTo>
                <a:cubicBezTo>
                  <a:pt x="864151" y="72970"/>
                  <a:pt x="866887" y="68293"/>
                  <a:pt x="868604" y="63011"/>
                </a:cubicBezTo>
                <a:cubicBezTo>
                  <a:pt x="870322" y="57730"/>
                  <a:pt x="871181" y="52353"/>
                  <a:pt x="871181" y="46881"/>
                </a:cubicBezTo>
                <a:cubicBezTo>
                  <a:pt x="871181" y="41281"/>
                  <a:pt x="870322" y="35873"/>
                  <a:pt x="868604" y="30655"/>
                </a:cubicBezTo>
                <a:cubicBezTo>
                  <a:pt x="866887" y="25438"/>
                  <a:pt x="864151" y="20793"/>
                  <a:pt x="860396" y="16721"/>
                </a:cubicBezTo>
                <a:cubicBezTo>
                  <a:pt x="856643" y="12649"/>
                  <a:pt x="851776" y="9373"/>
                  <a:pt x="845795" y="6891"/>
                </a:cubicBezTo>
                <a:cubicBezTo>
                  <a:pt x="839815" y="4410"/>
                  <a:pt x="832561" y="3169"/>
                  <a:pt x="824035" y="3169"/>
                </a:cubicBezTo>
                <a:lnTo>
                  <a:pt x="762570" y="3169"/>
                </a:lnTo>
                <a:close/>
                <a:moveTo>
                  <a:pt x="920048" y="28334"/>
                </a:moveTo>
                <a:lnTo>
                  <a:pt x="920048" y="139433"/>
                </a:lnTo>
                <a:lnTo>
                  <a:pt x="950016" y="139433"/>
                </a:lnTo>
                <a:lnTo>
                  <a:pt x="950016" y="28334"/>
                </a:lnTo>
                <a:lnTo>
                  <a:pt x="990865" y="28334"/>
                </a:lnTo>
                <a:lnTo>
                  <a:pt x="990865" y="3169"/>
                </a:lnTo>
                <a:lnTo>
                  <a:pt x="879198" y="3169"/>
                </a:lnTo>
                <a:lnTo>
                  <a:pt x="879198" y="28334"/>
                </a:lnTo>
                <a:lnTo>
                  <a:pt x="920048" y="28334"/>
                </a:lnTo>
                <a:close/>
                <a:moveTo>
                  <a:pt x="1006516" y="3169"/>
                </a:moveTo>
                <a:lnTo>
                  <a:pt x="1006516" y="139433"/>
                </a:lnTo>
                <a:lnTo>
                  <a:pt x="1109972" y="139433"/>
                </a:lnTo>
                <a:lnTo>
                  <a:pt x="1109972" y="114268"/>
                </a:lnTo>
                <a:lnTo>
                  <a:pt x="1036484" y="114268"/>
                </a:lnTo>
                <a:lnTo>
                  <a:pt x="1036484" y="80901"/>
                </a:lnTo>
                <a:lnTo>
                  <a:pt x="1102530" y="80901"/>
                </a:lnTo>
                <a:lnTo>
                  <a:pt x="1102530" y="57600"/>
                </a:lnTo>
                <a:lnTo>
                  <a:pt x="1036484" y="57600"/>
                </a:lnTo>
                <a:lnTo>
                  <a:pt x="1036484" y="28334"/>
                </a:lnTo>
                <a:lnTo>
                  <a:pt x="1108446" y="28334"/>
                </a:lnTo>
                <a:lnTo>
                  <a:pt x="1108446" y="3169"/>
                </a:lnTo>
                <a:lnTo>
                  <a:pt x="1006516" y="3169"/>
                </a:lnTo>
                <a:close/>
                <a:moveTo>
                  <a:pt x="1148342" y="107371"/>
                </a:moveTo>
                <a:lnTo>
                  <a:pt x="1122574" y="107371"/>
                </a:lnTo>
                <a:cubicBezTo>
                  <a:pt x="1122829" y="113976"/>
                  <a:pt x="1124324" y="119471"/>
                  <a:pt x="1127060" y="123853"/>
                </a:cubicBezTo>
                <a:cubicBezTo>
                  <a:pt x="1129795" y="128234"/>
                  <a:pt x="1133294" y="131758"/>
                  <a:pt x="1137557" y="134426"/>
                </a:cubicBezTo>
                <a:cubicBezTo>
                  <a:pt x="1141821" y="137094"/>
                  <a:pt x="1146689" y="138999"/>
                  <a:pt x="1152160" y="140140"/>
                </a:cubicBezTo>
                <a:cubicBezTo>
                  <a:pt x="1157632" y="141284"/>
                  <a:pt x="1163231" y="141856"/>
                  <a:pt x="1168957" y="141856"/>
                </a:cubicBezTo>
                <a:cubicBezTo>
                  <a:pt x="1174556" y="141856"/>
                  <a:pt x="1180058" y="141314"/>
                  <a:pt x="1185466" y="140231"/>
                </a:cubicBezTo>
                <a:cubicBezTo>
                  <a:pt x="1190876" y="139149"/>
                  <a:pt x="1195680" y="137271"/>
                  <a:pt x="1199878" y="134598"/>
                </a:cubicBezTo>
                <a:cubicBezTo>
                  <a:pt x="1204078" y="131924"/>
                  <a:pt x="1207482" y="128391"/>
                  <a:pt x="1210089" y="123999"/>
                </a:cubicBezTo>
                <a:cubicBezTo>
                  <a:pt x="1212699" y="119606"/>
                  <a:pt x="1214004" y="114164"/>
                  <a:pt x="1214004" y="107671"/>
                </a:cubicBezTo>
                <a:cubicBezTo>
                  <a:pt x="1214004" y="103088"/>
                  <a:pt x="1213113" y="99238"/>
                  <a:pt x="1211330" y="96119"/>
                </a:cubicBezTo>
                <a:cubicBezTo>
                  <a:pt x="1209550" y="92999"/>
                  <a:pt x="1207195" y="90388"/>
                  <a:pt x="1204267" y="88287"/>
                </a:cubicBezTo>
                <a:cubicBezTo>
                  <a:pt x="1201341" y="86186"/>
                  <a:pt x="1198001" y="84500"/>
                  <a:pt x="1194248" y="83228"/>
                </a:cubicBezTo>
                <a:cubicBezTo>
                  <a:pt x="1190494" y="81954"/>
                  <a:pt x="1186645" y="80872"/>
                  <a:pt x="1182699" y="79980"/>
                </a:cubicBezTo>
                <a:cubicBezTo>
                  <a:pt x="1178882" y="79089"/>
                  <a:pt x="1175127" y="78262"/>
                  <a:pt x="1171436" y="77499"/>
                </a:cubicBezTo>
                <a:cubicBezTo>
                  <a:pt x="1167747" y="76734"/>
                  <a:pt x="1164470" y="75875"/>
                  <a:pt x="1161606" y="74921"/>
                </a:cubicBezTo>
                <a:cubicBezTo>
                  <a:pt x="1158744" y="73966"/>
                  <a:pt x="1156422" y="72724"/>
                  <a:pt x="1154639" y="71196"/>
                </a:cubicBezTo>
                <a:cubicBezTo>
                  <a:pt x="1152859" y="69668"/>
                  <a:pt x="1151968" y="67694"/>
                  <a:pt x="1151968" y="65275"/>
                </a:cubicBezTo>
                <a:cubicBezTo>
                  <a:pt x="1151968" y="63238"/>
                  <a:pt x="1152477" y="61614"/>
                  <a:pt x="1153494" y="60405"/>
                </a:cubicBezTo>
                <a:cubicBezTo>
                  <a:pt x="1154514" y="59195"/>
                  <a:pt x="1155755" y="58273"/>
                  <a:pt x="1157217" y="57638"/>
                </a:cubicBezTo>
                <a:cubicBezTo>
                  <a:pt x="1158681" y="57001"/>
                  <a:pt x="1160303" y="56587"/>
                  <a:pt x="1162084" y="56397"/>
                </a:cubicBezTo>
                <a:cubicBezTo>
                  <a:pt x="1163866" y="56205"/>
                  <a:pt x="1165521" y="56109"/>
                  <a:pt x="1167047" y="56109"/>
                </a:cubicBezTo>
                <a:cubicBezTo>
                  <a:pt x="1171882" y="56109"/>
                  <a:pt x="1176081" y="57036"/>
                  <a:pt x="1179644" y="58890"/>
                </a:cubicBezTo>
                <a:cubicBezTo>
                  <a:pt x="1183207" y="60743"/>
                  <a:pt x="1185180" y="64289"/>
                  <a:pt x="1185562" y="69530"/>
                </a:cubicBezTo>
                <a:lnTo>
                  <a:pt x="1211333" y="69530"/>
                </a:lnTo>
                <a:cubicBezTo>
                  <a:pt x="1210824" y="63421"/>
                  <a:pt x="1209265" y="58362"/>
                  <a:pt x="1206655" y="54352"/>
                </a:cubicBezTo>
                <a:cubicBezTo>
                  <a:pt x="1204048" y="50343"/>
                  <a:pt x="1200771" y="47129"/>
                  <a:pt x="1196825" y="44712"/>
                </a:cubicBezTo>
                <a:cubicBezTo>
                  <a:pt x="1192882" y="42292"/>
                  <a:pt x="1188396" y="40574"/>
                  <a:pt x="1183369" y="39556"/>
                </a:cubicBezTo>
                <a:cubicBezTo>
                  <a:pt x="1178342" y="38537"/>
                  <a:pt x="1173157" y="38027"/>
                  <a:pt x="1167813" y="38027"/>
                </a:cubicBezTo>
                <a:cubicBezTo>
                  <a:pt x="1162467" y="38027"/>
                  <a:pt x="1157249" y="38505"/>
                  <a:pt x="1152158" y="39460"/>
                </a:cubicBezTo>
                <a:cubicBezTo>
                  <a:pt x="1147068" y="40413"/>
                  <a:pt x="1142488" y="42068"/>
                  <a:pt x="1138416" y="44423"/>
                </a:cubicBezTo>
                <a:cubicBezTo>
                  <a:pt x="1134344" y="46779"/>
                  <a:pt x="1131067" y="49993"/>
                  <a:pt x="1128586" y="54067"/>
                </a:cubicBezTo>
                <a:cubicBezTo>
                  <a:pt x="1126104" y="58141"/>
                  <a:pt x="1124863" y="63361"/>
                  <a:pt x="1124863" y="69728"/>
                </a:cubicBezTo>
                <a:cubicBezTo>
                  <a:pt x="1124863" y="74056"/>
                  <a:pt x="1125754" y="77716"/>
                  <a:pt x="1127534" y="80709"/>
                </a:cubicBezTo>
                <a:cubicBezTo>
                  <a:pt x="1129317" y="83699"/>
                  <a:pt x="1131671" y="86181"/>
                  <a:pt x="1134597" y="88156"/>
                </a:cubicBezTo>
                <a:cubicBezTo>
                  <a:pt x="1137526" y="90129"/>
                  <a:pt x="1140866" y="91720"/>
                  <a:pt x="1144620" y="92930"/>
                </a:cubicBezTo>
                <a:cubicBezTo>
                  <a:pt x="1148373" y="94140"/>
                  <a:pt x="1152223" y="95190"/>
                  <a:pt x="1156168" y="96081"/>
                </a:cubicBezTo>
                <a:cubicBezTo>
                  <a:pt x="1165838" y="98118"/>
                  <a:pt x="1173377" y="100155"/>
                  <a:pt x="1178785" y="102192"/>
                </a:cubicBezTo>
                <a:cubicBezTo>
                  <a:pt x="1184194" y="104229"/>
                  <a:pt x="1186899" y="107284"/>
                  <a:pt x="1186899" y="111358"/>
                </a:cubicBezTo>
                <a:cubicBezTo>
                  <a:pt x="1186899" y="113775"/>
                  <a:pt x="1186326" y="115780"/>
                  <a:pt x="1185181" y="117372"/>
                </a:cubicBezTo>
                <a:cubicBezTo>
                  <a:pt x="1184035" y="118965"/>
                  <a:pt x="1182603" y="120238"/>
                  <a:pt x="1180885" y="121194"/>
                </a:cubicBezTo>
                <a:cubicBezTo>
                  <a:pt x="1179168" y="122147"/>
                  <a:pt x="1177259" y="122847"/>
                  <a:pt x="1175158" y="123294"/>
                </a:cubicBezTo>
                <a:cubicBezTo>
                  <a:pt x="1173059" y="123738"/>
                  <a:pt x="1171056" y="123961"/>
                  <a:pt x="1169147" y="123961"/>
                </a:cubicBezTo>
                <a:cubicBezTo>
                  <a:pt x="1166475" y="123961"/>
                  <a:pt x="1163898" y="123643"/>
                  <a:pt x="1161417" y="123008"/>
                </a:cubicBezTo>
                <a:cubicBezTo>
                  <a:pt x="1158935" y="122371"/>
                  <a:pt x="1156740" y="121386"/>
                  <a:pt x="1154831" y="120052"/>
                </a:cubicBezTo>
                <a:cubicBezTo>
                  <a:pt x="1152923" y="118716"/>
                  <a:pt x="1151363" y="117000"/>
                  <a:pt x="1150154" y="114903"/>
                </a:cubicBezTo>
                <a:cubicBezTo>
                  <a:pt x="1148946" y="112806"/>
                  <a:pt x="1148342" y="110295"/>
                  <a:pt x="1148342" y="107371"/>
                </a:cubicBezTo>
                <a:close/>
                <a:moveTo>
                  <a:pt x="1317270" y="40823"/>
                </a:moveTo>
                <a:lnTo>
                  <a:pt x="1317270" y="11184"/>
                </a:lnTo>
                <a:lnTo>
                  <a:pt x="1290166" y="11184"/>
                </a:lnTo>
                <a:lnTo>
                  <a:pt x="1290166" y="40823"/>
                </a:lnTo>
                <a:lnTo>
                  <a:pt x="1273750" y="40823"/>
                </a:lnTo>
                <a:lnTo>
                  <a:pt x="1273750" y="58905"/>
                </a:lnTo>
                <a:lnTo>
                  <a:pt x="1290166" y="58905"/>
                </a:lnTo>
                <a:lnTo>
                  <a:pt x="1290166" y="117090"/>
                </a:lnTo>
                <a:cubicBezTo>
                  <a:pt x="1290166" y="122051"/>
                  <a:pt x="1290993" y="126058"/>
                  <a:pt x="1292647" y="129110"/>
                </a:cubicBezTo>
                <a:cubicBezTo>
                  <a:pt x="1294302" y="132163"/>
                  <a:pt x="1296560" y="134516"/>
                  <a:pt x="1299422" y="136170"/>
                </a:cubicBezTo>
                <a:cubicBezTo>
                  <a:pt x="1302286" y="137823"/>
                  <a:pt x="1305595" y="138935"/>
                  <a:pt x="1309348" y="139505"/>
                </a:cubicBezTo>
                <a:cubicBezTo>
                  <a:pt x="1313103" y="140078"/>
                  <a:pt x="1317081" y="140365"/>
                  <a:pt x="1321281" y="140365"/>
                </a:cubicBezTo>
                <a:cubicBezTo>
                  <a:pt x="1323953" y="140365"/>
                  <a:pt x="1326689" y="140303"/>
                  <a:pt x="1329489" y="140178"/>
                </a:cubicBezTo>
                <a:cubicBezTo>
                  <a:pt x="1332289" y="140054"/>
                  <a:pt x="1334834" y="139805"/>
                  <a:pt x="1337123" y="139433"/>
                </a:cubicBezTo>
                <a:lnTo>
                  <a:pt x="1337123" y="118351"/>
                </a:lnTo>
                <a:cubicBezTo>
                  <a:pt x="1335851" y="118605"/>
                  <a:pt x="1334515" y="118797"/>
                  <a:pt x="1333115" y="118925"/>
                </a:cubicBezTo>
                <a:cubicBezTo>
                  <a:pt x="1331715" y="119051"/>
                  <a:pt x="1330252" y="119114"/>
                  <a:pt x="1328726" y="119114"/>
                </a:cubicBezTo>
                <a:cubicBezTo>
                  <a:pt x="1324143" y="119114"/>
                  <a:pt x="1321088" y="118352"/>
                  <a:pt x="1319560" y="116828"/>
                </a:cubicBezTo>
                <a:cubicBezTo>
                  <a:pt x="1318034" y="115304"/>
                  <a:pt x="1317270" y="112255"/>
                  <a:pt x="1317270" y="107682"/>
                </a:cubicBezTo>
                <a:lnTo>
                  <a:pt x="1317270" y="58905"/>
                </a:lnTo>
                <a:lnTo>
                  <a:pt x="1337123" y="58905"/>
                </a:lnTo>
                <a:lnTo>
                  <a:pt x="1337123" y="40823"/>
                </a:lnTo>
                <a:lnTo>
                  <a:pt x="1317270" y="40823"/>
                </a:lnTo>
                <a:close/>
                <a:moveTo>
                  <a:pt x="1374152" y="90224"/>
                </a:moveTo>
                <a:cubicBezTo>
                  <a:pt x="1374152" y="86278"/>
                  <a:pt x="1374533" y="82397"/>
                  <a:pt x="1375296" y="78579"/>
                </a:cubicBezTo>
                <a:cubicBezTo>
                  <a:pt x="1376059" y="74760"/>
                  <a:pt x="1377363" y="71387"/>
                  <a:pt x="1379208" y="68461"/>
                </a:cubicBezTo>
                <a:cubicBezTo>
                  <a:pt x="1381055" y="65533"/>
                  <a:pt x="1383505" y="63146"/>
                  <a:pt x="1386559" y="61302"/>
                </a:cubicBezTo>
                <a:cubicBezTo>
                  <a:pt x="1389614" y="59455"/>
                  <a:pt x="1393431" y="58532"/>
                  <a:pt x="1398012" y="58532"/>
                </a:cubicBezTo>
                <a:cubicBezTo>
                  <a:pt x="1402594" y="58532"/>
                  <a:pt x="1406444" y="59455"/>
                  <a:pt x="1409560" y="61302"/>
                </a:cubicBezTo>
                <a:cubicBezTo>
                  <a:pt x="1412679" y="63146"/>
                  <a:pt x="1415160" y="65533"/>
                  <a:pt x="1417005" y="68461"/>
                </a:cubicBezTo>
                <a:cubicBezTo>
                  <a:pt x="1418852" y="71387"/>
                  <a:pt x="1420156" y="74760"/>
                  <a:pt x="1420920" y="78579"/>
                </a:cubicBezTo>
                <a:cubicBezTo>
                  <a:pt x="1421683" y="82397"/>
                  <a:pt x="1422064" y="86278"/>
                  <a:pt x="1422064" y="90224"/>
                </a:cubicBezTo>
                <a:cubicBezTo>
                  <a:pt x="1422064" y="94170"/>
                  <a:pt x="1421683" y="98020"/>
                  <a:pt x="1420920" y="101775"/>
                </a:cubicBezTo>
                <a:cubicBezTo>
                  <a:pt x="1420156" y="105529"/>
                  <a:pt x="1418852" y="108902"/>
                  <a:pt x="1417005" y="111894"/>
                </a:cubicBezTo>
                <a:cubicBezTo>
                  <a:pt x="1415160" y="114884"/>
                  <a:pt x="1412679" y="117271"/>
                  <a:pt x="1409560" y="119053"/>
                </a:cubicBezTo>
                <a:cubicBezTo>
                  <a:pt x="1406444" y="120834"/>
                  <a:pt x="1402594" y="121724"/>
                  <a:pt x="1398012" y="121724"/>
                </a:cubicBezTo>
                <a:cubicBezTo>
                  <a:pt x="1393431" y="121724"/>
                  <a:pt x="1389614" y="120834"/>
                  <a:pt x="1386559" y="119053"/>
                </a:cubicBezTo>
                <a:cubicBezTo>
                  <a:pt x="1383505" y="117271"/>
                  <a:pt x="1381055" y="114884"/>
                  <a:pt x="1379208" y="111894"/>
                </a:cubicBezTo>
                <a:cubicBezTo>
                  <a:pt x="1377363" y="108902"/>
                  <a:pt x="1376059" y="105529"/>
                  <a:pt x="1375296" y="101775"/>
                </a:cubicBezTo>
                <a:cubicBezTo>
                  <a:pt x="1374533" y="98020"/>
                  <a:pt x="1374152" y="94170"/>
                  <a:pt x="1374152" y="90224"/>
                </a:cubicBezTo>
                <a:moveTo>
                  <a:pt x="1347047" y="90227"/>
                </a:moveTo>
                <a:cubicBezTo>
                  <a:pt x="1347047" y="98130"/>
                  <a:pt x="1348256" y="105268"/>
                  <a:pt x="1350673" y="111640"/>
                </a:cubicBezTo>
                <a:cubicBezTo>
                  <a:pt x="1353091" y="118013"/>
                  <a:pt x="1356527" y="123463"/>
                  <a:pt x="1360981" y="127989"/>
                </a:cubicBezTo>
                <a:cubicBezTo>
                  <a:pt x="1365435" y="132513"/>
                  <a:pt x="1370780" y="135987"/>
                  <a:pt x="1377015" y="138410"/>
                </a:cubicBezTo>
                <a:cubicBezTo>
                  <a:pt x="1383252" y="140832"/>
                  <a:pt x="1390251" y="142042"/>
                  <a:pt x="1398012" y="142042"/>
                </a:cubicBezTo>
                <a:cubicBezTo>
                  <a:pt x="1405775" y="142042"/>
                  <a:pt x="1412806" y="140832"/>
                  <a:pt x="1419105" y="138410"/>
                </a:cubicBezTo>
                <a:cubicBezTo>
                  <a:pt x="1425404" y="135987"/>
                  <a:pt x="1430781" y="132513"/>
                  <a:pt x="1435235" y="127989"/>
                </a:cubicBezTo>
                <a:cubicBezTo>
                  <a:pt x="1439689" y="123463"/>
                  <a:pt x="1443125" y="118013"/>
                  <a:pt x="1445543" y="111640"/>
                </a:cubicBezTo>
                <a:cubicBezTo>
                  <a:pt x="1447960" y="105268"/>
                  <a:pt x="1449169" y="98130"/>
                  <a:pt x="1449169" y="90227"/>
                </a:cubicBezTo>
                <a:cubicBezTo>
                  <a:pt x="1449169" y="82324"/>
                  <a:pt x="1447960" y="75154"/>
                  <a:pt x="1445543" y="68717"/>
                </a:cubicBezTo>
                <a:cubicBezTo>
                  <a:pt x="1443125" y="62278"/>
                  <a:pt x="1439689" y="56797"/>
                  <a:pt x="1435235" y="52273"/>
                </a:cubicBezTo>
                <a:cubicBezTo>
                  <a:pt x="1430781" y="47746"/>
                  <a:pt x="1425404" y="44241"/>
                  <a:pt x="1419105" y="41755"/>
                </a:cubicBezTo>
                <a:cubicBezTo>
                  <a:pt x="1412806" y="39270"/>
                  <a:pt x="1405775" y="38027"/>
                  <a:pt x="1398012" y="38027"/>
                </a:cubicBezTo>
                <a:cubicBezTo>
                  <a:pt x="1390251" y="38027"/>
                  <a:pt x="1383252" y="39270"/>
                  <a:pt x="1377015" y="41755"/>
                </a:cubicBezTo>
                <a:cubicBezTo>
                  <a:pt x="1370780" y="44241"/>
                  <a:pt x="1365435" y="47746"/>
                  <a:pt x="1360981" y="52273"/>
                </a:cubicBezTo>
                <a:cubicBezTo>
                  <a:pt x="1356527" y="56797"/>
                  <a:pt x="1353091" y="62278"/>
                  <a:pt x="1350673" y="68717"/>
                </a:cubicBezTo>
                <a:cubicBezTo>
                  <a:pt x="1348256" y="75154"/>
                  <a:pt x="1347047" y="82324"/>
                  <a:pt x="1347047" y="90227"/>
                </a:cubicBezTo>
                <a:close/>
                <a:moveTo>
                  <a:pt x="1557016" y="86679"/>
                </a:moveTo>
                <a:lnTo>
                  <a:pt x="1574769" y="36757"/>
                </a:lnTo>
                <a:lnTo>
                  <a:pt x="1575150" y="36757"/>
                </a:lnTo>
                <a:lnTo>
                  <a:pt x="1592332" y="86679"/>
                </a:lnTo>
                <a:lnTo>
                  <a:pt x="1557016" y="86679"/>
                </a:lnTo>
                <a:moveTo>
                  <a:pt x="1559882" y="3169"/>
                </a:moveTo>
                <a:lnTo>
                  <a:pt x="1508344" y="139433"/>
                </a:lnTo>
                <a:lnTo>
                  <a:pt x="1538501" y="139433"/>
                </a:lnTo>
                <a:lnTo>
                  <a:pt x="1549190" y="109048"/>
                </a:lnTo>
                <a:lnTo>
                  <a:pt x="1600158" y="109048"/>
                </a:lnTo>
                <a:lnTo>
                  <a:pt x="1610466" y="139433"/>
                </a:lnTo>
                <a:lnTo>
                  <a:pt x="1641578" y="139433"/>
                </a:lnTo>
                <a:lnTo>
                  <a:pt x="1590613" y="3169"/>
                </a:lnTo>
                <a:lnTo>
                  <a:pt x="1559882" y="3169"/>
                </a:lnTo>
                <a:close/>
                <a:moveTo>
                  <a:pt x="1684907" y="40823"/>
                </a:moveTo>
                <a:lnTo>
                  <a:pt x="1684907" y="11184"/>
                </a:lnTo>
                <a:lnTo>
                  <a:pt x="1657802" y="11184"/>
                </a:lnTo>
                <a:lnTo>
                  <a:pt x="1657802" y="40823"/>
                </a:lnTo>
                <a:lnTo>
                  <a:pt x="1641386" y="40823"/>
                </a:lnTo>
                <a:lnTo>
                  <a:pt x="1641386" y="58905"/>
                </a:lnTo>
                <a:lnTo>
                  <a:pt x="1657802" y="58905"/>
                </a:lnTo>
                <a:lnTo>
                  <a:pt x="1657802" y="117090"/>
                </a:lnTo>
                <a:cubicBezTo>
                  <a:pt x="1657802" y="122051"/>
                  <a:pt x="1658629" y="126058"/>
                  <a:pt x="1660283" y="129110"/>
                </a:cubicBezTo>
                <a:cubicBezTo>
                  <a:pt x="1661938" y="132163"/>
                  <a:pt x="1664196" y="134516"/>
                  <a:pt x="1667058" y="136170"/>
                </a:cubicBezTo>
                <a:cubicBezTo>
                  <a:pt x="1669922" y="137823"/>
                  <a:pt x="1673231" y="138935"/>
                  <a:pt x="1676984" y="139505"/>
                </a:cubicBezTo>
                <a:cubicBezTo>
                  <a:pt x="1680740" y="140078"/>
                  <a:pt x="1684717" y="140365"/>
                  <a:pt x="1688917" y="140365"/>
                </a:cubicBezTo>
                <a:cubicBezTo>
                  <a:pt x="1691589" y="140365"/>
                  <a:pt x="1694325" y="140303"/>
                  <a:pt x="1697125" y="140178"/>
                </a:cubicBezTo>
                <a:cubicBezTo>
                  <a:pt x="1699925" y="140054"/>
                  <a:pt x="1702470" y="139805"/>
                  <a:pt x="1704759" y="139433"/>
                </a:cubicBezTo>
                <a:lnTo>
                  <a:pt x="1704759" y="118351"/>
                </a:lnTo>
                <a:cubicBezTo>
                  <a:pt x="1703487" y="118605"/>
                  <a:pt x="1702151" y="118797"/>
                  <a:pt x="1700751" y="118925"/>
                </a:cubicBezTo>
                <a:cubicBezTo>
                  <a:pt x="1699351" y="119051"/>
                  <a:pt x="1697888" y="119114"/>
                  <a:pt x="1696362" y="119114"/>
                </a:cubicBezTo>
                <a:cubicBezTo>
                  <a:pt x="1691780" y="119114"/>
                  <a:pt x="1688724" y="118352"/>
                  <a:pt x="1687196" y="116828"/>
                </a:cubicBezTo>
                <a:cubicBezTo>
                  <a:pt x="1685670" y="115304"/>
                  <a:pt x="1684907" y="112255"/>
                  <a:pt x="1684907" y="107682"/>
                </a:cubicBezTo>
                <a:lnTo>
                  <a:pt x="1684907" y="58905"/>
                </a:lnTo>
                <a:lnTo>
                  <a:pt x="1704759" y="58905"/>
                </a:lnTo>
                <a:lnTo>
                  <a:pt x="1704759" y="40823"/>
                </a:lnTo>
                <a:lnTo>
                  <a:pt x="1684907" y="40823"/>
                </a:lnTo>
                <a:close/>
                <a:moveTo>
                  <a:pt x="1752096" y="40823"/>
                </a:moveTo>
                <a:lnTo>
                  <a:pt x="1752096" y="11184"/>
                </a:lnTo>
                <a:lnTo>
                  <a:pt x="1724991" y="11184"/>
                </a:lnTo>
                <a:lnTo>
                  <a:pt x="1724991" y="40823"/>
                </a:lnTo>
                <a:lnTo>
                  <a:pt x="1708575" y="40823"/>
                </a:lnTo>
                <a:lnTo>
                  <a:pt x="1708575" y="58905"/>
                </a:lnTo>
                <a:lnTo>
                  <a:pt x="1724991" y="58905"/>
                </a:lnTo>
                <a:lnTo>
                  <a:pt x="1724991" y="117090"/>
                </a:lnTo>
                <a:cubicBezTo>
                  <a:pt x="1724991" y="122051"/>
                  <a:pt x="1725818" y="126058"/>
                  <a:pt x="1727472" y="129110"/>
                </a:cubicBezTo>
                <a:cubicBezTo>
                  <a:pt x="1729127" y="132163"/>
                  <a:pt x="1731385" y="134516"/>
                  <a:pt x="1734247" y="136170"/>
                </a:cubicBezTo>
                <a:cubicBezTo>
                  <a:pt x="1737111" y="137823"/>
                  <a:pt x="1740420" y="138935"/>
                  <a:pt x="1744173" y="139505"/>
                </a:cubicBezTo>
                <a:cubicBezTo>
                  <a:pt x="1747929" y="140078"/>
                  <a:pt x="1751906" y="140365"/>
                  <a:pt x="1756106" y="140365"/>
                </a:cubicBezTo>
                <a:cubicBezTo>
                  <a:pt x="1758778" y="140365"/>
                  <a:pt x="1761514" y="140303"/>
                  <a:pt x="1764314" y="140178"/>
                </a:cubicBezTo>
                <a:cubicBezTo>
                  <a:pt x="1767114" y="140054"/>
                  <a:pt x="1769659" y="139805"/>
                  <a:pt x="1771948" y="139433"/>
                </a:cubicBezTo>
                <a:lnTo>
                  <a:pt x="1771948" y="118351"/>
                </a:lnTo>
                <a:cubicBezTo>
                  <a:pt x="1770676" y="118605"/>
                  <a:pt x="1769340" y="118797"/>
                  <a:pt x="1767940" y="118925"/>
                </a:cubicBezTo>
                <a:cubicBezTo>
                  <a:pt x="1766540" y="119051"/>
                  <a:pt x="1765077" y="119114"/>
                  <a:pt x="1763551" y="119114"/>
                </a:cubicBezTo>
                <a:cubicBezTo>
                  <a:pt x="1758968" y="119114"/>
                  <a:pt x="1755913" y="118352"/>
                  <a:pt x="1754385" y="116828"/>
                </a:cubicBezTo>
                <a:cubicBezTo>
                  <a:pt x="1752859" y="115304"/>
                  <a:pt x="1752096" y="112255"/>
                  <a:pt x="1752096" y="107682"/>
                </a:cubicBezTo>
                <a:lnTo>
                  <a:pt x="1752096" y="58905"/>
                </a:lnTo>
                <a:lnTo>
                  <a:pt x="1771948" y="58905"/>
                </a:lnTo>
                <a:lnTo>
                  <a:pt x="1771948" y="40823"/>
                </a:lnTo>
                <a:lnTo>
                  <a:pt x="1752096" y="40823"/>
                </a:lnTo>
                <a:close/>
                <a:moveTo>
                  <a:pt x="1783783" y="71097"/>
                </a:moveTo>
                <a:cubicBezTo>
                  <a:pt x="1784163" y="64734"/>
                  <a:pt x="1785754" y="59453"/>
                  <a:pt x="1788554" y="55255"/>
                </a:cubicBezTo>
                <a:cubicBezTo>
                  <a:pt x="1791354" y="51055"/>
                  <a:pt x="1794917" y="47682"/>
                  <a:pt x="1799243" y="45137"/>
                </a:cubicBezTo>
                <a:cubicBezTo>
                  <a:pt x="1803569" y="42591"/>
                  <a:pt x="1808436" y="40778"/>
                  <a:pt x="1813844" y="39696"/>
                </a:cubicBezTo>
                <a:cubicBezTo>
                  <a:pt x="1819254" y="38614"/>
                  <a:pt x="1824694" y="38074"/>
                  <a:pt x="1830166" y="38074"/>
                </a:cubicBezTo>
                <a:cubicBezTo>
                  <a:pt x="1835129" y="38074"/>
                  <a:pt x="1840155" y="38424"/>
                  <a:pt x="1845245" y="39125"/>
                </a:cubicBezTo>
                <a:cubicBezTo>
                  <a:pt x="1850336" y="39824"/>
                  <a:pt x="1854981" y="41192"/>
                  <a:pt x="1859179" y="43229"/>
                </a:cubicBezTo>
                <a:cubicBezTo>
                  <a:pt x="1863379" y="45264"/>
                  <a:pt x="1866815" y="48095"/>
                  <a:pt x="1869486" y="51722"/>
                </a:cubicBezTo>
                <a:cubicBezTo>
                  <a:pt x="1872160" y="55349"/>
                  <a:pt x="1873497" y="60153"/>
                  <a:pt x="1873497" y="66134"/>
                </a:cubicBezTo>
                <a:lnTo>
                  <a:pt x="1873497" y="117480"/>
                </a:lnTo>
                <a:cubicBezTo>
                  <a:pt x="1873497" y="121935"/>
                  <a:pt x="1873751" y="126198"/>
                  <a:pt x="1874260" y="130270"/>
                </a:cubicBezTo>
                <a:cubicBezTo>
                  <a:pt x="1874769" y="134341"/>
                  <a:pt x="1875659" y="137396"/>
                  <a:pt x="1876931" y="139433"/>
                </a:cubicBezTo>
                <a:lnTo>
                  <a:pt x="1849445" y="139433"/>
                </a:lnTo>
                <a:cubicBezTo>
                  <a:pt x="1848936" y="137906"/>
                  <a:pt x="1848522" y="136348"/>
                  <a:pt x="1848204" y="134758"/>
                </a:cubicBezTo>
                <a:cubicBezTo>
                  <a:pt x="1847886" y="133166"/>
                  <a:pt x="1847663" y="131542"/>
                  <a:pt x="1847537" y="129888"/>
                </a:cubicBezTo>
                <a:cubicBezTo>
                  <a:pt x="1843211" y="134342"/>
                  <a:pt x="1838121" y="137461"/>
                  <a:pt x="1832266" y="139243"/>
                </a:cubicBezTo>
                <a:cubicBezTo>
                  <a:pt x="1826412" y="141024"/>
                  <a:pt x="1820430" y="141914"/>
                  <a:pt x="1814322" y="141914"/>
                </a:cubicBezTo>
                <a:cubicBezTo>
                  <a:pt x="1809615" y="141914"/>
                  <a:pt x="1805224" y="141341"/>
                  <a:pt x="1801151" y="140196"/>
                </a:cubicBezTo>
                <a:cubicBezTo>
                  <a:pt x="1797079" y="139050"/>
                  <a:pt x="1793516" y="137269"/>
                  <a:pt x="1790461" y="134851"/>
                </a:cubicBezTo>
                <a:cubicBezTo>
                  <a:pt x="1787409" y="132434"/>
                  <a:pt x="1785024" y="129380"/>
                  <a:pt x="1783305" y="125691"/>
                </a:cubicBezTo>
                <a:cubicBezTo>
                  <a:pt x="1781587" y="122000"/>
                  <a:pt x="1780727" y="117608"/>
                  <a:pt x="1780727" y="112517"/>
                </a:cubicBezTo>
                <a:cubicBezTo>
                  <a:pt x="1780727" y="106919"/>
                  <a:pt x="1781714" y="102307"/>
                  <a:pt x="1783687" y="98679"/>
                </a:cubicBezTo>
                <a:cubicBezTo>
                  <a:pt x="1785660" y="95052"/>
                  <a:pt x="1788204" y="92157"/>
                  <a:pt x="1791321" y="89994"/>
                </a:cubicBezTo>
                <a:cubicBezTo>
                  <a:pt x="1794439" y="87831"/>
                  <a:pt x="1798002" y="86208"/>
                  <a:pt x="1802010" y="85127"/>
                </a:cubicBezTo>
                <a:cubicBezTo>
                  <a:pt x="1806020" y="84045"/>
                  <a:pt x="1810060" y="83187"/>
                  <a:pt x="1814132" y="82552"/>
                </a:cubicBezTo>
                <a:cubicBezTo>
                  <a:pt x="1818204" y="81915"/>
                  <a:pt x="1822212" y="81406"/>
                  <a:pt x="1826155" y="81023"/>
                </a:cubicBezTo>
                <a:cubicBezTo>
                  <a:pt x="1830101" y="80641"/>
                  <a:pt x="1833601" y="80068"/>
                  <a:pt x="1836655" y="79305"/>
                </a:cubicBezTo>
                <a:cubicBezTo>
                  <a:pt x="1839710" y="78542"/>
                  <a:pt x="1842127" y="77429"/>
                  <a:pt x="1843908" y="75967"/>
                </a:cubicBezTo>
                <a:cubicBezTo>
                  <a:pt x="1845690" y="74503"/>
                  <a:pt x="1846519" y="72371"/>
                  <a:pt x="1846392" y="69571"/>
                </a:cubicBezTo>
                <a:cubicBezTo>
                  <a:pt x="1846392" y="66643"/>
                  <a:pt x="1845915" y="64320"/>
                  <a:pt x="1844959" y="62604"/>
                </a:cubicBezTo>
                <a:cubicBezTo>
                  <a:pt x="1844004" y="60885"/>
                  <a:pt x="1842731" y="59549"/>
                  <a:pt x="1841141" y="58596"/>
                </a:cubicBezTo>
                <a:cubicBezTo>
                  <a:pt x="1839551" y="57641"/>
                  <a:pt x="1837705" y="57004"/>
                  <a:pt x="1835604" y="56685"/>
                </a:cubicBezTo>
                <a:cubicBezTo>
                  <a:pt x="1833505" y="56367"/>
                  <a:pt x="1831247" y="56208"/>
                  <a:pt x="1828829" y="56208"/>
                </a:cubicBezTo>
                <a:cubicBezTo>
                  <a:pt x="1823486" y="56208"/>
                  <a:pt x="1819287" y="57353"/>
                  <a:pt x="1816232" y="59644"/>
                </a:cubicBezTo>
                <a:cubicBezTo>
                  <a:pt x="1813178" y="61936"/>
                  <a:pt x="1811396" y="65753"/>
                  <a:pt x="1810888" y="71097"/>
                </a:cubicBezTo>
                <a:lnTo>
                  <a:pt x="1783783" y="71097"/>
                </a:lnTo>
                <a:moveTo>
                  <a:pt x="1846392" y="91139"/>
                </a:moveTo>
                <a:cubicBezTo>
                  <a:pt x="1845247" y="92158"/>
                  <a:pt x="1843815" y="92954"/>
                  <a:pt x="1842096" y="93527"/>
                </a:cubicBezTo>
                <a:cubicBezTo>
                  <a:pt x="1840378" y="94100"/>
                  <a:pt x="1838532" y="94577"/>
                  <a:pt x="1836559" y="94960"/>
                </a:cubicBezTo>
                <a:cubicBezTo>
                  <a:pt x="1834588" y="95341"/>
                  <a:pt x="1832521" y="95658"/>
                  <a:pt x="1830355" y="95912"/>
                </a:cubicBezTo>
                <a:cubicBezTo>
                  <a:pt x="1828192" y="96167"/>
                  <a:pt x="1826029" y="96484"/>
                  <a:pt x="1823866" y="96865"/>
                </a:cubicBezTo>
                <a:cubicBezTo>
                  <a:pt x="1821831" y="97247"/>
                  <a:pt x="1819827" y="97757"/>
                  <a:pt x="1817855" y="98394"/>
                </a:cubicBezTo>
                <a:cubicBezTo>
                  <a:pt x="1815882" y="99029"/>
                  <a:pt x="1814163" y="99888"/>
                  <a:pt x="1812699" y="100972"/>
                </a:cubicBezTo>
                <a:cubicBezTo>
                  <a:pt x="1811237" y="102053"/>
                  <a:pt x="1810060" y="103421"/>
                  <a:pt x="1809169" y="105075"/>
                </a:cubicBezTo>
                <a:cubicBezTo>
                  <a:pt x="1808278" y="106728"/>
                  <a:pt x="1807832" y="108827"/>
                  <a:pt x="1807832" y="111372"/>
                </a:cubicBezTo>
                <a:cubicBezTo>
                  <a:pt x="1807832" y="113790"/>
                  <a:pt x="1808278" y="115826"/>
                  <a:pt x="1809169" y="117480"/>
                </a:cubicBezTo>
                <a:cubicBezTo>
                  <a:pt x="1810060" y="119135"/>
                  <a:pt x="1811269" y="120439"/>
                  <a:pt x="1812795" y="121395"/>
                </a:cubicBezTo>
                <a:cubicBezTo>
                  <a:pt x="1814323" y="122348"/>
                  <a:pt x="1816105" y="123016"/>
                  <a:pt x="1818140" y="123399"/>
                </a:cubicBezTo>
                <a:cubicBezTo>
                  <a:pt x="1820177" y="123781"/>
                  <a:pt x="1822277" y="123972"/>
                  <a:pt x="1824440" y="123972"/>
                </a:cubicBezTo>
                <a:cubicBezTo>
                  <a:pt x="1829784" y="123972"/>
                  <a:pt x="1833919" y="123082"/>
                  <a:pt x="1836845" y="121302"/>
                </a:cubicBezTo>
                <a:cubicBezTo>
                  <a:pt x="1839773" y="119519"/>
                  <a:pt x="1841937" y="117387"/>
                  <a:pt x="1843337" y="114905"/>
                </a:cubicBezTo>
                <a:cubicBezTo>
                  <a:pt x="1844737" y="112424"/>
                  <a:pt x="1845596" y="109910"/>
                  <a:pt x="1845915" y="107365"/>
                </a:cubicBezTo>
                <a:cubicBezTo>
                  <a:pt x="1846233" y="104819"/>
                  <a:pt x="1846392" y="102783"/>
                  <a:pt x="1846392" y="101257"/>
                </a:cubicBezTo>
                <a:lnTo>
                  <a:pt x="1846392" y="91139"/>
                </a:lnTo>
                <a:close/>
                <a:moveTo>
                  <a:pt x="1961685" y="75495"/>
                </a:moveTo>
                <a:lnTo>
                  <a:pt x="1988216" y="75495"/>
                </a:lnTo>
                <a:cubicBezTo>
                  <a:pt x="1987835" y="69122"/>
                  <a:pt x="1986308" y="63610"/>
                  <a:pt x="1983635" y="58960"/>
                </a:cubicBezTo>
                <a:cubicBezTo>
                  <a:pt x="1980963" y="54308"/>
                  <a:pt x="1977495" y="50420"/>
                  <a:pt x="1973231" y="47298"/>
                </a:cubicBezTo>
                <a:cubicBezTo>
                  <a:pt x="1968969" y="44176"/>
                  <a:pt x="1964134" y="41850"/>
                  <a:pt x="1958726" y="40322"/>
                </a:cubicBezTo>
                <a:cubicBezTo>
                  <a:pt x="1953318" y="38792"/>
                  <a:pt x="1947687" y="38027"/>
                  <a:pt x="1941833" y="38027"/>
                </a:cubicBezTo>
                <a:cubicBezTo>
                  <a:pt x="1933815" y="38027"/>
                  <a:pt x="1926688" y="39366"/>
                  <a:pt x="1920451" y="42044"/>
                </a:cubicBezTo>
                <a:cubicBezTo>
                  <a:pt x="1914216" y="44719"/>
                  <a:pt x="1908936" y="48447"/>
                  <a:pt x="1904610" y="53228"/>
                </a:cubicBezTo>
                <a:cubicBezTo>
                  <a:pt x="1900283" y="58009"/>
                  <a:pt x="1897007" y="63681"/>
                  <a:pt x="1894779" y="70246"/>
                </a:cubicBezTo>
                <a:cubicBezTo>
                  <a:pt x="1892552" y="76809"/>
                  <a:pt x="1891439" y="83915"/>
                  <a:pt x="1891439" y="91564"/>
                </a:cubicBezTo>
                <a:cubicBezTo>
                  <a:pt x="1891439" y="98958"/>
                  <a:pt x="1892647" y="105746"/>
                  <a:pt x="1895065" y="111929"/>
                </a:cubicBezTo>
                <a:cubicBezTo>
                  <a:pt x="1897482" y="118109"/>
                  <a:pt x="1900854" y="123431"/>
                  <a:pt x="1905180" y="127893"/>
                </a:cubicBezTo>
                <a:cubicBezTo>
                  <a:pt x="1909509" y="132355"/>
                  <a:pt x="1914758" y="135829"/>
                  <a:pt x="1920929" y="138314"/>
                </a:cubicBezTo>
                <a:cubicBezTo>
                  <a:pt x="1927102" y="140800"/>
                  <a:pt x="1933878" y="142042"/>
                  <a:pt x="1941259" y="142042"/>
                </a:cubicBezTo>
                <a:cubicBezTo>
                  <a:pt x="1954366" y="142042"/>
                  <a:pt x="1965118" y="138593"/>
                  <a:pt x="1973516" y="131694"/>
                </a:cubicBezTo>
                <a:cubicBezTo>
                  <a:pt x="1981916" y="124793"/>
                  <a:pt x="1987007" y="114789"/>
                  <a:pt x="1988790" y="101682"/>
                </a:cubicBezTo>
                <a:lnTo>
                  <a:pt x="1962638" y="101682"/>
                </a:lnTo>
                <a:cubicBezTo>
                  <a:pt x="1961748" y="107791"/>
                  <a:pt x="1959553" y="112659"/>
                  <a:pt x="1956052" y="116286"/>
                </a:cubicBezTo>
                <a:cubicBezTo>
                  <a:pt x="1952553" y="119911"/>
                  <a:pt x="1947559" y="121724"/>
                  <a:pt x="1941070" y="121724"/>
                </a:cubicBezTo>
                <a:cubicBezTo>
                  <a:pt x="1936870" y="121724"/>
                  <a:pt x="1933306" y="120770"/>
                  <a:pt x="1930377" y="118861"/>
                </a:cubicBezTo>
                <a:cubicBezTo>
                  <a:pt x="1927451" y="116952"/>
                  <a:pt x="1925129" y="114503"/>
                  <a:pt x="1923410" y="111512"/>
                </a:cubicBezTo>
                <a:cubicBezTo>
                  <a:pt x="1921694" y="108520"/>
                  <a:pt x="1920453" y="105178"/>
                  <a:pt x="1919688" y="101487"/>
                </a:cubicBezTo>
                <a:cubicBezTo>
                  <a:pt x="1918925" y="97796"/>
                  <a:pt x="1918543" y="94169"/>
                  <a:pt x="1918543" y="90606"/>
                </a:cubicBezTo>
                <a:cubicBezTo>
                  <a:pt x="1918543" y="86914"/>
                  <a:pt x="1918925" y="83192"/>
                  <a:pt x="1919688" y="79439"/>
                </a:cubicBezTo>
                <a:cubicBezTo>
                  <a:pt x="1920453" y="75683"/>
                  <a:pt x="1921758" y="72246"/>
                  <a:pt x="1923603" y="69128"/>
                </a:cubicBezTo>
                <a:cubicBezTo>
                  <a:pt x="1925447" y="66010"/>
                  <a:pt x="1927833" y="63464"/>
                  <a:pt x="1930759" y="61491"/>
                </a:cubicBezTo>
                <a:cubicBezTo>
                  <a:pt x="1933687" y="59518"/>
                  <a:pt x="1937314" y="58532"/>
                  <a:pt x="1941640" y="58532"/>
                </a:cubicBezTo>
                <a:cubicBezTo>
                  <a:pt x="1953221" y="58532"/>
                  <a:pt x="1959903" y="64186"/>
                  <a:pt x="1961685" y="75495"/>
                </a:cubicBezTo>
                <a:close/>
                <a:moveTo>
                  <a:pt x="2006540" y="3169"/>
                </a:moveTo>
                <a:lnTo>
                  <a:pt x="2006540" y="139433"/>
                </a:lnTo>
                <a:lnTo>
                  <a:pt x="2033645" y="139433"/>
                </a:lnTo>
                <a:lnTo>
                  <a:pt x="2033645" y="105457"/>
                </a:lnTo>
                <a:lnTo>
                  <a:pt x="2044145" y="95339"/>
                </a:lnTo>
                <a:lnTo>
                  <a:pt x="2071250" y="139433"/>
                </a:lnTo>
                <a:lnTo>
                  <a:pt x="2104081" y="139433"/>
                </a:lnTo>
                <a:lnTo>
                  <a:pt x="2062658" y="77027"/>
                </a:lnTo>
                <a:lnTo>
                  <a:pt x="2099881" y="40765"/>
                </a:lnTo>
                <a:lnTo>
                  <a:pt x="2067813" y="40765"/>
                </a:lnTo>
                <a:lnTo>
                  <a:pt x="2033645" y="76264"/>
                </a:lnTo>
                <a:lnTo>
                  <a:pt x="2033645" y="3169"/>
                </a:lnTo>
                <a:lnTo>
                  <a:pt x="2006540" y="3169"/>
                </a:lnTo>
                <a:close/>
                <a:moveTo>
                  <a:pt x="2180049" y="79596"/>
                </a:moveTo>
                <a:lnTo>
                  <a:pt x="2135958" y="79596"/>
                </a:lnTo>
                <a:cubicBezTo>
                  <a:pt x="2136084" y="77681"/>
                  <a:pt x="2136496" y="75511"/>
                  <a:pt x="2137195" y="73086"/>
                </a:cubicBezTo>
                <a:cubicBezTo>
                  <a:pt x="2137896" y="70659"/>
                  <a:pt x="2139106" y="68361"/>
                  <a:pt x="2140825" y="66192"/>
                </a:cubicBezTo>
                <a:cubicBezTo>
                  <a:pt x="2142543" y="64021"/>
                  <a:pt x="2144833" y="62202"/>
                  <a:pt x="2147695" y="60734"/>
                </a:cubicBezTo>
                <a:cubicBezTo>
                  <a:pt x="2150560" y="59266"/>
                  <a:pt x="2154155" y="58532"/>
                  <a:pt x="2158481" y="58532"/>
                </a:cubicBezTo>
                <a:cubicBezTo>
                  <a:pt x="2165098" y="58532"/>
                  <a:pt x="2170029" y="60319"/>
                  <a:pt x="2173274" y="63894"/>
                </a:cubicBezTo>
                <a:cubicBezTo>
                  <a:pt x="2176519" y="67469"/>
                  <a:pt x="2178777" y="72703"/>
                  <a:pt x="2180049" y="79596"/>
                </a:cubicBezTo>
                <a:moveTo>
                  <a:pt x="2135958" y="96745"/>
                </a:moveTo>
                <a:lnTo>
                  <a:pt x="2207156" y="96745"/>
                </a:lnTo>
                <a:cubicBezTo>
                  <a:pt x="2207665" y="89095"/>
                  <a:pt x="2207028" y="81763"/>
                  <a:pt x="2205246" y="74749"/>
                </a:cubicBezTo>
                <a:cubicBezTo>
                  <a:pt x="2203465" y="67736"/>
                  <a:pt x="2200570" y="61488"/>
                  <a:pt x="2196560" y="56007"/>
                </a:cubicBezTo>
                <a:cubicBezTo>
                  <a:pt x="2192553" y="50523"/>
                  <a:pt x="2187430" y="46156"/>
                  <a:pt x="2181193" y="42906"/>
                </a:cubicBezTo>
                <a:cubicBezTo>
                  <a:pt x="2174958" y="39653"/>
                  <a:pt x="2167642" y="38027"/>
                  <a:pt x="2159244" y="38027"/>
                </a:cubicBezTo>
                <a:cubicBezTo>
                  <a:pt x="2151735" y="38027"/>
                  <a:pt x="2144895" y="39366"/>
                  <a:pt x="2138725" y="42044"/>
                </a:cubicBezTo>
                <a:cubicBezTo>
                  <a:pt x="2132554" y="44719"/>
                  <a:pt x="2127241" y="48383"/>
                  <a:pt x="2122787" y="53036"/>
                </a:cubicBezTo>
                <a:cubicBezTo>
                  <a:pt x="2118332" y="57688"/>
                  <a:pt x="2114897" y="63202"/>
                  <a:pt x="2112479" y="69577"/>
                </a:cubicBezTo>
                <a:cubicBezTo>
                  <a:pt x="2110062" y="75949"/>
                  <a:pt x="2108853" y="82833"/>
                  <a:pt x="2108853" y="90227"/>
                </a:cubicBezTo>
                <a:cubicBezTo>
                  <a:pt x="2108853" y="97874"/>
                  <a:pt x="2110030" y="104884"/>
                  <a:pt x="2112383" y="111259"/>
                </a:cubicBezTo>
                <a:cubicBezTo>
                  <a:pt x="2114738" y="117632"/>
                  <a:pt x="2118079" y="123113"/>
                  <a:pt x="2122405" y="127704"/>
                </a:cubicBezTo>
                <a:cubicBezTo>
                  <a:pt x="2126731" y="132292"/>
                  <a:pt x="2132012" y="135829"/>
                  <a:pt x="2138247" y="138314"/>
                </a:cubicBezTo>
                <a:cubicBezTo>
                  <a:pt x="2144482" y="140800"/>
                  <a:pt x="2151481" y="142042"/>
                  <a:pt x="2159244" y="142042"/>
                </a:cubicBezTo>
                <a:cubicBezTo>
                  <a:pt x="2170442" y="142042"/>
                  <a:pt x="2179986" y="139500"/>
                  <a:pt x="2187875" y="134414"/>
                </a:cubicBezTo>
                <a:cubicBezTo>
                  <a:pt x="2195766" y="129329"/>
                  <a:pt x="2201621" y="120873"/>
                  <a:pt x="2205438" y="109048"/>
                </a:cubicBezTo>
                <a:lnTo>
                  <a:pt x="2181578" y="109048"/>
                </a:lnTo>
                <a:cubicBezTo>
                  <a:pt x="2180687" y="112075"/>
                  <a:pt x="2178268" y="114945"/>
                  <a:pt x="2174323" y="117658"/>
                </a:cubicBezTo>
                <a:cubicBezTo>
                  <a:pt x="2170379" y="120369"/>
                  <a:pt x="2165671" y="121724"/>
                  <a:pt x="2160199" y="121724"/>
                </a:cubicBezTo>
                <a:cubicBezTo>
                  <a:pt x="2152564" y="121724"/>
                  <a:pt x="2146710" y="119754"/>
                  <a:pt x="2142636" y="115814"/>
                </a:cubicBezTo>
                <a:cubicBezTo>
                  <a:pt x="2138564" y="111872"/>
                  <a:pt x="2136338" y="105516"/>
                  <a:pt x="2135958" y="96745"/>
                </a:cubicBezTo>
                <a:close/>
                <a:moveTo>
                  <a:pt x="2223189" y="40675"/>
                </a:moveTo>
                <a:lnTo>
                  <a:pt x="2223189" y="139433"/>
                </a:lnTo>
                <a:lnTo>
                  <a:pt x="2250293" y="139433"/>
                </a:lnTo>
                <a:lnTo>
                  <a:pt x="2250293" y="94910"/>
                </a:lnTo>
                <a:cubicBezTo>
                  <a:pt x="2250293" y="90452"/>
                  <a:pt x="2250739" y="86312"/>
                  <a:pt x="2251630" y="82491"/>
                </a:cubicBezTo>
                <a:cubicBezTo>
                  <a:pt x="2252521" y="78670"/>
                  <a:pt x="2254017" y="75326"/>
                  <a:pt x="2256116" y="72460"/>
                </a:cubicBezTo>
                <a:cubicBezTo>
                  <a:pt x="2258215" y="69594"/>
                  <a:pt x="2260982" y="67333"/>
                  <a:pt x="2264417" y="65677"/>
                </a:cubicBezTo>
                <a:cubicBezTo>
                  <a:pt x="2267853" y="64020"/>
                  <a:pt x="2272053" y="63192"/>
                  <a:pt x="2277017" y="63192"/>
                </a:cubicBezTo>
                <a:cubicBezTo>
                  <a:pt x="2278671" y="63192"/>
                  <a:pt x="2280388" y="63288"/>
                  <a:pt x="2282169" y="63480"/>
                </a:cubicBezTo>
                <a:cubicBezTo>
                  <a:pt x="2283951" y="63671"/>
                  <a:pt x="2285479" y="63893"/>
                  <a:pt x="2286750" y="64147"/>
                </a:cubicBezTo>
                <a:lnTo>
                  <a:pt x="2286750" y="38979"/>
                </a:lnTo>
                <a:cubicBezTo>
                  <a:pt x="2284587" y="38345"/>
                  <a:pt x="2282616" y="38027"/>
                  <a:pt x="2280835" y="38027"/>
                </a:cubicBezTo>
                <a:cubicBezTo>
                  <a:pt x="2277398" y="38027"/>
                  <a:pt x="2274089" y="38536"/>
                  <a:pt x="2270909" y="39553"/>
                </a:cubicBezTo>
                <a:cubicBezTo>
                  <a:pt x="2267728" y="40569"/>
                  <a:pt x="2264738" y="41998"/>
                  <a:pt x="2261938" y="43841"/>
                </a:cubicBezTo>
                <a:cubicBezTo>
                  <a:pt x="2259138" y="45683"/>
                  <a:pt x="2256656" y="47908"/>
                  <a:pt x="2254493" y="50513"/>
                </a:cubicBezTo>
                <a:cubicBezTo>
                  <a:pt x="2252330" y="53119"/>
                  <a:pt x="2250612" y="55947"/>
                  <a:pt x="2249338" y="58998"/>
                </a:cubicBezTo>
                <a:lnTo>
                  <a:pt x="2248956" y="58998"/>
                </a:lnTo>
                <a:lnTo>
                  <a:pt x="2248956" y="40675"/>
                </a:lnTo>
                <a:lnTo>
                  <a:pt x="2223189" y="40675"/>
                </a:lnTo>
                <a:close/>
                <a:moveTo>
                  <a:pt x="2444229" y="49025"/>
                </a:moveTo>
                <a:lnTo>
                  <a:pt x="2473244" y="49025"/>
                </a:lnTo>
                <a:cubicBezTo>
                  <a:pt x="2472353" y="41136"/>
                  <a:pt x="2470189" y="34139"/>
                  <a:pt x="2466752" y="28034"/>
                </a:cubicBezTo>
                <a:cubicBezTo>
                  <a:pt x="2463317" y="21927"/>
                  <a:pt x="2458959" y="16809"/>
                  <a:pt x="2453677" y="12679"/>
                </a:cubicBezTo>
                <a:cubicBezTo>
                  <a:pt x="2448395" y="8547"/>
                  <a:pt x="2442414" y="5401"/>
                  <a:pt x="2435732" y="3242"/>
                </a:cubicBezTo>
                <a:cubicBezTo>
                  <a:pt x="2429053" y="1081"/>
                  <a:pt x="2421960" y="0"/>
                  <a:pt x="2414453" y="0"/>
                </a:cubicBezTo>
                <a:cubicBezTo>
                  <a:pt x="2404018" y="0"/>
                  <a:pt x="2394633" y="1843"/>
                  <a:pt x="2386297" y="5528"/>
                </a:cubicBezTo>
                <a:cubicBezTo>
                  <a:pt x="2377963" y="9214"/>
                  <a:pt x="2370932" y="14298"/>
                  <a:pt x="2365203" y="20781"/>
                </a:cubicBezTo>
                <a:cubicBezTo>
                  <a:pt x="2359477" y="27263"/>
                  <a:pt x="2355087" y="34857"/>
                  <a:pt x="2352033" y="43564"/>
                </a:cubicBezTo>
                <a:cubicBezTo>
                  <a:pt x="2348978" y="52271"/>
                  <a:pt x="2347451" y="61708"/>
                  <a:pt x="2347451" y="71875"/>
                </a:cubicBezTo>
                <a:cubicBezTo>
                  <a:pt x="2347451" y="81789"/>
                  <a:pt x="2348978" y="91036"/>
                  <a:pt x="2352033" y="99614"/>
                </a:cubicBezTo>
                <a:cubicBezTo>
                  <a:pt x="2355087" y="108193"/>
                  <a:pt x="2359477" y="115660"/>
                  <a:pt x="2365203" y="122015"/>
                </a:cubicBezTo>
                <a:cubicBezTo>
                  <a:pt x="2370932" y="128371"/>
                  <a:pt x="2377963" y="133360"/>
                  <a:pt x="2386297" y="136983"/>
                </a:cubicBezTo>
                <a:cubicBezTo>
                  <a:pt x="2394633" y="140604"/>
                  <a:pt x="2404018" y="142415"/>
                  <a:pt x="2414453" y="142415"/>
                </a:cubicBezTo>
                <a:cubicBezTo>
                  <a:pt x="2422851" y="142415"/>
                  <a:pt x="2430549" y="141144"/>
                  <a:pt x="2437547" y="138603"/>
                </a:cubicBezTo>
                <a:cubicBezTo>
                  <a:pt x="2444547" y="136059"/>
                  <a:pt x="2450656" y="132372"/>
                  <a:pt x="2455873" y="127543"/>
                </a:cubicBezTo>
                <a:cubicBezTo>
                  <a:pt x="2461091" y="122712"/>
                  <a:pt x="2465290" y="116862"/>
                  <a:pt x="2468470" y="109992"/>
                </a:cubicBezTo>
                <a:cubicBezTo>
                  <a:pt x="2471653" y="103122"/>
                  <a:pt x="2473625" y="95424"/>
                  <a:pt x="2474389" y="86898"/>
                </a:cubicBezTo>
                <a:lnTo>
                  <a:pt x="2445373" y="86898"/>
                </a:lnTo>
                <a:cubicBezTo>
                  <a:pt x="2444229" y="96059"/>
                  <a:pt x="2441080" y="103440"/>
                  <a:pt x="2435925" y="109039"/>
                </a:cubicBezTo>
                <a:cubicBezTo>
                  <a:pt x="2430771" y="114638"/>
                  <a:pt x="2423614" y="117437"/>
                  <a:pt x="2414453" y="117437"/>
                </a:cubicBezTo>
                <a:cubicBezTo>
                  <a:pt x="2407707" y="117437"/>
                  <a:pt x="2401980" y="116134"/>
                  <a:pt x="2397271" y="113528"/>
                </a:cubicBezTo>
                <a:cubicBezTo>
                  <a:pt x="2392563" y="110922"/>
                  <a:pt x="2388745" y="107459"/>
                  <a:pt x="2385819" y="103139"/>
                </a:cubicBezTo>
                <a:cubicBezTo>
                  <a:pt x="2382893" y="98816"/>
                  <a:pt x="2380762" y="93955"/>
                  <a:pt x="2379426" y="88555"/>
                </a:cubicBezTo>
                <a:cubicBezTo>
                  <a:pt x="2378090" y="83153"/>
                  <a:pt x="2377422" y="77592"/>
                  <a:pt x="2377422" y="71872"/>
                </a:cubicBezTo>
                <a:cubicBezTo>
                  <a:pt x="2377422" y="65899"/>
                  <a:pt x="2378090" y="60116"/>
                  <a:pt x="2379426" y="54524"/>
                </a:cubicBezTo>
                <a:cubicBezTo>
                  <a:pt x="2380762" y="48932"/>
                  <a:pt x="2382893" y="43944"/>
                  <a:pt x="2385819" y="39559"/>
                </a:cubicBezTo>
                <a:cubicBezTo>
                  <a:pt x="2388745" y="35175"/>
                  <a:pt x="2392563" y="31680"/>
                  <a:pt x="2397271" y="29074"/>
                </a:cubicBezTo>
                <a:cubicBezTo>
                  <a:pt x="2401980" y="26468"/>
                  <a:pt x="2407707" y="25165"/>
                  <a:pt x="2414453" y="25165"/>
                </a:cubicBezTo>
                <a:cubicBezTo>
                  <a:pt x="2418142" y="25165"/>
                  <a:pt x="2421672" y="25770"/>
                  <a:pt x="2425043" y="26980"/>
                </a:cubicBezTo>
                <a:cubicBezTo>
                  <a:pt x="2428416" y="28187"/>
                  <a:pt x="2431438" y="29873"/>
                  <a:pt x="2434110" y="32036"/>
                </a:cubicBezTo>
                <a:cubicBezTo>
                  <a:pt x="2436784" y="34199"/>
                  <a:pt x="2439011" y="36713"/>
                  <a:pt x="2440792" y="39577"/>
                </a:cubicBezTo>
                <a:cubicBezTo>
                  <a:pt x="2442574" y="42439"/>
                  <a:pt x="2443720" y="45588"/>
                  <a:pt x="2444229" y="49025"/>
                </a:cubicBezTo>
                <a:close/>
                <a:moveTo>
                  <a:pt x="2515999" y="90224"/>
                </a:moveTo>
                <a:cubicBezTo>
                  <a:pt x="2515999" y="86278"/>
                  <a:pt x="2516381" y="82397"/>
                  <a:pt x="2517144" y="78579"/>
                </a:cubicBezTo>
                <a:cubicBezTo>
                  <a:pt x="2517907" y="74760"/>
                  <a:pt x="2519211" y="71387"/>
                  <a:pt x="2521055" y="68461"/>
                </a:cubicBezTo>
                <a:cubicBezTo>
                  <a:pt x="2522902" y="65533"/>
                  <a:pt x="2525352" y="63146"/>
                  <a:pt x="2528407" y="61302"/>
                </a:cubicBezTo>
                <a:cubicBezTo>
                  <a:pt x="2531461" y="59455"/>
                  <a:pt x="2535279" y="58532"/>
                  <a:pt x="2539859" y="58532"/>
                </a:cubicBezTo>
                <a:cubicBezTo>
                  <a:pt x="2544442" y="58532"/>
                  <a:pt x="2548291" y="59455"/>
                  <a:pt x="2551408" y="61302"/>
                </a:cubicBezTo>
                <a:cubicBezTo>
                  <a:pt x="2554526" y="63146"/>
                  <a:pt x="2557008" y="65533"/>
                  <a:pt x="2558852" y="68461"/>
                </a:cubicBezTo>
                <a:cubicBezTo>
                  <a:pt x="2560699" y="71387"/>
                  <a:pt x="2562004" y="74760"/>
                  <a:pt x="2562767" y="78579"/>
                </a:cubicBezTo>
                <a:cubicBezTo>
                  <a:pt x="2563530" y="82397"/>
                  <a:pt x="2563911" y="86278"/>
                  <a:pt x="2563911" y="90224"/>
                </a:cubicBezTo>
                <a:cubicBezTo>
                  <a:pt x="2563911" y="94170"/>
                  <a:pt x="2563530" y="98020"/>
                  <a:pt x="2562767" y="101775"/>
                </a:cubicBezTo>
                <a:cubicBezTo>
                  <a:pt x="2562004" y="105529"/>
                  <a:pt x="2560699" y="108902"/>
                  <a:pt x="2558852" y="111894"/>
                </a:cubicBezTo>
                <a:cubicBezTo>
                  <a:pt x="2557008" y="114884"/>
                  <a:pt x="2554526" y="117271"/>
                  <a:pt x="2551408" y="119053"/>
                </a:cubicBezTo>
                <a:cubicBezTo>
                  <a:pt x="2548291" y="120834"/>
                  <a:pt x="2544442" y="121724"/>
                  <a:pt x="2539859" y="121724"/>
                </a:cubicBezTo>
                <a:cubicBezTo>
                  <a:pt x="2535279" y="121724"/>
                  <a:pt x="2531461" y="120834"/>
                  <a:pt x="2528407" y="119053"/>
                </a:cubicBezTo>
                <a:cubicBezTo>
                  <a:pt x="2525352" y="117271"/>
                  <a:pt x="2522902" y="114884"/>
                  <a:pt x="2521055" y="111894"/>
                </a:cubicBezTo>
                <a:cubicBezTo>
                  <a:pt x="2519211" y="108902"/>
                  <a:pt x="2517907" y="105529"/>
                  <a:pt x="2517144" y="101775"/>
                </a:cubicBezTo>
                <a:cubicBezTo>
                  <a:pt x="2516381" y="98020"/>
                  <a:pt x="2515999" y="94170"/>
                  <a:pt x="2515999" y="90224"/>
                </a:cubicBezTo>
                <a:moveTo>
                  <a:pt x="2488894" y="90227"/>
                </a:moveTo>
                <a:cubicBezTo>
                  <a:pt x="2488894" y="98130"/>
                  <a:pt x="2490103" y="105268"/>
                  <a:pt x="2492520" y="111640"/>
                </a:cubicBezTo>
                <a:cubicBezTo>
                  <a:pt x="2494938" y="118013"/>
                  <a:pt x="2498374" y="123463"/>
                  <a:pt x="2502828" y="127989"/>
                </a:cubicBezTo>
                <a:cubicBezTo>
                  <a:pt x="2507283" y="132513"/>
                  <a:pt x="2512627" y="135987"/>
                  <a:pt x="2518862" y="138410"/>
                </a:cubicBezTo>
                <a:cubicBezTo>
                  <a:pt x="2525099" y="140832"/>
                  <a:pt x="2532098" y="142042"/>
                  <a:pt x="2539859" y="142042"/>
                </a:cubicBezTo>
                <a:cubicBezTo>
                  <a:pt x="2547622" y="142042"/>
                  <a:pt x="2554653" y="140832"/>
                  <a:pt x="2560952" y="138410"/>
                </a:cubicBezTo>
                <a:cubicBezTo>
                  <a:pt x="2567251" y="135987"/>
                  <a:pt x="2572628" y="132513"/>
                  <a:pt x="2577082" y="127989"/>
                </a:cubicBezTo>
                <a:cubicBezTo>
                  <a:pt x="2581537" y="123463"/>
                  <a:pt x="2584973" y="118013"/>
                  <a:pt x="2587390" y="111640"/>
                </a:cubicBezTo>
                <a:cubicBezTo>
                  <a:pt x="2589808" y="105268"/>
                  <a:pt x="2591016" y="98130"/>
                  <a:pt x="2591016" y="90227"/>
                </a:cubicBezTo>
                <a:cubicBezTo>
                  <a:pt x="2591016" y="82324"/>
                  <a:pt x="2589808" y="75154"/>
                  <a:pt x="2587390" y="68717"/>
                </a:cubicBezTo>
                <a:cubicBezTo>
                  <a:pt x="2584973" y="62278"/>
                  <a:pt x="2581537" y="56797"/>
                  <a:pt x="2577082" y="52273"/>
                </a:cubicBezTo>
                <a:cubicBezTo>
                  <a:pt x="2572628" y="47746"/>
                  <a:pt x="2567251" y="44241"/>
                  <a:pt x="2560952" y="41755"/>
                </a:cubicBezTo>
                <a:cubicBezTo>
                  <a:pt x="2554653" y="39270"/>
                  <a:pt x="2547622" y="38027"/>
                  <a:pt x="2539859" y="38027"/>
                </a:cubicBezTo>
                <a:cubicBezTo>
                  <a:pt x="2532098" y="38027"/>
                  <a:pt x="2525099" y="39270"/>
                  <a:pt x="2518862" y="41755"/>
                </a:cubicBezTo>
                <a:cubicBezTo>
                  <a:pt x="2512627" y="44241"/>
                  <a:pt x="2507283" y="47746"/>
                  <a:pt x="2502828" y="52273"/>
                </a:cubicBezTo>
                <a:cubicBezTo>
                  <a:pt x="2498374" y="56797"/>
                  <a:pt x="2494938" y="62278"/>
                  <a:pt x="2492520" y="68717"/>
                </a:cubicBezTo>
                <a:cubicBezTo>
                  <a:pt x="2490103" y="75154"/>
                  <a:pt x="2488894" y="82324"/>
                  <a:pt x="2488894" y="90227"/>
                </a:cubicBezTo>
                <a:close/>
                <a:moveTo>
                  <a:pt x="2608578" y="40745"/>
                </a:moveTo>
                <a:lnTo>
                  <a:pt x="2608578" y="139433"/>
                </a:lnTo>
                <a:lnTo>
                  <a:pt x="2635683" y="139433"/>
                </a:lnTo>
                <a:lnTo>
                  <a:pt x="2635683" y="87710"/>
                </a:lnTo>
                <a:cubicBezTo>
                  <a:pt x="2635683" y="77658"/>
                  <a:pt x="2637337" y="70438"/>
                  <a:pt x="2640646" y="66049"/>
                </a:cubicBezTo>
                <a:cubicBezTo>
                  <a:pt x="2643954" y="61659"/>
                  <a:pt x="2649299" y="59464"/>
                  <a:pt x="2656680" y="59464"/>
                </a:cubicBezTo>
                <a:cubicBezTo>
                  <a:pt x="2663171" y="59464"/>
                  <a:pt x="2667688" y="61468"/>
                  <a:pt x="2670232" y="65476"/>
                </a:cubicBezTo>
                <a:cubicBezTo>
                  <a:pt x="2672778" y="69483"/>
                  <a:pt x="2674050" y="75559"/>
                  <a:pt x="2674050" y="83703"/>
                </a:cubicBezTo>
                <a:lnTo>
                  <a:pt x="2674050" y="139433"/>
                </a:lnTo>
                <a:lnTo>
                  <a:pt x="2701155" y="139433"/>
                </a:lnTo>
                <a:lnTo>
                  <a:pt x="2701155" y="78705"/>
                </a:lnTo>
                <a:cubicBezTo>
                  <a:pt x="2701155" y="72594"/>
                  <a:pt x="2700614" y="67024"/>
                  <a:pt x="2699533" y="61995"/>
                </a:cubicBezTo>
                <a:cubicBezTo>
                  <a:pt x="2698451" y="56966"/>
                  <a:pt x="2696574" y="52701"/>
                  <a:pt x="2693900" y="49200"/>
                </a:cubicBezTo>
                <a:cubicBezTo>
                  <a:pt x="2691228" y="45699"/>
                  <a:pt x="2687570" y="42962"/>
                  <a:pt x="2682925" y="40989"/>
                </a:cubicBezTo>
                <a:cubicBezTo>
                  <a:pt x="2678281" y="39014"/>
                  <a:pt x="2672331" y="38027"/>
                  <a:pt x="2665077" y="38027"/>
                </a:cubicBezTo>
                <a:cubicBezTo>
                  <a:pt x="2659351" y="38027"/>
                  <a:pt x="2653751" y="39335"/>
                  <a:pt x="2648280" y="41950"/>
                </a:cubicBezTo>
                <a:cubicBezTo>
                  <a:pt x="2642808" y="44566"/>
                  <a:pt x="2638354" y="48745"/>
                  <a:pt x="2634920" y="54486"/>
                </a:cubicBezTo>
                <a:lnTo>
                  <a:pt x="2634346" y="54486"/>
                </a:lnTo>
                <a:lnTo>
                  <a:pt x="2634346" y="40745"/>
                </a:lnTo>
                <a:lnTo>
                  <a:pt x="2608578" y="40745"/>
                </a:lnTo>
                <a:close/>
                <a:moveTo>
                  <a:pt x="2756127" y="40823"/>
                </a:moveTo>
                <a:lnTo>
                  <a:pt x="2756127" y="11184"/>
                </a:lnTo>
                <a:lnTo>
                  <a:pt x="2729023" y="11184"/>
                </a:lnTo>
                <a:lnTo>
                  <a:pt x="2729023" y="40823"/>
                </a:lnTo>
                <a:lnTo>
                  <a:pt x="2712607" y="40823"/>
                </a:lnTo>
                <a:lnTo>
                  <a:pt x="2712607" y="58905"/>
                </a:lnTo>
                <a:lnTo>
                  <a:pt x="2729023" y="58905"/>
                </a:lnTo>
                <a:lnTo>
                  <a:pt x="2729023" y="117090"/>
                </a:lnTo>
                <a:cubicBezTo>
                  <a:pt x="2729023" y="122051"/>
                  <a:pt x="2729850" y="126058"/>
                  <a:pt x="2731504" y="129110"/>
                </a:cubicBezTo>
                <a:cubicBezTo>
                  <a:pt x="2733159" y="132163"/>
                  <a:pt x="2735417" y="134516"/>
                  <a:pt x="2738279" y="136170"/>
                </a:cubicBezTo>
                <a:cubicBezTo>
                  <a:pt x="2741143" y="137823"/>
                  <a:pt x="2744452" y="138935"/>
                  <a:pt x="2748205" y="139505"/>
                </a:cubicBezTo>
                <a:cubicBezTo>
                  <a:pt x="2751960" y="140078"/>
                  <a:pt x="2755938" y="140365"/>
                  <a:pt x="2760138" y="140365"/>
                </a:cubicBezTo>
                <a:cubicBezTo>
                  <a:pt x="2762810" y="140365"/>
                  <a:pt x="2765546" y="140303"/>
                  <a:pt x="2768346" y="140178"/>
                </a:cubicBezTo>
                <a:cubicBezTo>
                  <a:pt x="2771146" y="140054"/>
                  <a:pt x="2773691" y="139805"/>
                  <a:pt x="2775980" y="139433"/>
                </a:cubicBezTo>
                <a:lnTo>
                  <a:pt x="2775980" y="118351"/>
                </a:lnTo>
                <a:cubicBezTo>
                  <a:pt x="2774708" y="118605"/>
                  <a:pt x="2773372" y="118797"/>
                  <a:pt x="2771972" y="118925"/>
                </a:cubicBezTo>
                <a:cubicBezTo>
                  <a:pt x="2770572" y="119051"/>
                  <a:pt x="2769109" y="119114"/>
                  <a:pt x="2767583" y="119114"/>
                </a:cubicBezTo>
                <a:cubicBezTo>
                  <a:pt x="2763000" y="119114"/>
                  <a:pt x="2759945" y="118352"/>
                  <a:pt x="2758417" y="116828"/>
                </a:cubicBezTo>
                <a:cubicBezTo>
                  <a:pt x="2756891" y="115304"/>
                  <a:pt x="2756127" y="112255"/>
                  <a:pt x="2756127" y="107682"/>
                </a:cubicBezTo>
                <a:lnTo>
                  <a:pt x="2756127" y="58905"/>
                </a:lnTo>
                <a:lnTo>
                  <a:pt x="2775980" y="58905"/>
                </a:lnTo>
                <a:lnTo>
                  <a:pt x="2775980" y="40823"/>
                </a:lnTo>
                <a:lnTo>
                  <a:pt x="2756127" y="40823"/>
                </a:lnTo>
                <a:close/>
                <a:moveTo>
                  <a:pt x="2788960" y="40675"/>
                </a:moveTo>
                <a:lnTo>
                  <a:pt x="2788960" y="139433"/>
                </a:lnTo>
                <a:lnTo>
                  <a:pt x="2816064" y="139433"/>
                </a:lnTo>
                <a:lnTo>
                  <a:pt x="2816064" y="94910"/>
                </a:lnTo>
                <a:cubicBezTo>
                  <a:pt x="2816064" y="90452"/>
                  <a:pt x="2816510" y="86312"/>
                  <a:pt x="2817401" y="82491"/>
                </a:cubicBezTo>
                <a:cubicBezTo>
                  <a:pt x="2818292" y="78670"/>
                  <a:pt x="2819788" y="75326"/>
                  <a:pt x="2821887" y="72460"/>
                </a:cubicBezTo>
                <a:cubicBezTo>
                  <a:pt x="2823986" y="69594"/>
                  <a:pt x="2826753" y="67333"/>
                  <a:pt x="2830188" y="65677"/>
                </a:cubicBezTo>
                <a:cubicBezTo>
                  <a:pt x="2833624" y="64020"/>
                  <a:pt x="2837824" y="63192"/>
                  <a:pt x="2842788" y="63192"/>
                </a:cubicBezTo>
                <a:cubicBezTo>
                  <a:pt x="2844442" y="63192"/>
                  <a:pt x="2846159" y="63288"/>
                  <a:pt x="2847940" y="63480"/>
                </a:cubicBezTo>
                <a:cubicBezTo>
                  <a:pt x="2849722" y="63671"/>
                  <a:pt x="2851250" y="63893"/>
                  <a:pt x="2852521" y="64147"/>
                </a:cubicBezTo>
                <a:lnTo>
                  <a:pt x="2852521" y="38979"/>
                </a:lnTo>
                <a:cubicBezTo>
                  <a:pt x="2850358" y="38345"/>
                  <a:pt x="2848387" y="38027"/>
                  <a:pt x="2846606" y="38027"/>
                </a:cubicBezTo>
                <a:cubicBezTo>
                  <a:pt x="2843169" y="38027"/>
                  <a:pt x="2839860" y="38536"/>
                  <a:pt x="2836680" y="39553"/>
                </a:cubicBezTo>
                <a:cubicBezTo>
                  <a:pt x="2833499" y="40569"/>
                  <a:pt x="2830509" y="41998"/>
                  <a:pt x="2827709" y="43841"/>
                </a:cubicBezTo>
                <a:cubicBezTo>
                  <a:pt x="2824909" y="45683"/>
                  <a:pt x="2822427" y="47908"/>
                  <a:pt x="2820264" y="50513"/>
                </a:cubicBezTo>
                <a:cubicBezTo>
                  <a:pt x="2818101" y="53119"/>
                  <a:pt x="2816383" y="55947"/>
                  <a:pt x="2815109" y="58998"/>
                </a:cubicBezTo>
                <a:lnTo>
                  <a:pt x="2814727" y="58998"/>
                </a:lnTo>
                <a:lnTo>
                  <a:pt x="2814727" y="40675"/>
                </a:lnTo>
                <a:lnTo>
                  <a:pt x="2788960" y="40675"/>
                </a:lnTo>
                <a:close/>
                <a:moveTo>
                  <a:pt x="2883827" y="90224"/>
                </a:moveTo>
                <a:cubicBezTo>
                  <a:pt x="2883827" y="86278"/>
                  <a:pt x="2884209" y="82397"/>
                  <a:pt x="2884972" y="78579"/>
                </a:cubicBezTo>
                <a:cubicBezTo>
                  <a:pt x="2885735" y="74760"/>
                  <a:pt x="2887039" y="71387"/>
                  <a:pt x="2888884" y="68461"/>
                </a:cubicBezTo>
                <a:cubicBezTo>
                  <a:pt x="2890730" y="65533"/>
                  <a:pt x="2893181" y="63146"/>
                  <a:pt x="2896235" y="61302"/>
                </a:cubicBezTo>
                <a:cubicBezTo>
                  <a:pt x="2899289" y="59455"/>
                  <a:pt x="2903107" y="58532"/>
                  <a:pt x="2907687" y="58532"/>
                </a:cubicBezTo>
                <a:cubicBezTo>
                  <a:pt x="2912270" y="58532"/>
                  <a:pt x="2916119" y="59455"/>
                  <a:pt x="2919236" y="61302"/>
                </a:cubicBezTo>
                <a:cubicBezTo>
                  <a:pt x="2922354" y="63146"/>
                  <a:pt x="2924836" y="65533"/>
                  <a:pt x="2926681" y="68461"/>
                </a:cubicBezTo>
                <a:cubicBezTo>
                  <a:pt x="2928527" y="71387"/>
                  <a:pt x="2929832" y="74760"/>
                  <a:pt x="2930595" y="78579"/>
                </a:cubicBezTo>
                <a:cubicBezTo>
                  <a:pt x="2931358" y="82397"/>
                  <a:pt x="2931740" y="86278"/>
                  <a:pt x="2931740" y="90224"/>
                </a:cubicBezTo>
                <a:cubicBezTo>
                  <a:pt x="2931740" y="94170"/>
                  <a:pt x="2931358" y="98020"/>
                  <a:pt x="2930595" y="101775"/>
                </a:cubicBezTo>
                <a:cubicBezTo>
                  <a:pt x="2929832" y="105529"/>
                  <a:pt x="2928527" y="108902"/>
                  <a:pt x="2926681" y="111894"/>
                </a:cubicBezTo>
                <a:cubicBezTo>
                  <a:pt x="2924836" y="114884"/>
                  <a:pt x="2922354" y="117271"/>
                  <a:pt x="2919236" y="119053"/>
                </a:cubicBezTo>
                <a:cubicBezTo>
                  <a:pt x="2916119" y="120834"/>
                  <a:pt x="2912270" y="121724"/>
                  <a:pt x="2907687" y="121724"/>
                </a:cubicBezTo>
                <a:cubicBezTo>
                  <a:pt x="2903107" y="121724"/>
                  <a:pt x="2899289" y="120834"/>
                  <a:pt x="2896235" y="119053"/>
                </a:cubicBezTo>
                <a:cubicBezTo>
                  <a:pt x="2893181" y="117271"/>
                  <a:pt x="2890730" y="114884"/>
                  <a:pt x="2888884" y="111894"/>
                </a:cubicBezTo>
                <a:cubicBezTo>
                  <a:pt x="2887039" y="108902"/>
                  <a:pt x="2885735" y="105529"/>
                  <a:pt x="2884972" y="101775"/>
                </a:cubicBezTo>
                <a:cubicBezTo>
                  <a:pt x="2884209" y="98020"/>
                  <a:pt x="2883827" y="94170"/>
                  <a:pt x="2883827" y="90224"/>
                </a:cubicBezTo>
                <a:moveTo>
                  <a:pt x="2856722" y="90227"/>
                </a:moveTo>
                <a:cubicBezTo>
                  <a:pt x="2856722" y="98130"/>
                  <a:pt x="2857931" y="105268"/>
                  <a:pt x="2860349" y="111640"/>
                </a:cubicBezTo>
                <a:cubicBezTo>
                  <a:pt x="2862766" y="118013"/>
                  <a:pt x="2866202" y="123463"/>
                  <a:pt x="2870656" y="127989"/>
                </a:cubicBezTo>
                <a:cubicBezTo>
                  <a:pt x="2875111" y="132513"/>
                  <a:pt x="2880455" y="135987"/>
                  <a:pt x="2886690" y="138410"/>
                </a:cubicBezTo>
                <a:cubicBezTo>
                  <a:pt x="2892927" y="140832"/>
                  <a:pt x="2899926" y="142042"/>
                  <a:pt x="2907687" y="142042"/>
                </a:cubicBezTo>
                <a:cubicBezTo>
                  <a:pt x="2915450" y="142042"/>
                  <a:pt x="2922482" y="140832"/>
                  <a:pt x="2928781" y="138410"/>
                </a:cubicBezTo>
                <a:cubicBezTo>
                  <a:pt x="2935080" y="135987"/>
                  <a:pt x="2940456" y="132513"/>
                  <a:pt x="2944911" y="127989"/>
                </a:cubicBezTo>
                <a:cubicBezTo>
                  <a:pt x="2949365" y="123463"/>
                  <a:pt x="2952801" y="118013"/>
                  <a:pt x="2955218" y="111640"/>
                </a:cubicBezTo>
                <a:cubicBezTo>
                  <a:pt x="2957636" y="105268"/>
                  <a:pt x="2958845" y="98130"/>
                  <a:pt x="2958845" y="90227"/>
                </a:cubicBezTo>
                <a:cubicBezTo>
                  <a:pt x="2958845" y="82324"/>
                  <a:pt x="2957636" y="75154"/>
                  <a:pt x="2955218" y="68717"/>
                </a:cubicBezTo>
                <a:cubicBezTo>
                  <a:pt x="2952801" y="62278"/>
                  <a:pt x="2949365" y="56797"/>
                  <a:pt x="2944911" y="52273"/>
                </a:cubicBezTo>
                <a:cubicBezTo>
                  <a:pt x="2940456" y="47746"/>
                  <a:pt x="2935080" y="44241"/>
                  <a:pt x="2928781" y="41755"/>
                </a:cubicBezTo>
                <a:cubicBezTo>
                  <a:pt x="2922482" y="39270"/>
                  <a:pt x="2915450" y="38027"/>
                  <a:pt x="2907687" y="38027"/>
                </a:cubicBezTo>
                <a:cubicBezTo>
                  <a:pt x="2899926" y="38027"/>
                  <a:pt x="2892927" y="39270"/>
                  <a:pt x="2886690" y="41755"/>
                </a:cubicBezTo>
                <a:cubicBezTo>
                  <a:pt x="2880455" y="44241"/>
                  <a:pt x="2875111" y="47746"/>
                  <a:pt x="2870656" y="52273"/>
                </a:cubicBezTo>
                <a:cubicBezTo>
                  <a:pt x="2866202" y="56797"/>
                  <a:pt x="2862766" y="62278"/>
                  <a:pt x="2860349" y="68717"/>
                </a:cubicBezTo>
                <a:cubicBezTo>
                  <a:pt x="2857931" y="75154"/>
                  <a:pt x="2856722" y="82324"/>
                  <a:pt x="2856722" y="90227"/>
                </a:cubicBezTo>
                <a:close/>
                <a:moveTo>
                  <a:pt x="2977169" y="3169"/>
                </a:moveTo>
                <a:lnTo>
                  <a:pt x="2977169" y="139433"/>
                </a:lnTo>
                <a:lnTo>
                  <a:pt x="3004274" y="139433"/>
                </a:lnTo>
                <a:lnTo>
                  <a:pt x="3004274" y="3169"/>
                </a:lnTo>
                <a:lnTo>
                  <a:pt x="2977169" y="3169"/>
                </a:lnTo>
                <a:close/>
                <a:moveTo>
                  <a:pt x="3026417" y="3169"/>
                </a:moveTo>
                <a:lnTo>
                  <a:pt x="3026417" y="139433"/>
                </a:lnTo>
                <a:lnTo>
                  <a:pt x="3053522" y="139433"/>
                </a:lnTo>
                <a:lnTo>
                  <a:pt x="3053522" y="3169"/>
                </a:lnTo>
                <a:lnTo>
                  <a:pt x="3026417" y="3169"/>
                </a:lnTo>
                <a:close/>
                <a:moveTo>
                  <a:pt x="3141326" y="79596"/>
                </a:moveTo>
                <a:lnTo>
                  <a:pt x="3097235" y="79596"/>
                </a:lnTo>
                <a:cubicBezTo>
                  <a:pt x="3097361" y="77681"/>
                  <a:pt x="3097774" y="75511"/>
                  <a:pt x="3098473" y="73086"/>
                </a:cubicBezTo>
                <a:cubicBezTo>
                  <a:pt x="3099174" y="70659"/>
                  <a:pt x="3100384" y="68361"/>
                  <a:pt x="3102102" y="66192"/>
                </a:cubicBezTo>
                <a:cubicBezTo>
                  <a:pt x="3103821" y="64021"/>
                  <a:pt x="3106111" y="62202"/>
                  <a:pt x="3108973" y="60734"/>
                </a:cubicBezTo>
                <a:cubicBezTo>
                  <a:pt x="3111837" y="59266"/>
                  <a:pt x="3115432" y="58532"/>
                  <a:pt x="3119758" y="58532"/>
                </a:cubicBezTo>
                <a:cubicBezTo>
                  <a:pt x="3126376" y="58532"/>
                  <a:pt x="3131307" y="60319"/>
                  <a:pt x="3134552" y="63894"/>
                </a:cubicBezTo>
                <a:cubicBezTo>
                  <a:pt x="3137796" y="67469"/>
                  <a:pt x="3140054" y="72703"/>
                  <a:pt x="3141326" y="79596"/>
                </a:cubicBezTo>
                <a:moveTo>
                  <a:pt x="3097235" y="96745"/>
                </a:moveTo>
                <a:lnTo>
                  <a:pt x="3168434" y="96745"/>
                </a:lnTo>
                <a:cubicBezTo>
                  <a:pt x="3168943" y="89095"/>
                  <a:pt x="3168306" y="81763"/>
                  <a:pt x="3166523" y="74749"/>
                </a:cubicBezTo>
                <a:cubicBezTo>
                  <a:pt x="3164743" y="67736"/>
                  <a:pt x="3161848" y="61488"/>
                  <a:pt x="3157838" y="56007"/>
                </a:cubicBezTo>
                <a:cubicBezTo>
                  <a:pt x="3153830" y="50523"/>
                  <a:pt x="3148708" y="46156"/>
                  <a:pt x="3142471" y="42906"/>
                </a:cubicBezTo>
                <a:cubicBezTo>
                  <a:pt x="3136236" y="39653"/>
                  <a:pt x="3128920" y="38027"/>
                  <a:pt x="3120522" y="38027"/>
                </a:cubicBezTo>
                <a:cubicBezTo>
                  <a:pt x="3113013" y="38027"/>
                  <a:pt x="3106173" y="39366"/>
                  <a:pt x="3100002" y="42044"/>
                </a:cubicBezTo>
                <a:cubicBezTo>
                  <a:pt x="3093831" y="44719"/>
                  <a:pt x="3088519" y="48383"/>
                  <a:pt x="3084064" y="53036"/>
                </a:cubicBezTo>
                <a:cubicBezTo>
                  <a:pt x="3079610" y="57688"/>
                  <a:pt x="3076174" y="63202"/>
                  <a:pt x="3073757" y="69577"/>
                </a:cubicBezTo>
                <a:cubicBezTo>
                  <a:pt x="3071339" y="75949"/>
                  <a:pt x="3070130" y="82833"/>
                  <a:pt x="3070130" y="90227"/>
                </a:cubicBezTo>
                <a:cubicBezTo>
                  <a:pt x="3070130" y="97874"/>
                  <a:pt x="3071307" y="104884"/>
                  <a:pt x="3073660" y="111259"/>
                </a:cubicBezTo>
                <a:cubicBezTo>
                  <a:pt x="3076016" y="117632"/>
                  <a:pt x="3079357" y="123113"/>
                  <a:pt x="3083683" y="127704"/>
                </a:cubicBezTo>
                <a:cubicBezTo>
                  <a:pt x="3088009" y="132292"/>
                  <a:pt x="3093290" y="135829"/>
                  <a:pt x="3099524" y="138314"/>
                </a:cubicBezTo>
                <a:cubicBezTo>
                  <a:pt x="3105759" y="140800"/>
                  <a:pt x="3112758" y="142042"/>
                  <a:pt x="3120522" y="142042"/>
                </a:cubicBezTo>
                <a:cubicBezTo>
                  <a:pt x="3131720" y="142042"/>
                  <a:pt x="3141263" y="139500"/>
                  <a:pt x="3149153" y="134414"/>
                </a:cubicBezTo>
                <a:cubicBezTo>
                  <a:pt x="3157044" y="129329"/>
                  <a:pt x="3162898" y="120873"/>
                  <a:pt x="3166716" y="109048"/>
                </a:cubicBezTo>
                <a:lnTo>
                  <a:pt x="3142855" y="109048"/>
                </a:lnTo>
                <a:cubicBezTo>
                  <a:pt x="3141964" y="112075"/>
                  <a:pt x="3139546" y="114945"/>
                  <a:pt x="3135600" y="117658"/>
                </a:cubicBezTo>
                <a:cubicBezTo>
                  <a:pt x="3131656" y="120369"/>
                  <a:pt x="3126949" y="121724"/>
                  <a:pt x="3121477" y="121724"/>
                </a:cubicBezTo>
                <a:cubicBezTo>
                  <a:pt x="3113842" y="121724"/>
                  <a:pt x="3107988" y="119754"/>
                  <a:pt x="3103914" y="115814"/>
                </a:cubicBezTo>
                <a:cubicBezTo>
                  <a:pt x="3099842" y="111872"/>
                  <a:pt x="3097616" y="105516"/>
                  <a:pt x="3097235" y="96745"/>
                </a:cubicBezTo>
                <a:close/>
                <a:moveTo>
                  <a:pt x="3254520" y="89842"/>
                </a:moveTo>
                <a:cubicBezTo>
                  <a:pt x="3254520" y="93914"/>
                  <a:pt x="3254139" y="97860"/>
                  <a:pt x="3253376" y="101679"/>
                </a:cubicBezTo>
                <a:cubicBezTo>
                  <a:pt x="3252613" y="105497"/>
                  <a:pt x="3251340" y="108902"/>
                  <a:pt x="3249557" y="111894"/>
                </a:cubicBezTo>
                <a:cubicBezTo>
                  <a:pt x="3247775" y="114884"/>
                  <a:pt x="3245388" y="117271"/>
                  <a:pt x="3242398" y="119053"/>
                </a:cubicBezTo>
                <a:cubicBezTo>
                  <a:pt x="3239408" y="120834"/>
                  <a:pt x="3235685" y="121724"/>
                  <a:pt x="3231231" y="121724"/>
                </a:cubicBezTo>
                <a:cubicBezTo>
                  <a:pt x="3227033" y="121724"/>
                  <a:pt x="3223438" y="120802"/>
                  <a:pt x="3220446" y="118957"/>
                </a:cubicBezTo>
                <a:cubicBezTo>
                  <a:pt x="3217455" y="117110"/>
                  <a:pt x="3214974" y="114692"/>
                  <a:pt x="3213001" y="111702"/>
                </a:cubicBezTo>
                <a:cubicBezTo>
                  <a:pt x="3211030" y="108709"/>
                  <a:pt x="3209599" y="105305"/>
                  <a:pt x="3208708" y="101487"/>
                </a:cubicBezTo>
                <a:cubicBezTo>
                  <a:pt x="3207817" y="97670"/>
                  <a:pt x="3207371" y="93851"/>
                  <a:pt x="3207371" y="90032"/>
                </a:cubicBezTo>
                <a:cubicBezTo>
                  <a:pt x="3207371" y="85960"/>
                  <a:pt x="3207784" y="82046"/>
                  <a:pt x="3208612" y="78291"/>
                </a:cubicBezTo>
                <a:cubicBezTo>
                  <a:pt x="3209439" y="74536"/>
                  <a:pt x="3210775" y="71195"/>
                  <a:pt x="3212619" y="68269"/>
                </a:cubicBezTo>
                <a:cubicBezTo>
                  <a:pt x="3214466" y="65341"/>
                  <a:pt x="3216916" y="62986"/>
                  <a:pt x="3219968" y="61206"/>
                </a:cubicBezTo>
                <a:cubicBezTo>
                  <a:pt x="3223022" y="59423"/>
                  <a:pt x="3226777" y="58532"/>
                  <a:pt x="3231231" y="58532"/>
                </a:cubicBezTo>
                <a:cubicBezTo>
                  <a:pt x="3235685" y="58532"/>
                  <a:pt x="3239376" y="59423"/>
                  <a:pt x="3242302" y="61206"/>
                </a:cubicBezTo>
                <a:cubicBezTo>
                  <a:pt x="3245230" y="62986"/>
                  <a:pt x="3247616" y="65309"/>
                  <a:pt x="3249461" y="68173"/>
                </a:cubicBezTo>
                <a:cubicBezTo>
                  <a:pt x="3251308" y="71037"/>
                  <a:pt x="3252613" y="74346"/>
                  <a:pt x="3253376" y="78102"/>
                </a:cubicBezTo>
                <a:cubicBezTo>
                  <a:pt x="3254139" y="81855"/>
                  <a:pt x="3254520" y="85769"/>
                  <a:pt x="3254520" y="89842"/>
                </a:cubicBezTo>
                <a:moveTo>
                  <a:pt x="3254902" y="126952"/>
                </a:moveTo>
                <a:lnTo>
                  <a:pt x="3254902" y="139558"/>
                </a:lnTo>
                <a:lnTo>
                  <a:pt x="3280670" y="139558"/>
                </a:lnTo>
                <a:lnTo>
                  <a:pt x="3280670" y="3169"/>
                </a:lnTo>
                <a:lnTo>
                  <a:pt x="3253565" y="3169"/>
                </a:lnTo>
                <a:lnTo>
                  <a:pt x="3253565" y="52782"/>
                </a:lnTo>
                <a:lnTo>
                  <a:pt x="3253183" y="52782"/>
                </a:lnTo>
                <a:cubicBezTo>
                  <a:pt x="3250129" y="47928"/>
                  <a:pt x="3245961" y="44255"/>
                  <a:pt x="3240680" y="41764"/>
                </a:cubicBezTo>
                <a:cubicBezTo>
                  <a:pt x="3235400" y="39273"/>
                  <a:pt x="3229833" y="38027"/>
                  <a:pt x="3223979" y="38027"/>
                </a:cubicBezTo>
                <a:cubicBezTo>
                  <a:pt x="3216724" y="38027"/>
                  <a:pt x="3210361" y="39461"/>
                  <a:pt x="3204889" y="42329"/>
                </a:cubicBezTo>
                <a:cubicBezTo>
                  <a:pt x="3199418" y="45197"/>
                  <a:pt x="3194868" y="48989"/>
                  <a:pt x="3191241" y="53706"/>
                </a:cubicBezTo>
                <a:cubicBezTo>
                  <a:pt x="3187616" y="58422"/>
                  <a:pt x="3184880" y="63872"/>
                  <a:pt x="3183033" y="70054"/>
                </a:cubicBezTo>
                <a:cubicBezTo>
                  <a:pt x="3181188" y="76237"/>
                  <a:pt x="3180266" y="82642"/>
                  <a:pt x="3180266" y="89269"/>
                </a:cubicBezTo>
                <a:cubicBezTo>
                  <a:pt x="3180266" y="96152"/>
                  <a:pt x="3181188" y="102781"/>
                  <a:pt x="3183033" y="109156"/>
                </a:cubicBezTo>
                <a:cubicBezTo>
                  <a:pt x="3184880" y="115529"/>
                  <a:pt x="3187616" y="121170"/>
                  <a:pt x="3191241" y="126078"/>
                </a:cubicBezTo>
                <a:cubicBezTo>
                  <a:pt x="3194868" y="130985"/>
                  <a:pt x="3199481" y="134872"/>
                  <a:pt x="3205079" y="137740"/>
                </a:cubicBezTo>
                <a:cubicBezTo>
                  <a:pt x="3210679" y="140608"/>
                  <a:pt x="3217170" y="142042"/>
                  <a:pt x="3224552" y="142042"/>
                </a:cubicBezTo>
                <a:cubicBezTo>
                  <a:pt x="3231042" y="142042"/>
                  <a:pt x="3236863" y="140865"/>
                  <a:pt x="3242016" y="138509"/>
                </a:cubicBezTo>
                <a:cubicBezTo>
                  <a:pt x="3247172" y="136152"/>
                  <a:pt x="3251340" y="132300"/>
                  <a:pt x="3254520" y="126952"/>
                </a:cubicBezTo>
                <a:lnTo>
                  <a:pt x="3254902" y="126952"/>
                </a:lnTo>
                <a:close/>
                <a:moveTo>
                  <a:pt x="3386991" y="114268"/>
                </a:moveTo>
                <a:lnTo>
                  <a:pt x="3386991" y="28334"/>
                </a:lnTo>
                <a:lnTo>
                  <a:pt x="3408369" y="28334"/>
                </a:lnTo>
                <a:cubicBezTo>
                  <a:pt x="3415750" y="28334"/>
                  <a:pt x="3421954" y="29384"/>
                  <a:pt x="3426981" y="31485"/>
                </a:cubicBezTo>
                <a:cubicBezTo>
                  <a:pt x="3432008" y="33586"/>
                  <a:pt x="3436049" y="36611"/>
                  <a:pt x="3439103" y="40558"/>
                </a:cubicBezTo>
                <a:cubicBezTo>
                  <a:pt x="3442158" y="44504"/>
                  <a:pt x="3444353" y="49245"/>
                  <a:pt x="3445689" y="54783"/>
                </a:cubicBezTo>
                <a:cubicBezTo>
                  <a:pt x="3447025" y="60321"/>
                  <a:pt x="3447693" y="66527"/>
                  <a:pt x="3447693" y="73401"/>
                </a:cubicBezTo>
                <a:cubicBezTo>
                  <a:pt x="3447693" y="80913"/>
                  <a:pt x="3446738" y="87279"/>
                  <a:pt x="3444830" y="92499"/>
                </a:cubicBezTo>
                <a:cubicBezTo>
                  <a:pt x="3442921" y="97718"/>
                  <a:pt x="3440375" y="101951"/>
                  <a:pt x="3437193" y="105198"/>
                </a:cubicBezTo>
                <a:cubicBezTo>
                  <a:pt x="3434012" y="108444"/>
                  <a:pt x="3430386" y="110768"/>
                  <a:pt x="3426314" y="112168"/>
                </a:cubicBezTo>
                <a:cubicBezTo>
                  <a:pt x="3422242" y="113568"/>
                  <a:pt x="3418042" y="114268"/>
                  <a:pt x="3413714" y="114268"/>
                </a:cubicBezTo>
                <a:lnTo>
                  <a:pt x="3386991" y="114268"/>
                </a:lnTo>
                <a:moveTo>
                  <a:pt x="3357023" y="3169"/>
                </a:moveTo>
                <a:lnTo>
                  <a:pt x="3357023" y="139433"/>
                </a:lnTo>
                <a:lnTo>
                  <a:pt x="3415814" y="139433"/>
                </a:lnTo>
                <a:cubicBezTo>
                  <a:pt x="3426249" y="139433"/>
                  <a:pt x="3435316" y="137683"/>
                  <a:pt x="3443015" y="134184"/>
                </a:cubicBezTo>
                <a:cubicBezTo>
                  <a:pt x="3450714" y="130685"/>
                  <a:pt x="3457140" y="125882"/>
                  <a:pt x="3462294" y="119775"/>
                </a:cubicBezTo>
                <a:cubicBezTo>
                  <a:pt x="3467449" y="113669"/>
                  <a:pt x="3471298" y="106417"/>
                  <a:pt x="3473842" y="98021"/>
                </a:cubicBezTo>
                <a:cubicBezTo>
                  <a:pt x="3476388" y="89623"/>
                  <a:pt x="3477660" y="80462"/>
                  <a:pt x="3477660" y="70538"/>
                </a:cubicBezTo>
                <a:cubicBezTo>
                  <a:pt x="3477660" y="59213"/>
                  <a:pt x="3476101" y="49353"/>
                  <a:pt x="3472983" y="40957"/>
                </a:cubicBezTo>
                <a:cubicBezTo>
                  <a:pt x="3469866" y="32559"/>
                  <a:pt x="3465540" y="25561"/>
                  <a:pt x="3460004" y="19963"/>
                </a:cubicBezTo>
                <a:cubicBezTo>
                  <a:pt x="3454468" y="14365"/>
                  <a:pt x="3447914" y="10167"/>
                  <a:pt x="3440341" y="7369"/>
                </a:cubicBezTo>
                <a:cubicBezTo>
                  <a:pt x="3432770" y="4569"/>
                  <a:pt x="3424595" y="3169"/>
                  <a:pt x="3415814" y="3169"/>
                </a:cubicBezTo>
                <a:lnTo>
                  <a:pt x="3357023" y="3169"/>
                </a:lnTo>
                <a:close/>
                <a:moveTo>
                  <a:pt x="3562026" y="79596"/>
                </a:moveTo>
                <a:lnTo>
                  <a:pt x="3517935" y="79596"/>
                </a:lnTo>
                <a:cubicBezTo>
                  <a:pt x="3518061" y="77681"/>
                  <a:pt x="3518474" y="75511"/>
                  <a:pt x="3519173" y="73086"/>
                </a:cubicBezTo>
                <a:cubicBezTo>
                  <a:pt x="3519874" y="70659"/>
                  <a:pt x="3521084" y="68361"/>
                  <a:pt x="3522802" y="66192"/>
                </a:cubicBezTo>
                <a:cubicBezTo>
                  <a:pt x="3524521" y="64021"/>
                  <a:pt x="3526811" y="62202"/>
                  <a:pt x="3529673" y="60734"/>
                </a:cubicBezTo>
                <a:cubicBezTo>
                  <a:pt x="3532537" y="59266"/>
                  <a:pt x="3536132" y="58532"/>
                  <a:pt x="3540458" y="58532"/>
                </a:cubicBezTo>
                <a:cubicBezTo>
                  <a:pt x="3547076" y="58532"/>
                  <a:pt x="3552007" y="60319"/>
                  <a:pt x="3555252" y="63894"/>
                </a:cubicBezTo>
                <a:cubicBezTo>
                  <a:pt x="3558496" y="67469"/>
                  <a:pt x="3560754" y="72703"/>
                  <a:pt x="3562026" y="79596"/>
                </a:cubicBezTo>
                <a:moveTo>
                  <a:pt x="3517935" y="96745"/>
                </a:moveTo>
                <a:lnTo>
                  <a:pt x="3589134" y="96745"/>
                </a:lnTo>
                <a:cubicBezTo>
                  <a:pt x="3589643" y="89095"/>
                  <a:pt x="3589006" y="81763"/>
                  <a:pt x="3587223" y="74749"/>
                </a:cubicBezTo>
                <a:cubicBezTo>
                  <a:pt x="3585443" y="67736"/>
                  <a:pt x="3582548" y="61488"/>
                  <a:pt x="3578538" y="56007"/>
                </a:cubicBezTo>
                <a:cubicBezTo>
                  <a:pt x="3574530" y="50523"/>
                  <a:pt x="3569408" y="46156"/>
                  <a:pt x="3563171" y="42906"/>
                </a:cubicBezTo>
                <a:cubicBezTo>
                  <a:pt x="3556936" y="39653"/>
                  <a:pt x="3549620" y="38027"/>
                  <a:pt x="3541222" y="38027"/>
                </a:cubicBezTo>
                <a:cubicBezTo>
                  <a:pt x="3533713" y="38027"/>
                  <a:pt x="3526873" y="39366"/>
                  <a:pt x="3520702" y="42044"/>
                </a:cubicBezTo>
                <a:cubicBezTo>
                  <a:pt x="3514531" y="44719"/>
                  <a:pt x="3509219" y="48383"/>
                  <a:pt x="3504764" y="53036"/>
                </a:cubicBezTo>
                <a:cubicBezTo>
                  <a:pt x="3500310" y="57688"/>
                  <a:pt x="3496874" y="63202"/>
                  <a:pt x="3494457" y="69577"/>
                </a:cubicBezTo>
                <a:cubicBezTo>
                  <a:pt x="3492039" y="75949"/>
                  <a:pt x="3490830" y="82833"/>
                  <a:pt x="3490830" y="90227"/>
                </a:cubicBezTo>
                <a:cubicBezTo>
                  <a:pt x="3490830" y="97874"/>
                  <a:pt x="3492007" y="104884"/>
                  <a:pt x="3494360" y="111259"/>
                </a:cubicBezTo>
                <a:cubicBezTo>
                  <a:pt x="3496716" y="117632"/>
                  <a:pt x="3500057" y="123113"/>
                  <a:pt x="3504383" y="127704"/>
                </a:cubicBezTo>
                <a:cubicBezTo>
                  <a:pt x="3508709" y="132292"/>
                  <a:pt x="3513990" y="135829"/>
                  <a:pt x="3520225" y="138314"/>
                </a:cubicBezTo>
                <a:cubicBezTo>
                  <a:pt x="3526459" y="140800"/>
                  <a:pt x="3533458" y="142042"/>
                  <a:pt x="3541222" y="142042"/>
                </a:cubicBezTo>
                <a:cubicBezTo>
                  <a:pt x="3552420" y="142042"/>
                  <a:pt x="3561963" y="139500"/>
                  <a:pt x="3569853" y="134414"/>
                </a:cubicBezTo>
                <a:cubicBezTo>
                  <a:pt x="3577744" y="129329"/>
                  <a:pt x="3583598" y="120873"/>
                  <a:pt x="3587416" y="109048"/>
                </a:cubicBezTo>
                <a:lnTo>
                  <a:pt x="3563555" y="109048"/>
                </a:lnTo>
                <a:cubicBezTo>
                  <a:pt x="3562664" y="112075"/>
                  <a:pt x="3560246" y="114945"/>
                  <a:pt x="3556300" y="117658"/>
                </a:cubicBezTo>
                <a:cubicBezTo>
                  <a:pt x="3552356" y="120369"/>
                  <a:pt x="3547649" y="121724"/>
                  <a:pt x="3542177" y="121724"/>
                </a:cubicBezTo>
                <a:cubicBezTo>
                  <a:pt x="3534542" y="121724"/>
                  <a:pt x="3528688" y="119754"/>
                  <a:pt x="3524614" y="115814"/>
                </a:cubicBezTo>
                <a:cubicBezTo>
                  <a:pt x="3520542" y="111872"/>
                  <a:pt x="3518316" y="105516"/>
                  <a:pt x="3517935" y="96745"/>
                </a:cubicBezTo>
                <a:close/>
                <a:moveTo>
                  <a:pt x="3626165" y="107371"/>
                </a:moveTo>
                <a:lnTo>
                  <a:pt x="3600397" y="107371"/>
                </a:lnTo>
                <a:cubicBezTo>
                  <a:pt x="3600651" y="113976"/>
                  <a:pt x="3602146" y="119471"/>
                  <a:pt x="3604882" y="123853"/>
                </a:cubicBezTo>
                <a:cubicBezTo>
                  <a:pt x="3607618" y="128234"/>
                  <a:pt x="3611117" y="131758"/>
                  <a:pt x="3615379" y="134426"/>
                </a:cubicBezTo>
                <a:cubicBezTo>
                  <a:pt x="3619644" y="137094"/>
                  <a:pt x="3624511" y="138999"/>
                  <a:pt x="3629983" y="140140"/>
                </a:cubicBezTo>
                <a:cubicBezTo>
                  <a:pt x="3635455" y="141284"/>
                  <a:pt x="3641054" y="141856"/>
                  <a:pt x="3646780" y="141856"/>
                </a:cubicBezTo>
                <a:cubicBezTo>
                  <a:pt x="3652378" y="141856"/>
                  <a:pt x="3657881" y="141314"/>
                  <a:pt x="3663289" y="140231"/>
                </a:cubicBezTo>
                <a:cubicBezTo>
                  <a:pt x="3668699" y="139149"/>
                  <a:pt x="3673503" y="137271"/>
                  <a:pt x="3677701" y="134598"/>
                </a:cubicBezTo>
                <a:cubicBezTo>
                  <a:pt x="3681901" y="131924"/>
                  <a:pt x="3685304" y="128391"/>
                  <a:pt x="3687912" y="123999"/>
                </a:cubicBezTo>
                <a:cubicBezTo>
                  <a:pt x="3690522" y="119606"/>
                  <a:pt x="3691827" y="114164"/>
                  <a:pt x="3691827" y="107671"/>
                </a:cubicBezTo>
                <a:cubicBezTo>
                  <a:pt x="3691827" y="103088"/>
                  <a:pt x="3690936" y="99238"/>
                  <a:pt x="3689153" y="96119"/>
                </a:cubicBezTo>
                <a:cubicBezTo>
                  <a:pt x="3687372" y="92999"/>
                  <a:pt x="3685018" y="90388"/>
                  <a:pt x="3682090" y="88287"/>
                </a:cubicBezTo>
                <a:cubicBezTo>
                  <a:pt x="3679164" y="86186"/>
                  <a:pt x="3675824" y="84500"/>
                  <a:pt x="3672071" y="83228"/>
                </a:cubicBezTo>
                <a:cubicBezTo>
                  <a:pt x="3668317" y="81954"/>
                  <a:pt x="3664468" y="80872"/>
                  <a:pt x="3660522" y="79980"/>
                </a:cubicBezTo>
                <a:cubicBezTo>
                  <a:pt x="3656705" y="79089"/>
                  <a:pt x="3652950" y="78262"/>
                  <a:pt x="3649259" y="77499"/>
                </a:cubicBezTo>
                <a:cubicBezTo>
                  <a:pt x="3645570" y="76734"/>
                  <a:pt x="3642293" y="75875"/>
                  <a:pt x="3639429" y="74921"/>
                </a:cubicBezTo>
                <a:cubicBezTo>
                  <a:pt x="3636567" y="73966"/>
                  <a:pt x="3634244" y="72724"/>
                  <a:pt x="3632462" y="71196"/>
                </a:cubicBezTo>
                <a:cubicBezTo>
                  <a:pt x="3630681" y="69668"/>
                  <a:pt x="3629791" y="67694"/>
                  <a:pt x="3629791" y="65275"/>
                </a:cubicBezTo>
                <a:cubicBezTo>
                  <a:pt x="3629791" y="63238"/>
                  <a:pt x="3630300" y="61614"/>
                  <a:pt x="3631317" y="60405"/>
                </a:cubicBezTo>
                <a:cubicBezTo>
                  <a:pt x="3632337" y="59195"/>
                  <a:pt x="3633577" y="58273"/>
                  <a:pt x="3635040" y="57638"/>
                </a:cubicBezTo>
                <a:cubicBezTo>
                  <a:pt x="3636504" y="57001"/>
                  <a:pt x="3638126" y="56587"/>
                  <a:pt x="3639907" y="56397"/>
                </a:cubicBezTo>
                <a:cubicBezTo>
                  <a:pt x="3641689" y="56205"/>
                  <a:pt x="3643343" y="56109"/>
                  <a:pt x="3644870" y="56109"/>
                </a:cubicBezTo>
                <a:cubicBezTo>
                  <a:pt x="3649705" y="56109"/>
                  <a:pt x="3653904" y="57036"/>
                  <a:pt x="3657467" y="58890"/>
                </a:cubicBezTo>
                <a:cubicBezTo>
                  <a:pt x="3661030" y="60743"/>
                  <a:pt x="3663003" y="64289"/>
                  <a:pt x="3663385" y="69530"/>
                </a:cubicBezTo>
                <a:lnTo>
                  <a:pt x="3689156" y="69530"/>
                </a:lnTo>
                <a:cubicBezTo>
                  <a:pt x="3688647" y="63421"/>
                  <a:pt x="3687088" y="58362"/>
                  <a:pt x="3684478" y="54352"/>
                </a:cubicBezTo>
                <a:cubicBezTo>
                  <a:pt x="3681871" y="50343"/>
                  <a:pt x="3678594" y="47129"/>
                  <a:pt x="3674648" y="44712"/>
                </a:cubicBezTo>
                <a:cubicBezTo>
                  <a:pt x="3670705" y="42292"/>
                  <a:pt x="3666219" y="40574"/>
                  <a:pt x="3661192" y="39556"/>
                </a:cubicBezTo>
                <a:cubicBezTo>
                  <a:pt x="3656165" y="38537"/>
                  <a:pt x="3650979" y="38027"/>
                  <a:pt x="3645636" y="38027"/>
                </a:cubicBezTo>
                <a:cubicBezTo>
                  <a:pt x="3640290" y="38027"/>
                  <a:pt x="3635072" y="38505"/>
                  <a:pt x="3629980" y="39460"/>
                </a:cubicBezTo>
                <a:cubicBezTo>
                  <a:pt x="3624891" y="40413"/>
                  <a:pt x="3620310" y="42068"/>
                  <a:pt x="3616239" y="44423"/>
                </a:cubicBezTo>
                <a:cubicBezTo>
                  <a:pt x="3612167" y="46779"/>
                  <a:pt x="3608890" y="49993"/>
                  <a:pt x="3606409" y="54067"/>
                </a:cubicBezTo>
                <a:cubicBezTo>
                  <a:pt x="3603927" y="58141"/>
                  <a:pt x="3602686" y="63361"/>
                  <a:pt x="3602686" y="69728"/>
                </a:cubicBezTo>
                <a:cubicBezTo>
                  <a:pt x="3602686" y="74056"/>
                  <a:pt x="3603577" y="77716"/>
                  <a:pt x="3605357" y="80709"/>
                </a:cubicBezTo>
                <a:cubicBezTo>
                  <a:pt x="3607140" y="83699"/>
                  <a:pt x="3609494" y="86181"/>
                  <a:pt x="3612420" y="88156"/>
                </a:cubicBezTo>
                <a:cubicBezTo>
                  <a:pt x="3615348" y="90129"/>
                  <a:pt x="3618689" y="91720"/>
                  <a:pt x="3622443" y="92930"/>
                </a:cubicBezTo>
                <a:cubicBezTo>
                  <a:pt x="3626196" y="94140"/>
                  <a:pt x="3630045" y="95190"/>
                  <a:pt x="3633991" y="96081"/>
                </a:cubicBezTo>
                <a:cubicBezTo>
                  <a:pt x="3643661" y="98118"/>
                  <a:pt x="3651200" y="100155"/>
                  <a:pt x="3656607" y="102192"/>
                </a:cubicBezTo>
                <a:cubicBezTo>
                  <a:pt x="3662017" y="104229"/>
                  <a:pt x="3664722" y="107284"/>
                  <a:pt x="3664722" y="111358"/>
                </a:cubicBezTo>
                <a:cubicBezTo>
                  <a:pt x="3664722" y="113775"/>
                  <a:pt x="3664149" y="115780"/>
                  <a:pt x="3663004" y="117372"/>
                </a:cubicBezTo>
                <a:cubicBezTo>
                  <a:pt x="3661858" y="118965"/>
                  <a:pt x="3660426" y="120238"/>
                  <a:pt x="3658707" y="121194"/>
                </a:cubicBezTo>
                <a:cubicBezTo>
                  <a:pt x="3656991" y="122147"/>
                  <a:pt x="3655082" y="122847"/>
                  <a:pt x="3652981" y="123294"/>
                </a:cubicBezTo>
                <a:cubicBezTo>
                  <a:pt x="3650882" y="123738"/>
                  <a:pt x="3648878" y="123961"/>
                  <a:pt x="3646970" y="123961"/>
                </a:cubicBezTo>
                <a:cubicBezTo>
                  <a:pt x="3644298" y="123961"/>
                  <a:pt x="3641721" y="123643"/>
                  <a:pt x="3639240" y="123008"/>
                </a:cubicBezTo>
                <a:cubicBezTo>
                  <a:pt x="3636758" y="122371"/>
                  <a:pt x="3634563" y="121386"/>
                  <a:pt x="3632654" y="120052"/>
                </a:cubicBezTo>
                <a:cubicBezTo>
                  <a:pt x="3630745" y="118716"/>
                  <a:pt x="3629186" y="117000"/>
                  <a:pt x="3627976" y="114903"/>
                </a:cubicBezTo>
                <a:cubicBezTo>
                  <a:pt x="3626769" y="112806"/>
                  <a:pt x="3626165" y="110295"/>
                  <a:pt x="3626165" y="107371"/>
                </a:cubicBezTo>
                <a:close/>
                <a:moveTo>
                  <a:pt x="3742028" y="40823"/>
                </a:moveTo>
                <a:lnTo>
                  <a:pt x="3742028" y="11184"/>
                </a:lnTo>
                <a:lnTo>
                  <a:pt x="3714923" y="11184"/>
                </a:lnTo>
                <a:lnTo>
                  <a:pt x="3714923" y="40823"/>
                </a:lnTo>
                <a:lnTo>
                  <a:pt x="3698508" y="40823"/>
                </a:lnTo>
                <a:lnTo>
                  <a:pt x="3698508" y="58905"/>
                </a:lnTo>
                <a:lnTo>
                  <a:pt x="3714923" y="58905"/>
                </a:lnTo>
                <a:lnTo>
                  <a:pt x="3714923" y="117090"/>
                </a:lnTo>
                <a:cubicBezTo>
                  <a:pt x="3714923" y="122051"/>
                  <a:pt x="3715750" y="126058"/>
                  <a:pt x="3717405" y="129110"/>
                </a:cubicBezTo>
                <a:cubicBezTo>
                  <a:pt x="3719059" y="132163"/>
                  <a:pt x="3721317" y="134516"/>
                  <a:pt x="3724179" y="136170"/>
                </a:cubicBezTo>
                <a:cubicBezTo>
                  <a:pt x="3727043" y="137823"/>
                  <a:pt x="3730352" y="138935"/>
                  <a:pt x="3734106" y="139505"/>
                </a:cubicBezTo>
                <a:cubicBezTo>
                  <a:pt x="3737861" y="140078"/>
                  <a:pt x="3741838" y="140365"/>
                  <a:pt x="3746038" y="140365"/>
                </a:cubicBezTo>
                <a:cubicBezTo>
                  <a:pt x="3748710" y="140365"/>
                  <a:pt x="3751446" y="140303"/>
                  <a:pt x="3754246" y="140178"/>
                </a:cubicBezTo>
                <a:cubicBezTo>
                  <a:pt x="3757046" y="140054"/>
                  <a:pt x="3759591" y="139805"/>
                  <a:pt x="3761880" y="139433"/>
                </a:cubicBezTo>
                <a:lnTo>
                  <a:pt x="3761880" y="118351"/>
                </a:lnTo>
                <a:cubicBezTo>
                  <a:pt x="3760608" y="118605"/>
                  <a:pt x="3759272" y="118797"/>
                  <a:pt x="3757872" y="118925"/>
                </a:cubicBezTo>
                <a:cubicBezTo>
                  <a:pt x="3756472" y="119051"/>
                  <a:pt x="3755009" y="119114"/>
                  <a:pt x="3753483" y="119114"/>
                </a:cubicBezTo>
                <a:cubicBezTo>
                  <a:pt x="3748901" y="119114"/>
                  <a:pt x="3745845" y="118352"/>
                  <a:pt x="3744317" y="116828"/>
                </a:cubicBezTo>
                <a:cubicBezTo>
                  <a:pt x="3742791" y="115304"/>
                  <a:pt x="3742028" y="112255"/>
                  <a:pt x="3742028" y="107682"/>
                </a:cubicBezTo>
                <a:lnTo>
                  <a:pt x="3742028" y="58905"/>
                </a:lnTo>
                <a:lnTo>
                  <a:pt x="3761880" y="58905"/>
                </a:lnTo>
                <a:lnTo>
                  <a:pt x="3761880" y="40823"/>
                </a:lnTo>
                <a:lnTo>
                  <a:pt x="3742028" y="40823"/>
                </a:lnTo>
                <a:close/>
                <a:moveTo>
                  <a:pt x="3802727" y="25538"/>
                </a:moveTo>
                <a:lnTo>
                  <a:pt x="3802727" y="3169"/>
                </a:lnTo>
                <a:lnTo>
                  <a:pt x="3775622" y="3169"/>
                </a:lnTo>
                <a:lnTo>
                  <a:pt x="3775622" y="25538"/>
                </a:lnTo>
                <a:lnTo>
                  <a:pt x="3802727" y="25538"/>
                </a:lnTo>
                <a:moveTo>
                  <a:pt x="3775622" y="40747"/>
                </a:moveTo>
                <a:lnTo>
                  <a:pt x="3775622" y="139433"/>
                </a:lnTo>
                <a:lnTo>
                  <a:pt x="3802727" y="139433"/>
                </a:lnTo>
                <a:lnTo>
                  <a:pt x="3802727" y="40747"/>
                </a:lnTo>
                <a:lnTo>
                  <a:pt x="3775622" y="40747"/>
                </a:lnTo>
                <a:close/>
                <a:moveTo>
                  <a:pt x="3824109" y="40745"/>
                </a:moveTo>
                <a:lnTo>
                  <a:pt x="3824109" y="139433"/>
                </a:lnTo>
                <a:lnTo>
                  <a:pt x="3851214" y="139433"/>
                </a:lnTo>
                <a:lnTo>
                  <a:pt x="3851214" y="87710"/>
                </a:lnTo>
                <a:cubicBezTo>
                  <a:pt x="3851214" y="77658"/>
                  <a:pt x="3852868" y="70438"/>
                  <a:pt x="3856177" y="66049"/>
                </a:cubicBezTo>
                <a:cubicBezTo>
                  <a:pt x="3859485" y="61659"/>
                  <a:pt x="3864830" y="59464"/>
                  <a:pt x="3872211" y="59464"/>
                </a:cubicBezTo>
                <a:cubicBezTo>
                  <a:pt x="3878702" y="59464"/>
                  <a:pt x="3883219" y="61468"/>
                  <a:pt x="3885763" y="65476"/>
                </a:cubicBezTo>
                <a:cubicBezTo>
                  <a:pt x="3888309" y="69483"/>
                  <a:pt x="3889582" y="75559"/>
                  <a:pt x="3889582" y="83703"/>
                </a:cubicBezTo>
                <a:lnTo>
                  <a:pt x="3889582" y="139433"/>
                </a:lnTo>
                <a:lnTo>
                  <a:pt x="3916686" y="139433"/>
                </a:lnTo>
                <a:lnTo>
                  <a:pt x="3916686" y="78705"/>
                </a:lnTo>
                <a:cubicBezTo>
                  <a:pt x="3916686" y="72594"/>
                  <a:pt x="3916146" y="67024"/>
                  <a:pt x="3915064" y="61995"/>
                </a:cubicBezTo>
                <a:cubicBezTo>
                  <a:pt x="3913982" y="56966"/>
                  <a:pt x="3912105" y="52701"/>
                  <a:pt x="3909431" y="49200"/>
                </a:cubicBezTo>
                <a:cubicBezTo>
                  <a:pt x="3906759" y="45699"/>
                  <a:pt x="3903101" y="42962"/>
                  <a:pt x="3898456" y="40989"/>
                </a:cubicBezTo>
                <a:cubicBezTo>
                  <a:pt x="3893812" y="39014"/>
                  <a:pt x="3887862" y="38027"/>
                  <a:pt x="3880608" y="38027"/>
                </a:cubicBezTo>
                <a:cubicBezTo>
                  <a:pt x="3874882" y="38027"/>
                  <a:pt x="3869283" y="39335"/>
                  <a:pt x="3863811" y="41950"/>
                </a:cubicBezTo>
                <a:cubicBezTo>
                  <a:pt x="3858339" y="44566"/>
                  <a:pt x="3853886" y="48745"/>
                  <a:pt x="3850451" y="54486"/>
                </a:cubicBezTo>
                <a:lnTo>
                  <a:pt x="3849877" y="54486"/>
                </a:lnTo>
                <a:lnTo>
                  <a:pt x="3849877" y="40745"/>
                </a:lnTo>
                <a:lnTo>
                  <a:pt x="3824109" y="40745"/>
                </a:lnTo>
                <a:close/>
                <a:moveTo>
                  <a:pt x="3936157" y="71097"/>
                </a:moveTo>
                <a:cubicBezTo>
                  <a:pt x="3936538" y="64734"/>
                  <a:pt x="3938128" y="59453"/>
                  <a:pt x="3940928" y="55255"/>
                </a:cubicBezTo>
                <a:cubicBezTo>
                  <a:pt x="3943728" y="51055"/>
                  <a:pt x="3947291" y="47682"/>
                  <a:pt x="3951617" y="45137"/>
                </a:cubicBezTo>
                <a:cubicBezTo>
                  <a:pt x="3955943" y="42591"/>
                  <a:pt x="3960810" y="40778"/>
                  <a:pt x="3966218" y="39696"/>
                </a:cubicBezTo>
                <a:cubicBezTo>
                  <a:pt x="3971628" y="38614"/>
                  <a:pt x="3977068" y="38074"/>
                  <a:pt x="3982540" y="38074"/>
                </a:cubicBezTo>
                <a:cubicBezTo>
                  <a:pt x="3987503" y="38074"/>
                  <a:pt x="3992530" y="38424"/>
                  <a:pt x="3997619" y="39125"/>
                </a:cubicBezTo>
                <a:cubicBezTo>
                  <a:pt x="4002710" y="39824"/>
                  <a:pt x="4007355" y="41192"/>
                  <a:pt x="4011553" y="43229"/>
                </a:cubicBezTo>
                <a:cubicBezTo>
                  <a:pt x="4015753" y="45264"/>
                  <a:pt x="4019189" y="48095"/>
                  <a:pt x="4021861" y="51722"/>
                </a:cubicBezTo>
                <a:cubicBezTo>
                  <a:pt x="4024534" y="55349"/>
                  <a:pt x="4025871" y="60153"/>
                  <a:pt x="4025871" y="66134"/>
                </a:cubicBezTo>
                <a:lnTo>
                  <a:pt x="4025871" y="117480"/>
                </a:lnTo>
                <a:cubicBezTo>
                  <a:pt x="4025871" y="121935"/>
                  <a:pt x="4026126" y="126198"/>
                  <a:pt x="4026634" y="130270"/>
                </a:cubicBezTo>
                <a:cubicBezTo>
                  <a:pt x="4027143" y="134341"/>
                  <a:pt x="4028033" y="137396"/>
                  <a:pt x="4029305" y="139433"/>
                </a:cubicBezTo>
                <a:lnTo>
                  <a:pt x="4001819" y="139433"/>
                </a:lnTo>
                <a:cubicBezTo>
                  <a:pt x="4001310" y="137906"/>
                  <a:pt x="4000897" y="136348"/>
                  <a:pt x="4000578" y="134758"/>
                </a:cubicBezTo>
                <a:cubicBezTo>
                  <a:pt x="4000260" y="133166"/>
                  <a:pt x="4000037" y="131542"/>
                  <a:pt x="3999911" y="129888"/>
                </a:cubicBezTo>
                <a:cubicBezTo>
                  <a:pt x="3995585" y="134342"/>
                  <a:pt x="3990495" y="137461"/>
                  <a:pt x="3984640" y="139243"/>
                </a:cubicBezTo>
                <a:cubicBezTo>
                  <a:pt x="3978786" y="141024"/>
                  <a:pt x="3972804" y="141914"/>
                  <a:pt x="3966696" y="141914"/>
                </a:cubicBezTo>
                <a:cubicBezTo>
                  <a:pt x="3961989" y="141914"/>
                  <a:pt x="3957599" y="141341"/>
                  <a:pt x="3953525" y="140196"/>
                </a:cubicBezTo>
                <a:cubicBezTo>
                  <a:pt x="3949453" y="139050"/>
                  <a:pt x="3945890" y="137269"/>
                  <a:pt x="3942836" y="134851"/>
                </a:cubicBezTo>
                <a:cubicBezTo>
                  <a:pt x="3939783" y="132434"/>
                  <a:pt x="3937398" y="129380"/>
                  <a:pt x="3935679" y="125691"/>
                </a:cubicBezTo>
                <a:cubicBezTo>
                  <a:pt x="3933961" y="122000"/>
                  <a:pt x="3933102" y="117608"/>
                  <a:pt x="3933102" y="112517"/>
                </a:cubicBezTo>
                <a:cubicBezTo>
                  <a:pt x="3933102" y="106919"/>
                  <a:pt x="3934088" y="102307"/>
                  <a:pt x="3936061" y="98679"/>
                </a:cubicBezTo>
                <a:cubicBezTo>
                  <a:pt x="3938034" y="95052"/>
                  <a:pt x="3940578" y="92157"/>
                  <a:pt x="3943695" y="89994"/>
                </a:cubicBezTo>
                <a:cubicBezTo>
                  <a:pt x="3946813" y="87831"/>
                  <a:pt x="3950376" y="86208"/>
                  <a:pt x="3954384" y="85127"/>
                </a:cubicBezTo>
                <a:cubicBezTo>
                  <a:pt x="3958394" y="84045"/>
                  <a:pt x="3962435" y="83187"/>
                  <a:pt x="3966506" y="82552"/>
                </a:cubicBezTo>
                <a:cubicBezTo>
                  <a:pt x="3970578" y="81915"/>
                  <a:pt x="3974586" y="81406"/>
                  <a:pt x="3978530" y="81023"/>
                </a:cubicBezTo>
                <a:cubicBezTo>
                  <a:pt x="3982475" y="80641"/>
                  <a:pt x="3985975" y="80068"/>
                  <a:pt x="3989030" y="79305"/>
                </a:cubicBezTo>
                <a:cubicBezTo>
                  <a:pt x="3992084" y="78542"/>
                  <a:pt x="3994501" y="77429"/>
                  <a:pt x="3996282" y="75967"/>
                </a:cubicBezTo>
                <a:cubicBezTo>
                  <a:pt x="3998065" y="74503"/>
                  <a:pt x="3998893" y="72371"/>
                  <a:pt x="3998766" y="69571"/>
                </a:cubicBezTo>
                <a:cubicBezTo>
                  <a:pt x="3998766" y="66643"/>
                  <a:pt x="3998289" y="64320"/>
                  <a:pt x="3997333" y="62604"/>
                </a:cubicBezTo>
                <a:cubicBezTo>
                  <a:pt x="3996378" y="60885"/>
                  <a:pt x="3995105" y="59549"/>
                  <a:pt x="3993515" y="58596"/>
                </a:cubicBezTo>
                <a:cubicBezTo>
                  <a:pt x="3991925" y="57641"/>
                  <a:pt x="3990079" y="57004"/>
                  <a:pt x="3987978" y="56685"/>
                </a:cubicBezTo>
                <a:cubicBezTo>
                  <a:pt x="3985879" y="56367"/>
                  <a:pt x="3983621" y="56208"/>
                  <a:pt x="3981203" y="56208"/>
                </a:cubicBezTo>
                <a:cubicBezTo>
                  <a:pt x="3975860" y="56208"/>
                  <a:pt x="3971661" y="57353"/>
                  <a:pt x="3968606" y="59644"/>
                </a:cubicBezTo>
                <a:cubicBezTo>
                  <a:pt x="3965552" y="61936"/>
                  <a:pt x="3963770" y="65753"/>
                  <a:pt x="3963262" y="71097"/>
                </a:cubicBezTo>
                <a:lnTo>
                  <a:pt x="3936157" y="71097"/>
                </a:lnTo>
                <a:moveTo>
                  <a:pt x="3998766" y="91139"/>
                </a:moveTo>
                <a:cubicBezTo>
                  <a:pt x="3997621" y="92158"/>
                  <a:pt x="3996189" y="92954"/>
                  <a:pt x="3994470" y="93527"/>
                </a:cubicBezTo>
                <a:cubicBezTo>
                  <a:pt x="3992752" y="94100"/>
                  <a:pt x="3990906" y="94577"/>
                  <a:pt x="3988934" y="94960"/>
                </a:cubicBezTo>
                <a:cubicBezTo>
                  <a:pt x="3986963" y="95341"/>
                  <a:pt x="3984895" y="95658"/>
                  <a:pt x="3982730" y="95912"/>
                </a:cubicBezTo>
                <a:cubicBezTo>
                  <a:pt x="3980567" y="96167"/>
                  <a:pt x="3978403" y="96484"/>
                  <a:pt x="3976240" y="96865"/>
                </a:cubicBezTo>
                <a:cubicBezTo>
                  <a:pt x="3974205" y="97247"/>
                  <a:pt x="3972202" y="97757"/>
                  <a:pt x="3970229" y="98394"/>
                </a:cubicBezTo>
                <a:cubicBezTo>
                  <a:pt x="3968256" y="99029"/>
                  <a:pt x="3966537" y="99888"/>
                  <a:pt x="3965073" y="100972"/>
                </a:cubicBezTo>
                <a:cubicBezTo>
                  <a:pt x="3963611" y="102053"/>
                  <a:pt x="3962435" y="103421"/>
                  <a:pt x="3961543" y="105075"/>
                </a:cubicBezTo>
                <a:cubicBezTo>
                  <a:pt x="3960652" y="106728"/>
                  <a:pt x="3960206" y="108827"/>
                  <a:pt x="3960206" y="111372"/>
                </a:cubicBezTo>
                <a:cubicBezTo>
                  <a:pt x="3960206" y="113790"/>
                  <a:pt x="3960652" y="115826"/>
                  <a:pt x="3961543" y="117480"/>
                </a:cubicBezTo>
                <a:cubicBezTo>
                  <a:pt x="3962435" y="119135"/>
                  <a:pt x="3963643" y="120439"/>
                  <a:pt x="3965170" y="121395"/>
                </a:cubicBezTo>
                <a:cubicBezTo>
                  <a:pt x="3966698" y="122348"/>
                  <a:pt x="3968479" y="123016"/>
                  <a:pt x="3970514" y="123399"/>
                </a:cubicBezTo>
                <a:cubicBezTo>
                  <a:pt x="3972551" y="123781"/>
                  <a:pt x="3974651" y="123972"/>
                  <a:pt x="3976814" y="123972"/>
                </a:cubicBezTo>
                <a:cubicBezTo>
                  <a:pt x="3982158" y="123972"/>
                  <a:pt x="3986293" y="123082"/>
                  <a:pt x="3989219" y="121302"/>
                </a:cubicBezTo>
                <a:cubicBezTo>
                  <a:pt x="3992147" y="119519"/>
                  <a:pt x="3994311" y="117387"/>
                  <a:pt x="3995711" y="114905"/>
                </a:cubicBezTo>
                <a:cubicBezTo>
                  <a:pt x="3997111" y="112424"/>
                  <a:pt x="3997970" y="109910"/>
                  <a:pt x="3998289" y="107365"/>
                </a:cubicBezTo>
                <a:cubicBezTo>
                  <a:pt x="3998607" y="104819"/>
                  <a:pt x="3998766" y="102783"/>
                  <a:pt x="3998766" y="101257"/>
                </a:cubicBezTo>
                <a:lnTo>
                  <a:pt x="3998766" y="91139"/>
                </a:lnTo>
                <a:close/>
                <a:moveTo>
                  <a:pt x="4081224" y="40823"/>
                </a:moveTo>
                <a:lnTo>
                  <a:pt x="4081224" y="11184"/>
                </a:lnTo>
                <a:lnTo>
                  <a:pt x="4054119" y="11184"/>
                </a:lnTo>
                <a:lnTo>
                  <a:pt x="4054119" y="40823"/>
                </a:lnTo>
                <a:lnTo>
                  <a:pt x="4037703" y="40823"/>
                </a:lnTo>
                <a:lnTo>
                  <a:pt x="4037703" y="58905"/>
                </a:lnTo>
                <a:lnTo>
                  <a:pt x="4054119" y="58905"/>
                </a:lnTo>
                <a:lnTo>
                  <a:pt x="4054119" y="117090"/>
                </a:lnTo>
                <a:cubicBezTo>
                  <a:pt x="4054119" y="122051"/>
                  <a:pt x="4054946" y="126058"/>
                  <a:pt x="4056600" y="129110"/>
                </a:cubicBezTo>
                <a:cubicBezTo>
                  <a:pt x="4058255" y="132163"/>
                  <a:pt x="4060513" y="134516"/>
                  <a:pt x="4063375" y="136170"/>
                </a:cubicBezTo>
                <a:cubicBezTo>
                  <a:pt x="4066239" y="137823"/>
                  <a:pt x="4069548" y="138935"/>
                  <a:pt x="4073301" y="139505"/>
                </a:cubicBezTo>
                <a:cubicBezTo>
                  <a:pt x="4077057" y="140078"/>
                  <a:pt x="4081034" y="140365"/>
                  <a:pt x="4085234" y="140365"/>
                </a:cubicBezTo>
                <a:cubicBezTo>
                  <a:pt x="4087906" y="140365"/>
                  <a:pt x="4090642" y="140303"/>
                  <a:pt x="4093442" y="140178"/>
                </a:cubicBezTo>
                <a:cubicBezTo>
                  <a:pt x="4096242" y="140054"/>
                  <a:pt x="4098787" y="139805"/>
                  <a:pt x="4101076" y="139433"/>
                </a:cubicBezTo>
                <a:lnTo>
                  <a:pt x="4101076" y="118351"/>
                </a:lnTo>
                <a:cubicBezTo>
                  <a:pt x="4099804" y="118605"/>
                  <a:pt x="4098468" y="118797"/>
                  <a:pt x="4097068" y="118925"/>
                </a:cubicBezTo>
                <a:cubicBezTo>
                  <a:pt x="4095668" y="119051"/>
                  <a:pt x="4094205" y="119114"/>
                  <a:pt x="4092679" y="119114"/>
                </a:cubicBezTo>
                <a:cubicBezTo>
                  <a:pt x="4088096" y="119114"/>
                  <a:pt x="4085041" y="118352"/>
                  <a:pt x="4083513" y="116828"/>
                </a:cubicBezTo>
                <a:cubicBezTo>
                  <a:pt x="4081987" y="115304"/>
                  <a:pt x="4081224" y="112255"/>
                  <a:pt x="4081224" y="107682"/>
                </a:cubicBezTo>
                <a:lnTo>
                  <a:pt x="4081224" y="58905"/>
                </a:lnTo>
                <a:lnTo>
                  <a:pt x="4101076" y="58905"/>
                </a:lnTo>
                <a:lnTo>
                  <a:pt x="4101076" y="40823"/>
                </a:lnTo>
                <a:lnTo>
                  <a:pt x="4081224" y="40823"/>
                </a:lnTo>
                <a:close/>
                <a:moveTo>
                  <a:pt x="4141923" y="25538"/>
                </a:moveTo>
                <a:lnTo>
                  <a:pt x="4141923" y="3169"/>
                </a:lnTo>
                <a:lnTo>
                  <a:pt x="4114819" y="3169"/>
                </a:lnTo>
                <a:lnTo>
                  <a:pt x="4114819" y="25538"/>
                </a:lnTo>
                <a:lnTo>
                  <a:pt x="4141923" y="25538"/>
                </a:lnTo>
                <a:moveTo>
                  <a:pt x="4114819" y="40747"/>
                </a:moveTo>
                <a:lnTo>
                  <a:pt x="4114819" y="139433"/>
                </a:lnTo>
                <a:lnTo>
                  <a:pt x="4141923" y="139433"/>
                </a:lnTo>
                <a:lnTo>
                  <a:pt x="4141923" y="40747"/>
                </a:lnTo>
                <a:lnTo>
                  <a:pt x="4114819" y="40747"/>
                </a:lnTo>
                <a:close/>
                <a:moveTo>
                  <a:pt x="4187354" y="90224"/>
                </a:moveTo>
                <a:cubicBezTo>
                  <a:pt x="4187354" y="86278"/>
                  <a:pt x="4187736" y="82397"/>
                  <a:pt x="4188499" y="78579"/>
                </a:cubicBezTo>
                <a:cubicBezTo>
                  <a:pt x="4189262" y="74760"/>
                  <a:pt x="4190566" y="71387"/>
                  <a:pt x="4192410" y="68461"/>
                </a:cubicBezTo>
                <a:cubicBezTo>
                  <a:pt x="4194257" y="65533"/>
                  <a:pt x="4196708" y="63146"/>
                  <a:pt x="4199762" y="61302"/>
                </a:cubicBezTo>
                <a:cubicBezTo>
                  <a:pt x="4202816" y="59455"/>
                  <a:pt x="4206634" y="58532"/>
                  <a:pt x="4211214" y="58532"/>
                </a:cubicBezTo>
                <a:cubicBezTo>
                  <a:pt x="4215797" y="58532"/>
                  <a:pt x="4219646" y="59455"/>
                  <a:pt x="4222763" y="61302"/>
                </a:cubicBezTo>
                <a:cubicBezTo>
                  <a:pt x="4225881" y="63146"/>
                  <a:pt x="4228363" y="65533"/>
                  <a:pt x="4230207" y="68461"/>
                </a:cubicBezTo>
                <a:cubicBezTo>
                  <a:pt x="4232054" y="71387"/>
                  <a:pt x="4233359" y="74760"/>
                  <a:pt x="4234122" y="78579"/>
                </a:cubicBezTo>
                <a:cubicBezTo>
                  <a:pt x="4234885" y="82397"/>
                  <a:pt x="4235267" y="86278"/>
                  <a:pt x="4235267" y="90224"/>
                </a:cubicBezTo>
                <a:cubicBezTo>
                  <a:pt x="4235267" y="94170"/>
                  <a:pt x="4234885" y="98020"/>
                  <a:pt x="4234122" y="101775"/>
                </a:cubicBezTo>
                <a:cubicBezTo>
                  <a:pt x="4233359" y="105529"/>
                  <a:pt x="4232054" y="108902"/>
                  <a:pt x="4230207" y="111894"/>
                </a:cubicBezTo>
                <a:cubicBezTo>
                  <a:pt x="4228363" y="114884"/>
                  <a:pt x="4225881" y="117271"/>
                  <a:pt x="4222763" y="119053"/>
                </a:cubicBezTo>
                <a:cubicBezTo>
                  <a:pt x="4219646" y="120834"/>
                  <a:pt x="4215797" y="121724"/>
                  <a:pt x="4211214" y="121724"/>
                </a:cubicBezTo>
                <a:cubicBezTo>
                  <a:pt x="4206634" y="121724"/>
                  <a:pt x="4202816" y="120834"/>
                  <a:pt x="4199762" y="119053"/>
                </a:cubicBezTo>
                <a:cubicBezTo>
                  <a:pt x="4196708" y="117271"/>
                  <a:pt x="4194257" y="114884"/>
                  <a:pt x="4192410" y="111894"/>
                </a:cubicBezTo>
                <a:cubicBezTo>
                  <a:pt x="4190566" y="108902"/>
                  <a:pt x="4189262" y="105529"/>
                  <a:pt x="4188499" y="101775"/>
                </a:cubicBezTo>
                <a:cubicBezTo>
                  <a:pt x="4187736" y="98020"/>
                  <a:pt x="4187354" y="94170"/>
                  <a:pt x="4187354" y="90224"/>
                </a:cubicBezTo>
                <a:moveTo>
                  <a:pt x="4160249" y="90227"/>
                </a:moveTo>
                <a:cubicBezTo>
                  <a:pt x="4160249" y="98130"/>
                  <a:pt x="4161458" y="105268"/>
                  <a:pt x="4163876" y="111640"/>
                </a:cubicBezTo>
                <a:cubicBezTo>
                  <a:pt x="4166293" y="118013"/>
                  <a:pt x="4169729" y="123463"/>
                  <a:pt x="4174183" y="127989"/>
                </a:cubicBezTo>
                <a:cubicBezTo>
                  <a:pt x="4178638" y="132513"/>
                  <a:pt x="4183982" y="135987"/>
                  <a:pt x="4190217" y="138410"/>
                </a:cubicBezTo>
                <a:cubicBezTo>
                  <a:pt x="4196454" y="140832"/>
                  <a:pt x="4203453" y="142042"/>
                  <a:pt x="4211214" y="142042"/>
                </a:cubicBezTo>
                <a:cubicBezTo>
                  <a:pt x="4218977" y="142042"/>
                  <a:pt x="4226008" y="140832"/>
                  <a:pt x="4232307" y="138410"/>
                </a:cubicBezTo>
                <a:cubicBezTo>
                  <a:pt x="4238606" y="135987"/>
                  <a:pt x="4243983" y="132513"/>
                  <a:pt x="4248437" y="127989"/>
                </a:cubicBezTo>
                <a:cubicBezTo>
                  <a:pt x="4252892" y="123463"/>
                  <a:pt x="4256328" y="118013"/>
                  <a:pt x="4258745" y="111640"/>
                </a:cubicBezTo>
                <a:cubicBezTo>
                  <a:pt x="4261163" y="105268"/>
                  <a:pt x="4262371" y="98130"/>
                  <a:pt x="4262371" y="90227"/>
                </a:cubicBezTo>
                <a:cubicBezTo>
                  <a:pt x="4262371" y="82324"/>
                  <a:pt x="4261163" y="75154"/>
                  <a:pt x="4258745" y="68717"/>
                </a:cubicBezTo>
                <a:cubicBezTo>
                  <a:pt x="4256328" y="62278"/>
                  <a:pt x="4252892" y="56797"/>
                  <a:pt x="4248437" y="52273"/>
                </a:cubicBezTo>
                <a:cubicBezTo>
                  <a:pt x="4243983" y="47746"/>
                  <a:pt x="4238606" y="44241"/>
                  <a:pt x="4232307" y="41755"/>
                </a:cubicBezTo>
                <a:cubicBezTo>
                  <a:pt x="4226008" y="39270"/>
                  <a:pt x="4218977" y="38027"/>
                  <a:pt x="4211214" y="38027"/>
                </a:cubicBezTo>
                <a:cubicBezTo>
                  <a:pt x="4203453" y="38027"/>
                  <a:pt x="4196454" y="39270"/>
                  <a:pt x="4190217" y="41755"/>
                </a:cubicBezTo>
                <a:cubicBezTo>
                  <a:pt x="4183982" y="44241"/>
                  <a:pt x="4178638" y="47746"/>
                  <a:pt x="4174183" y="52273"/>
                </a:cubicBezTo>
                <a:cubicBezTo>
                  <a:pt x="4169729" y="56797"/>
                  <a:pt x="4166293" y="62278"/>
                  <a:pt x="4163876" y="68717"/>
                </a:cubicBezTo>
                <a:cubicBezTo>
                  <a:pt x="4161458" y="75154"/>
                  <a:pt x="4160249" y="82324"/>
                  <a:pt x="4160249" y="90227"/>
                </a:cubicBezTo>
                <a:close/>
                <a:moveTo>
                  <a:pt x="4279933" y="40745"/>
                </a:moveTo>
                <a:lnTo>
                  <a:pt x="4279933" y="139433"/>
                </a:lnTo>
                <a:lnTo>
                  <a:pt x="4307038" y="139433"/>
                </a:lnTo>
                <a:lnTo>
                  <a:pt x="4307038" y="87710"/>
                </a:lnTo>
                <a:cubicBezTo>
                  <a:pt x="4307038" y="77658"/>
                  <a:pt x="4308692" y="70438"/>
                  <a:pt x="4312001" y="66049"/>
                </a:cubicBezTo>
                <a:cubicBezTo>
                  <a:pt x="4315310" y="61659"/>
                  <a:pt x="4320654" y="59464"/>
                  <a:pt x="4328035" y="59464"/>
                </a:cubicBezTo>
                <a:cubicBezTo>
                  <a:pt x="4334526" y="59464"/>
                  <a:pt x="4339044" y="61468"/>
                  <a:pt x="4341587" y="65476"/>
                </a:cubicBezTo>
                <a:cubicBezTo>
                  <a:pt x="4344133" y="69483"/>
                  <a:pt x="4345406" y="75559"/>
                  <a:pt x="4345406" y="83703"/>
                </a:cubicBezTo>
                <a:lnTo>
                  <a:pt x="4345406" y="139433"/>
                </a:lnTo>
                <a:lnTo>
                  <a:pt x="4372510" y="139433"/>
                </a:lnTo>
                <a:lnTo>
                  <a:pt x="4372510" y="78705"/>
                </a:lnTo>
                <a:cubicBezTo>
                  <a:pt x="4372510" y="72594"/>
                  <a:pt x="4371970" y="67024"/>
                  <a:pt x="4370888" y="61995"/>
                </a:cubicBezTo>
                <a:cubicBezTo>
                  <a:pt x="4369807" y="56966"/>
                  <a:pt x="4367929" y="52701"/>
                  <a:pt x="4365255" y="49200"/>
                </a:cubicBezTo>
                <a:cubicBezTo>
                  <a:pt x="4362583" y="45699"/>
                  <a:pt x="4358925" y="42962"/>
                  <a:pt x="4354280" y="40989"/>
                </a:cubicBezTo>
                <a:cubicBezTo>
                  <a:pt x="4349636" y="39014"/>
                  <a:pt x="4343686" y="38027"/>
                  <a:pt x="4336432" y="38027"/>
                </a:cubicBezTo>
                <a:cubicBezTo>
                  <a:pt x="4330706" y="38027"/>
                  <a:pt x="4325107" y="39335"/>
                  <a:pt x="4319635" y="41950"/>
                </a:cubicBezTo>
                <a:cubicBezTo>
                  <a:pt x="4314163" y="44566"/>
                  <a:pt x="4309710" y="48745"/>
                  <a:pt x="4306275" y="54486"/>
                </a:cubicBezTo>
                <a:lnTo>
                  <a:pt x="4305701" y="54486"/>
                </a:lnTo>
                <a:lnTo>
                  <a:pt x="4305701" y="40745"/>
                </a:lnTo>
                <a:lnTo>
                  <a:pt x="4279933" y="40745"/>
                </a:lnTo>
                <a:close/>
                <a:moveTo>
                  <a:pt x="4414122" y="107371"/>
                </a:moveTo>
                <a:lnTo>
                  <a:pt x="4388354" y="107371"/>
                </a:lnTo>
                <a:cubicBezTo>
                  <a:pt x="4388608" y="113976"/>
                  <a:pt x="4390104" y="119471"/>
                  <a:pt x="4392839" y="123853"/>
                </a:cubicBezTo>
                <a:cubicBezTo>
                  <a:pt x="4395575" y="128234"/>
                  <a:pt x="4399074" y="131758"/>
                  <a:pt x="4403336" y="134426"/>
                </a:cubicBezTo>
                <a:cubicBezTo>
                  <a:pt x="4407601" y="137094"/>
                  <a:pt x="4412469" y="138999"/>
                  <a:pt x="4417940" y="140140"/>
                </a:cubicBezTo>
                <a:cubicBezTo>
                  <a:pt x="4423412" y="141284"/>
                  <a:pt x="4429011" y="141856"/>
                  <a:pt x="4434737" y="141856"/>
                </a:cubicBezTo>
                <a:cubicBezTo>
                  <a:pt x="4440335" y="141856"/>
                  <a:pt x="4445838" y="141314"/>
                  <a:pt x="4451246" y="140231"/>
                </a:cubicBezTo>
                <a:cubicBezTo>
                  <a:pt x="4456656" y="139149"/>
                  <a:pt x="4461460" y="137271"/>
                  <a:pt x="4465658" y="134598"/>
                </a:cubicBezTo>
                <a:cubicBezTo>
                  <a:pt x="4469858" y="131924"/>
                  <a:pt x="4473262" y="128391"/>
                  <a:pt x="4475869" y="123999"/>
                </a:cubicBezTo>
                <a:cubicBezTo>
                  <a:pt x="4478479" y="119606"/>
                  <a:pt x="4479784" y="114164"/>
                  <a:pt x="4479784" y="107671"/>
                </a:cubicBezTo>
                <a:cubicBezTo>
                  <a:pt x="4479784" y="103088"/>
                  <a:pt x="4478893" y="99238"/>
                  <a:pt x="4477110" y="96119"/>
                </a:cubicBezTo>
                <a:cubicBezTo>
                  <a:pt x="4475329" y="92999"/>
                  <a:pt x="4472975" y="90388"/>
                  <a:pt x="4470047" y="88287"/>
                </a:cubicBezTo>
                <a:cubicBezTo>
                  <a:pt x="4467121" y="86186"/>
                  <a:pt x="4463781" y="84500"/>
                  <a:pt x="4460028" y="83228"/>
                </a:cubicBezTo>
                <a:cubicBezTo>
                  <a:pt x="4456274" y="81954"/>
                  <a:pt x="4452425" y="80872"/>
                  <a:pt x="4448479" y="79980"/>
                </a:cubicBezTo>
                <a:cubicBezTo>
                  <a:pt x="4444662" y="79089"/>
                  <a:pt x="4440907" y="78262"/>
                  <a:pt x="4437216" y="77499"/>
                </a:cubicBezTo>
                <a:cubicBezTo>
                  <a:pt x="4433527" y="76734"/>
                  <a:pt x="4430250" y="75875"/>
                  <a:pt x="4427386" y="74921"/>
                </a:cubicBezTo>
                <a:cubicBezTo>
                  <a:pt x="4424524" y="73966"/>
                  <a:pt x="4422201" y="72724"/>
                  <a:pt x="4420419" y="71196"/>
                </a:cubicBezTo>
                <a:cubicBezTo>
                  <a:pt x="4418638" y="69668"/>
                  <a:pt x="4417748" y="67694"/>
                  <a:pt x="4417748" y="65275"/>
                </a:cubicBezTo>
                <a:cubicBezTo>
                  <a:pt x="4417748" y="63238"/>
                  <a:pt x="4418257" y="61614"/>
                  <a:pt x="4419274" y="60405"/>
                </a:cubicBezTo>
                <a:cubicBezTo>
                  <a:pt x="4420294" y="59195"/>
                  <a:pt x="4421535" y="58273"/>
                  <a:pt x="4422997" y="57638"/>
                </a:cubicBezTo>
                <a:cubicBezTo>
                  <a:pt x="4424461" y="57001"/>
                  <a:pt x="4426083" y="56587"/>
                  <a:pt x="4427864" y="56397"/>
                </a:cubicBezTo>
                <a:cubicBezTo>
                  <a:pt x="4429646" y="56205"/>
                  <a:pt x="4431300" y="56109"/>
                  <a:pt x="4432827" y="56109"/>
                </a:cubicBezTo>
                <a:cubicBezTo>
                  <a:pt x="4437662" y="56109"/>
                  <a:pt x="4441861" y="57036"/>
                  <a:pt x="4445424" y="58890"/>
                </a:cubicBezTo>
                <a:cubicBezTo>
                  <a:pt x="4448987" y="60743"/>
                  <a:pt x="4450960" y="64289"/>
                  <a:pt x="4451342" y="69530"/>
                </a:cubicBezTo>
                <a:lnTo>
                  <a:pt x="4477113" y="69530"/>
                </a:lnTo>
                <a:cubicBezTo>
                  <a:pt x="4476604" y="63421"/>
                  <a:pt x="4475045" y="58362"/>
                  <a:pt x="4472435" y="54352"/>
                </a:cubicBezTo>
                <a:cubicBezTo>
                  <a:pt x="4469828" y="50343"/>
                  <a:pt x="4466551" y="47129"/>
                  <a:pt x="4462605" y="44712"/>
                </a:cubicBezTo>
                <a:cubicBezTo>
                  <a:pt x="4458662" y="42292"/>
                  <a:pt x="4454176" y="40574"/>
                  <a:pt x="4449149" y="39556"/>
                </a:cubicBezTo>
                <a:cubicBezTo>
                  <a:pt x="4444122" y="38537"/>
                  <a:pt x="4438936" y="38027"/>
                  <a:pt x="4433593" y="38027"/>
                </a:cubicBezTo>
                <a:cubicBezTo>
                  <a:pt x="4428247" y="38027"/>
                  <a:pt x="4423029" y="38505"/>
                  <a:pt x="4417937" y="39460"/>
                </a:cubicBezTo>
                <a:cubicBezTo>
                  <a:pt x="4412848" y="40413"/>
                  <a:pt x="4408268" y="42068"/>
                  <a:pt x="4404196" y="44423"/>
                </a:cubicBezTo>
                <a:cubicBezTo>
                  <a:pt x="4400124" y="46779"/>
                  <a:pt x="4396847" y="49993"/>
                  <a:pt x="4394366" y="54067"/>
                </a:cubicBezTo>
                <a:cubicBezTo>
                  <a:pt x="4391884" y="58141"/>
                  <a:pt x="4390643" y="63361"/>
                  <a:pt x="4390643" y="69728"/>
                </a:cubicBezTo>
                <a:cubicBezTo>
                  <a:pt x="4390643" y="74056"/>
                  <a:pt x="4391534" y="77716"/>
                  <a:pt x="4393314" y="80709"/>
                </a:cubicBezTo>
                <a:cubicBezTo>
                  <a:pt x="4395097" y="83699"/>
                  <a:pt x="4397451" y="86181"/>
                  <a:pt x="4400377" y="88156"/>
                </a:cubicBezTo>
                <a:cubicBezTo>
                  <a:pt x="4403305" y="90129"/>
                  <a:pt x="4406646" y="91720"/>
                  <a:pt x="4410400" y="92930"/>
                </a:cubicBezTo>
                <a:cubicBezTo>
                  <a:pt x="4414153" y="94140"/>
                  <a:pt x="4418002" y="95190"/>
                  <a:pt x="4421948" y="96081"/>
                </a:cubicBezTo>
                <a:cubicBezTo>
                  <a:pt x="4431618" y="98118"/>
                  <a:pt x="4439157" y="100155"/>
                  <a:pt x="4444565" y="102192"/>
                </a:cubicBezTo>
                <a:cubicBezTo>
                  <a:pt x="4449974" y="104229"/>
                  <a:pt x="4452679" y="107284"/>
                  <a:pt x="4452679" y="111358"/>
                </a:cubicBezTo>
                <a:cubicBezTo>
                  <a:pt x="4452679" y="113775"/>
                  <a:pt x="4452106" y="115780"/>
                  <a:pt x="4450961" y="117372"/>
                </a:cubicBezTo>
                <a:cubicBezTo>
                  <a:pt x="4449815" y="118965"/>
                  <a:pt x="4448383" y="120238"/>
                  <a:pt x="4446665" y="121194"/>
                </a:cubicBezTo>
                <a:cubicBezTo>
                  <a:pt x="4444948" y="122147"/>
                  <a:pt x="4443039" y="122847"/>
                  <a:pt x="4440938" y="123294"/>
                </a:cubicBezTo>
                <a:cubicBezTo>
                  <a:pt x="4438839" y="123738"/>
                  <a:pt x="4436835" y="123961"/>
                  <a:pt x="4434927" y="123961"/>
                </a:cubicBezTo>
                <a:cubicBezTo>
                  <a:pt x="4432255" y="123961"/>
                  <a:pt x="4429678" y="123643"/>
                  <a:pt x="4427197" y="123008"/>
                </a:cubicBezTo>
                <a:cubicBezTo>
                  <a:pt x="4424715" y="122371"/>
                  <a:pt x="4422520" y="121386"/>
                  <a:pt x="4420611" y="120052"/>
                </a:cubicBezTo>
                <a:cubicBezTo>
                  <a:pt x="4418702" y="118716"/>
                  <a:pt x="4417143" y="117000"/>
                  <a:pt x="4415934" y="114903"/>
                </a:cubicBezTo>
                <a:cubicBezTo>
                  <a:pt x="4414726" y="112806"/>
                  <a:pt x="4414122" y="110295"/>
                  <a:pt x="4414122" y="1073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07396b04043cd"/>
          <a:stretch xmlns:a="http://schemas.openxmlformats.org/drawingml/2006/main"/>
        </p:blipFill>
        <p:spPr>
          <a:xfrm xmlns:a="http://schemas.openxmlformats.org/drawingml/2006/main">
            <a:off x="1691855" y="2928005"/>
            <a:ext cx="256689" cy="256689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ce2b60ad14763"/>
          <a:stretch xmlns:a="http://schemas.openxmlformats.org/drawingml/2006/main"/>
        </p:blipFill>
        <p:spPr>
          <a:xfrm xmlns:a="http://schemas.openxmlformats.org/drawingml/2006/main">
            <a:off x="1666632" y="2295711"/>
            <a:ext cx="256690" cy="256690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0199c555d411b"/>
          <a:stretch xmlns:a="http://schemas.openxmlformats.org/drawingml/2006/main"/>
        </p:blipFill>
        <p:spPr>
          <a:xfrm xmlns:a="http://schemas.openxmlformats.org/drawingml/2006/main">
            <a:off x="2297658" y="2646760"/>
            <a:ext cx="202460" cy="186886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eaab2dc75484b"/>
          <a:stretch xmlns:a="http://schemas.openxmlformats.org/drawingml/2006/main"/>
        </p:blipFill>
        <p:spPr>
          <a:xfrm xmlns:a="http://schemas.openxmlformats.org/drawingml/2006/main">
            <a:off x="1127167" y="2646760"/>
            <a:ext cx="202460" cy="186886"/>
          </a:xfrm>
          <a:prstGeom xmlns:a="http://schemas.openxmlformats.org/drawingml/2006/main" prst="rect">
            <a:avLst/>
          </a:prstGeom>
        </p:spPr>
      </p:pic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E24F2-8D47-485D-8169-45776E92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100" y="1738604"/>
            <a:ext cx="689018" cy="674116"/>
          </a:xfrm>
          <a:custGeom xmlns:a="http://schemas.openxmlformats.org/drawingml/2006/main">
            <a:pathLst>
              <a:path w="689018" h="674116">
                <a:moveTo>
                  <a:pt x="0" y="674116"/>
                </a:moveTo>
                <a:lnTo>
                  <a:pt x="689018" y="674116"/>
                </a:lnTo>
                <a:lnTo>
                  <a:pt x="689018" y="0"/>
                </a:lnTo>
                <a:lnTo>
                  <a:pt x="0" y="0"/>
                </a:lnTo>
                <a:lnTo>
                  <a:pt x="0" y="674116"/>
                </a:lnTo>
                <a:close/>
              </a:path>
            </a:pathLst>
          </a:custGeom>
          <a:solidFill xmlns:a="http://schemas.openxmlformats.org/drawingml/2006/main">
            <a:srgbClr val="F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D4352-A47B-4E01-B0F1-229F25C4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098" y="1738604"/>
            <a:ext cx="689021" cy="674114"/>
          </a:xfrm>
          <a:custGeom xmlns:a="http://schemas.openxmlformats.org/drawingml/2006/main">
            <a:pathLst>
              <a:path w="689021" h="674114" fill="none">
                <a:moveTo>
                  <a:pt x="0" y="0"/>
                </a:moveTo>
                <a:lnTo>
                  <a:pt x="689021" y="0"/>
                </a:lnTo>
                <a:lnTo>
                  <a:pt x="689021" y="674114"/>
                </a:lnTo>
                <a:lnTo>
                  <a:pt x="0" y="6741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80" cap="sq">
            <a:solidFill>
              <a:srgbClr val="000000"/>
            </a:solidFill>
            <a:miter/>
          </a:ln>
        </p:spPr>
      </p:sp>
      <p:sp>
        <p:nvSpPr>
          <p:cNvPr id="33" name="Text Page">
            <a:extLst xmlns:a="http://schemas.openxmlformats.org/drawingml/2006/main">
              <a:ext uri="{FF2B5EF4-FFF2-40B4-BE49-F238E27FC236}">
                <a16:creationId xmlns:a16="http://schemas.microsoft.com/office/drawing/2014/main" id="{603D8BFB-0C72-45F6-8936-EA2445F6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662" y="1830110"/>
            <a:ext cx="340475" cy="143126"/>
          </a:xfrm>
          <a:custGeom xmlns:a="http://schemas.openxmlformats.org/drawingml/2006/main">
            <a:pathLst>
              <a:path w="340475" h="143126">
                <a:moveTo>
                  <a:pt x="14734" y="53010"/>
                </a:moveTo>
                <a:lnTo>
                  <a:pt x="14734" y="12419"/>
                </a:lnTo>
                <a:lnTo>
                  <a:pt x="43581" y="12419"/>
                </a:lnTo>
                <a:cubicBezTo>
                  <a:pt x="51956" y="12419"/>
                  <a:pt x="58081" y="14149"/>
                  <a:pt x="61957" y="17609"/>
                </a:cubicBezTo>
                <a:cubicBezTo>
                  <a:pt x="65835" y="21069"/>
                  <a:pt x="67774" y="26104"/>
                  <a:pt x="67774" y="32714"/>
                </a:cubicBezTo>
                <a:cubicBezTo>
                  <a:pt x="67774" y="39325"/>
                  <a:pt x="65835" y="44386"/>
                  <a:pt x="61957" y="47898"/>
                </a:cubicBezTo>
                <a:cubicBezTo>
                  <a:pt x="58081" y="51408"/>
                  <a:pt x="51956" y="53112"/>
                  <a:pt x="43581" y="53010"/>
                </a:cubicBezTo>
                <a:lnTo>
                  <a:pt x="14734" y="53010"/>
                </a:lnTo>
                <a:moveTo>
                  <a:pt x="0" y="0"/>
                </a:moveTo>
                <a:lnTo>
                  <a:pt x="0" y="110714"/>
                </a:lnTo>
                <a:lnTo>
                  <a:pt x="14734" y="110714"/>
                </a:lnTo>
                <a:lnTo>
                  <a:pt x="14734" y="65429"/>
                </a:lnTo>
                <a:lnTo>
                  <a:pt x="48544" y="65429"/>
                </a:lnTo>
                <a:cubicBezTo>
                  <a:pt x="59711" y="65533"/>
                  <a:pt x="68163" y="62691"/>
                  <a:pt x="73901" y="56902"/>
                </a:cubicBezTo>
                <a:cubicBezTo>
                  <a:pt x="79639" y="51114"/>
                  <a:pt x="82508" y="43051"/>
                  <a:pt x="82508" y="32714"/>
                </a:cubicBezTo>
                <a:cubicBezTo>
                  <a:pt x="82508" y="22378"/>
                  <a:pt x="79639" y="14341"/>
                  <a:pt x="73901" y="8605"/>
                </a:cubicBezTo>
                <a:cubicBezTo>
                  <a:pt x="68163" y="2868"/>
                  <a:pt x="59711" y="0"/>
                  <a:pt x="48544" y="0"/>
                </a:cubicBezTo>
                <a:lnTo>
                  <a:pt x="0" y="0"/>
                </a:lnTo>
                <a:close/>
                <a:moveTo>
                  <a:pt x="169359" y="110364"/>
                </a:moveTo>
                <a:cubicBezTo>
                  <a:pt x="167084" y="111708"/>
                  <a:pt x="163931" y="112380"/>
                  <a:pt x="159898" y="112380"/>
                </a:cubicBezTo>
                <a:cubicBezTo>
                  <a:pt x="156487" y="112380"/>
                  <a:pt x="153774" y="111424"/>
                  <a:pt x="151757" y="109512"/>
                </a:cubicBezTo>
                <a:cubicBezTo>
                  <a:pt x="149741" y="107598"/>
                  <a:pt x="148733" y="104470"/>
                  <a:pt x="148733" y="100127"/>
                </a:cubicBezTo>
                <a:cubicBezTo>
                  <a:pt x="145114" y="104470"/>
                  <a:pt x="140900" y="107598"/>
                  <a:pt x="136091" y="109512"/>
                </a:cubicBezTo>
                <a:cubicBezTo>
                  <a:pt x="131284" y="111424"/>
                  <a:pt x="126089" y="112380"/>
                  <a:pt x="120506" y="112380"/>
                </a:cubicBezTo>
                <a:cubicBezTo>
                  <a:pt x="116886" y="112380"/>
                  <a:pt x="113448" y="111967"/>
                  <a:pt x="110190" y="111140"/>
                </a:cubicBezTo>
                <a:cubicBezTo>
                  <a:pt x="106934" y="110314"/>
                  <a:pt x="104117" y="109021"/>
                  <a:pt x="101739" y="107264"/>
                </a:cubicBezTo>
                <a:cubicBezTo>
                  <a:pt x="99362" y="105506"/>
                  <a:pt x="97475" y="103207"/>
                  <a:pt x="96079" y="100366"/>
                </a:cubicBezTo>
                <a:cubicBezTo>
                  <a:pt x="94682" y="97523"/>
                  <a:pt x="93984" y="94086"/>
                  <a:pt x="93984" y="90055"/>
                </a:cubicBezTo>
                <a:cubicBezTo>
                  <a:pt x="93984" y="85506"/>
                  <a:pt x="94760" y="81785"/>
                  <a:pt x="96310" y="78892"/>
                </a:cubicBezTo>
                <a:cubicBezTo>
                  <a:pt x="97861" y="75999"/>
                  <a:pt x="99903" y="73648"/>
                  <a:pt x="102435" y="71840"/>
                </a:cubicBezTo>
                <a:cubicBezTo>
                  <a:pt x="104969" y="70030"/>
                  <a:pt x="107864" y="68660"/>
                  <a:pt x="111120" y="67729"/>
                </a:cubicBezTo>
                <a:cubicBezTo>
                  <a:pt x="114378" y="66798"/>
                  <a:pt x="117713" y="66023"/>
                  <a:pt x="121126" y="65403"/>
                </a:cubicBezTo>
                <a:cubicBezTo>
                  <a:pt x="124745" y="64680"/>
                  <a:pt x="128182" y="64138"/>
                  <a:pt x="131439" y="63777"/>
                </a:cubicBezTo>
                <a:cubicBezTo>
                  <a:pt x="134695" y="63414"/>
                  <a:pt x="137564" y="62897"/>
                  <a:pt x="140046" y="62225"/>
                </a:cubicBezTo>
                <a:cubicBezTo>
                  <a:pt x="142527" y="61553"/>
                  <a:pt x="144492" y="60571"/>
                  <a:pt x="145938" y="59281"/>
                </a:cubicBezTo>
                <a:cubicBezTo>
                  <a:pt x="147387" y="57989"/>
                  <a:pt x="148111" y="56102"/>
                  <a:pt x="148111" y="53620"/>
                </a:cubicBezTo>
                <a:cubicBezTo>
                  <a:pt x="148111" y="50727"/>
                  <a:pt x="147568" y="48401"/>
                  <a:pt x="146483" y="46644"/>
                </a:cubicBezTo>
                <a:cubicBezTo>
                  <a:pt x="145397" y="44886"/>
                  <a:pt x="144001" y="43543"/>
                  <a:pt x="142294" y="42614"/>
                </a:cubicBezTo>
                <a:cubicBezTo>
                  <a:pt x="140588" y="41683"/>
                  <a:pt x="138675" y="41063"/>
                  <a:pt x="136555" y="40753"/>
                </a:cubicBezTo>
                <a:cubicBezTo>
                  <a:pt x="134436" y="40443"/>
                  <a:pt x="132344" y="40287"/>
                  <a:pt x="130277" y="40287"/>
                </a:cubicBezTo>
                <a:cubicBezTo>
                  <a:pt x="124693" y="40287"/>
                  <a:pt x="120041" y="41344"/>
                  <a:pt x="116319" y="43456"/>
                </a:cubicBezTo>
                <a:cubicBezTo>
                  <a:pt x="112597" y="45568"/>
                  <a:pt x="110581" y="49561"/>
                  <a:pt x="110270" y="55433"/>
                </a:cubicBezTo>
                <a:lnTo>
                  <a:pt x="97087" y="55433"/>
                </a:lnTo>
                <a:cubicBezTo>
                  <a:pt x="97293" y="50474"/>
                  <a:pt x="98327" y="46290"/>
                  <a:pt x="100187" y="42881"/>
                </a:cubicBezTo>
                <a:cubicBezTo>
                  <a:pt x="102048" y="39472"/>
                  <a:pt x="104530" y="36708"/>
                  <a:pt x="107632" y="34591"/>
                </a:cubicBezTo>
                <a:cubicBezTo>
                  <a:pt x="110733" y="32474"/>
                  <a:pt x="114275" y="30951"/>
                  <a:pt x="118255" y="30021"/>
                </a:cubicBezTo>
                <a:cubicBezTo>
                  <a:pt x="122237" y="29091"/>
                  <a:pt x="126502" y="28625"/>
                  <a:pt x="131051" y="28625"/>
                </a:cubicBezTo>
                <a:cubicBezTo>
                  <a:pt x="134670" y="28625"/>
                  <a:pt x="138263" y="28884"/>
                  <a:pt x="141830" y="29401"/>
                </a:cubicBezTo>
                <a:cubicBezTo>
                  <a:pt x="145397" y="29917"/>
                  <a:pt x="148628" y="30977"/>
                  <a:pt x="151523" y="32580"/>
                </a:cubicBezTo>
                <a:cubicBezTo>
                  <a:pt x="154418" y="34181"/>
                  <a:pt x="156744" y="36429"/>
                  <a:pt x="158502" y="39324"/>
                </a:cubicBezTo>
                <a:cubicBezTo>
                  <a:pt x="160260" y="42218"/>
                  <a:pt x="161138" y="45990"/>
                  <a:pt x="161138" y="50641"/>
                </a:cubicBezTo>
                <a:lnTo>
                  <a:pt x="161138" y="91877"/>
                </a:lnTo>
                <a:cubicBezTo>
                  <a:pt x="161138" y="94979"/>
                  <a:pt x="161319" y="97253"/>
                  <a:pt x="161680" y="98700"/>
                </a:cubicBezTo>
                <a:cubicBezTo>
                  <a:pt x="162043" y="100146"/>
                  <a:pt x="163259" y="100870"/>
                  <a:pt x="165327" y="100870"/>
                </a:cubicBezTo>
                <a:cubicBezTo>
                  <a:pt x="166464" y="100870"/>
                  <a:pt x="167809" y="100622"/>
                  <a:pt x="169359" y="100127"/>
                </a:cubicBezTo>
                <a:lnTo>
                  <a:pt x="169359" y="110364"/>
                </a:lnTo>
                <a:moveTo>
                  <a:pt x="147957" y="69263"/>
                </a:moveTo>
                <a:cubicBezTo>
                  <a:pt x="146302" y="70503"/>
                  <a:pt x="144130" y="71407"/>
                  <a:pt x="141442" y="71975"/>
                </a:cubicBezTo>
                <a:cubicBezTo>
                  <a:pt x="138755" y="72543"/>
                  <a:pt x="135938" y="73007"/>
                  <a:pt x="132991" y="73369"/>
                </a:cubicBezTo>
                <a:cubicBezTo>
                  <a:pt x="130044" y="73730"/>
                  <a:pt x="127071" y="74143"/>
                  <a:pt x="124072" y="74609"/>
                </a:cubicBezTo>
                <a:cubicBezTo>
                  <a:pt x="121074" y="75072"/>
                  <a:pt x="118387" y="75821"/>
                  <a:pt x="116009" y="76854"/>
                </a:cubicBezTo>
                <a:cubicBezTo>
                  <a:pt x="113632" y="77888"/>
                  <a:pt x="111693" y="79360"/>
                  <a:pt x="110192" y="81270"/>
                </a:cubicBezTo>
                <a:cubicBezTo>
                  <a:pt x="108694" y="83181"/>
                  <a:pt x="107944" y="85789"/>
                  <a:pt x="107944" y="89094"/>
                </a:cubicBezTo>
                <a:cubicBezTo>
                  <a:pt x="107944" y="91263"/>
                  <a:pt x="108384" y="93097"/>
                  <a:pt x="109262" y="94596"/>
                </a:cubicBezTo>
                <a:cubicBezTo>
                  <a:pt x="110141" y="96093"/>
                  <a:pt x="111279" y="97306"/>
                  <a:pt x="112675" y="98236"/>
                </a:cubicBezTo>
                <a:cubicBezTo>
                  <a:pt x="114071" y="99165"/>
                  <a:pt x="115699" y="99836"/>
                  <a:pt x="117559" y="100250"/>
                </a:cubicBezTo>
                <a:cubicBezTo>
                  <a:pt x="119421" y="100663"/>
                  <a:pt x="121385" y="100870"/>
                  <a:pt x="123452" y="100870"/>
                </a:cubicBezTo>
                <a:cubicBezTo>
                  <a:pt x="127795" y="100870"/>
                  <a:pt x="131518" y="100276"/>
                  <a:pt x="134619" y="99088"/>
                </a:cubicBezTo>
                <a:cubicBezTo>
                  <a:pt x="137721" y="97900"/>
                  <a:pt x="140254" y="96402"/>
                  <a:pt x="142218" y="94596"/>
                </a:cubicBezTo>
                <a:cubicBezTo>
                  <a:pt x="144182" y="92788"/>
                  <a:pt x="145630" y="90825"/>
                  <a:pt x="146561" y="88708"/>
                </a:cubicBezTo>
                <a:cubicBezTo>
                  <a:pt x="147491" y="86589"/>
                  <a:pt x="147957" y="84601"/>
                  <a:pt x="147957" y="82742"/>
                </a:cubicBezTo>
                <a:lnTo>
                  <a:pt x="147957" y="69263"/>
                </a:lnTo>
                <a:close/>
                <a:moveTo>
                  <a:pt x="250780" y="103873"/>
                </a:moveTo>
                <a:lnTo>
                  <a:pt x="250780" y="30488"/>
                </a:lnTo>
                <a:lnTo>
                  <a:pt x="238373" y="30488"/>
                </a:lnTo>
                <a:lnTo>
                  <a:pt x="238373" y="41967"/>
                </a:lnTo>
                <a:lnTo>
                  <a:pt x="238219" y="41967"/>
                </a:lnTo>
                <a:cubicBezTo>
                  <a:pt x="235841" y="37520"/>
                  <a:pt x="232533" y="34185"/>
                  <a:pt x="228294" y="31962"/>
                </a:cubicBezTo>
                <a:cubicBezTo>
                  <a:pt x="224055" y="29737"/>
                  <a:pt x="219401" y="28625"/>
                  <a:pt x="214334" y="28625"/>
                </a:cubicBezTo>
                <a:cubicBezTo>
                  <a:pt x="207406" y="28625"/>
                  <a:pt x="201564" y="29944"/>
                  <a:pt x="196808" y="32582"/>
                </a:cubicBezTo>
                <a:cubicBezTo>
                  <a:pt x="192053" y="35218"/>
                  <a:pt x="188227" y="38579"/>
                  <a:pt x="185332" y="42666"/>
                </a:cubicBezTo>
                <a:cubicBezTo>
                  <a:pt x="182437" y="46752"/>
                  <a:pt x="180369" y="51303"/>
                  <a:pt x="179127" y="56320"/>
                </a:cubicBezTo>
                <a:cubicBezTo>
                  <a:pt x="177887" y="61336"/>
                  <a:pt x="177267" y="66222"/>
                  <a:pt x="177267" y="70978"/>
                </a:cubicBezTo>
                <a:cubicBezTo>
                  <a:pt x="177267" y="76461"/>
                  <a:pt x="178017" y="81658"/>
                  <a:pt x="179516" y="86571"/>
                </a:cubicBezTo>
                <a:cubicBezTo>
                  <a:pt x="181016" y="91484"/>
                  <a:pt x="183265" y="95777"/>
                  <a:pt x="186262" y="99450"/>
                </a:cubicBezTo>
                <a:cubicBezTo>
                  <a:pt x="189262" y="103121"/>
                  <a:pt x="192984" y="106043"/>
                  <a:pt x="197430" y="108215"/>
                </a:cubicBezTo>
                <a:cubicBezTo>
                  <a:pt x="201876" y="110386"/>
                  <a:pt x="207097" y="111472"/>
                  <a:pt x="213094" y="111472"/>
                </a:cubicBezTo>
                <a:cubicBezTo>
                  <a:pt x="218262" y="111472"/>
                  <a:pt x="223147" y="110309"/>
                  <a:pt x="227747" y="107983"/>
                </a:cubicBezTo>
                <a:cubicBezTo>
                  <a:pt x="232349" y="105656"/>
                  <a:pt x="235788" y="102011"/>
                  <a:pt x="238063" y="97048"/>
                </a:cubicBezTo>
                <a:lnTo>
                  <a:pt x="238373" y="97048"/>
                </a:lnTo>
                <a:lnTo>
                  <a:pt x="238373" y="102320"/>
                </a:lnTo>
                <a:cubicBezTo>
                  <a:pt x="238373" y="106766"/>
                  <a:pt x="237933" y="110848"/>
                  <a:pt x="237055" y="114565"/>
                </a:cubicBezTo>
                <a:cubicBezTo>
                  <a:pt x="236176" y="118282"/>
                  <a:pt x="234754" y="121456"/>
                  <a:pt x="232790" y="124087"/>
                </a:cubicBezTo>
                <a:cubicBezTo>
                  <a:pt x="230826" y="126719"/>
                  <a:pt x="228344" y="128782"/>
                  <a:pt x="225345" y="130278"/>
                </a:cubicBezTo>
                <a:cubicBezTo>
                  <a:pt x="222348" y="131775"/>
                  <a:pt x="218677" y="132524"/>
                  <a:pt x="214334" y="132524"/>
                </a:cubicBezTo>
                <a:cubicBezTo>
                  <a:pt x="212163" y="132524"/>
                  <a:pt x="209889" y="132291"/>
                  <a:pt x="207511" y="131826"/>
                </a:cubicBezTo>
                <a:cubicBezTo>
                  <a:pt x="205134" y="131360"/>
                  <a:pt x="202937" y="130610"/>
                  <a:pt x="200921" y="129575"/>
                </a:cubicBezTo>
                <a:cubicBezTo>
                  <a:pt x="198904" y="128542"/>
                  <a:pt x="197198" y="127198"/>
                  <a:pt x="195802" y="125543"/>
                </a:cubicBezTo>
                <a:cubicBezTo>
                  <a:pt x="194407" y="123889"/>
                  <a:pt x="193658" y="121874"/>
                  <a:pt x="193554" y="119496"/>
                </a:cubicBezTo>
                <a:lnTo>
                  <a:pt x="180370" y="119496"/>
                </a:lnTo>
                <a:cubicBezTo>
                  <a:pt x="180577" y="123838"/>
                  <a:pt x="181713" y="127510"/>
                  <a:pt x="183780" y="130512"/>
                </a:cubicBezTo>
                <a:cubicBezTo>
                  <a:pt x="185848" y="133516"/>
                  <a:pt x="188459" y="135954"/>
                  <a:pt x="191613" y="137825"/>
                </a:cubicBezTo>
                <a:cubicBezTo>
                  <a:pt x="194767" y="139696"/>
                  <a:pt x="198282" y="141047"/>
                  <a:pt x="202158" y="141879"/>
                </a:cubicBezTo>
                <a:cubicBezTo>
                  <a:pt x="206036" y="142710"/>
                  <a:pt x="209837" y="143126"/>
                  <a:pt x="213560" y="143126"/>
                </a:cubicBezTo>
                <a:cubicBezTo>
                  <a:pt x="226380" y="143126"/>
                  <a:pt x="235789" y="139867"/>
                  <a:pt x="241785" y="133350"/>
                </a:cubicBezTo>
                <a:cubicBezTo>
                  <a:pt x="247782" y="126834"/>
                  <a:pt x="250780" y="117008"/>
                  <a:pt x="250780" y="103873"/>
                </a:cubicBezTo>
                <a:moveTo>
                  <a:pt x="213870" y="99961"/>
                </a:moveTo>
                <a:cubicBezTo>
                  <a:pt x="209527" y="99961"/>
                  <a:pt x="205908" y="99057"/>
                  <a:pt x="203013" y="97249"/>
                </a:cubicBezTo>
                <a:cubicBezTo>
                  <a:pt x="200119" y="95441"/>
                  <a:pt x="197793" y="93064"/>
                  <a:pt x="196034" y="90119"/>
                </a:cubicBezTo>
                <a:cubicBezTo>
                  <a:pt x="194276" y="87173"/>
                  <a:pt x="193035" y="83892"/>
                  <a:pt x="192311" y="80276"/>
                </a:cubicBezTo>
                <a:cubicBezTo>
                  <a:pt x="191589" y="76660"/>
                  <a:pt x="191227" y="73044"/>
                  <a:pt x="191227" y="69426"/>
                </a:cubicBezTo>
                <a:cubicBezTo>
                  <a:pt x="191227" y="65603"/>
                  <a:pt x="191667" y="61935"/>
                  <a:pt x="192546" y="58422"/>
                </a:cubicBezTo>
                <a:cubicBezTo>
                  <a:pt x="193424" y="54908"/>
                  <a:pt x="194820" y="51808"/>
                  <a:pt x="196732" y="49121"/>
                </a:cubicBezTo>
                <a:cubicBezTo>
                  <a:pt x="198646" y="46435"/>
                  <a:pt x="201101" y="44291"/>
                  <a:pt x="204099" y="42689"/>
                </a:cubicBezTo>
                <a:cubicBezTo>
                  <a:pt x="207098" y="41088"/>
                  <a:pt x="210717" y="40287"/>
                  <a:pt x="214956" y="40287"/>
                </a:cubicBezTo>
                <a:cubicBezTo>
                  <a:pt x="219091" y="40287"/>
                  <a:pt x="222606" y="41114"/>
                  <a:pt x="225501" y="42767"/>
                </a:cubicBezTo>
                <a:cubicBezTo>
                  <a:pt x="228396" y="44421"/>
                  <a:pt x="230748" y="46617"/>
                  <a:pt x="232556" y="49356"/>
                </a:cubicBezTo>
                <a:cubicBezTo>
                  <a:pt x="234366" y="52093"/>
                  <a:pt x="235684" y="55167"/>
                  <a:pt x="236510" y="58578"/>
                </a:cubicBezTo>
                <a:cubicBezTo>
                  <a:pt x="237339" y="61987"/>
                  <a:pt x="237753" y="65449"/>
                  <a:pt x="237753" y="68962"/>
                </a:cubicBezTo>
                <a:cubicBezTo>
                  <a:pt x="237753" y="72682"/>
                  <a:pt x="237313" y="76402"/>
                  <a:pt x="236435" y="80123"/>
                </a:cubicBezTo>
                <a:cubicBezTo>
                  <a:pt x="235556" y="83841"/>
                  <a:pt x="234186" y="87173"/>
                  <a:pt x="232324" y="90119"/>
                </a:cubicBezTo>
                <a:cubicBezTo>
                  <a:pt x="230464" y="93064"/>
                  <a:pt x="228008" y="95441"/>
                  <a:pt x="224957" y="97249"/>
                </a:cubicBezTo>
                <a:cubicBezTo>
                  <a:pt x="221907" y="99057"/>
                  <a:pt x="218212" y="99961"/>
                  <a:pt x="213870" y="99961"/>
                </a:cubicBezTo>
                <a:close/>
                <a:moveTo>
                  <a:pt x="326310" y="63006"/>
                </a:moveTo>
                <a:lnTo>
                  <a:pt x="280249" y="63006"/>
                </a:lnTo>
                <a:cubicBezTo>
                  <a:pt x="280455" y="59893"/>
                  <a:pt x="281128" y="56962"/>
                  <a:pt x="282265" y="54214"/>
                </a:cubicBezTo>
                <a:cubicBezTo>
                  <a:pt x="283403" y="51464"/>
                  <a:pt x="284953" y="49052"/>
                  <a:pt x="286918" y="46977"/>
                </a:cubicBezTo>
                <a:cubicBezTo>
                  <a:pt x="288882" y="44903"/>
                  <a:pt x="291234" y="43269"/>
                  <a:pt x="293975" y="42076"/>
                </a:cubicBezTo>
                <a:cubicBezTo>
                  <a:pt x="296715" y="40884"/>
                  <a:pt x="299791" y="40287"/>
                  <a:pt x="303201" y="40287"/>
                </a:cubicBezTo>
                <a:cubicBezTo>
                  <a:pt x="306510" y="40287"/>
                  <a:pt x="309534" y="40884"/>
                  <a:pt x="312275" y="42076"/>
                </a:cubicBezTo>
                <a:cubicBezTo>
                  <a:pt x="315015" y="43269"/>
                  <a:pt x="317393" y="44877"/>
                  <a:pt x="319410" y="46902"/>
                </a:cubicBezTo>
                <a:cubicBezTo>
                  <a:pt x="321426" y="48924"/>
                  <a:pt x="323028" y="51336"/>
                  <a:pt x="324216" y="54136"/>
                </a:cubicBezTo>
                <a:cubicBezTo>
                  <a:pt x="325406" y="56936"/>
                  <a:pt x="326104" y="59893"/>
                  <a:pt x="326310" y="63006"/>
                </a:cubicBezTo>
                <a:moveTo>
                  <a:pt x="339028" y="85270"/>
                </a:moveTo>
                <a:lnTo>
                  <a:pt x="326000" y="85270"/>
                </a:lnTo>
                <a:cubicBezTo>
                  <a:pt x="324863" y="90522"/>
                  <a:pt x="322511" y="94435"/>
                  <a:pt x="318943" y="97010"/>
                </a:cubicBezTo>
                <a:cubicBezTo>
                  <a:pt x="315376" y="99583"/>
                  <a:pt x="310801" y="100870"/>
                  <a:pt x="305218" y="100870"/>
                </a:cubicBezTo>
                <a:cubicBezTo>
                  <a:pt x="300876" y="100870"/>
                  <a:pt x="297102" y="100150"/>
                  <a:pt x="293896" y="98711"/>
                </a:cubicBezTo>
                <a:cubicBezTo>
                  <a:pt x="290692" y="97273"/>
                  <a:pt x="288056" y="95346"/>
                  <a:pt x="285988" y="92932"/>
                </a:cubicBezTo>
                <a:cubicBezTo>
                  <a:pt x="283919" y="90517"/>
                  <a:pt x="282420" y="87743"/>
                  <a:pt x="281489" y="84609"/>
                </a:cubicBezTo>
                <a:cubicBezTo>
                  <a:pt x="280558" y="81475"/>
                  <a:pt x="280145" y="78161"/>
                  <a:pt x="280249" y="74668"/>
                </a:cubicBezTo>
                <a:lnTo>
                  <a:pt x="340268" y="74668"/>
                </a:lnTo>
                <a:cubicBezTo>
                  <a:pt x="340475" y="69794"/>
                  <a:pt x="340035" y="64661"/>
                  <a:pt x="338950" y="59269"/>
                </a:cubicBezTo>
                <a:cubicBezTo>
                  <a:pt x="337864" y="53876"/>
                  <a:pt x="335899" y="48899"/>
                  <a:pt x="333055" y="44336"/>
                </a:cubicBezTo>
                <a:cubicBezTo>
                  <a:pt x="330212" y="39774"/>
                  <a:pt x="326438" y="36015"/>
                  <a:pt x="321734" y="33060"/>
                </a:cubicBezTo>
                <a:cubicBezTo>
                  <a:pt x="317029" y="30103"/>
                  <a:pt x="311110" y="28625"/>
                  <a:pt x="303975" y="28625"/>
                </a:cubicBezTo>
                <a:cubicBezTo>
                  <a:pt x="298496" y="28625"/>
                  <a:pt x="293455" y="29659"/>
                  <a:pt x="288853" y="31728"/>
                </a:cubicBezTo>
                <a:cubicBezTo>
                  <a:pt x="284253" y="33796"/>
                  <a:pt x="280272" y="36692"/>
                  <a:pt x="276912" y="40415"/>
                </a:cubicBezTo>
                <a:cubicBezTo>
                  <a:pt x="273552" y="44137"/>
                  <a:pt x="270941" y="48531"/>
                  <a:pt x="269079" y="53599"/>
                </a:cubicBezTo>
                <a:cubicBezTo>
                  <a:pt x="267219" y="58665"/>
                  <a:pt x="266289" y="64247"/>
                  <a:pt x="266289" y="70347"/>
                </a:cubicBezTo>
                <a:cubicBezTo>
                  <a:pt x="266496" y="76447"/>
                  <a:pt x="267400" y="82083"/>
                  <a:pt x="269003" y="87253"/>
                </a:cubicBezTo>
                <a:cubicBezTo>
                  <a:pt x="270606" y="92423"/>
                  <a:pt x="273010" y="96869"/>
                  <a:pt x="276214" y="100593"/>
                </a:cubicBezTo>
                <a:cubicBezTo>
                  <a:pt x="279420" y="104314"/>
                  <a:pt x="283375" y="107209"/>
                  <a:pt x="288080" y="109278"/>
                </a:cubicBezTo>
                <a:cubicBezTo>
                  <a:pt x="292784" y="111346"/>
                  <a:pt x="298341" y="112380"/>
                  <a:pt x="304752" y="112380"/>
                </a:cubicBezTo>
                <a:cubicBezTo>
                  <a:pt x="313852" y="112380"/>
                  <a:pt x="321400" y="110108"/>
                  <a:pt x="327397" y="105565"/>
                </a:cubicBezTo>
                <a:cubicBezTo>
                  <a:pt x="333393" y="101019"/>
                  <a:pt x="337270" y="94254"/>
                  <a:pt x="339028" y="85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T">
            <a:extLst xmlns:a="http://schemas.openxmlformats.org/drawingml/2006/main">
              <a:ext uri="{FF2B5EF4-FFF2-40B4-BE49-F238E27FC236}">
                <a16:creationId xmlns:a16="http://schemas.microsoft.com/office/drawing/2014/main" id="{23EC2F1C-E906-4E2E-B89F-E46C5CC5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531" y="2019369"/>
            <a:ext cx="88557" cy="110714"/>
          </a:xfrm>
          <a:custGeom xmlns:a="http://schemas.openxmlformats.org/drawingml/2006/main">
            <a:pathLst>
              <a:path w="88557" h="110714">
                <a:moveTo>
                  <a:pt x="36913" y="12419"/>
                </a:moveTo>
                <a:lnTo>
                  <a:pt x="36913" y="110714"/>
                </a:lnTo>
                <a:lnTo>
                  <a:pt x="51646" y="110714"/>
                </a:lnTo>
                <a:lnTo>
                  <a:pt x="51646" y="12419"/>
                </a:lnTo>
                <a:lnTo>
                  <a:pt x="88557" y="12419"/>
                </a:lnTo>
                <a:lnTo>
                  <a:pt x="88557" y="0"/>
                </a:lnTo>
                <a:lnTo>
                  <a:pt x="0" y="0"/>
                </a:lnTo>
                <a:lnTo>
                  <a:pt x="0" y="12419"/>
                </a:lnTo>
                <a:lnTo>
                  <a:pt x="36913" y="12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able">
            <a:extLst xmlns:a="http://schemas.openxmlformats.org/drawingml/2006/main">
              <a:ext uri="{FF2B5EF4-FFF2-40B4-BE49-F238E27FC236}">
                <a16:creationId xmlns:a16="http://schemas.microsoft.com/office/drawing/2014/main" id="{4313BCAA-2F94-4776-BEF6-13CCB8D5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11" y="2019369"/>
            <a:ext cx="283868" cy="112380"/>
          </a:xfrm>
          <a:custGeom xmlns:a="http://schemas.openxmlformats.org/drawingml/2006/main">
            <a:pathLst>
              <a:path w="283868" h="112380">
                <a:moveTo>
                  <a:pt x="75375" y="110364"/>
                </a:moveTo>
                <a:cubicBezTo>
                  <a:pt x="73100" y="111708"/>
                  <a:pt x="69947" y="112380"/>
                  <a:pt x="65914" y="112380"/>
                </a:cubicBezTo>
                <a:cubicBezTo>
                  <a:pt x="62503" y="112380"/>
                  <a:pt x="59790" y="111424"/>
                  <a:pt x="57773" y="109512"/>
                </a:cubicBezTo>
                <a:cubicBezTo>
                  <a:pt x="55757" y="107598"/>
                  <a:pt x="54749" y="104470"/>
                  <a:pt x="54749" y="100127"/>
                </a:cubicBezTo>
                <a:cubicBezTo>
                  <a:pt x="51130" y="104470"/>
                  <a:pt x="46916" y="107598"/>
                  <a:pt x="42107" y="109512"/>
                </a:cubicBezTo>
                <a:cubicBezTo>
                  <a:pt x="37300" y="111424"/>
                  <a:pt x="32105" y="112380"/>
                  <a:pt x="26521" y="112380"/>
                </a:cubicBezTo>
                <a:cubicBezTo>
                  <a:pt x="22902" y="112380"/>
                  <a:pt x="19464" y="111967"/>
                  <a:pt x="16206" y="111140"/>
                </a:cubicBezTo>
                <a:cubicBezTo>
                  <a:pt x="12949" y="110314"/>
                  <a:pt x="10133" y="109021"/>
                  <a:pt x="7755" y="107264"/>
                </a:cubicBezTo>
                <a:cubicBezTo>
                  <a:pt x="5377" y="105506"/>
                  <a:pt x="3491" y="103207"/>
                  <a:pt x="2094" y="100366"/>
                </a:cubicBezTo>
                <a:cubicBezTo>
                  <a:pt x="698" y="97523"/>
                  <a:pt x="0" y="94086"/>
                  <a:pt x="0" y="90055"/>
                </a:cubicBezTo>
                <a:cubicBezTo>
                  <a:pt x="0" y="85506"/>
                  <a:pt x="775" y="81785"/>
                  <a:pt x="2326" y="78892"/>
                </a:cubicBezTo>
                <a:cubicBezTo>
                  <a:pt x="3877" y="75999"/>
                  <a:pt x="5919" y="73648"/>
                  <a:pt x="8451" y="71840"/>
                </a:cubicBezTo>
                <a:cubicBezTo>
                  <a:pt x="10984" y="70030"/>
                  <a:pt x="13880" y="68660"/>
                  <a:pt x="17136" y="67729"/>
                </a:cubicBezTo>
                <a:cubicBezTo>
                  <a:pt x="20394" y="66798"/>
                  <a:pt x="23729" y="66023"/>
                  <a:pt x="27141" y="65403"/>
                </a:cubicBezTo>
                <a:cubicBezTo>
                  <a:pt x="30761" y="64680"/>
                  <a:pt x="34198" y="64138"/>
                  <a:pt x="37455" y="63777"/>
                </a:cubicBezTo>
                <a:cubicBezTo>
                  <a:pt x="40711" y="63414"/>
                  <a:pt x="43580" y="62897"/>
                  <a:pt x="46062" y="62225"/>
                </a:cubicBezTo>
                <a:cubicBezTo>
                  <a:pt x="48543" y="61553"/>
                  <a:pt x="50507" y="60571"/>
                  <a:pt x="51954" y="59281"/>
                </a:cubicBezTo>
                <a:cubicBezTo>
                  <a:pt x="53402" y="57989"/>
                  <a:pt x="54127" y="56102"/>
                  <a:pt x="54127" y="53620"/>
                </a:cubicBezTo>
                <a:cubicBezTo>
                  <a:pt x="54127" y="50727"/>
                  <a:pt x="53584" y="48401"/>
                  <a:pt x="52498" y="46644"/>
                </a:cubicBezTo>
                <a:cubicBezTo>
                  <a:pt x="51413" y="44886"/>
                  <a:pt x="50017" y="43543"/>
                  <a:pt x="48310" y="42614"/>
                </a:cubicBezTo>
                <a:cubicBezTo>
                  <a:pt x="46604" y="41683"/>
                  <a:pt x="44691" y="41063"/>
                  <a:pt x="42571" y="40753"/>
                </a:cubicBezTo>
                <a:cubicBezTo>
                  <a:pt x="40452" y="40443"/>
                  <a:pt x="38359" y="40287"/>
                  <a:pt x="36293" y="40287"/>
                </a:cubicBezTo>
                <a:cubicBezTo>
                  <a:pt x="30709" y="40287"/>
                  <a:pt x="26057" y="41344"/>
                  <a:pt x="22335" y="43456"/>
                </a:cubicBezTo>
                <a:cubicBezTo>
                  <a:pt x="18613" y="45568"/>
                  <a:pt x="16597" y="49561"/>
                  <a:pt x="16286" y="55433"/>
                </a:cubicBezTo>
                <a:lnTo>
                  <a:pt x="3102" y="55433"/>
                </a:lnTo>
                <a:cubicBezTo>
                  <a:pt x="3309" y="50474"/>
                  <a:pt x="4343" y="46290"/>
                  <a:pt x="6203" y="42881"/>
                </a:cubicBezTo>
                <a:cubicBezTo>
                  <a:pt x="8064" y="39472"/>
                  <a:pt x="10546" y="36708"/>
                  <a:pt x="13648" y="34591"/>
                </a:cubicBezTo>
                <a:cubicBezTo>
                  <a:pt x="16749" y="32474"/>
                  <a:pt x="20290" y="30951"/>
                  <a:pt x="24271" y="30021"/>
                </a:cubicBezTo>
                <a:cubicBezTo>
                  <a:pt x="28253" y="29091"/>
                  <a:pt x="32518" y="28625"/>
                  <a:pt x="37066" y="28625"/>
                </a:cubicBezTo>
                <a:cubicBezTo>
                  <a:pt x="40686" y="28625"/>
                  <a:pt x="44279" y="28884"/>
                  <a:pt x="47846" y="29401"/>
                </a:cubicBezTo>
                <a:cubicBezTo>
                  <a:pt x="51413" y="29917"/>
                  <a:pt x="54644" y="30977"/>
                  <a:pt x="57539" y="32580"/>
                </a:cubicBezTo>
                <a:cubicBezTo>
                  <a:pt x="60434" y="34181"/>
                  <a:pt x="62760" y="36429"/>
                  <a:pt x="64518" y="39324"/>
                </a:cubicBezTo>
                <a:cubicBezTo>
                  <a:pt x="66275" y="42218"/>
                  <a:pt x="67154" y="45990"/>
                  <a:pt x="67154" y="50641"/>
                </a:cubicBezTo>
                <a:lnTo>
                  <a:pt x="67154" y="91877"/>
                </a:lnTo>
                <a:cubicBezTo>
                  <a:pt x="67154" y="94979"/>
                  <a:pt x="67335" y="97253"/>
                  <a:pt x="67696" y="98700"/>
                </a:cubicBezTo>
                <a:cubicBezTo>
                  <a:pt x="68059" y="100146"/>
                  <a:pt x="69274" y="100870"/>
                  <a:pt x="71343" y="100870"/>
                </a:cubicBezTo>
                <a:cubicBezTo>
                  <a:pt x="72480" y="100870"/>
                  <a:pt x="73824" y="100622"/>
                  <a:pt x="75375" y="100127"/>
                </a:cubicBezTo>
                <a:lnTo>
                  <a:pt x="75375" y="110364"/>
                </a:lnTo>
                <a:moveTo>
                  <a:pt x="53973" y="69263"/>
                </a:moveTo>
                <a:cubicBezTo>
                  <a:pt x="52318" y="70503"/>
                  <a:pt x="50146" y="71407"/>
                  <a:pt x="47458" y="71975"/>
                </a:cubicBezTo>
                <a:cubicBezTo>
                  <a:pt x="44771" y="72543"/>
                  <a:pt x="41954" y="73007"/>
                  <a:pt x="39007" y="73369"/>
                </a:cubicBezTo>
                <a:cubicBezTo>
                  <a:pt x="36060" y="73730"/>
                  <a:pt x="33087" y="74143"/>
                  <a:pt x="30088" y="74609"/>
                </a:cubicBezTo>
                <a:cubicBezTo>
                  <a:pt x="27090" y="75072"/>
                  <a:pt x="24403" y="75821"/>
                  <a:pt x="22025" y="76854"/>
                </a:cubicBezTo>
                <a:cubicBezTo>
                  <a:pt x="19647" y="77888"/>
                  <a:pt x="17709" y="79360"/>
                  <a:pt x="16208" y="81270"/>
                </a:cubicBezTo>
                <a:cubicBezTo>
                  <a:pt x="14709" y="83181"/>
                  <a:pt x="13960" y="85789"/>
                  <a:pt x="13960" y="89094"/>
                </a:cubicBezTo>
                <a:cubicBezTo>
                  <a:pt x="13960" y="91263"/>
                  <a:pt x="14399" y="93097"/>
                  <a:pt x="15278" y="94596"/>
                </a:cubicBezTo>
                <a:cubicBezTo>
                  <a:pt x="16157" y="96093"/>
                  <a:pt x="17294" y="97306"/>
                  <a:pt x="18691" y="98236"/>
                </a:cubicBezTo>
                <a:cubicBezTo>
                  <a:pt x="20087" y="99165"/>
                  <a:pt x="21715" y="99836"/>
                  <a:pt x="23575" y="100250"/>
                </a:cubicBezTo>
                <a:cubicBezTo>
                  <a:pt x="25437" y="100663"/>
                  <a:pt x="27401" y="100870"/>
                  <a:pt x="29468" y="100870"/>
                </a:cubicBezTo>
                <a:cubicBezTo>
                  <a:pt x="33811" y="100870"/>
                  <a:pt x="37533" y="100276"/>
                  <a:pt x="40635" y="99088"/>
                </a:cubicBezTo>
                <a:cubicBezTo>
                  <a:pt x="43737" y="97900"/>
                  <a:pt x="46270" y="96402"/>
                  <a:pt x="48234" y="94596"/>
                </a:cubicBezTo>
                <a:cubicBezTo>
                  <a:pt x="50198" y="92788"/>
                  <a:pt x="51646" y="90825"/>
                  <a:pt x="52576" y="88708"/>
                </a:cubicBezTo>
                <a:cubicBezTo>
                  <a:pt x="53507" y="86589"/>
                  <a:pt x="53973" y="84601"/>
                  <a:pt x="53973" y="82742"/>
                </a:cubicBezTo>
                <a:lnTo>
                  <a:pt x="53973" y="69263"/>
                </a:lnTo>
                <a:close/>
                <a:moveTo>
                  <a:pt x="88092" y="0"/>
                </a:moveTo>
                <a:lnTo>
                  <a:pt x="88092" y="110674"/>
                </a:lnTo>
                <a:lnTo>
                  <a:pt x="101273" y="110674"/>
                </a:lnTo>
                <a:lnTo>
                  <a:pt x="101273" y="99980"/>
                </a:lnTo>
                <a:lnTo>
                  <a:pt x="101586" y="99980"/>
                </a:lnTo>
                <a:cubicBezTo>
                  <a:pt x="103034" y="102356"/>
                  <a:pt x="104818" y="104345"/>
                  <a:pt x="106936" y="105948"/>
                </a:cubicBezTo>
                <a:cubicBezTo>
                  <a:pt x="109055" y="107549"/>
                  <a:pt x="111303" y="108816"/>
                  <a:pt x="113681" y="109746"/>
                </a:cubicBezTo>
                <a:cubicBezTo>
                  <a:pt x="116060" y="110676"/>
                  <a:pt x="118464" y="111347"/>
                  <a:pt x="120894" y="111760"/>
                </a:cubicBezTo>
                <a:cubicBezTo>
                  <a:pt x="123324" y="112174"/>
                  <a:pt x="125521" y="112380"/>
                  <a:pt x="127487" y="112380"/>
                </a:cubicBezTo>
                <a:cubicBezTo>
                  <a:pt x="133586" y="112380"/>
                  <a:pt x="138936" y="111295"/>
                  <a:pt x="143537" y="109124"/>
                </a:cubicBezTo>
                <a:cubicBezTo>
                  <a:pt x="148139" y="106952"/>
                  <a:pt x="151965" y="103978"/>
                  <a:pt x="155014" y="100205"/>
                </a:cubicBezTo>
                <a:cubicBezTo>
                  <a:pt x="158064" y="96431"/>
                  <a:pt x="160338" y="92011"/>
                  <a:pt x="161837" y="86945"/>
                </a:cubicBezTo>
                <a:cubicBezTo>
                  <a:pt x="163337" y="81878"/>
                  <a:pt x="164087" y="76500"/>
                  <a:pt x="164087" y="70813"/>
                </a:cubicBezTo>
                <a:cubicBezTo>
                  <a:pt x="164087" y="65125"/>
                  <a:pt x="163312" y="59749"/>
                  <a:pt x="161761" y="54683"/>
                </a:cubicBezTo>
                <a:cubicBezTo>
                  <a:pt x="160210" y="49615"/>
                  <a:pt x="157909" y="45143"/>
                  <a:pt x="154858" y="41267"/>
                </a:cubicBezTo>
                <a:cubicBezTo>
                  <a:pt x="151808" y="37389"/>
                  <a:pt x="147983" y="34313"/>
                  <a:pt x="143383" y="32038"/>
                </a:cubicBezTo>
                <a:cubicBezTo>
                  <a:pt x="138782" y="29763"/>
                  <a:pt x="133380" y="28625"/>
                  <a:pt x="127175" y="28625"/>
                </a:cubicBezTo>
                <a:cubicBezTo>
                  <a:pt x="121591" y="28625"/>
                  <a:pt x="116473" y="29633"/>
                  <a:pt x="111821" y="31650"/>
                </a:cubicBezTo>
                <a:cubicBezTo>
                  <a:pt x="107168" y="33666"/>
                  <a:pt x="103757" y="36897"/>
                  <a:pt x="101586" y="41343"/>
                </a:cubicBezTo>
                <a:lnTo>
                  <a:pt x="101273" y="41343"/>
                </a:lnTo>
                <a:lnTo>
                  <a:pt x="101273" y="0"/>
                </a:lnTo>
                <a:lnTo>
                  <a:pt x="88092" y="0"/>
                </a:lnTo>
                <a:moveTo>
                  <a:pt x="150127" y="69880"/>
                </a:moveTo>
                <a:cubicBezTo>
                  <a:pt x="150127" y="73806"/>
                  <a:pt x="149713" y="77627"/>
                  <a:pt x="148885" y="81346"/>
                </a:cubicBezTo>
                <a:cubicBezTo>
                  <a:pt x="148058" y="85065"/>
                  <a:pt x="146714" y="88371"/>
                  <a:pt x="144852" y="91264"/>
                </a:cubicBezTo>
                <a:cubicBezTo>
                  <a:pt x="142992" y="94156"/>
                  <a:pt x="140538" y="96480"/>
                  <a:pt x="137488" y="98236"/>
                </a:cubicBezTo>
                <a:cubicBezTo>
                  <a:pt x="134438" y="99992"/>
                  <a:pt x="130638" y="100870"/>
                  <a:pt x="126088" y="100870"/>
                </a:cubicBezTo>
                <a:cubicBezTo>
                  <a:pt x="121540" y="100870"/>
                  <a:pt x="117663" y="100018"/>
                  <a:pt x="114457" y="98314"/>
                </a:cubicBezTo>
                <a:cubicBezTo>
                  <a:pt x="111251" y="96608"/>
                  <a:pt x="108640" y="94362"/>
                  <a:pt x="106624" y="91574"/>
                </a:cubicBezTo>
                <a:cubicBezTo>
                  <a:pt x="104609" y="88785"/>
                  <a:pt x="103137" y="85557"/>
                  <a:pt x="102206" y="81890"/>
                </a:cubicBezTo>
                <a:cubicBezTo>
                  <a:pt x="101275" y="78222"/>
                  <a:pt x="100810" y="74426"/>
                  <a:pt x="100810" y="70500"/>
                </a:cubicBezTo>
                <a:cubicBezTo>
                  <a:pt x="100810" y="66782"/>
                  <a:pt x="101249" y="63115"/>
                  <a:pt x="102128" y="59501"/>
                </a:cubicBezTo>
                <a:cubicBezTo>
                  <a:pt x="103006" y="55885"/>
                  <a:pt x="104428" y="52657"/>
                  <a:pt x="106392" y="49817"/>
                </a:cubicBezTo>
                <a:cubicBezTo>
                  <a:pt x="108356" y="46976"/>
                  <a:pt x="110889" y="44677"/>
                  <a:pt x="113991" y="42921"/>
                </a:cubicBezTo>
                <a:cubicBezTo>
                  <a:pt x="117093" y="41165"/>
                  <a:pt x="120866" y="40287"/>
                  <a:pt x="125312" y="40287"/>
                </a:cubicBezTo>
                <a:cubicBezTo>
                  <a:pt x="129551" y="40287"/>
                  <a:pt x="133248" y="41114"/>
                  <a:pt x="136402" y="42767"/>
                </a:cubicBezTo>
                <a:cubicBezTo>
                  <a:pt x="139555" y="44419"/>
                  <a:pt x="142140" y="46640"/>
                  <a:pt x="144157" y="49429"/>
                </a:cubicBezTo>
                <a:cubicBezTo>
                  <a:pt x="146173" y="52218"/>
                  <a:pt x="147672" y="55395"/>
                  <a:pt x="148653" y="58959"/>
                </a:cubicBezTo>
                <a:cubicBezTo>
                  <a:pt x="149636" y="62521"/>
                  <a:pt x="150127" y="66162"/>
                  <a:pt x="150127" y="69880"/>
                </a:cubicBezTo>
                <a:close/>
                <a:moveTo>
                  <a:pt x="180371" y="0"/>
                </a:moveTo>
                <a:lnTo>
                  <a:pt x="180371" y="110714"/>
                </a:lnTo>
                <a:lnTo>
                  <a:pt x="193555" y="110714"/>
                </a:lnTo>
                <a:lnTo>
                  <a:pt x="193555" y="0"/>
                </a:lnTo>
                <a:lnTo>
                  <a:pt x="180371" y="0"/>
                </a:lnTo>
                <a:close/>
                <a:moveTo>
                  <a:pt x="269704" y="63006"/>
                </a:moveTo>
                <a:lnTo>
                  <a:pt x="223642" y="63006"/>
                </a:lnTo>
                <a:cubicBezTo>
                  <a:pt x="223849" y="59893"/>
                  <a:pt x="224521" y="56962"/>
                  <a:pt x="225658" y="54214"/>
                </a:cubicBezTo>
                <a:cubicBezTo>
                  <a:pt x="226796" y="51464"/>
                  <a:pt x="228347" y="49052"/>
                  <a:pt x="230311" y="46977"/>
                </a:cubicBezTo>
                <a:cubicBezTo>
                  <a:pt x="232275" y="44903"/>
                  <a:pt x="234627" y="43269"/>
                  <a:pt x="237368" y="42076"/>
                </a:cubicBezTo>
                <a:cubicBezTo>
                  <a:pt x="240108" y="40884"/>
                  <a:pt x="243184" y="40287"/>
                  <a:pt x="246595" y="40287"/>
                </a:cubicBezTo>
                <a:cubicBezTo>
                  <a:pt x="249903" y="40287"/>
                  <a:pt x="252928" y="40884"/>
                  <a:pt x="255668" y="42076"/>
                </a:cubicBezTo>
                <a:cubicBezTo>
                  <a:pt x="258408" y="43269"/>
                  <a:pt x="260787" y="44877"/>
                  <a:pt x="262803" y="46902"/>
                </a:cubicBezTo>
                <a:cubicBezTo>
                  <a:pt x="264819" y="48924"/>
                  <a:pt x="266421" y="51336"/>
                  <a:pt x="267609" y="54136"/>
                </a:cubicBezTo>
                <a:cubicBezTo>
                  <a:pt x="268799" y="56936"/>
                  <a:pt x="269497" y="59893"/>
                  <a:pt x="269704" y="63006"/>
                </a:cubicBezTo>
                <a:moveTo>
                  <a:pt x="282421" y="85270"/>
                </a:moveTo>
                <a:lnTo>
                  <a:pt x="269394" y="85270"/>
                </a:lnTo>
                <a:cubicBezTo>
                  <a:pt x="268256" y="90522"/>
                  <a:pt x="265904" y="94435"/>
                  <a:pt x="262337" y="97010"/>
                </a:cubicBezTo>
                <a:cubicBezTo>
                  <a:pt x="258770" y="99583"/>
                  <a:pt x="254194" y="100870"/>
                  <a:pt x="248611" y="100870"/>
                </a:cubicBezTo>
                <a:cubicBezTo>
                  <a:pt x="244269" y="100870"/>
                  <a:pt x="240496" y="100150"/>
                  <a:pt x="237290" y="98711"/>
                </a:cubicBezTo>
                <a:cubicBezTo>
                  <a:pt x="234086" y="97273"/>
                  <a:pt x="231449" y="95346"/>
                  <a:pt x="229381" y="92932"/>
                </a:cubicBezTo>
                <a:cubicBezTo>
                  <a:pt x="227313" y="90517"/>
                  <a:pt x="225813" y="87743"/>
                  <a:pt x="224882" y="84609"/>
                </a:cubicBezTo>
                <a:cubicBezTo>
                  <a:pt x="223951" y="81475"/>
                  <a:pt x="223538" y="78161"/>
                  <a:pt x="223642" y="74668"/>
                </a:cubicBezTo>
                <a:lnTo>
                  <a:pt x="283661" y="74668"/>
                </a:lnTo>
                <a:cubicBezTo>
                  <a:pt x="283868" y="69794"/>
                  <a:pt x="283429" y="64661"/>
                  <a:pt x="282343" y="59269"/>
                </a:cubicBezTo>
                <a:cubicBezTo>
                  <a:pt x="281258" y="53876"/>
                  <a:pt x="279293" y="48899"/>
                  <a:pt x="276448" y="44336"/>
                </a:cubicBezTo>
                <a:cubicBezTo>
                  <a:pt x="273605" y="39774"/>
                  <a:pt x="269831" y="36015"/>
                  <a:pt x="265127" y="33060"/>
                </a:cubicBezTo>
                <a:cubicBezTo>
                  <a:pt x="260422" y="30103"/>
                  <a:pt x="254503" y="28625"/>
                  <a:pt x="247369" y="28625"/>
                </a:cubicBezTo>
                <a:cubicBezTo>
                  <a:pt x="241889" y="28625"/>
                  <a:pt x="236849" y="29659"/>
                  <a:pt x="232247" y="31728"/>
                </a:cubicBezTo>
                <a:cubicBezTo>
                  <a:pt x="227646" y="33796"/>
                  <a:pt x="223666" y="36692"/>
                  <a:pt x="220305" y="40415"/>
                </a:cubicBezTo>
                <a:cubicBezTo>
                  <a:pt x="216945" y="44137"/>
                  <a:pt x="214334" y="48531"/>
                  <a:pt x="212472" y="53599"/>
                </a:cubicBezTo>
                <a:cubicBezTo>
                  <a:pt x="210612" y="58665"/>
                  <a:pt x="209682" y="64247"/>
                  <a:pt x="209682" y="70347"/>
                </a:cubicBezTo>
                <a:cubicBezTo>
                  <a:pt x="209889" y="76447"/>
                  <a:pt x="210794" y="82083"/>
                  <a:pt x="212397" y="87253"/>
                </a:cubicBezTo>
                <a:cubicBezTo>
                  <a:pt x="213999" y="92423"/>
                  <a:pt x="216403" y="96869"/>
                  <a:pt x="219607" y="100593"/>
                </a:cubicBezTo>
                <a:cubicBezTo>
                  <a:pt x="222813" y="104314"/>
                  <a:pt x="226768" y="107209"/>
                  <a:pt x="231473" y="109278"/>
                </a:cubicBezTo>
                <a:cubicBezTo>
                  <a:pt x="236178" y="111346"/>
                  <a:pt x="241735" y="112380"/>
                  <a:pt x="248145" y="112380"/>
                </a:cubicBezTo>
                <a:cubicBezTo>
                  <a:pt x="257245" y="112380"/>
                  <a:pt x="264793" y="110108"/>
                  <a:pt x="270790" y="105565"/>
                </a:cubicBezTo>
                <a:cubicBezTo>
                  <a:pt x="276787" y="101019"/>
                  <a:pt x="280664" y="94254"/>
                  <a:pt x="282421" y="85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A">
            <a:extLst xmlns:a="http://schemas.openxmlformats.org/drawingml/2006/main">
              <a:ext uri="{FF2B5EF4-FFF2-40B4-BE49-F238E27FC236}">
                <a16:creationId xmlns:a16="http://schemas.microsoft.com/office/drawing/2014/main" id="{600535B9-8214-44D0-8BD1-1C9DE8F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559" y="2208627"/>
            <a:ext cx="108253" cy="110714"/>
          </a:xfrm>
          <a:custGeom xmlns:a="http://schemas.openxmlformats.org/drawingml/2006/main">
            <a:pathLst>
              <a:path w="108253" h="110714">
                <a:moveTo>
                  <a:pt x="39547" y="67852"/>
                </a:moveTo>
                <a:lnTo>
                  <a:pt x="53970" y="27290"/>
                </a:lnTo>
                <a:lnTo>
                  <a:pt x="54280" y="27290"/>
                </a:lnTo>
                <a:lnTo>
                  <a:pt x="68240" y="67852"/>
                </a:lnTo>
                <a:lnTo>
                  <a:pt x="39547" y="67852"/>
                </a:lnTo>
                <a:moveTo>
                  <a:pt x="41875" y="0"/>
                </a:moveTo>
                <a:lnTo>
                  <a:pt x="0" y="110714"/>
                </a:lnTo>
                <a:lnTo>
                  <a:pt x="24503" y="110714"/>
                </a:lnTo>
                <a:lnTo>
                  <a:pt x="33188" y="86027"/>
                </a:lnTo>
                <a:lnTo>
                  <a:pt x="74599" y="86027"/>
                </a:lnTo>
                <a:lnTo>
                  <a:pt x="82974" y="110714"/>
                </a:lnTo>
                <a:lnTo>
                  <a:pt x="108253" y="110714"/>
                </a:lnTo>
                <a:lnTo>
                  <a:pt x="66844" y="0"/>
                </a:lnTo>
                <a:lnTo>
                  <a:pt x="418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PageT">
            <a:extLst xmlns:a="http://schemas.openxmlformats.org/drawingml/2006/main">
              <a:ext uri="{FF2B5EF4-FFF2-40B4-BE49-F238E27FC236}">
                <a16:creationId xmlns:a16="http://schemas.microsoft.com/office/drawing/2014/main" id="{BC1557D4-5782-45A3-A4C2-EF6E9377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416" y="2772842"/>
            <a:ext cx="475972" cy="143126"/>
          </a:xfrm>
          <a:custGeom xmlns:a="http://schemas.openxmlformats.org/drawingml/2006/main">
            <a:pathLst>
              <a:path w="475972" h="143126">
                <a:moveTo>
                  <a:pt x="14734" y="53010"/>
                </a:moveTo>
                <a:lnTo>
                  <a:pt x="14734" y="12419"/>
                </a:lnTo>
                <a:lnTo>
                  <a:pt x="43581" y="12419"/>
                </a:lnTo>
                <a:cubicBezTo>
                  <a:pt x="51956" y="12419"/>
                  <a:pt x="58081" y="14149"/>
                  <a:pt x="61957" y="17609"/>
                </a:cubicBezTo>
                <a:cubicBezTo>
                  <a:pt x="65835" y="21069"/>
                  <a:pt x="67774" y="26104"/>
                  <a:pt x="67774" y="32714"/>
                </a:cubicBezTo>
                <a:cubicBezTo>
                  <a:pt x="67774" y="39325"/>
                  <a:pt x="65835" y="44386"/>
                  <a:pt x="61957" y="47898"/>
                </a:cubicBezTo>
                <a:cubicBezTo>
                  <a:pt x="58081" y="51408"/>
                  <a:pt x="51956" y="53112"/>
                  <a:pt x="43581" y="53010"/>
                </a:cubicBezTo>
                <a:lnTo>
                  <a:pt x="14734" y="53010"/>
                </a:lnTo>
                <a:moveTo>
                  <a:pt x="0" y="0"/>
                </a:moveTo>
                <a:lnTo>
                  <a:pt x="0" y="110714"/>
                </a:lnTo>
                <a:lnTo>
                  <a:pt x="14734" y="110714"/>
                </a:lnTo>
                <a:lnTo>
                  <a:pt x="14734" y="65429"/>
                </a:lnTo>
                <a:lnTo>
                  <a:pt x="48544" y="65429"/>
                </a:lnTo>
                <a:cubicBezTo>
                  <a:pt x="59711" y="65533"/>
                  <a:pt x="68163" y="62691"/>
                  <a:pt x="73901" y="56902"/>
                </a:cubicBezTo>
                <a:cubicBezTo>
                  <a:pt x="79639" y="51114"/>
                  <a:pt x="82508" y="43051"/>
                  <a:pt x="82508" y="32714"/>
                </a:cubicBezTo>
                <a:cubicBezTo>
                  <a:pt x="82508" y="22378"/>
                  <a:pt x="79639" y="14341"/>
                  <a:pt x="73901" y="8605"/>
                </a:cubicBezTo>
                <a:cubicBezTo>
                  <a:pt x="68163" y="2868"/>
                  <a:pt x="59711" y="0"/>
                  <a:pt x="48544" y="0"/>
                </a:cubicBezTo>
                <a:lnTo>
                  <a:pt x="0" y="0"/>
                </a:lnTo>
                <a:close/>
                <a:moveTo>
                  <a:pt x="169358" y="110364"/>
                </a:moveTo>
                <a:cubicBezTo>
                  <a:pt x="167083" y="111708"/>
                  <a:pt x="163929" y="112380"/>
                  <a:pt x="159897" y="112380"/>
                </a:cubicBezTo>
                <a:cubicBezTo>
                  <a:pt x="156486" y="112380"/>
                  <a:pt x="153772" y="111424"/>
                  <a:pt x="151756" y="109512"/>
                </a:cubicBezTo>
                <a:cubicBezTo>
                  <a:pt x="149740" y="107598"/>
                  <a:pt x="148731" y="104470"/>
                  <a:pt x="148731" y="100127"/>
                </a:cubicBezTo>
                <a:cubicBezTo>
                  <a:pt x="145112" y="104470"/>
                  <a:pt x="140898" y="107598"/>
                  <a:pt x="136090" y="109512"/>
                </a:cubicBezTo>
                <a:cubicBezTo>
                  <a:pt x="131282" y="111424"/>
                  <a:pt x="126087" y="112380"/>
                  <a:pt x="120504" y="112380"/>
                </a:cubicBezTo>
                <a:cubicBezTo>
                  <a:pt x="116885" y="112380"/>
                  <a:pt x="113446" y="111967"/>
                  <a:pt x="110188" y="111140"/>
                </a:cubicBezTo>
                <a:cubicBezTo>
                  <a:pt x="106932" y="110314"/>
                  <a:pt x="104115" y="109021"/>
                  <a:pt x="101737" y="107264"/>
                </a:cubicBezTo>
                <a:cubicBezTo>
                  <a:pt x="99360" y="105506"/>
                  <a:pt x="97473" y="103207"/>
                  <a:pt x="96077" y="100366"/>
                </a:cubicBezTo>
                <a:cubicBezTo>
                  <a:pt x="94681" y="97523"/>
                  <a:pt x="93982" y="94086"/>
                  <a:pt x="93982" y="90055"/>
                </a:cubicBezTo>
                <a:cubicBezTo>
                  <a:pt x="93982" y="85506"/>
                  <a:pt x="94758" y="81785"/>
                  <a:pt x="96309" y="78892"/>
                </a:cubicBezTo>
                <a:cubicBezTo>
                  <a:pt x="97860" y="75999"/>
                  <a:pt x="99901" y="73648"/>
                  <a:pt x="102433" y="71840"/>
                </a:cubicBezTo>
                <a:cubicBezTo>
                  <a:pt x="104967" y="70030"/>
                  <a:pt x="107862" y="68660"/>
                  <a:pt x="111118" y="67729"/>
                </a:cubicBezTo>
                <a:cubicBezTo>
                  <a:pt x="114376" y="66798"/>
                  <a:pt x="117711" y="66023"/>
                  <a:pt x="121124" y="65403"/>
                </a:cubicBezTo>
                <a:cubicBezTo>
                  <a:pt x="124743" y="64680"/>
                  <a:pt x="128181" y="64138"/>
                  <a:pt x="131437" y="63777"/>
                </a:cubicBezTo>
                <a:cubicBezTo>
                  <a:pt x="134693" y="63414"/>
                  <a:pt x="137562" y="62897"/>
                  <a:pt x="140044" y="62225"/>
                </a:cubicBezTo>
                <a:cubicBezTo>
                  <a:pt x="142526" y="61553"/>
                  <a:pt x="144490" y="60571"/>
                  <a:pt x="145937" y="59281"/>
                </a:cubicBezTo>
                <a:cubicBezTo>
                  <a:pt x="147385" y="57989"/>
                  <a:pt x="148109" y="56102"/>
                  <a:pt x="148109" y="53620"/>
                </a:cubicBezTo>
                <a:cubicBezTo>
                  <a:pt x="148109" y="50727"/>
                  <a:pt x="147566" y="48401"/>
                  <a:pt x="146481" y="46644"/>
                </a:cubicBezTo>
                <a:cubicBezTo>
                  <a:pt x="145395" y="44886"/>
                  <a:pt x="143999" y="43543"/>
                  <a:pt x="142292" y="42614"/>
                </a:cubicBezTo>
                <a:cubicBezTo>
                  <a:pt x="140587" y="41683"/>
                  <a:pt x="138674" y="41063"/>
                  <a:pt x="136553" y="40753"/>
                </a:cubicBezTo>
                <a:cubicBezTo>
                  <a:pt x="134435" y="40443"/>
                  <a:pt x="132342" y="40287"/>
                  <a:pt x="130275" y="40287"/>
                </a:cubicBezTo>
                <a:cubicBezTo>
                  <a:pt x="124692" y="40287"/>
                  <a:pt x="120039" y="41344"/>
                  <a:pt x="116317" y="43456"/>
                </a:cubicBezTo>
                <a:cubicBezTo>
                  <a:pt x="112596" y="45568"/>
                  <a:pt x="110579" y="49561"/>
                  <a:pt x="110269" y="55433"/>
                </a:cubicBezTo>
                <a:lnTo>
                  <a:pt x="97085" y="55433"/>
                </a:lnTo>
                <a:cubicBezTo>
                  <a:pt x="97292" y="50474"/>
                  <a:pt x="98325" y="46290"/>
                  <a:pt x="100185" y="42881"/>
                </a:cubicBezTo>
                <a:cubicBezTo>
                  <a:pt x="102047" y="39472"/>
                  <a:pt x="104528" y="36708"/>
                  <a:pt x="107630" y="34591"/>
                </a:cubicBezTo>
                <a:cubicBezTo>
                  <a:pt x="110732" y="32474"/>
                  <a:pt x="114273" y="30951"/>
                  <a:pt x="118253" y="30021"/>
                </a:cubicBezTo>
                <a:cubicBezTo>
                  <a:pt x="122235" y="29091"/>
                  <a:pt x="126500" y="28625"/>
                  <a:pt x="131049" y="28625"/>
                </a:cubicBezTo>
                <a:cubicBezTo>
                  <a:pt x="134668" y="28625"/>
                  <a:pt x="138261" y="28884"/>
                  <a:pt x="141828" y="29401"/>
                </a:cubicBezTo>
                <a:cubicBezTo>
                  <a:pt x="145395" y="29917"/>
                  <a:pt x="148626" y="30977"/>
                  <a:pt x="151521" y="32580"/>
                </a:cubicBezTo>
                <a:cubicBezTo>
                  <a:pt x="154417" y="34181"/>
                  <a:pt x="156743" y="36429"/>
                  <a:pt x="158500" y="39324"/>
                </a:cubicBezTo>
                <a:cubicBezTo>
                  <a:pt x="160258" y="42218"/>
                  <a:pt x="161137" y="45990"/>
                  <a:pt x="161137" y="50641"/>
                </a:cubicBezTo>
                <a:lnTo>
                  <a:pt x="161137" y="91877"/>
                </a:lnTo>
                <a:cubicBezTo>
                  <a:pt x="161137" y="94979"/>
                  <a:pt x="161317" y="97253"/>
                  <a:pt x="161678" y="98700"/>
                </a:cubicBezTo>
                <a:cubicBezTo>
                  <a:pt x="162041" y="100146"/>
                  <a:pt x="163257" y="100870"/>
                  <a:pt x="165325" y="100870"/>
                </a:cubicBezTo>
                <a:cubicBezTo>
                  <a:pt x="166463" y="100870"/>
                  <a:pt x="167807" y="100622"/>
                  <a:pt x="169358" y="100127"/>
                </a:cubicBezTo>
                <a:lnTo>
                  <a:pt x="169358" y="110364"/>
                </a:lnTo>
                <a:moveTo>
                  <a:pt x="147955" y="69263"/>
                </a:moveTo>
                <a:cubicBezTo>
                  <a:pt x="146300" y="70503"/>
                  <a:pt x="144129" y="71407"/>
                  <a:pt x="141440" y="71975"/>
                </a:cubicBezTo>
                <a:cubicBezTo>
                  <a:pt x="138753" y="72543"/>
                  <a:pt x="135937" y="73007"/>
                  <a:pt x="132989" y="73369"/>
                </a:cubicBezTo>
                <a:cubicBezTo>
                  <a:pt x="130042" y="73730"/>
                  <a:pt x="127069" y="74143"/>
                  <a:pt x="124070" y="74609"/>
                </a:cubicBezTo>
                <a:cubicBezTo>
                  <a:pt x="121073" y="75072"/>
                  <a:pt x="118385" y="75821"/>
                  <a:pt x="116007" y="76854"/>
                </a:cubicBezTo>
                <a:cubicBezTo>
                  <a:pt x="113630" y="77888"/>
                  <a:pt x="111691" y="79360"/>
                  <a:pt x="110191" y="81270"/>
                </a:cubicBezTo>
                <a:cubicBezTo>
                  <a:pt x="108692" y="83181"/>
                  <a:pt x="107942" y="85789"/>
                  <a:pt x="107942" y="89094"/>
                </a:cubicBezTo>
                <a:cubicBezTo>
                  <a:pt x="107942" y="91263"/>
                  <a:pt x="108382" y="93097"/>
                  <a:pt x="109261" y="94596"/>
                </a:cubicBezTo>
                <a:cubicBezTo>
                  <a:pt x="110139" y="96093"/>
                  <a:pt x="111277" y="97306"/>
                  <a:pt x="112673" y="98236"/>
                </a:cubicBezTo>
                <a:cubicBezTo>
                  <a:pt x="114069" y="99165"/>
                  <a:pt x="115697" y="99836"/>
                  <a:pt x="117558" y="100250"/>
                </a:cubicBezTo>
                <a:cubicBezTo>
                  <a:pt x="119419" y="100663"/>
                  <a:pt x="121383" y="100870"/>
                  <a:pt x="123450" y="100870"/>
                </a:cubicBezTo>
                <a:cubicBezTo>
                  <a:pt x="127793" y="100870"/>
                  <a:pt x="131516" y="100276"/>
                  <a:pt x="134618" y="99088"/>
                </a:cubicBezTo>
                <a:cubicBezTo>
                  <a:pt x="137719" y="97900"/>
                  <a:pt x="140252" y="96402"/>
                  <a:pt x="142216" y="94596"/>
                </a:cubicBezTo>
                <a:cubicBezTo>
                  <a:pt x="144181" y="92788"/>
                  <a:pt x="145628" y="90825"/>
                  <a:pt x="146559" y="88708"/>
                </a:cubicBezTo>
                <a:cubicBezTo>
                  <a:pt x="147490" y="86589"/>
                  <a:pt x="147955" y="84601"/>
                  <a:pt x="147955" y="82742"/>
                </a:cubicBezTo>
                <a:lnTo>
                  <a:pt x="147955" y="69263"/>
                </a:lnTo>
                <a:close/>
                <a:moveTo>
                  <a:pt x="250779" y="103873"/>
                </a:moveTo>
                <a:lnTo>
                  <a:pt x="250779" y="30488"/>
                </a:lnTo>
                <a:lnTo>
                  <a:pt x="238371" y="30488"/>
                </a:lnTo>
                <a:lnTo>
                  <a:pt x="238371" y="41967"/>
                </a:lnTo>
                <a:lnTo>
                  <a:pt x="238217" y="41967"/>
                </a:lnTo>
                <a:cubicBezTo>
                  <a:pt x="235840" y="37520"/>
                  <a:pt x="232531" y="34185"/>
                  <a:pt x="228292" y="31962"/>
                </a:cubicBezTo>
                <a:cubicBezTo>
                  <a:pt x="224053" y="29737"/>
                  <a:pt x="219400" y="28625"/>
                  <a:pt x="214332" y="28625"/>
                </a:cubicBezTo>
                <a:cubicBezTo>
                  <a:pt x="207405" y="28625"/>
                  <a:pt x="201563" y="29944"/>
                  <a:pt x="196806" y="32582"/>
                </a:cubicBezTo>
                <a:cubicBezTo>
                  <a:pt x="192051" y="35218"/>
                  <a:pt x="188226" y="38579"/>
                  <a:pt x="185331" y="42666"/>
                </a:cubicBezTo>
                <a:cubicBezTo>
                  <a:pt x="182436" y="46752"/>
                  <a:pt x="180367" y="51303"/>
                  <a:pt x="179126" y="56320"/>
                </a:cubicBezTo>
                <a:cubicBezTo>
                  <a:pt x="177886" y="61336"/>
                  <a:pt x="177266" y="66222"/>
                  <a:pt x="177266" y="70978"/>
                </a:cubicBezTo>
                <a:cubicBezTo>
                  <a:pt x="177266" y="76461"/>
                  <a:pt x="178015" y="81658"/>
                  <a:pt x="179514" y="86571"/>
                </a:cubicBezTo>
                <a:cubicBezTo>
                  <a:pt x="181014" y="91484"/>
                  <a:pt x="183263" y="95777"/>
                  <a:pt x="186261" y="99450"/>
                </a:cubicBezTo>
                <a:cubicBezTo>
                  <a:pt x="189260" y="103121"/>
                  <a:pt x="192982" y="106043"/>
                  <a:pt x="197428" y="108215"/>
                </a:cubicBezTo>
                <a:cubicBezTo>
                  <a:pt x="201874" y="110386"/>
                  <a:pt x="207095" y="111472"/>
                  <a:pt x="213092" y="111472"/>
                </a:cubicBezTo>
                <a:cubicBezTo>
                  <a:pt x="218261" y="111472"/>
                  <a:pt x="223145" y="110309"/>
                  <a:pt x="227745" y="107983"/>
                </a:cubicBezTo>
                <a:cubicBezTo>
                  <a:pt x="232348" y="105656"/>
                  <a:pt x="235786" y="102011"/>
                  <a:pt x="238061" y="97048"/>
                </a:cubicBezTo>
                <a:lnTo>
                  <a:pt x="238371" y="97048"/>
                </a:lnTo>
                <a:lnTo>
                  <a:pt x="238371" y="102320"/>
                </a:lnTo>
                <a:cubicBezTo>
                  <a:pt x="238371" y="106766"/>
                  <a:pt x="237932" y="110848"/>
                  <a:pt x="237053" y="114565"/>
                </a:cubicBezTo>
                <a:cubicBezTo>
                  <a:pt x="236174" y="118282"/>
                  <a:pt x="234753" y="121456"/>
                  <a:pt x="232788" y="124087"/>
                </a:cubicBezTo>
                <a:cubicBezTo>
                  <a:pt x="230824" y="126719"/>
                  <a:pt x="228343" y="128782"/>
                  <a:pt x="225343" y="130278"/>
                </a:cubicBezTo>
                <a:cubicBezTo>
                  <a:pt x="222346" y="131775"/>
                  <a:pt x="218675" y="132524"/>
                  <a:pt x="214332" y="132524"/>
                </a:cubicBezTo>
                <a:cubicBezTo>
                  <a:pt x="212161" y="132524"/>
                  <a:pt x="209887" y="132291"/>
                  <a:pt x="207510" y="131826"/>
                </a:cubicBezTo>
                <a:cubicBezTo>
                  <a:pt x="205132" y="131360"/>
                  <a:pt x="202935" y="130610"/>
                  <a:pt x="200919" y="129575"/>
                </a:cubicBezTo>
                <a:cubicBezTo>
                  <a:pt x="198903" y="128542"/>
                  <a:pt x="197196" y="127198"/>
                  <a:pt x="195800" y="125543"/>
                </a:cubicBezTo>
                <a:cubicBezTo>
                  <a:pt x="194405" y="123889"/>
                  <a:pt x="193656" y="121874"/>
                  <a:pt x="193552" y="119496"/>
                </a:cubicBezTo>
                <a:lnTo>
                  <a:pt x="180368" y="119496"/>
                </a:lnTo>
                <a:cubicBezTo>
                  <a:pt x="180575" y="123838"/>
                  <a:pt x="181712" y="127510"/>
                  <a:pt x="183778" y="130512"/>
                </a:cubicBezTo>
                <a:cubicBezTo>
                  <a:pt x="185847" y="133516"/>
                  <a:pt x="188458" y="135954"/>
                  <a:pt x="191611" y="137825"/>
                </a:cubicBezTo>
                <a:cubicBezTo>
                  <a:pt x="194765" y="139696"/>
                  <a:pt x="198280" y="141047"/>
                  <a:pt x="202157" y="141879"/>
                </a:cubicBezTo>
                <a:cubicBezTo>
                  <a:pt x="206034" y="142710"/>
                  <a:pt x="209835" y="143126"/>
                  <a:pt x="213558" y="143126"/>
                </a:cubicBezTo>
                <a:cubicBezTo>
                  <a:pt x="226378" y="143126"/>
                  <a:pt x="235787" y="139867"/>
                  <a:pt x="241784" y="133350"/>
                </a:cubicBezTo>
                <a:cubicBezTo>
                  <a:pt x="247780" y="126834"/>
                  <a:pt x="250779" y="117008"/>
                  <a:pt x="250779" y="103873"/>
                </a:cubicBezTo>
                <a:moveTo>
                  <a:pt x="213868" y="99961"/>
                </a:moveTo>
                <a:cubicBezTo>
                  <a:pt x="209525" y="99961"/>
                  <a:pt x="205906" y="99057"/>
                  <a:pt x="203011" y="97249"/>
                </a:cubicBezTo>
                <a:cubicBezTo>
                  <a:pt x="200117" y="95441"/>
                  <a:pt x="197791" y="93064"/>
                  <a:pt x="196032" y="90119"/>
                </a:cubicBezTo>
                <a:cubicBezTo>
                  <a:pt x="194275" y="87173"/>
                  <a:pt x="193034" y="83892"/>
                  <a:pt x="192310" y="80276"/>
                </a:cubicBezTo>
                <a:cubicBezTo>
                  <a:pt x="191587" y="76660"/>
                  <a:pt x="191226" y="73044"/>
                  <a:pt x="191226" y="69426"/>
                </a:cubicBezTo>
                <a:cubicBezTo>
                  <a:pt x="191226" y="65603"/>
                  <a:pt x="191665" y="61935"/>
                  <a:pt x="192544" y="58422"/>
                </a:cubicBezTo>
                <a:cubicBezTo>
                  <a:pt x="193423" y="54908"/>
                  <a:pt x="194818" y="51808"/>
                  <a:pt x="196730" y="49121"/>
                </a:cubicBezTo>
                <a:cubicBezTo>
                  <a:pt x="198644" y="46435"/>
                  <a:pt x="201100" y="44291"/>
                  <a:pt x="204097" y="42689"/>
                </a:cubicBezTo>
                <a:cubicBezTo>
                  <a:pt x="207096" y="41088"/>
                  <a:pt x="210715" y="40287"/>
                  <a:pt x="214955" y="40287"/>
                </a:cubicBezTo>
                <a:cubicBezTo>
                  <a:pt x="219090" y="40287"/>
                  <a:pt x="222605" y="41114"/>
                  <a:pt x="225500" y="42767"/>
                </a:cubicBezTo>
                <a:cubicBezTo>
                  <a:pt x="228395" y="44421"/>
                  <a:pt x="230746" y="46617"/>
                  <a:pt x="232554" y="49356"/>
                </a:cubicBezTo>
                <a:cubicBezTo>
                  <a:pt x="234364" y="52093"/>
                  <a:pt x="235682" y="55167"/>
                  <a:pt x="236509" y="58578"/>
                </a:cubicBezTo>
                <a:cubicBezTo>
                  <a:pt x="237337" y="61987"/>
                  <a:pt x="237751" y="65449"/>
                  <a:pt x="237751" y="68962"/>
                </a:cubicBezTo>
                <a:cubicBezTo>
                  <a:pt x="237751" y="72682"/>
                  <a:pt x="237312" y="76402"/>
                  <a:pt x="236433" y="80123"/>
                </a:cubicBezTo>
                <a:cubicBezTo>
                  <a:pt x="235554" y="83841"/>
                  <a:pt x="234184" y="87173"/>
                  <a:pt x="232322" y="90119"/>
                </a:cubicBezTo>
                <a:cubicBezTo>
                  <a:pt x="230462" y="93064"/>
                  <a:pt x="228007" y="95441"/>
                  <a:pt x="224955" y="97249"/>
                </a:cubicBezTo>
                <a:cubicBezTo>
                  <a:pt x="221906" y="99057"/>
                  <a:pt x="218210" y="99961"/>
                  <a:pt x="213868" y="99961"/>
                </a:cubicBezTo>
                <a:close/>
                <a:moveTo>
                  <a:pt x="326310" y="63006"/>
                </a:moveTo>
                <a:lnTo>
                  <a:pt x="280249" y="63006"/>
                </a:lnTo>
                <a:cubicBezTo>
                  <a:pt x="280455" y="59893"/>
                  <a:pt x="281127" y="56962"/>
                  <a:pt x="282265" y="54214"/>
                </a:cubicBezTo>
                <a:cubicBezTo>
                  <a:pt x="283402" y="51464"/>
                  <a:pt x="284953" y="49052"/>
                  <a:pt x="286917" y="46977"/>
                </a:cubicBezTo>
                <a:cubicBezTo>
                  <a:pt x="288882" y="44903"/>
                  <a:pt x="291234" y="43269"/>
                  <a:pt x="293974" y="42076"/>
                </a:cubicBezTo>
                <a:cubicBezTo>
                  <a:pt x="296715" y="40884"/>
                  <a:pt x="299790" y="40287"/>
                  <a:pt x="303201" y="40287"/>
                </a:cubicBezTo>
                <a:cubicBezTo>
                  <a:pt x="306510" y="40287"/>
                  <a:pt x="309534" y="40884"/>
                  <a:pt x="312274" y="42076"/>
                </a:cubicBezTo>
                <a:cubicBezTo>
                  <a:pt x="315015" y="43269"/>
                  <a:pt x="317393" y="44877"/>
                  <a:pt x="319409" y="46902"/>
                </a:cubicBezTo>
                <a:cubicBezTo>
                  <a:pt x="321426" y="48924"/>
                  <a:pt x="323028" y="51336"/>
                  <a:pt x="324216" y="54136"/>
                </a:cubicBezTo>
                <a:cubicBezTo>
                  <a:pt x="325405" y="56936"/>
                  <a:pt x="326103" y="59893"/>
                  <a:pt x="326310" y="63006"/>
                </a:cubicBezTo>
                <a:moveTo>
                  <a:pt x="339028" y="85270"/>
                </a:moveTo>
                <a:lnTo>
                  <a:pt x="326000" y="85270"/>
                </a:lnTo>
                <a:cubicBezTo>
                  <a:pt x="324863" y="90522"/>
                  <a:pt x="322510" y="94435"/>
                  <a:pt x="318943" y="97010"/>
                </a:cubicBezTo>
                <a:cubicBezTo>
                  <a:pt x="315376" y="99583"/>
                  <a:pt x="310801" y="100870"/>
                  <a:pt x="305217" y="100870"/>
                </a:cubicBezTo>
                <a:cubicBezTo>
                  <a:pt x="300876" y="100870"/>
                  <a:pt x="297102" y="100150"/>
                  <a:pt x="293896" y="98711"/>
                </a:cubicBezTo>
                <a:cubicBezTo>
                  <a:pt x="290692" y="97273"/>
                  <a:pt x="288056" y="95346"/>
                  <a:pt x="285987" y="92932"/>
                </a:cubicBezTo>
                <a:cubicBezTo>
                  <a:pt x="283919" y="90517"/>
                  <a:pt x="282419" y="87743"/>
                  <a:pt x="281489" y="84609"/>
                </a:cubicBezTo>
                <a:cubicBezTo>
                  <a:pt x="280558" y="81475"/>
                  <a:pt x="280144" y="78161"/>
                  <a:pt x="280249" y="74668"/>
                </a:cubicBezTo>
                <a:lnTo>
                  <a:pt x="340268" y="74668"/>
                </a:lnTo>
                <a:cubicBezTo>
                  <a:pt x="340474" y="69794"/>
                  <a:pt x="340035" y="64661"/>
                  <a:pt x="338950" y="59269"/>
                </a:cubicBezTo>
                <a:cubicBezTo>
                  <a:pt x="337864" y="53876"/>
                  <a:pt x="335899" y="48899"/>
                  <a:pt x="333055" y="44336"/>
                </a:cubicBezTo>
                <a:cubicBezTo>
                  <a:pt x="330212" y="39774"/>
                  <a:pt x="326438" y="36015"/>
                  <a:pt x="321733" y="33060"/>
                </a:cubicBezTo>
                <a:cubicBezTo>
                  <a:pt x="317029" y="30103"/>
                  <a:pt x="311109" y="28625"/>
                  <a:pt x="303975" y="28625"/>
                </a:cubicBezTo>
                <a:cubicBezTo>
                  <a:pt x="298496" y="28625"/>
                  <a:pt x="293455" y="29659"/>
                  <a:pt x="288853" y="31728"/>
                </a:cubicBezTo>
                <a:cubicBezTo>
                  <a:pt x="284253" y="33796"/>
                  <a:pt x="280272" y="36692"/>
                  <a:pt x="276912" y="40415"/>
                </a:cubicBezTo>
                <a:cubicBezTo>
                  <a:pt x="273551" y="44137"/>
                  <a:pt x="270940" y="48531"/>
                  <a:pt x="269079" y="53599"/>
                </a:cubicBezTo>
                <a:cubicBezTo>
                  <a:pt x="267219" y="58665"/>
                  <a:pt x="266289" y="64247"/>
                  <a:pt x="266289" y="70347"/>
                </a:cubicBezTo>
                <a:cubicBezTo>
                  <a:pt x="266495" y="76447"/>
                  <a:pt x="267400" y="82083"/>
                  <a:pt x="269003" y="87253"/>
                </a:cubicBezTo>
                <a:cubicBezTo>
                  <a:pt x="270606" y="92423"/>
                  <a:pt x="273009" y="96869"/>
                  <a:pt x="276214" y="100593"/>
                </a:cubicBezTo>
                <a:cubicBezTo>
                  <a:pt x="279419" y="104314"/>
                  <a:pt x="283375" y="107209"/>
                  <a:pt x="288079" y="109278"/>
                </a:cubicBezTo>
                <a:cubicBezTo>
                  <a:pt x="292784" y="111346"/>
                  <a:pt x="298341" y="112380"/>
                  <a:pt x="304751" y="112380"/>
                </a:cubicBezTo>
                <a:cubicBezTo>
                  <a:pt x="313851" y="112380"/>
                  <a:pt x="321400" y="110108"/>
                  <a:pt x="327396" y="105565"/>
                </a:cubicBezTo>
                <a:cubicBezTo>
                  <a:pt x="333393" y="101019"/>
                  <a:pt x="337270" y="94254"/>
                  <a:pt x="339028" y="85270"/>
                </a:cubicBezTo>
                <a:close/>
                <a:moveTo>
                  <a:pt x="424328" y="12419"/>
                </a:moveTo>
                <a:lnTo>
                  <a:pt x="424328" y="110714"/>
                </a:lnTo>
                <a:lnTo>
                  <a:pt x="439061" y="110714"/>
                </a:lnTo>
                <a:lnTo>
                  <a:pt x="439061" y="12419"/>
                </a:lnTo>
                <a:lnTo>
                  <a:pt x="475972" y="12419"/>
                </a:lnTo>
                <a:lnTo>
                  <a:pt x="475972" y="0"/>
                </a:lnTo>
                <a:lnTo>
                  <a:pt x="387415" y="0"/>
                </a:lnTo>
                <a:lnTo>
                  <a:pt x="387415" y="12419"/>
                </a:lnTo>
                <a:lnTo>
                  <a:pt x="424328" y="12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bleEntries">
            <a:extLst xmlns:a="http://schemas.openxmlformats.org/drawingml/2006/main">
              <a:ext uri="{FF2B5EF4-FFF2-40B4-BE49-F238E27FC236}">
                <a16:creationId xmlns:a16="http://schemas.microsoft.com/office/drawing/2014/main" id="{33DA1A4A-4C71-46FB-B393-9205FA30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911" y="2772842"/>
            <a:ext cx="802593" cy="112380"/>
          </a:xfrm>
          <a:custGeom xmlns:a="http://schemas.openxmlformats.org/drawingml/2006/main">
            <a:pathLst>
              <a:path w="802593" h="112380">
                <a:moveTo>
                  <a:pt x="75375" y="110364"/>
                </a:moveTo>
                <a:cubicBezTo>
                  <a:pt x="73100" y="111708"/>
                  <a:pt x="69947" y="112380"/>
                  <a:pt x="65914" y="112380"/>
                </a:cubicBezTo>
                <a:cubicBezTo>
                  <a:pt x="62503" y="112380"/>
                  <a:pt x="59790" y="111424"/>
                  <a:pt x="57773" y="109512"/>
                </a:cubicBezTo>
                <a:cubicBezTo>
                  <a:pt x="55757" y="107598"/>
                  <a:pt x="54749" y="104470"/>
                  <a:pt x="54749" y="100127"/>
                </a:cubicBezTo>
                <a:cubicBezTo>
                  <a:pt x="51130" y="104470"/>
                  <a:pt x="46916" y="107598"/>
                  <a:pt x="42107" y="109512"/>
                </a:cubicBezTo>
                <a:cubicBezTo>
                  <a:pt x="37300" y="111424"/>
                  <a:pt x="32105" y="112380"/>
                  <a:pt x="26521" y="112380"/>
                </a:cubicBezTo>
                <a:cubicBezTo>
                  <a:pt x="22902" y="112380"/>
                  <a:pt x="19464" y="111967"/>
                  <a:pt x="16206" y="111140"/>
                </a:cubicBezTo>
                <a:cubicBezTo>
                  <a:pt x="12949" y="110314"/>
                  <a:pt x="10133" y="109021"/>
                  <a:pt x="7755" y="107264"/>
                </a:cubicBezTo>
                <a:cubicBezTo>
                  <a:pt x="5377" y="105506"/>
                  <a:pt x="3491" y="103207"/>
                  <a:pt x="2094" y="100366"/>
                </a:cubicBezTo>
                <a:cubicBezTo>
                  <a:pt x="698" y="97523"/>
                  <a:pt x="0" y="94086"/>
                  <a:pt x="0" y="90055"/>
                </a:cubicBezTo>
                <a:cubicBezTo>
                  <a:pt x="0" y="85506"/>
                  <a:pt x="775" y="81785"/>
                  <a:pt x="2326" y="78892"/>
                </a:cubicBezTo>
                <a:cubicBezTo>
                  <a:pt x="3877" y="75999"/>
                  <a:pt x="5919" y="73648"/>
                  <a:pt x="8451" y="71840"/>
                </a:cubicBezTo>
                <a:cubicBezTo>
                  <a:pt x="10984" y="70030"/>
                  <a:pt x="13880" y="68660"/>
                  <a:pt x="17136" y="67729"/>
                </a:cubicBezTo>
                <a:cubicBezTo>
                  <a:pt x="20394" y="66798"/>
                  <a:pt x="23729" y="66023"/>
                  <a:pt x="27141" y="65403"/>
                </a:cubicBezTo>
                <a:cubicBezTo>
                  <a:pt x="30761" y="64680"/>
                  <a:pt x="34198" y="64138"/>
                  <a:pt x="37455" y="63777"/>
                </a:cubicBezTo>
                <a:cubicBezTo>
                  <a:pt x="40711" y="63414"/>
                  <a:pt x="43580" y="62897"/>
                  <a:pt x="46062" y="62225"/>
                </a:cubicBezTo>
                <a:cubicBezTo>
                  <a:pt x="48543" y="61553"/>
                  <a:pt x="50507" y="60571"/>
                  <a:pt x="51954" y="59281"/>
                </a:cubicBezTo>
                <a:cubicBezTo>
                  <a:pt x="53402" y="57989"/>
                  <a:pt x="54127" y="56102"/>
                  <a:pt x="54127" y="53620"/>
                </a:cubicBezTo>
                <a:cubicBezTo>
                  <a:pt x="54127" y="50727"/>
                  <a:pt x="53584" y="48401"/>
                  <a:pt x="52498" y="46644"/>
                </a:cubicBezTo>
                <a:cubicBezTo>
                  <a:pt x="51413" y="44886"/>
                  <a:pt x="50017" y="43543"/>
                  <a:pt x="48310" y="42614"/>
                </a:cubicBezTo>
                <a:cubicBezTo>
                  <a:pt x="46604" y="41683"/>
                  <a:pt x="44691" y="41063"/>
                  <a:pt x="42571" y="40753"/>
                </a:cubicBezTo>
                <a:cubicBezTo>
                  <a:pt x="40452" y="40443"/>
                  <a:pt x="38359" y="40287"/>
                  <a:pt x="36293" y="40287"/>
                </a:cubicBezTo>
                <a:cubicBezTo>
                  <a:pt x="30709" y="40287"/>
                  <a:pt x="26057" y="41344"/>
                  <a:pt x="22335" y="43456"/>
                </a:cubicBezTo>
                <a:cubicBezTo>
                  <a:pt x="18613" y="45568"/>
                  <a:pt x="16597" y="49561"/>
                  <a:pt x="16286" y="55433"/>
                </a:cubicBezTo>
                <a:lnTo>
                  <a:pt x="3102" y="55433"/>
                </a:lnTo>
                <a:cubicBezTo>
                  <a:pt x="3309" y="50474"/>
                  <a:pt x="4343" y="46290"/>
                  <a:pt x="6203" y="42881"/>
                </a:cubicBezTo>
                <a:cubicBezTo>
                  <a:pt x="8064" y="39472"/>
                  <a:pt x="10546" y="36708"/>
                  <a:pt x="13648" y="34591"/>
                </a:cubicBezTo>
                <a:cubicBezTo>
                  <a:pt x="16749" y="32474"/>
                  <a:pt x="20290" y="30951"/>
                  <a:pt x="24271" y="30021"/>
                </a:cubicBezTo>
                <a:cubicBezTo>
                  <a:pt x="28253" y="29091"/>
                  <a:pt x="32518" y="28625"/>
                  <a:pt x="37066" y="28625"/>
                </a:cubicBezTo>
                <a:cubicBezTo>
                  <a:pt x="40686" y="28625"/>
                  <a:pt x="44279" y="28884"/>
                  <a:pt x="47846" y="29401"/>
                </a:cubicBezTo>
                <a:cubicBezTo>
                  <a:pt x="51413" y="29917"/>
                  <a:pt x="54644" y="30977"/>
                  <a:pt x="57539" y="32580"/>
                </a:cubicBezTo>
                <a:cubicBezTo>
                  <a:pt x="60434" y="34181"/>
                  <a:pt x="62760" y="36429"/>
                  <a:pt x="64518" y="39324"/>
                </a:cubicBezTo>
                <a:cubicBezTo>
                  <a:pt x="66275" y="42218"/>
                  <a:pt x="67154" y="45990"/>
                  <a:pt x="67154" y="50641"/>
                </a:cubicBezTo>
                <a:lnTo>
                  <a:pt x="67154" y="91877"/>
                </a:lnTo>
                <a:cubicBezTo>
                  <a:pt x="67154" y="94979"/>
                  <a:pt x="67335" y="97253"/>
                  <a:pt x="67696" y="98700"/>
                </a:cubicBezTo>
                <a:cubicBezTo>
                  <a:pt x="68059" y="100146"/>
                  <a:pt x="69274" y="100870"/>
                  <a:pt x="71343" y="100870"/>
                </a:cubicBezTo>
                <a:cubicBezTo>
                  <a:pt x="72480" y="100870"/>
                  <a:pt x="73824" y="100622"/>
                  <a:pt x="75375" y="100127"/>
                </a:cubicBezTo>
                <a:lnTo>
                  <a:pt x="75375" y="110364"/>
                </a:lnTo>
                <a:moveTo>
                  <a:pt x="53973" y="69263"/>
                </a:moveTo>
                <a:cubicBezTo>
                  <a:pt x="52318" y="70503"/>
                  <a:pt x="50146" y="71407"/>
                  <a:pt x="47458" y="71975"/>
                </a:cubicBezTo>
                <a:cubicBezTo>
                  <a:pt x="44771" y="72543"/>
                  <a:pt x="41954" y="73007"/>
                  <a:pt x="39007" y="73369"/>
                </a:cubicBezTo>
                <a:cubicBezTo>
                  <a:pt x="36060" y="73730"/>
                  <a:pt x="33087" y="74143"/>
                  <a:pt x="30088" y="74609"/>
                </a:cubicBezTo>
                <a:cubicBezTo>
                  <a:pt x="27090" y="75072"/>
                  <a:pt x="24403" y="75821"/>
                  <a:pt x="22025" y="76854"/>
                </a:cubicBezTo>
                <a:cubicBezTo>
                  <a:pt x="19647" y="77888"/>
                  <a:pt x="17709" y="79360"/>
                  <a:pt x="16208" y="81270"/>
                </a:cubicBezTo>
                <a:cubicBezTo>
                  <a:pt x="14709" y="83181"/>
                  <a:pt x="13960" y="85789"/>
                  <a:pt x="13960" y="89094"/>
                </a:cubicBezTo>
                <a:cubicBezTo>
                  <a:pt x="13960" y="91263"/>
                  <a:pt x="14399" y="93097"/>
                  <a:pt x="15278" y="94596"/>
                </a:cubicBezTo>
                <a:cubicBezTo>
                  <a:pt x="16157" y="96093"/>
                  <a:pt x="17294" y="97306"/>
                  <a:pt x="18691" y="98236"/>
                </a:cubicBezTo>
                <a:cubicBezTo>
                  <a:pt x="20087" y="99165"/>
                  <a:pt x="21715" y="99836"/>
                  <a:pt x="23575" y="100250"/>
                </a:cubicBezTo>
                <a:cubicBezTo>
                  <a:pt x="25437" y="100663"/>
                  <a:pt x="27401" y="100870"/>
                  <a:pt x="29468" y="100870"/>
                </a:cubicBezTo>
                <a:cubicBezTo>
                  <a:pt x="33811" y="100870"/>
                  <a:pt x="37533" y="100276"/>
                  <a:pt x="40635" y="99088"/>
                </a:cubicBezTo>
                <a:cubicBezTo>
                  <a:pt x="43737" y="97900"/>
                  <a:pt x="46270" y="96402"/>
                  <a:pt x="48234" y="94596"/>
                </a:cubicBezTo>
                <a:cubicBezTo>
                  <a:pt x="50198" y="92788"/>
                  <a:pt x="51646" y="90825"/>
                  <a:pt x="52576" y="88708"/>
                </a:cubicBezTo>
                <a:cubicBezTo>
                  <a:pt x="53507" y="86589"/>
                  <a:pt x="53973" y="84601"/>
                  <a:pt x="53973" y="82742"/>
                </a:cubicBezTo>
                <a:lnTo>
                  <a:pt x="53973" y="69263"/>
                </a:lnTo>
                <a:close/>
                <a:moveTo>
                  <a:pt x="88092" y="0"/>
                </a:moveTo>
                <a:lnTo>
                  <a:pt x="88092" y="110674"/>
                </a:lnTo>
                <a:lnTo>
                  <a:pt x="101273" y="110674"/>
                </a:lnTo>
                <a:lnTo>
                  <a:pt x="101273" y="99980"/>
                </a:lnTo>
                <a:lnTo>
                  <a:pt x="101586" y="99980"/>
                </a:lnTo>
                <a:cubicBezTo>
                  <a:pt x="103034" y="102356"/>
                  <a:pt x="104818" y="104345"/>
                  <a:pt x="106936" y="105948"/>
                </a:cubicBezTo>
                <a:cubicBezTo>
                  <a:pt x="109055" y="107549"/>
                  <a:pt x="111303" y="108816"/>
                  <a:pt x="113681" y="109746"/>
                </a:cubicBezTo>
                <a:cubicBezTo>
                  <a:pt x="116060" y="110676"/>
                  <a:pt x="118464" y="111347"/>
                  <a:pt x="120894" y="111760"/>
                </a:cubicBezTo>
                <a:cubicBezTo>
                  <a:pt x="123324" y="112174"/>
                  <a:pt x="125521" y="112380"/>
                  <a:pt x="127487" y="112380"/>
                </a:cubicBezTo>
                <a:cubicBezTo>
                  <a:pt x="133586" y="112380"/>
                  <a:pt x="138936" y="111295"/>
                  <a:pt x="143537" y="109124"/>
                </a:cubicBezTo>
                <a:cubicBezTo>
                  <a:pt x="148139" y="106952"/>
                  <a:pt x="151965" y="103978"/>
                  <a:pt x="155014" y="100205"/>
                </a:cubicBezTo>
                <a:cubicBezTo>
                  <a:pt x="158064" y="96431"/>
                  <a:pt x="160338" y="92011"/>
                  <a:pt x="161837" y="86945"/>
                </a:cubicBezTo>
                <a:cubicBezTo>
                  <a:pt x="163337" y="81878"/>
                  <a:pt x="164087" y="76500"/>
                  <a:pt x="164087" y="70813"/>
                </a:cubicBezTo>
                <a:cubicBezTo>
                  <a:pt x="164087" y="65125"/>
                  <a:pt x="163312" y="59749"/>
                  <a:pt x="161761" y="54683"/>
                </a:cubicBezTo>
                <a:cubicBezTo>
                  <a:pt x="160210" y="49615"/>
                  <a:pt x="157909" y="45143"/>
                  <a:pt x="154858" y="41267"/>
                </a:cubicBezTo>
                <a:cubicBezTo>
                  <a:pt x="151808" y="37389"/>
                  <a:pt x="147983" y="34313"/>
                  <a:pt x="143383" y="32038"/>
                </a:cubicBezTo>
                <a:cubicBezTo>
                  <a:pt x="138782" y="29763"/>
                  <a:pt x="133380" y="28625"/>
                  <a:pt x="127175" y="28625"/>
                </a:cubicBezTo>
                <a:cubicBezTo>
                  <a:pt x="121591" y="28625"/>
                  <a:pt x="116473" y="29633"/>
                  <a:pt x="111821" y="31650"/>
                </a:cubicBezTo>
                <a:cubicBezTo>
                  <a:pt x="107168" y="33666"/>
                  <a:pt x="103757" y="36897"/>
                  <a:pt x="101586" y="41343"/>
                </a:cubicBezTo>
                <a:lnTo>
                  <a:pt x="101273" y="41343"/>
                </a:lnTo>
                <a:lnTo>
                  <a:pt x="101273" y="0"/>
                </a:lnTo>
                <a:lnTo>
                  <a:pt x="88092" y="0"/>
                </a:lnTo>
                <a:moveTo>
                  <a:pt x="150127" y="69880"/>
                </a:moveTo>
                <a:cubicBezTo>
                  <a:pt x="150127" y="73806"/>
                  <a:pt x="149713" y="77627"/>
                  <a:pt x="148885" y="81346"/>
                </a:cubicBezTo>
                <a:cubicBezTo>
                  <a:pt x="148058" y="85065"/>
                  <a:pt x="146714" y="88371"/>
                  <a:pt x="144852" y="91264"/>
                </a:cubicBezTo>
                <a:cubicBezTo>
                  <a:pt x="142992" y="94156"/>
                  <a:pt x="140538" y="96480"/>
                  <a:pt x="137488" y="98236"/>
                </a:cubicBezTo>
                <a:cubicBezTo>
                  <a:pt x="134438" y="99992"/>
                  <a:pt x="130638" y="100870"/>
                  <a:pt x="126088" y="100870"/>
                </a:cubicBezTo>
                <a:cubicBezTo>
                  <a:pt x="121540" y="100870"/>
                  <a:pt x="117663" y="100018"/>
                  <a:pt x="114457" y="98314"/>
                </a:cubicBezTo>
                <a:cubicBezTo>
                  <a:pt x="111251" y="96608"/>
                  <a:pt x="108640" y="94362"/>
                  <a:pt x="106624" y="91574"/>
                </a:cubicBezTo>
                <a:cubicBezTo>
                  <a:pt x="104609" y="88785"/>
                  <a:pt x="103137" y="85557"/>
                  <a:pt x="102206" y="81890"/>
                </a:cubicBezTo>
                <a:cubicBezTo>
                  <a:pt x="101275" y="78222"/>
                  <a:pt x="100810" y="74426"/>
                  <a:pt x="100810" y="70500"/>
                </a:cubicBezTo>
                <a:cubicBezTo>
                  <a:pt x="100810" y="66782"/>
                  <a:pt x="101249" y="63115"/>
                  <a:pt x="102128" y="59501"/>
                </a:cubicBezTo>
                <a:cubicBezTo>
                  <a:pt x="103006" y="55885"/>
                  <a:pt x="104428" y="52657"/>
                  <a:pt x="106392" y="49817"/>
                </a:cubicBezTo>
                <a:cubicBezTo>
                  <a:pt x="108356" y="46976"/>
                  <a:pt x="110889" y="44677"/>
                  <a:pt x="113991" y="42921"/>
                </a:cubicBezTo>
                <a:cubicBezTo>
                  <a:pt x="117093" y="41165"/>
                  <a:pt x="120866" y="40287"/>
                  <a:pt x="125312" y="40287"/>
                </a:cubicBezTo>
                <a:cubicBezTo>
                  <a:pt x="129551" y="40287"/>
                  <a:pt x="133248" y="41114"/>
                  <a:pt x="136402" y="42767"/>
                </a:cubicBezTo>
                <a:cubicBezTo>
                  <a:pt x="139555" y="44419"/>
                  <a:pt x="142140" y="46640"/>
                  <a:pt x="144157" y="49429"/>
                </a:cubicBezTo>
                <a:cubicBezTo>
                  <a:pt x="146173" y="52218"/>
                  <a:pt x="147672" y="55395"/>
                  <a:pt x="148653" y="58959"/>
                </a:cubicBezTo>
                <a:cubicBezTo>
                  <a:pt x="149636" y="62521"/>
                  <a:pt x="150127" y="66162"/>
                  <a:pt x="150127" y="69880"/>
                </a:cubicBezTo>
                <a:close/>
                <a:moveTo>
                  <a:pt x="180371" y="0"/>
                </a:moveTo>
                <a:lnTo>
                  <a:pt x="180371" y="110714"/>
                </a:lnTo>
                <a:lnTo>
                  <a:pt x="193554" y="110714"/>
                </a:lnTo>
                <a:lnTo>
                  <a:pt x="193554" y="0"/>
                </a:lnTo>
                <a:lnTo>
                  <a:pt x="180371" y="0"/>
                </a:lnTo>
                <a:close/>
                <a:moveTo>
                  <a:pt x="269703" y="63006"/>
                </a:moveTo>
                <a:lnTo>
                  <a:pt x="223642" y="63006"/>
                </a:lnTo>
                <a:cubicBezTo>
                  <a:pt x="223849" y="59893"/>
                  <a:pt x="224521" y="56962"/>
                  <a:pt x="225658" y="54214"/>
                </a:cubicBezTo>
                <a:cubicBezTo>
                  <a:pt x="226796" y="51464"/>
                  <a:pt x="228346" y="49052"/>
                  <a:pt x="230311" y="46977"/>
                </a:cubicBezTo>
                <a:cubicBezTo>
                  <a:pt x="232275" y="44903"/>
                  <a:pt x="234627" y="43269"/>
                  <a:pt x="237368" y="42076"/>
                </a:cubicBezTo>
                <a:cubicBezTo>
                  <a:pt x="240108" y="40884"/>
                  <a:pt x="243184" y="40287"/>
                  <a:pt x="246595" y="40287"/>
                </a:cubicBezTo>
                <a:cubicBezTo>
                  <a:pt x="249903" y="40287"/>
                  <a:pt x="252927" y="40884"/>
                  <a:pt x="255668" y="42076"/>
                </a:cubicBezTo>
                <a:cubicBezTo>
                  <a:pt x="258408" y="43269"/>
                  <a:pt x="260786" y="44877"/>
                  <a:pt x="262803" y="46902"/>
                </a:cubicBezTo>
                <a:cubicBezTo>
                  <a:pt x="264819" y="48924"/>
                  <a:pt x="266421" y="51336"/>
                  <a:pt x="267609" y="54136"/>
                </a:cubicBezTo>
                <a:cubicBezTo>
                  <a:pt x="268799" y="56936"/>
                  <a:pt x="269497" y="59893"/>
                  <a:pt x="269703" y="63006"/>
                </a:cubicBezTo>
                <a:moveTo>
                  <a:pt x="282421" y="85270"/>
                </a:moveTo>
                <a:lnTo>
                  <a:pt x="269393" y="85270"/>
                </a:lnTo>
                <a:cubicBezTo>
                  <a:pt x="268256" y="90522"/>
                  <a:pt x="265904" y="94435"/>
                  <a:pt x="262337" y="97010"/>
                </a:cubicBezTo>
                <a:cubicBezTo>
                  <a:pt x="258769" y="99583"/>
                  <a:pt x="254194" y="100870"/>
                  <a:pt x="248611" y="100870"/>
                </a:cubicBezTo>
                <a:cubicBezTo>
                  <a:pt x="244269" y="100870"/>
                  <a:pt x="240495" y="100150"/>
                  <a:pt x="237289" y="98711"/>
                </a:cubicBezTo>
                <a:cubicBezTo>
                  <a:pt x="234085" y="97273"/>
                  <a:pt x="231449" y="95346"/>
                  <a:pt x="229381" y="92932"/>
                </a:cubicBezTo>
                <a:cubicBezTo>
                  <a:pt x="227312" y="90517"/>
                  <a:pt x="225813" y="87743"/>
                  <a:pt x="224882" y="84609"/>
                </a:cubicBezTo>
                <a:cubicBezTo>
                  <a:pt x="223951" y="81475"/>
                  <a:pt x="223538" y="78161"/>
                  <a:pt x="223642" y="74668"/>
                </a:cubicBezTo>
                <a:lnTo>
                  <a:pt x="283661" y="74668"/>
                </a:lnTo>
                <a:cubicBezTo>
                  <a:pt x="283868" y="69794"/>
                  <a:pt x="283428" y="64661"/>
                  <a:pt x="282343" y="59269"/>
                </a:cubicBezTo>
                <a:cubicBezTo>
                  <a:pt x="281257" y="53876"/>
                  <a:pt x="279292" y="48899"/>
                  <a:pt x="276448" y="44336"/>
                </a:cubicBezTo>
                <a:cubicBezTo>
                  <a:pt x="273605" y="39774"/>
                  <a:pt x="269831" y="36015"/>
                  <a:pt x="265127" y="33060"/>
                </a:cubicBezTo>
                <a:cubicBezTo>
                  <a:pt x="260422" y="30103"/>
                  <a:pt x="254503" y="28625"/>
                  <a:pt x="247368" y="28625"/>
                </a:cubicBezTo>
                <a:cubicBezTo>
                  <a:pt x="241889" y="28625"/>
                  <a:pt x="236849" y="29659"/>
                  <a:pt x="232246" y="31728"/>
                </a:cubicBezTo>
                <a:cubicBezTo>
                  <a:pt x="227646" y="33796"/>
                  <a:pt x="223666" y="36692"/>
                  <a:pt x="220305" y="40415"/>
                </a:cubicBezTo>
                <a:cubicBezTo>
                  <a:pt x="216945" y="44137"/>
                  <a:pt x="214334" y="48531"/>
                  <a:pt x="212472" y="53599"/>
                </a:cubicBezTo>
                <a:cubicBezTo>
                  <a:pt x="210612" y="58665"/>
                  <a:pt x="209682" y="64247"/>
                  <a:pt x="209682" y="70347"/>
                </a:cubicBezTo>
                <a:cubicBezTo>
                  <a:pt x="209889" y="76447"/>
                  <a:pt x="210793" y="82083"/>
                  <a:pt x="212396" y="87253"/>
                </a:cubicBezTo>
                <a:cubicBezTo>
                  <a:pt x="213999" y="92423"/>
                  <a:pt x="216403" y="96869"/>
                  <a:pt x="219607" y="100593"/>
                </a:cubicBezTo>
                <a:cubicBezTo>
                  <a:pt x="222813" y="104314"/>
                  <a:pt x="226768" y="107209"/>
                  <a:pt x="231473" y="109278"/>
                </a:cubicBezTo>
                <a:cubicBezTo>
                  <a:pt x="236177" y="111346"/>
                  <a:pt x="241735" y="112380"/>
                  <a:pt x="248145" y="112380"/>
                </a:cubicBezTo>
                <a:cubicBezTo>
                  <a:pt x="257245" y="112380"/>
                  <a:pt x="264793" y="110108"/>
                  <a:pt x="270790" y="105565"/>
                </a:cubicBezTo>
                <a:cubicBezTo>
                  <a:pt x="276786" y="101019"/>
                  <a:pt x="280663" y="94254"/>
                  <a:pt x="282421" y="85270"/>
                </a:cubicBezTo>
                <a:close/>
                <a:moveTo>
                  <a:pt x="342596" y="0"/>
                </a:moveTo>
                <a:lnTo>
                  <a:pt x="342596" y="110714"/>
                </a:lnTo>
                <a:lnTo>
                  <a:pt x="419521" y="110714"/>
                </a:lnTo>
                <a:lnTo>
                  <a:pt x="419521" y="98295"/>
                </a:lnTo>
                <a:lnTo>
                  <a:pt x="357329" y="98295"/>
                </a:lnTo>
                <a:lnTo>
                  <a:pt x="357329" y="59977"/>
                </a:lnTo>
                <a:lnTo>
                  <a:pt x="414868" y="59977"/>
                </a:lnTo>
                <a:lnTo>
                  <a:pt x="414868" y="47557"/>
                </a:lnTo>
                <a:lnTo>
                  <a:pt x="357329" y="47557"/>
                </a:lnTo>
                <a:lnTo>
                  <a:pt x="357329" y="12419"/>
                </a:lnTo>
                <a:lnTo>
                  <a:pt x="419055" y="12419"/>
                </a:lnTo>
                <a:lnTo>
                  <a:pt x="419055" y="0"/>
                </a:lnTo>
                <a:lnTo>
                  <a:pt x="342596" y="0"/>
                </a:lnTo>
                <a:close/>
                <a:moveTo>
                  <a:pt x="435184" y="30488"/>
                </a:moveTo>
                <a:lnTo>
                  <a:pt x="435184" y="110714"/>
                </a:lnTo>
                <a:lnTo>
                  <a:pt x="448368" y="110714"/>
                </a:lnTo>
                <a:lnTo>
                  <a:pt x="448368" y="65417"/>
                </a:lnTo>
                <a:cubicBezTo>
                  <a:pt x="448368" y="61798"/>
                  <a:pt x="448859" y="58463"/>
                  <a:pt x="449840" y="55412"/>
                </a:cubicBezTo>
                <a:cubicBezTo>
                  <a:pt x="450823" y="52360"/>
                  <a:pt x="452297" y="49697"/>
                  <a:pt x="454261" y="47422"/>
                </a:cubicBezTo>
                <a:cubicBezTo>
                  <a:pt x="456225" y="45147"/>
                  <a:pt x="458681" y="43390"/>
                  <a:pt x="461628" y="42150"/>
                </a:cubicBezTo>
                <a:cubicBezTo>
                  <a:pt x="464575" y="40908"/>
                  <a:pt x="468064" y="40287"/>
                  <a:pt x="472097" y="40287"/>
                </a:cubicBezTo>
                <a:cubicBezTo>
                  <a:pt x="477163" y="40287"/>
                  <a:pt x="481143" y="41736"/>
                  <a:pt x="484038" y="44632"/>
                </a:cubicBezTo>
                <a:cubicBezTo>
                  <a:pt x="486933" y="47527"/>
                  <a:pt x="488381" y="51456"/>
                  <a:pt x="488381" y="56420"/>
                </a:cubicBezTo>
                <a:lnTo>
                  <a:pt x="488381" y="110714"/>
                </a:lnTo>
                <a:lnTo>
                  <a:pt x="501565" y="110714"/>
                </a:lnTo>
                <a:lnTo>
                  <a:pt x="501565" y="57953"/>
                </a:lnTo>
                <a:cubicBezTo>
                  <a:pt x="501565" y="53608"/>
                  <a:pt x="501125" y="49651"/>
                  <a:pt x="500247" y="46083"/>
                </a:cubicBezTo>
                <a:cubicBezTo>
                  <a:pt x="499368" y="42514"/>
                  <a:pt x="497842" y="39437"/>
                  <a:pt x="495670" y="36851"/>
                </a:cubicBezTo>
                <a:cubicBezTo>
                  <a:pt x="493499" y="34264"/>
                  <a:pt x="490656" y="32246"/>
                  <a:pt x="487141" y="30798"/>
                </a:cubicBezTo>
                <a:cubicBezTo>
                  <a:pt x="483626" y="29349"/>
                  <a:pt x="479231" y="28625"/>
                  <a:pt x="473957" y="28625"/>
                </a:cubicBezTo>
                <a:cubicBezTo>
                  <a:pt x="462066" y="28625"/>
                  <a:pt x="453381" y="33488"/>
                  <a:pt x="447902" y="43212"/>
                </a:cubicBezTo>
                <a:lnTo>
                  <a:pt x="447592" y="43212"/>
                </a:lnTo>
                <a:lnTo>
                  <a:pt x="447592" y="30488"/>
                </a:lnTo>
                <a:lnTo>
                  <a:pt x="435184" y="30488"/>
                </a:lnTo>
                <a:close/>
                <a:moveTo>
                  <a:pt x="539718" y="30443"/>
                </a:moveTo>
                <a:lnTo>
                  <a:pt x="539718" y="6513"/>
                </a:lnTo>
                <a:lnTo>
                  <a:pt x="526534" y="6513"/>
                </a:lnTo>
                <a:lnTo>
                  <a:pt x="526534" y="30443"/>
                </a:lnTo>
                <a:lnTo>
                  <a:pt x="512886" y="30443"/>
                </a:lnTo>
                <a:lnTo>
                  <a:pt x="512886" y="42105"/>
                </a:lnTo>
                <a:lnTo>
                  <a:pt x="526534" y="42105"/>
                </a:lnTo>
                <a:lnTo>
                  <a:pt x="526534" y="93174"/>
                </a:lnTo>
                <a:cubicBezTo>
                  <a:pt x="526534" y="96899"/>
                  <a:pt x="526896" y="99899"/>
                  <a:pt x="527620" y="102176"/>
                </a:cubicBezTo>
                <a:cubicBezTo>
                  <a:pt x="528344" y="104452"/>
                  <a:pt x="529456" y="106212"/>
                  <a:pt x="530955" y="107456"/>
                </a:cubicBezTo>
                <a:cubicBezTo>
                  <a:pt x="532453" y="108697"/>
                  <a:pt x="534417" y="109551"/>
                  <a:pt x="536847" y="110016"/>
                </a:cubicBezTo>
                <a:cubicBezTo>
                  <a:pt x="539277" y="110482"/>
                  <a:pt x="542198" y="110714"/>
                  <a:pt x="545610" y="110714"/>
                </a:cubicBezTo>
                <a:lnTo>
                  <a:pt x="555692" y="110714"/>
                </a:lnTo>
                <a:lnTo>
                  <a:pt x="555692" y="99052"/>
                </a:lnTo>
                <a:lnTo>
                  <a:pt x="549643" y="99052"/>
                </a:lnTo>
                <a:cubicBezTo>
                  <a:pt x="547574" y="99052"/>
                  <a:pt x="545894" y="98975"/>
                  <a:pt x="544602" y="98820"/>
                </a:cubicBezTo>
                <a:cubicBezTo>
                  <a:pt x="543310" y="98664"/>
                  <a:pt x="542302" y="98328"/>
                  <a:pt x="541578" y="97812"/>
                </a:cubicBezTo>
                <a:cubicBezTo>
                  <a:pt x="540855" y="97295"/>
                  <a:pt x="540364" y="96570"/>
                  <a:pt x="540106" y="95640"/>
                </a:cubicBezTo>
                <a:cubicBezTo>
                  <a:pt x="539847" y="94707"/>
                  <a:pt x="539718" y="93466"/>
                  <a:pt x="539718" y="91915"/>
                </a:cubicBezTo>
                <a:lnTo>
                  <a:pt x="539718" y="42105"/>
                </a:lnTo>
                <a:lnTo>
                  <a:pt x="555692" y="42105"/>
                </a:lnTo>
                <a:lnTo>
                  <a:pt x="555692" y="30443"/>
                </a:lnTo>
                <a:lnTo>
                  <a:pt x="539718" y="30443"/>
                </a:lnTo>
                <a:close/>
                <a:moveTo>
                  <a:pt x="569803" y="30488"/>
                </a:moveTo>
                <a:lnTo>
                  <a:pt x="569803" y="110714"/>
                </a:lnTo>
                <a:lnTo>
                  <a:pt x="582984" y="110714"/>
                </a:lnTo>
                <a:lnTo>
                  <a:pt x="582984" y="75006"/>
                </a:lnTo>
                <a:cubicBezTo>
                  <a:pt x="582984" y="69831"/>
                  <a:pt x="583501" y="65252"/>
                  <a:pt x="584534" y="61269"/>
                </a:cubicBezTo>
                <a:cubicBezTo>
                  <a:pt x="585569" y="57283"/>
                  <a:pt x="587224" y="53894"/>
                  <a:pt x="589499" y="51100"/>
                </a:cubicBezTo>
                <a:cubicBezTo>
                  <a:pt x="591774" y="48304"/>
                  <a:pt x="594773" y="46182"/>
                  <a:pt x="598494" y="44734"/>
                </a:cubicBezTo>
                <a:cubicBezTo>
                  <a:pt x="602216" y="43284"/>
                  <a:pt x="606713" y="42559"/>
                  <a:pt x="611986" y="42559"/>
                </a:cubicBezTo>
                <a:lnTo>
                  <a:pt x="611986" y="28625"/>
                </a:lnTo>
                <a:cubicBezTo>
                  <a:pt x="604853" y="28418"/>
                  <a:pt x="598960" y="29867"/>
                  <a:pt x="594306" y="32970"/>
                </a:cubicBezTo>
                <a:cubicBezTo>
                  <a:pt x="589653" y="36073"/>
                  <a:pt x="585725" y="40884"/>
                  <a:pt x="582520" y="47401"/>
                </a:cubicBezTo>
                <a:lnTo>
                  <a:pt x="582210" y="47401"/>
                </a:lnTo>
                <a:lnTo>
                  <a:pt x="582210" y="30488"/>
                </a:lnTo>
                <a:lnTo>
                  <a:pt x="569803" y="30488"/>
                </a:lnTo>
                <a:close/>
                <a:moveTo>
                  <a:pt x="635872" y="16206"/>
                </a:moveTo>
                <a:lnTo>
                  <a:pt x="635872" y="0"/>
                </a:lnTo>
                <a:lnTo>
                  <a:pt x="622688" y="0"/>
                </a:lnTo>
                <a:lnTo>
                  <a:pt x="622688" y="16206"/>
                </a:lnTo>
                <a:lnTo>
                  <a:pt x="635872" y="16206"/>
                </a:lnTo>
                <a:moveTo>
                  <a:pt x="622688" y="30533"/>
                </a:moveTo>
                <a:lnTo>
                  <a:pt x="622688" y="110714"/>
                </a:lnTo>
                <a:lnTo>
                  <a:pt x="635872" y="110714"/>
                </a:lnTo>
                <a:lnTo>
                  <a:pt x="635872" y="30533"/>
                </a:lnTo>
                <a:lnTo>
                  <a:pt x="622688" y="30533"/>
                </a:lnTo>
                <a:close/>
                <a:moveTo>
                  <a:pt x="712021" y="63006"/>
                </a:moveTo>
                <a:lnTo>
                  <a:pt x="665960" y="63006"/>
                </a:lnTo>
                <a:cubicBezTo>
                  <a:pt x="666166" y="59893"/>
                  <a:pt x="666839" y="56962"/>
                  <a:pt x="667976" y="54214"/>
                </a:cubicBezTo>
                <a:cubicBezTo>
                  <a:pt x="669114" y="51464"/>
                  <a:pt x="670664" y="49052"/>
                  <a:pt x="672629" y="46977"/>
                </a:cubicBezTo>
                <a:cubicBezTo>
                  <a:pt x="674593" y="44903"/>
                  <a:pt x="676945" y="43269"/>
                  <a:pt x="679685" y="42076"/>
                </a:cubicBezTo>
                <a:cubicBezTo>
                  <a:pt x="682426" y="40884"/>
                  <a:pt x="685501" y="40287"/>
                  <a:pt x="688912" y="40287"/>
                </a:cubicBezTo>
                <a:cubicBezTo>
                  <a:pt x="692221" y="40287"/>
                  <a:pt x="695245" y="40884"/>
                  <a:pt x="697986" y="42076"/>
                </a:cubicBezTo>
                <a:cubicBezTo>
                  <a:pt x="700726" y="43269"/>
                  <a:pt x="703104" y="44877"/>
                  <a:pt x="705121" y="46902"/>
                </a:cubicBezTo>
                <a:cubicBezTo>
                  <a:pt x="707137" y="48924"/>
                  <a:pt x="708739" y="51336"/>
                  <a:pt x="709927" y="54136"/>
                </a:cubicBezTo>
                <a:cubicBezTo>
                  <a:pt x="711116" y="56936"/>
                  <a:pt x="711815" y="59893"/>
                  <a:pt x="712021" y="63006"/>
                </a:cubicBezTo>
                <a:moveTo>
                  <a:pt x="724739" y="85270"/>
                </a:moveTo>
                <a:lnTo>
                  <a:pt x="711711" y="85270"/>
                </a:lnTo>
                <a:cubicBezTo>
                  <a:pt x="710574" y="90522"/>
                  <a:pt x="708221" y="94435"/>
                  <a:pt x="704654" y="97010"/>
                </a:cubicBezTo>
                <a:cubicBezTo>
                  <a:pt x="701087" y="99583"/>
                  <a:pt x="696512" y="100870"/>
                  <a:pt x="690929" y="100870"/>
                </a:cubicBezTo>
                <a:cubicBezTo>
                  <a:pt x="686587" y="100870"/>
                  <a:pt x="682813" y="100150"/>
                  <a:pt x="679607" y="98711"/>
                </a:cubicBezTo>
                <a:cubicBezTo>
                  <a:pt x="676403" y="97273"/>
                  <a:pt x="673767" y="95346"/>
                  <a:pt x="671699" y="92932"/>
                </a:cubicBezTo>
                <a:cubicBezTo>
                  <a:pt x="669630" y="90517"/>
                  <a:pt x="668131" y="87743"/>
                  <a:pt x="667200" y="84609"/>
                </a:cubicBezTo>
                <a:cubicBezTo>
                  <a:pt x="666269" y="81475"/>
                  <a:pt x="665856" y="78161"/>
                  <a:pt x="665960" y="74668"/>
                </a:cubicBezTo>
                <a:lnTo>
                  <a:pt x="725979" y="74668"/>
                </a:lnTo>
                <a:cubicBezTo>
                  <a:pt x="726186" y="69794"/>
                  <a:pt x="725746" y="64661"/>
                  <a:pt x="724661" y="59269"/>
                </a:cubicBezTo>
                <a:cubicBezTo>
                  <a:pt x="723575" y="53876"/>
                  <a:pt x="721610" y="48899"/>
                  <a:pt x="718766" y="44336"/>
                </a:cubicBezTo>
                <a:cubicBezTo>
                  <a:pt x="715923" y="39774"/>
                  <a:pt x="712149" y="36015"/>
                  <a:pt x="707444" y="33060"/>
                </a:cubicBezTo>
                <a:cubicBezTo>
                  <a:pt x="702740" y="30103"/>
                  <a:pt x="696820" y="28625"/>
                  <a:pt x="689686" y="28625"/>
                </a:cubicBezTo>
                <a:cubicBezTo>
                  <a:pt x="684207" y="28625"/>
                  <a:pt x="679166" y="29659"/>
                  <a:pt x="674564" y="31728"/>
                </a:cubicBezTo>
                <a:cubicBezTo>
                  <a:pt x="669964" y="33796"/>
                  <a:pt x="665983" y="36692"/>
                  <a:pt x="662623" y="40415"/>
                </a:cubicBezTo>
                <a:cubicBezTo>
                  <a:pt x="659263" y="44137"/>
                  <a:pt x="656652" y="48531"/>
                  <a:pt x="654790" y="53599"/>
                </a:cubicBezTo>
                <a:cubicBezTo>
                  <a:pt x="652930" y="58665"/>
                  <a:pt x="652000" y="64247"/>
                  <a:pt x="652000" y="70347"/>
                </a:cubicBezTo>
                <a:cubicBezTo>
                  <a:pt x="652206" y="76447"/>
                  <a:pt x="653111" y="82083"/>
                  <a:pt x="654714" y="87253"/>
                </a:cubicBezTo>
                <a:cubicBezTo>
                  <a:pt x="656317" y="92423"/>
                  <a:pt x="658721" y="96869"/>
                  <a:pt x="661925" y="100593"/>
                </a:cubicBezTo>
                <a:cubicBezTo>
                  <a:pt x="665131" y="104314"/>
                  <a:pt x="669086" y="107209"/>
                  <a:pt x="673790" y="109278"/>
                </a:cubicBezTo>
                <a:cubicBezTo>
                  <a:pt x="678495" y="111346"/>
                  <a:pt x="684052" y="112380"/>
                  <a:pt x="690462" y="112380"/>
                </a:cubicBezTo>
                <a:cubicBezTo>
                  <a:pt x="699562" y="112380"/>
                  <a:pt x="707111" y="110108"/>
                  <a:pt x="713107" y="105565"/>
                </a:cubicBezTo>
                <a:cubicBezTo>
                  <a:pt x="719104" y="101019"/>
                  <a:pt x="722981" y="94254"/>
                  <a:pt x="724739" y="85270"/>
                </a:cubicBezTo>
                <a:close/>
                <a:moveTo>
                  <a:pt x="747691" y="85421"/>
                </a:moveTo>
                <a:lnTo>
                  <a:pt x="734509" y="85421"/>
                </a:lnTo>
                <a:cubicBezTo>
                  <a:pt x="734716" y="90380"/>
                  <a:pt x="735749" y="94589"/>
                  <a:pt x="737609" y="98049"/>
                </a:cubicBezTo>
                <a:cubicBezTo>
                  <a:pt x="739471" y="101509"/>
                  <a:pt x="741953" y="104298"/>
                  <a:pt x="745054" y="106417"/>
                </a:cubicBezTo>
                <a:cubicBezTo>
                  <a:pt x="748156" y="108534"/>
                  <a:pt x="751723" y="110057"/>
                  <a:pt x="755756" y="110986"/>
                </a:cubicBezTo>
                <a:cubicBezTo>
                  <a:pt x="759788" y="111916"/>
                  <a:pt x="764027" y="112380"/>
                  <a:pt x="768473" y="112380"/>
                </a:cubicBezTo>
                <a:cubicBezTo>
                  <a:pt x="772506" y="112380"/>
                  <a:pt x="776563" y="111992"/>
                  <a:pt x="780646" y="111216"/>
                </a:cubicBezTo>
                <a:cubicBezTo>
                  <a:pt x="784731" y="110441"/>
                  <a:pt x="788401" y="109073"/>
                  <a:pt x="791658" y="107110"/>
                </a:cubicBezTo>
                <a:cubicBezTo>
                  <a:pt x="794916" y="105146"/>
                  <a:pt x="797553" y="102562"/>
                  <a:pt x="799569" y="99357"/>
                </a:cubicBezTo>
                <a:cubicBezTo>
                  <a:pt x="801585" y="96153"/>
                  <a:pt x="802593" y="92122"/>
                  <a:pt x="802593" y="87265"/>
                </a:cubicBezTo>
                <a:cubicBezTo>
                  <a:pt x="802593" y="83440"/>
                  <a:pt x="801843" y="80236"/>
                  <a:pt x="800343" y="77652"/>
                </a:cubicBezTo>
                <a:cubicBezTo>
                  <a:pt x="798844" y="75068"/>
                  <a:pt x="796880" y="72923"/>
                  <a:pt x="794450" y="71217"/>
                </a:cubicBezTo>
                <a:cubicBezTo>
                  <a:pt x="792021" y="69512"/>
                  <a:pt x="789229" y="68143"/>
                  <a:pt x="786075" y="67109"/>
                </a:cubicBezTo>
                <a:cubicBezTo>
                  <a:pt x="782923" y="66076"/>
                  <a:pt x="779693" y="65197"/>
                  <a:pt x="776384" y="64473"/>
                </a:cubicBezTo>
                <a:cubicBezTo>
                  <a:pt x="773281" y="63750"/>
                  <a:pt x="770179" y="63053"/>
                  <a:pt x="767077" y="62381"/>
                </a:cubicBezTo>
                <a:cubicBezTo>
                  <a:pt x="763975" y="61709"/>
                  <a:pt x="761184" y="60882"/>
                  <a:pt x="758702" y="59901"/>
                </a:cubicBezTo>
                <a:cubicBezTo>
                  <a:pt x="756222" y="58918"/>
                  <a:pt x="754180" y="57677"/>
                  <a:pt x="752577" y="56178"/>
                </a:cubicBezTo>
                <a:cubicBezTo>
                  <a:pt x="750975" y="54680"/>
                  <a:pt x="750173" y="52793"/>
                  <a:pt x="750173" y="50520"/>
                </a:cubicBezTo>
                <a:cubicBezTo>
                  <a:pt x="750173" y="48453"/>
                  <a:pt x="750690" y="46774"/>
                  <a:pt x="751723" y="45482"/>
                </a:cubicBezTo>
                <a:cubicBezTo>
                  <a:pt x="752758" y="44190"/>
                  <a:pt x="754102" y="43156"/>
                  <a:pt x="755756" y="42382"/>
                </a:cubicBezTo>
                <a:cubicBezTo>
                  <a:pt x="757411" y="41605"/>
                  <a:pt x="759246" y="41063"/>
                  <a:pt x="761262" y="40753"/>
                </a:cubicBezTo>
                <a:cubicBezTo>
                  <a:pt x="763279" y="40443"/>
                  <a:pt x="765269" y="40287"/>
                  <a:pt x="767233" y="40287"/>
                </a:cubicBezTo>
                <a:cubicBezTo>
                  <a:pt x="769404" y="40287"/>
                  <a:pt x="771549" y="40520"/>
                  <a:pt x="773668" y="40985"/>
                </a:cubicBezTo>
                <a:cubicBezTo>
                  <a:pt x="775788" y="41449"/>
                  <a:pt x="777727" y="42198"/>
                  <a:pt x="779484" y="43231"/>
                </a:cubicBezTo>
                <a:cubicBezTo>
                  <a:pt x="781242" y="44265"/>
                  <a:pt x="782690" y="45633"/>
                  <a:pt x="783827" y="47337"/>
                </a:cubicBezTo>
                <a:cubicBezTo>
                  <a:pt x="784965" y="49041"/>
                  <a:pt x="785637" y="51184"/>
                  <a:pt x="785843" y="53767"/>
                </a:cubicBezTo>
                <a:lnTo>
                  <a:pt x="799027" y="53767"/>
                </a:lnTo>
                <a:cubicBezTo>
                  <a:pt x="798716" y="48904"/>
                  <a:pt x="797682" y="44844"/>
                  <a:pt x="795925" y="41584"/>
                </a:cubicBezTo>
                <a:cubicBezTo>
                  <a:pt x="794167" y="38325"/>
                  <a:pt x="791815" y="35738"/>
                  <a:pt x="788868" y="33824"/>
                </a:cubicBezTo>
                <a:cubicBezTo>
                  <a:pt x="785922" y="31911"/>
                  <a:pt x="782536" y="30566"/>
                  <a:pt x="778711" y="29789"/>
                </a:cubicBezTo>
                <a:cubicBezTo>
                  <a:pt x="774885" y="29013"/>
                  <a:pt x="770697" y="28625"/>
                  <a:pt x="766147" y="28625"/>
                </a:cubicBezTo>
                <a:cubicBezTo>
                  <a:pt x="762632" y="28625"/>
                  <a:pt x="759091" y="29065"/>
                  <a:pt x="755524" y="29943"/>
                </a:cubicBezTo>
                <a:cubicBezTo>
                  <a:pt x="751957" y="30822"/>
                  <a:pt x="748752" y="32166"/>
                  <a:pt x="745909" y="33976"/>
                </a:cubicBezTo>
                <a:cubicBezTo>
                  <a:pt x="743066" y="35784"/>
                  <a:pt x="740739" y="38135"/>
                  <a:pt x="738930" y="41028"/>
                </a:cubicBezTo>
                <a:cubicBezTo>
                  <a:pt x="737120" y="43921"/>
                  <a:pt x="736215" y="47384"/>
                  <a:pt x="736215" y="51415"/>
                </a:cubicBezTo>
                <a:cubicBezTo>
                  <a:pt x="736215" y="56583"/>
                  <a:pt x="737508" y="60614"/>
                  <a:pt x="740092" y="63507"/>
                </a:cubicBezTo>
                <a:cubicBezTo>
                  <a:pt x="742678" y="66401"/>
                  <a:pt x="745909" y="68649"/>
                  <a:pt x="749785" y="70252"/>
                </a:cubicBezTo>
                <a:cubicBezTo>
                  <a:pt x="753663" y="71853"/>
                  <a:pt x="757876" y="73093"/>
                  <a:pt x="762424" y="73972"/>
                </a:cubicBezTo>
                <a:cubicBezTo>
                  <a:pt x="766974" y="74851"/>
                  <a:pt x="771188" y="75833"/>
                  <a:pt x="775064" y="76918"/>
                </a:cubicBezTo>
                <a:cubicBezTo>
                  <a:pt x="778942" y="78002"/>
                  <a:pt x="782173" y="79423"/>
                  <a:pt x="784757" y="81180"/>
                </a:cubicBezTo>
                <a:cubicBezTo>
                  <a:pt x="787343" y="82938"/>
                  <a:pt x="788636" y="85522"/>
                  <a:pt x="788636" y="88933"/>
                </a:cubicBezTo>
                <a:cubicBezTo>
                  <a:pt x="788636" y="91413"/>
                  <a:pt x="788015" y="93455"/>
                  <a:pt x="786773" y="95057"/>
                </a:cubicBezTo>
                <a:cubicBezTo>
                  <a:pt x="785533" y="96659"/>
                  <a:pt x="783956" y="97873"/>
                  <a:pt x="782043" y="98700"/>
                </a:cubicBezTo>
                <a:cubicBezTo>
                  <a:pt x="780131" y="99526"/>
                  <a:pt x="778037" y="100095"/>
                  <a:pt x="775762" y="100406"/>
                </a:cubicBezTo>
                <a:cubicBezTo>
                  <a:pt x="773489" y="100715"/>
                  <a:pt x="771318" y="100870"/>
                  <a:pt x="769249" y="100870"/>
                </a:cubicBezTo>
                <a:cubicBezTo>
                  <a:pt x="766561" y="100870"/>
                  <a:pt x="763950" y="100612"/>
                  <a:pt x="761416" y="100098"/>
                </a:cubicBezTo>
                <a:cubicBezTo>
                  <a:pt x="758883" y="99582"/>
                  <a:pt x="756608" y="98733"/>
                  <a:pt x="754591" y="97549"/>
                </a:cubicBezTo>
                <a:cubicBezTo>
                  <a:pt x="752575" y="96365"/>
                  <a:pt x="750947" y="94768"/>
                  <a:pt x="749707" y="92760"/>
                </a:cubicBezTo>
                <a:cubicBezTo>
                  <a:pt x="748467" y="90751"/>
                  <a:pt x="747795" y="88305"/>
                  <a:pt x="747691" y="85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(PTEs)">
            <a:extLst xmlns:a="http://schemas.openxmlformats.org/drawingml/2006/main">
              <a:ext uri="{FF2B5EF4-FFF2-40B4-BE49-F238E27FC236}">
                <a16:creationId xmlns:a16="http://schemas.microsoft.com/office/drawing/2014/main" id="{228C117A-739F-4FA6-B870-5CC2D8E5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445" y="2959373"/>
            <a:ext cx="427586" cy="144035"/>
          </a:xfrm>
          <a:custGeom xmlns:a="http://schemas.openxmlformats.org/drawingml/2006/main">
            <a:pathLst>
              <a:path w="427586" h="144035">
                <a:moveTo>
                  <a:pt x="24349" y="144035"/>
                </a:moveTo>
                <a:lnTo>
                  <a:pt x="34430" y="144035"/>
                </a:lnTo>
                <a:cubicBezTo>
                  <a:pt x="27089" y="132136"/>
                  <a:pt x="21842" y="120340"/>
                  <a:pt x="18688" y="108648"/>
                </a:cubicBezTo>
                <a:cubicBezTo>
                  <a:pt x="15534" y="96955"/>
                  <a:pt x="13958" y="84589"/>
                  <a:pt x="13958" y="71551"/>
                </a:cubicBezTo>
                <a:cubicBezTo>
                  <a:pt x="13958" y="58824"/>
                  <a:pt x="15508" y="46667"/>
                  <a:pt x="18610" y="35079"/>
                </a:cubicBezTo>
                <a:cubicBezTo>
                  <a:pt x="21713" y="23489"/>
                  <a:pt x="26987" y="11796"/>
                  <a:pt x="34430" y="0"/>
                </a:cubicBezTo>
                <a:lnTo>
                  <a:pt x="24349" y="0"/>
                </a:lnTo>
                <a:cubicBezTo>
                  <a:pt x="16284" y="10657"/>
                  <a:pt x="10209" y="22195"/>
                  <a:pt x="6124" y="34612"/>
                </a:cubicBezTo>
                <a:cubicBezTo>
                  <a:pt x="2041" y="47029"/>
                  <a:pt x="0" y="59342"/>
                  <a:pt x="0" y="71551"/>
                </a:cubicBezTo>
                <a:cubicBezTo>
                  <a:pt x="0" y="78381"/>
                  <a:pt x="569" y="84900"/>
                  <a:pt x="1706" y="91108"/>
                </a:cubicBezTo>
                <a:cubicBezTo>
                  <a:pt x="2844" y="97316"/>
                  <a:pt x="4472" y="103369"/>
                  <a:pt x="6591" y="109268"/>
                </a:cubicBezTo>
                <a:cubicBezTo>
                  <a:pt x="8711" y="115166"/>
                  <a:pt x="11270" y="120986"/>
                  <a:pt x="14268" y="126728"/>
                </a:cubicBezTo>
                <a:cubicBezTo>
                  <a:pt x="17267" y="132471"/>
                  <a:pt x="20627" y="138240"/>
                  <a:pt x="24349" y="144035"/>
                </a:cubicBezTo>
                <a:close/>
                <a:moveTo>
                  <a:pt x="59710" y="55736"/>
                </a:moveTo>
                <a:lnTo>
                  <a:pt x="59710" y="15146"/>
                </a:lnTo>
                <a:lnTo>
                  <a:pt x="88558" y="15146"/>
                </a:lnTo>
                <a:cubicBezTo>
                  <a:pt x="96932" y="15146"/>
                  <a:pt x="103058" y="16875"/>
                  <a:pt x="106934" y="20335"/>
                </a:cubicBezTo>
                <a:cubicBezTo>
                  <a:pt x="110812" y="23795"/>
                  <a:pt x="112751" y="28830"/>
                  <a:pt x="112751" y="35441"/>
                </a:cubicBezTo>
                <a:cubicBezTo>
                  <a:pt x="112751" y="42051"/>
                  <a:pt x="110812" y="47112"/>
                  <a:pt x="106934" y="50624"/>
                </a:cubicBezTo>
                <a:cubicBezTo>
                  <a:pt x="103058" y="54134"/>
                  <a:pt x="96932" y="55838"/>
                  <a:pt x="88558" y="55736"/>
                </a:cubicBezTo>
                <a:lnTo>
                  <a:pt x="59710" y="55736"/>
                </a:lnTo>
                <a:moveTo>
                  <a:pt x="44977" y="2726"/>
                </a:moveTo>
                <a:lnTo>
                  <a:pt x="44977" y="113440"/>
                </a:lnTo>
                <a:lnTo>
                  <a:pt x="59710" y="113440"/>
                </a:lnTo>
                <a:lnTo>
                  <a:pt x="59710" y="68155"/>
                </a:lnTo>
                <a:lnTo>
                  <a:pt x="93521" y="68155"/>
                </a:lnTo>
                <a:cubicBezTo>
                  <a:pt x="104687" y="68259"/>
                  <a:pt x="113140" y="65417"/>
                  <a:pt x="118878" y="59629"/>
                </a:cubicBezTo>
                <a:cubicBezTo>
                  <a:pt x="124616" y="53840"/>
                  <a:pt x="127485" y="45778"/>
                  <a:pt x="127485" y="35441"/>
                </a:cubicBezTo>
                <a:cubicBezTo>
                  <a:pt x="127485" y="25104"/>
                  <a:pt x="124616" y="17067"/>
                  <a:pt x="118878" y="11331"/>
                </a:cubicBezTo>
                <a:cubicBezTo>
                  <a:pt x="113140" y="5594"/>
                  <a:pt x="104687" y="2726"/>
                  <a:pt x="93521" y="2726"/>
                </a:cubicBezTo>
                <a:lnTo>
                  <a:pt x="44977" y="2726"/>
                </a:lnTo>
                <a:close/>
                <a:moveTo>
                  <a:pt x="170601" y="15146"/>
                </a:moveTo>
                <a:lnTo>
                  <a:pt x="170601" y="113440"/>
                </a:lnTo>
                <a:lnTo>
                  <a:pt x="185335" y="113440"/>
                </a:lnTo>
                <a:lnTo>
                  <a:pt x="185335" y="15146"/>
                </a:lnTo>
                <a:lnTo>
                  <a:pt x="222245" y="15146"/>
                </a:lnTo>
                <a:lnTo>
                  <a:pt x="222245" y="2726"/>
                </a:lnTo>
                <a:lnTo>
                  <a:pt x="133688" y="2726"/>
                </a:lnTo>
                <a:lnTo>
                  <a:pt x="133688" y="15146"/>
                </a:lnTo>
                <a:lnTo>
                  <a:pt x="170601" y="15146"/>
                </a:lnTo>
                <a:close/>
                <a:moveTo>
                  <a:pt x="234499" y="2726"/>
                </a:moveTo>
                <a:lnTo>
                  <a:pt x="234499" y="113440"/>
                </a:lnTo>
                <a:lnTo>
                  <a:pt x="311424" y="113440"/>
                </a:lnTo>
                <a:lnTo>
                  <a:pt x="311424" y="101021"/>
                </a:lnTo>
                <a:lnTo>
                  <a:pt x="249233" y="101021"/>
                </a:lnTo>
                <a:lnTo>
                  <a:pt x="249233" y="62703"/>
                </a:lnTo>
                <a:lnTo>
                  <a:pt x="306772" y="62703"/>
                </a:lnTo>
                <a:lnTo>
                  <a:pt x="306772" y="50283"/>
                </a:lnTo>
                <a:lnTo>
                  <a:pt x="249233" y="50283"/>
                </a:lnTo>
                <a:lnTo>
                  <a:pt x="249233" y="15146"/>
                </a:lnTo>
                <a:lnTo>
                  <a:pt x="310958" y="15146"/>
                </a:lnTo>
                <a:lnTo>
                  <a:pt x="310958" y="2726"/>
                </a:lnTo>
                <a:lnTo>
                  <a:pt x="234499" y="2726"/>
                </a:lnTo>
                <a:close/>
                <a:moveTo>
                  <a:pt x="335151" y="88147"/>
                </a:moveTo>
                <a:lnTo>
                  <a:pt x="321969" y="88147"/>
                </a:lnTo>
                <a:cubicBezTo>
                  <a:pt x="322176" y="93106"/>
                  <a:pt x="323209" y="97315"/>
                  <a:pt x="325069" y="100775"/>
                </a:cubicBezTo>
                <a:cubicBezTo>
                  <a:pt x="326931" y="104235"/>
                  <a:pt x="329413" y="107024"/>
                  <a:pt x="332514" y="109143"/>
                </a:cubicBezTo>
                <a:cubicBezTo>
                  <a:pt x="335616" y="111260"/>
                  <a:pt x="339183" y="112783"/>
                  <a:pt x="343216" y="113713"/>
                </a:cubicBezTo>
                <a:cubicBezTo>
                  <a:pt x="347248" y="114642"/>
                  <a:pt x="351487" y="115106"/>
                  <a:pt x="355933" y="115106"/>
                </a:cubicBezTo>
                <a:cubicBezTo>
                  <a:pt x="359966" y="115106"/>
                  <a:pt x="364024" y="114718"/>
                  <a:pt x="368107" y="113942"/>
                </a:cubicBezTo>
                <a:cubicBezTo>
                  <a:pt x="372191" y="113168"/>
                  <a:pt x="375862" y="111799"/>
                  <a:pt x="379118" y="109836"/>
                </a:cubicBezTo>
                <a:cubicBezTo>
                  <a:pt x="382376" y="107872"/>
                  <a:pt x="385013" y="105288"/>
                  <a:pt x="387029" y="102084"/>
                </a:cubicBezTo>
                <a:cubicBezTo>
                  <a:pt x="389045" y="98879"/>
                  <a:pt x="390053" y="94848"/>
                  <a:pt x="390053" y="89991"/>
                </a:cubicBezTo>
                <a:cubicBezTo>
                  <a:pt x="390053" y="86167"/>
                  <a:pt x="389303" y="82962"/>
                  <a:pt x="387803" y="80378"/>
                </a:cubicBezTo>
                <a:cubicBezTo>
                  <a:pt x="386304" y="77794"/>
                  <a:pt x="384340" y="75649"/>
                  <a:pt x="381910" y="73944"/>
                </a:cubicBezTo>
                <a:cubicBezTo>
                  <a:pt x="379481" y="72238"/>
                  <a:pt x="376689" y="70869"/>
                  <a:pt x="373535" y="69835"/>
                </a:cubicBezTo>
                <a:cubicBezTo>
                  <a:pt x="370383" y="68802"/>
                  <a:pt x="367153" y="67923"/>
                  <a:pt x="363845" y="67199"/>
                </a:cubicBezTo>
                <a:cubicBezTo>
                  <a:pt x="360741" y="66477"/>
                  <a:pt x="357639" y="65779"/>
                  <a:pt x="354537" y="65107"/>
                </a:cubicBezTo>
                <a:cubicBezTo>
                  <a:pt x="351435" y="64435"/>
                  <a:pt x="348644" y="63608"/>
                  <a:pt x="346162" y="62627"/>
                </a:cubicBezTo>
                <a:cubicBezTo>
                  <a:pt x="343682" y="61644"/>
                  <a:pt x="341640" y="60403"/>
                  <a:pt x="340038" y="58904"/>
                </a:cubicBezTo>
                <a:cubicBezTo>
                  <a:pt x="338435" y="57406"/>
                  <a:pt x="337633" y="55520"/>
                  <a:pt x="337633" y="53246"/>
                </a:cubicBezTo>
                <a:cubicBezTo>
                  <a:pt x="337633" y="51179"/>
                  <a:pt x="338150" y="49500"/>
                  <a:pt x="339183" y="48208"/>
                </a:cubicBezTo>
                <a:cubicBezTo>
                  <a:pt x="340218" y="46916"/>
                  <a:pt x="341562" y="45882"/>
                  <a:pt x="343216" y="45108"/>
                </a:cubicBezTo>
                <a:cubicBezTo>
                  <a:pt x="344871" y="44332"/>
                  <a:pt x="346706" y="43789"/>
                  <a:pt x="348723" y="43480"/>
                </a:cubicBezTo>
                <a:cubicBezTo>
                  <a:pt x="350739" y="43169"/>
                  <a:pt x="352729" y="43013"/>
                  <a:pt x="354693" y="43013"/>
                </a:cubicBezTo>
                <a:cubicBezTo>
                  <a:pt x="356864" y="43013"/>
                  <a:pt x="359009" y="43246"/>
                  <a:pt x="361128" y="43712"/>
                </a:cubicBezTo>
                <a:cubicBezTo>
                  <a:pt x="363248" y="44175"/>
                  <a:pt x="365187" y="44924"/>
                  <a:pt x="366945" y="45957"/>
                </a:cubicBezTo>
                <a:cubicBezTo>
                  <a:pt x="368702" y="46991"/>
                  <a:pt x="370150" y="48359"/>
                  <a:pt x="371287" y="50063"/>
                </a:cubicBezTo>
                <a:cubicBezTo>
                  <a:pt x="372425" y="51767"/>
                  <a:pt x="373097" y="53910"/>
                  <a:pt x="373303" y="56493"/>
                </a:cubicBezTo>
                <a:lnTo>
                  <a:pt x="386487" y="56493"/>
                </a:lnTo>
                <a:cubicBezTo>
                  <a:pt x="386176" y="51631"/>
                  <a:pt x="385142" y="47570"/>
                  <a:pt x="383385" y="44310"/>
                </a:cubicBezTo>
                <a:cubicBezTo>
                  <a:pt x="381627" y="41051"/>
                  <a:pt x="379275" y="38464"/>
                  <a:pt x="376328" y="36551"/>
                </a:cubicBezTo>
                <a:cubicBezTo>
                  <a:pt x="373382" y="34637"/>
                  <a:pt x="369997" y="33292"/>
                  <a:pt x="366171" y="32516"/>
                </a:cubicBezTo>
                <a:cubicBezTo>
                  <a:pt x="362345" y="31739"/>
                  <a:pt x="358157" y="31351"/>
                  <a:pt x="353607" y="31351"/>
                </a:cubicBezTo>
                <a:cubicBezTo>
                  <a:pt x="350092" y="31351"/>
                  <a:pt x="346551" y="31791"/>
                  <a:pt x="342984" y="32670"/>
                </a:cubicBezTo>
                <a:cubicBezTo>
                  <a:pt x="339417" y="33548"/>
                  <a:pt x="336212" y="34892"/>
                  <a:pt x="333369" y="36702"/>
                </a:cubicBezTo>
                <a:cubicBezTo>
                  <a:pt x="330526" y="38510"/>
                  <a:pt x="328200" y="40861"/>
                  <a:pt x="326390" y="43754"/>
                </a:cubicBezTo>
                <a:cubicBezTo>
                  <a:pt x="324580" y="46648"/>
                  <a:pt x="323676" y="50110"/>
                  <a:pt x="323676" y="54141"/>
                </a:cubicBezTo>
                <a:cubicBezTo>
                  <a:pt x="323676" y="59309"/>
                  <a:pt x="324968" y="63340"/>
                  <a:pt x="327552" y="66234"/>
                </a:cubicBezTo>
                <a:cubicBezTo>
                  <a:pt x="330138" y="69127"/>
                  <a:pt x="333369" y="71375"/>
                  <a:pt x="337245" y="72978"/>
                </a:cubicBezTo>
                <a:cubicBezTo>
                  <a:pt x="341123" y="74579"/>
                  <a:pt x="345336" y="75819"/>
                  <a:pt x="349885" y="76698"/>
                </a:cubicBezTo>
                <a:cubicBezTo>
                  <a:pt x="354435" y="77577"/>
                  <a:pt x="358648" y="78559"/>
                  <a:pt x="362524" y="79644"/>
                </a:cubicBezTo>
                <a:cubicBezTo>
                  <a:pt x="366402" y="80728"/>
                  <a:pt x="369633" y="82149"/>
                  <a:pt x="372217" y="83907"/>
                </a:cubicBezTo>
                <a:cubicBezTo>
                  <a:pt x="374803" y="85664"/>
                  <a:pt x="376096" y="88248"/>
                  <a:pt x="376096" y="91659"/>
                </a:cubicBezTo>
                <a:cubicBezTo>
                  <a:pt x="376096" y="94139"/>
                  <a:pt x="375475" y="96181"/>
                  <a:pt x="374233" y="97784"/>
                </a:cubicBezTo>
                <a:cubicBezTo>
                  <a:pt x="372993" y="99385"/>
                  <a:pt x="371417" y="100599"/>
                  <a:pt x="369503" y="101426"/>
                </a:cubicBezTo>
                <a:cubicBezTo>
                  <a:pt x="367591" y="102252"/>
                  <a:pt x="365497" y="102821"/>
                  <a:pt x="363222" y="103132"/>
                </a:cubicBezTo>
                <a:cubicBezTo>
                  <a:pt x="360949" y="103441"/>
                  <a:pt x="358778" y="103596"/>
                  <a:pt x="356710" y="103596"/>
                </a:cubicBezTo>
                <a:cubicBezTo>
                  <a:pt x="354021" y="103596"/>
                  <a:pt x="351410" y="103339"/>
                  <a:pt x="348876" y="102824"/>
                </a:cubicBezTo>
                <a:cubicBezTo>
                  <a:pt x="346343" y="102308"/>
                  <a:pt x="344068" y="101459"/>
                  <a:pt x="342051" y="100276"/>
                </a:cubicBezTo>
                <a:cubicBezTo>
                  <a:pt x="340035" y="99091"/>
                  <a:pt x="338407" y="97494"/>
                  <a:pt x="337167" y="95486"/>
                </a:cubicBezTo>
                <a:cubicBezTo>
                  <a:pt x="335927" y="93477"/>
                  <a:pt x="335255" y="91031"/>
                  <a:pt x="335151" y="88147"/>
                </a:cubicBezTo>
                <a:close/>
                <a:moveTo>
                  <a:pt x="393309" y="144035"/>
                </a:moveTo>
                <a:lnTo>
                  <a:pt x="403235" y="144035"/>
                </a:lnTo>
                <a:cubicBezTo>
                  <a:pt x="411300" y="133377"/>
                  <a:pt x="417374" y="121867"/>
                  <a:pt x="421459" y="109503"/>
                </a:cubicBezTo>
                <a:cubicBezTo>
                  <a:pt x="425544" y="97137"/>
                  <a:pt x="427586" y="84848"/>
                  <a:pt x="427586" y="72637"/>
                </a:cubicBezTo>
                <a:cubicBezTo>
                  <a:pt x="427586" y="65809"/>
                  <a:pt x="427017" y="59291"/>
                  <a:pt x="425880" y="53083"/>
                </a:cubicBezTo>
                <a:cubicBezTo>
                  <a:pt x="424742" y="46873"/>
                  <a:pt x="423113" y="40794"/>
                  <a:pt x="420993" y="34844"/>
                </a:cubicBezTo>
                <a:cubicBezTo>
                  <a:pt x="418874" y="28895"/>
                  <a:pt x="416315" y="23049"/>
                  <a:pt x="413316" y="17306"/>
                </a:cubicBezTo>
                <a:cubicBezTo>
                  <a:pt x="410318" y="11563"/>
                  <a:pt x="406958" y="5795"/>
                  <a:pt x="403235" y="0"/>
                </a:cubicBezTo>
                <a:lnTo>
                  <a:pt x="393309" y="0"/>
                </a:lnTo>
                <a:cubicBezTo>
                  <a:pt x="400548" y="11899"/>
                  <a:pt x="405743" y="23720"/>
                  <a:pt x="408895" y="35464"/>
                </a:cubicBezTo>
                <a:cubicBezTo>
                  <a:pt x="412049" y="47208"/>
                  <a:pt x="413626" y="59599"/>
                  <a:pt x="413626" y="72637"/>
                </a:cubicBezTo>
                <a:cubicBezTo>
                  <a:pt x="413626" y="85262"/>
                  <a:pt x="412075" y="97395"/>
                  <a:pt x="408973" y="109036"/>
                </a:cubicBezTo>
                <a:cubicBezTo>
                  <a:pt x="405872" y="120676"/>
                  <a:pt x="400650" y="132342"/>
                  <a:pt x="393309" y="144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2BC47-7DED-4B47-AE19-BE5221E6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3" y="1727823"/>
            <a:ext cx="1033186" cy="234938"/>
          </a:xfrm>
          <a:custGeom xmlns:a="http://schemas.openxmlformats.org/drawingml/2006/main">
            <a:pathLst>
              <a:path w="1033186" h="234938">
                <a:moveTo>
                  <a:pt x="0" y="234938"/>
                </a:moveTo>
                <a:lnTo>
                  <a:pt x="1033186" y="234938"/>
                </a:lnTo>
                <a:lnTo>
                  <a:pt x="1033186" y="0"/>
                </a:lnTo>
                <a:lnTo>
                  <a:pt x="0" y="0"/>
                </a:lnTo>
                <a:lnTo>
                  <a:pt x="0" y="234938"/>
                </a:lnTo>
                <a:close/>
              </a:path>
            </a:pathLst>
          </a:custGeom>
          <a:solidFill xmlns:a="http://schemas.openxmlformats.org/drawingml/2006/main">
            <a:srgbClr val="FBF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3B3EE-9DFB-4B76-AEE0-CE03918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5" y="1727825"/>
            <a:ext cx="1033185" cy="234939"/>
          </a:xfrm>
          <a:custGeom xmlns:a="http://schemas.openxmlformats.org/drawingml/2006/main">
            <a:pathLst>
              <a:path w="1033185" h="234939" fill="none">
                <a:moveTo>
                  <a:pt x="0" y="0"/>
                </a:moveTo>
                <a:lnTo>
                  <a:pt x="1033185" y="0"/>
                </a:lnTo>
                <a:lnTo>
                  <a:pt x="1033185" y="234939"/>
                </a:lnTo>
                <a:lnTo>
                  <a:pt x="0" y="2349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42" name="Text 0x1">
            <a:extLst xmlns:a="http://schemas.openxmlformats.org/drawingml/2006/main">
              <a:ext uri="{FF2B5EF4-FFF2-40B4-BE49-F238E27FC236}">
                <a16:creationId xmlns:a16="http://schemas.microsoft.com/office/drawing/2014/main" id="{D61F6851-5DD8-484B-8EF1-7726D1E7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81" y="1789834"/>
            <a:ext cx="215264" cy="111623"/>
          </a:xfrm>
          <a:custGeom xmlns:a="http://schemas.openxmlformats.org/drawingml/2006/main">
            <a:pathLst>
              <a:path w="215264" h="111623">
                <a:moveTo>
                  <a:pt x="13958" y="55809"/>
                </a:moveTo>
                <a:cubicBezTo>
                  <a:pt x="13958" y="53124"/>
                  <a:pt x="13984" y="50156"/>
                  <a:pt x="14036" y="46904"/>
                </a:cubicBezTo>
                <a:cubicBezTo>
                  <a:pt x="14088" y="43651"/>
                  <a:pt x="14346" y="40398"/>
                  <a:pt x="14810" y="37145"/>
                </a:cubicBezTo>
                <a:cubicBezTo>
                  <a:pt x="15275" y="33891"/>
                  <a:pt x="15947" y="30716"/>
                  <a:pt x="16826" y="27617"/>
                </a:cubicBezTo>
                <a:cubicBezTo>
                  <a:pt x="17705" y="24519"/>
                  <a:pt x="18997" y="21808"/>
                  <a:pt x="20702" y="19486"/>
                </a:cubicBezTo>
                <a:cubicBezTo>
                  <a:pt x="22409" y="17162"/>
                  <a:pt x="24555" y="15277"/>
                  <a:pt x="27139" y="13832"/>
                </a:cubicBezTo>
                <a:cubicBezTo>
                  <a:pt x="29725" y="12385"/>
                  <a:pt x="32879" y="11662"/>
                  <a:pt x="36600" y="11662"/>
                </a:cubicBezTo>
                <a:cubicBezTo>
                  <a:pt x="40322" y="11662"/>
                  <a:pt x="43475" y="12385"/>
                  <a:pt x="46059" y="13832"/>
                </a:cubicBezTo>
                <a:cubicBezTo>
                  <a:pt x="48645" y="15277"/>
                  <a:pt x="50791" y="17162"/>
                  <a:pt x="52496" y="19486"/>
                </a:cubicBezTo>
                <a:cubicBezTo>
                  <a:pt x="54203" y="21808"/>
                  <a:pt x="55496" y="24519"/>
                  <a:pt x="56375" y="27617"/>
                </a:cubicBezTo>
                <a:cubicBezTo>
                  <a:pt x="57253" y="30716"/>
                  <a:pt x="57925" y="33891"/>
                  <a:pt x="58389" y="37145"/>
                </a:cubicBezTo>
                <a:cubicBezTo>
                  <a:pt x="58854" y="40398"/>
                  <a:pt x="59113" y="43651"/>
                  <a:pt x="59165" y="46904"/>
                </a:cubicBezTo>
                <a:cubicBezTo>
                  <a:pt x="59217" y="50156"/>
                  <a:pt x="59243" y="53124"/>
                  <a:pt x="59243" y="55809"/>
                </a:cubicBezTo>
                <a:cubicBezTo>
                  <a:pt x="59243" y="59941"/>
                  <a:pt x="59114" y="64563"/>
                  <a:pt x="58855" y="69674"/>
                </a:cubicBezTo>
                <a:cubicBezTo>
                  <a:pt x="58596" y="74786"/>
                  <a:pt x="57769" y="79588"/>
                  <a:pt x="56372" y="84082"/>
                </a:cubicBezTo>
                <a:cubicBezTo>
                  <a:pt x="54978" y="88573"/>
                  <a:pt x="52730" y="92368"/>
                  <a:pt x="49628" y="95467"/>
                </a:cubicBezTo>
                <a:cubicBezTo>
                  <a:pt x="46526" y="98564"/>
                  <a:pt x="42184" y="100112"/>
                  <a:pt x="36600" y="100112"/>
                </a:cubicBezTo>
                <a:cubicBezTo>
                  <a:pt x="31017" y="100112"/>
                  <a:pt x="26674" y="98564"/>
                  <a:pt x="23573" y="95467"/>
                </a:cubicBezTo>
                <a:cubicBezTo>
                  <a:pt x="20471" y="92368"/>
                  <a:pt x="18222" y="88573"/>
                  <a:pt x="16826" y="84082"/>
                </a:cubicBezTo>
                <a:cubicBezTo>
                  <a:pt x="15431" y="79588"/>
                  <a:pt x="14604" y="74786"/>
                  <a:pt x="14346" y="69674"/>
                </a:cubicBezTo>
                <a:cubicBezTo>
                  <a:pt x="14087" y="64563"/>
                  <a:pt x="13958" y="59941"/>
                  <a:pt x="13958" y="55809"/>
                </a:cubicBezTo>
                <a:moveTo>
                  <a:pt x="0" y="55968"/>
                </a:moveTo>
                <a:cubicBezTo>
                  <a:pt x="0" y="59997"/>
                  <a:pt x="103" y="64183"/>
                  <a:pt x="310" y="68524"/>
                </a:cubicBezTo>
                <a:cubicBezTo>
                  <a:pt x="517" y="72864"/>
                  <a:pt x="1033" y="77102"/>
                  <a:pt x="1860" y="81237"/>
                </a:cubicBezTo>
                <a:cubicBezTo>
                  <a:pt x="2688" y="85371"/>
                  <a:pt x="3878" y="89272"/>
                  <a:pt x="5429" y="92942"/>
                </a:cubicBezTo>
                <a:cubicBezTo>
                  <a:pt x="6980" y="96611"/>
                  <a:pt x="9099" y="99842"/>
                  <a:pt x="11788" y="102633"/>
                </a:cubicBezTo>
                <a:cubicBezTo>
                  <a:pt x="14476" y="105422"/>
                  <a:pt x="17862" y="107618"/>
                  <a:pt x="21945" y="109221"/>
                </a:cubicBezTo>
                <a:cubicBezTo>
                  <a:pt x="26029" y="110822"/>
                  <a:pt x="30914" y="111623"/>
                  <a:pt x="36600" y="111623"/>
                </a:cubicBezTo>
                <a:cubicBezTo>
                  <a:pt x="42392" y="111623"/>
                  <a:pt x="47303" y="110822"/>
                  <a:pt x="51334" y="109221"/>
                </a:cubicBezTo>
                <a:cubicBezTo>
                  <a:pt x="55367" y="107618"/>
                  <a:pt x="58727" y="105422"/>
                  <a:pt x="61415" y="102633"/>
                </a:cubicBezTo>
                <a:cubicBezTo>
                  <a:pt x="64104" y="99842"/>
                  <a:pt x="66223" y="96611"/>
                  <a:pt x="67774" y="92942"/>
                </a:cubicBezTo>
                <a:cubicBezTo>
                  <a:pt x="69325" y="89272"/>
                  <a:pt x="70514" y="85371"/>
                  <a:pt x="71340" y="81237"/>
                </a:cubicBezTo>
                <a:cubicBezTo>
                  <a:pt x="72169" y="77102"/>
                  <a:pt x="72686" y="72864"/>
                  <a:pt x="72893" y="68524"/>
                </a:cubicBezTo>
                <a:cubicBezTo>
                  <a:pt x="73100" y="64183"/>
                  <a:pt x="73203" y="59997"/>
                  <a:pt x="73203" y="55968"/>
                </a:cubicBezTo>
                <a:cubicBezTo>
                  <a:pt x="73203" y="51937"/>
                  <a:pt x="73100" y="47751"/>
                  <a:pt x="72893" y="43411"/>
                </a:cubicBezTo>
                <a:cubicBezTo>
                  <a:pt x="72686" y="39069"/>
                  <a:pt x="72169" y="34832"/>
                  <a:pt x="71340" y="30698"/>
                </a:cubicBezTo>
                <a:cubicBezTo>
                  <a:pt x="70514" y="26563"/>
                  <a:pt x="69325" y="22636"/>
                  <a:pt x="67774" y="18915"/>
                </a:cubicBezTo>
                <a:cubicBezTo>
                  <a:pt x="66223" y="15194"/>
                  <a:pt x="64104" y="11937"/>
                  <a:pt x="61415" y="9147"/>
                </a:cubicBezTo>
                <a:cubicBezTo>
                  <a:pt x="58727" y="6356"/>
                  <a:pt x="55341" y="4133"/>
                  <a:pt x="51256" y="2480"/>
                </a:cubicBezTo>
                <a:cubicBezTo>
                  <a:pt x="47173" y="827"/>
                  <a:pt x="42288" y="0"/>
                  <a:pt x="36600" y="0"/>
                </a:cubicBezTo>
                <a:cubicBezTo>
                  <a:pt x="30914" y="0"/>
                  <a:pt x="26029" y="827"/>
                  <a:pt x="21945" y="2480"/>
                </a:cubicBezTo>
                <a:cubicBezTo>
                  <a:pt x="17862" y="4133"/>
                  <a:pt x="14476" y="6356"/>
                  <a:pt x="11788" y="9147"/>
                </a:cubicBezTo>
                <a:cubicBezTo>
                  <a:pt x="9099" y="11937"/>
                  <a:pt x="6980" y="15194"/>
                  <a:pt x="5429" y="18915"/>
                </a:cubicBezTo>
                <a:cubicBezTo>
                  <a:pt x="3878" y="22636"/>
                  <a:pt x="2688" y="26563"/>
                  <a:pt x="1860" y="30698"/>
                </a:cubicBezTo>
                <a:cubicBezTo>
                  <a:pt x="1033" y="34832"/>
                  <a:pt x="517" y="39069"/>
                  <a:pt x="310" y="43411"/>
                </a:cubicBezTo>
                <a:cubicBezTo>
                  <a:pt x="103" y="47751"/>
                  <a:pt x="0" y="51937"/>
                  <a:pt x="0" y="55968"/>
                </a:cubicBezTo>
                <a:close/>
                <a:moveTo>
                  <a:pt x="111200" y="67805"/>
                </a:moveTo>
                <a:lnTo>
                  <a:pt x="81112" y="109957"/>
                </a:lnTo>
                <a:lnTo>
                  <a:pt x="97086" y="109957"/>
                </a:lnTo>
                <a:lnTo>
                  <a:pt x="119419" y="76793"/>
                </a:lnTo>
                <a:lnTo>
                  <a:pt x="141751" y="109957"/>
                </a:lnTo>
                <a:lnTo>
                  <a:pt x="158657" y="109957"/>
                </a:lnTo>
                <a:lnTo>
                  <a:pt x="127640" y="66721"/>
                </a:lnTo>
                <a:lnTo>
                  <a:pt x="155245" y="29837"/>
                </a:lnTo>
                <a:lnTo>
                  <a:pt x="139425" y="29837"/>
                </a:lnTo>
                <a:lnTo>
                  <a:pt x="119419" y="57887"/>
                </a:lnTo>
                <a:lnTo>
                  <a:pt x="100188" y="29837"/>
                </a:lnTo>
                <a:lnTo>
                  <a:pt x="83282" y="29837"/>
                </a:lnTo>
                <a:lnTo>
                  <a:pt x="111200" y="67805"/>
                </a:lnTo>
                <a:close/>
                <a:moveTo>
                  <a:pt x="215264" y="109957"/>
                </a:moveTo>
                <a:lnTo>
                  <a:pt x="215264" y="0"/>
                </a:lnTo>
                <a:lnTo>
                  <a:pt x="205183" y="0"/>
                </a:lnTo>
                <a:cubicBezTo>
                  <a:pt x="204459" y="4130"/>
                  <a:pt x="203115" y="7538"/>
                  <a:pt x="201151" y="10223"/>
                </a:cubicBezTo>
                <a:cubicBezTo>
                  <a:pt x="199186" y="12907"/>
                  <a:pt x="196782" y="15023"/>
                  <a:pt x="193937" y="16573"/>
                </a:cubicBezTo>
                <a:cubicBezTo>
                  <a:pt x="191094" y="18120"/>
                  <a:pt x="187915" y="19178"/>
                  <a:pt x="184400" y="19746"/>
                </a:cubicBezTo>
                <a:cubicBezTo>
                  <a:pt x="180885" y="20314"/>
                  <a:pt x="177267" y="20598"/>
                  <a:pt x="173545" y="20598"/>
                </a:cubicBezTo>
                <a:lnTo>
                  <a:pt x="173545" y="31200"/>
                </a:lnTo>
                <a:lnTo>
                  <a:pt x="202081" y="31200"/>
                </a:lnTo>
                <a:lnTo>
                  <a:pt x="202081" y="109957"/>
                </a:lnTo>
                <a:lnTo>
                  <a:pt x="215264" y="109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3C2CC-2260-4624-82A5-35283E9D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3" y="1965253"/>
            <a:ext cx="1033186" cy="234938"/>
          </a:xfrm>
          <a:custGeom xmlns:a="http://schemas.openxmlformats.org/drawingml/2006/main">
            <a:pathLst>
              <a:path w="1033186" h="234938">
                <a:moveTo>
                  <a:pt x="0" y="234938"/>
                </a:moveTo>
                <a:lnTo>
                  <a:pt x="1033186" y="234938"/>
                </a:lnTo>
                <a:lnTo>
                  <a:pt x="1033186" y="0"/>
                </a:lnTo>
                <a:lnTo>
                  <a:pt x="0" y="0"/>
                </a:lnTo>
                <a:lnTo>
                  <a:pt x="0" y="234938"/>
                </a:lnTo>
                <a:close/>
              </a:path>
            </a:pathLst>
          </a:custGeom>
          <a:solidFill xmlns:a="http://schemas.openxmlformats.org/drawingml/2006/main">
            <a:srgbClr val="F9BF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DC455-93E9-4B09-A2F6-920297E7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5" y="1965251"/>
            <a:ext cx="1033185" cy="234939"/>
          </a:xfrm>
          <a:custGeom xmlns:a="http://schemas.openxmlformats.org/drawingml/2006/main">
            <a:pathLst>
              <a:path w="1033185" h="234939" fill="none">
                <a:moveTo>
                  <a:pt x="0" y="0"/>
                </a:moveTo>
                <a:lnTo>
                  <a:pt x="1033185" y="0"/>
                </a:lnTo>
                <a:lnTo>
                  <a:pt x="1033185" y="234939"/>
                </a:lnTo>
                <a:lnTo>
                  <a:pt x="0" y="2349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45" name="Text 0x2">
            <a:extLst xmlns:a="http://schemas.openxmlformats.org/drawingml/2006/main">
              <a:ext uri="{FF2B5EF4-FFF2-40B4-BE49-F238E27FC236}">
                <a16:creationId xmlns:a16="http://schemas.microsoft.com/office/drawing/2014/main" id="{6DF4F550-59CF-4F95-AB34-3B3F6671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81" y="2027260"/>
            <a:ext cx="236667" cy="111623"/>
          </a:xfrm>
          <a:custGeom xmlns:a="http://schemas.openxmlformats.org/drawingml/2006/main">
            <a:pathLst>
              <a:path w="236667" h="111623">
                <a:moveTo>
                  <a:pt x="13958" y="55809"/>
                </a:moveTo>
                <a:cubicBezTo>
                  <a:pt x="13958" y="53124"/>
                  <a:pt x="13984" y="50156"/>
                  <a:pt x="14036" y="46904"/>
                </a:cubicBezTo>
                <a:cubicBezTo>
                  <a:pt x="14088" y="43651"/>
                  <a:pt x="14346" y="40398"/>
                  <a:pt x="14810" y="37145"/>
                </a:cubicBezTo>
                <a:cubicBezTo>
                  <a:pt x="15275" y="33891"/>
                  <a:pt x="15947" y="30716"/>
                  <a:pt x="16826" y="27617"/>
                </a:cubicBezTo>
                <a:cubicBezTo>
                  <a:pt x="17705" y="24519"/>
                  <a:pt x="18997" y="21808"/>
                  <a:pt x="20702" y="19486"/>
                </a:cubicBezTo>
                <a:cubicBezTo>
                  <a:pt x="22409" y="17162"/>
                  <a:pt x="24555" y="15277"/>
                  <a:pt x="27139" y="13832"/>
                </a:cubicBezTo>
                <a:cubicBezTo>
                  <a:pt x="29725" y="12385"/>
                  <a:pt x="32879" y="11662"/>
                  <a:pt x="36600" y="11662"/>
                </a:cubicBezTo>
                <a:cubicBezTo>
                  <a:pt x="40322" y="11662"/>
                  <a:pt x="43475" y="12385"/>
                  <a:pt x="46059" y="13832"/>
                </a:cubicBezTo>
                <a:cubicBezTo>
                  <a:pt x="48645" y="15277"/>
                  <a:pt x="50791" y="17162"/>
                  <a:pt x="52496" y="19486"/>
                </a:cubicBezTo>
                <a:cubicBezTo>
                  <a:pt x="54203" y="21808"/>
                  <a:pt x="55496" y="24519"/>
                  <a:pt x="56375" y="27617"/>
                </a:cubicBezTo>
                <a:cubicBezTo>
                  <a:pt x="57253" y="30716"/>
                  <a:pt x="57925" y="33891"/>
                  <a:pt x="58389" y="37145"/>
                </a:cubicBezTo>
                <a:cubicBezTo>
                  <a:pt x="58854" y="40398"/>
                  <a:pt x="59113" y="43651"/>
                  <a:pt x="59165" y="46904"/>
                </a:cubicBezTo>
                <a:cubicBezTo>
                  <a:pt x="59217" y="50156"/>
                  <a:pt x="59243" y="53124"/>
                  <a:pt x="59243" y="55809"/>
                </a:cubicBezTo>
                <a:cubicBezTo>
                  <a:pt x="59243" y="59941"/>
                  <a:pt x="59114" y="64563"/>
                  <a:pt x="58855" y="69674"/>
                </a:cubicBezTo>
                <a:cubicBezTo>
                  <a:pt x="58596" y="74786"/>
                  <a:pt x="57769" y="79588"/>
                  <a:pt x="56372" y="84082"/>
                </a:cubicBezTo>
                <a:cubicBezTo>
                  <a:pt x="54978" y="88573"/>
                  <a:pt x="52730" y="92368"/>
                  <a:pt x="49628" y="95467"/>
                </a:cubicBezTo>
                <a:cubicBezTo>
                  <a:pt x="46526" y="98564"/>
                  <a:pt x="42184" y="100112"/>
                  <a:pt x="36600" y="100112"/>
                </a:cubicBezTo>
                <a:cubicBezTo>
                  <a:pt x="31017" y="100112"/>
                  <a:pt x="26674" y="98564"/>
                  <a:pt x="23573" y="95467"/>
                </a:cubicBezTo>
                <a:cubicBezTo>
                  <a:pt x="20471" y="92368"/>
                  <a:pt x="18222" y="88573"/>
                  <a:pt x="16826" y="84082"/>
                </a:cubicBezTo>
                <a:cubicBezTo>
                  <a:pt x="15431" y="79588"/>
                  <a:pt x="14604" y="74786"/>
                  <a:pt x="14346" y="69674"/>
                </a:cubicBezTo>
                <a:cubicBezTo>
                  <a:pt x="14087" y="64563"/>
                  <a:pt x="13958" y="59941"/>
                  <a:pt x="13958" y="55809"/>
                </a:cubicBezTo>
                <a:moveTo>
                  <a:pt x="0" y="55968"/>
                </a:moveTo>
                <a:cubicBezTo>
                  <a:pt x="0" y="59997"/>
                  <a:pt x="103" y="64183"/>
                  <a:pt x="310" y="68524"/>
                </a:cubicBezTo>
                <a:cubicBezTo>
                  <a:pt x="517" y="72864"/>
                  <a:pt x="1033" y="77102"/>
                  <a:pt x="1860" y="81237"/>
                </a:cubicBezTo>
                <a:cubicBezTo>
                  <a:pt x="2688" y="85371"/>
                  <a:pt x="3878" y="89272"/>
                  <a:pt x="5429" y="92942"/>
                </a:cubicBezTo>
                <a:cubicBezTo>
                  <a:pt x="6980" y="96611"/>
                  <a:pt x="9099" y="99842"/>
                  <a:pt x="11788" y="102633"/>
                </a:cubicBezTo>
                <a:cubicBezTo>
                  <a:pt x="14476" y="105422"/>
                  <a:pt x="17862" y="107618"/>
                  <a:pt x="21945" y="109221"/>
                </a:cubicBezTo>
                <a:cubicBezTo>
                  <a:pt x="26029" y="110822"/>
                  <a:pt x="30914" y="111623"/>
                  <a:pt x="36600" y="111623"/>
                </a:cubicBezTo>
                <a:cubicBezTo>
                  <a:pt x="42392" y="111623"/>
                  <a:pt x="47303" y="110822"/>
                  <a:pt x="51334" y="109221"/>
                </a:cubicBezTo>
                <a:cubicBezTo>
                  <a:pt x="55367" y="107618"/>
                  <a:pt x="58727" y="105422"/>
                  <a:pt x="61415" y="102633"/>
                </a:cubicBezTo>
                <a:cubicBezTo>
                  <a:pt x="64104" y="99842"/>
                  <a:pt x="66223" y="96611"/>
                  <a:pt x="67774" y="92942"/>
                </a:cubicBezTo>
                <a:cubicBezTo>
                  <a:pt x="69325" y="89272"/>
                  <a:pt x="70514" y="85371"/>
                  <a:pt x="71340" y="81237"/>
                </a:cubicBezTo>
                <a:cubicBezTo>
                  <a:pt x="72169" y="77102"/>
                  <a:pt x="72686" y="72864"/>
                  <a:pt x="72893" y="68524"/>
                </a:cubicBezTo>
                <a:cubicBezTo>
                  <a:pt x="73100" y="64183"/>
                  <a:pt x="73203" y="59997"/>
                  <a:pt x="73203" y="55968"/>
                </a:cubicBezTo>
                <a:cubicBezTo>
                  <a:pt x="73203" y="51937"/>
                  <a:pt x="73100" y="47751"/>
                  <a:pt x="72893" y="43411"/>
                </a:cubicBezTo>
                <a:cubicBezTo>
                  <a:pt x="72686" y="39069"/>
                  <a:pt x="72169" y="34832"/>
                  <a:pt x="71340" y="30698"/>
                </a:cubicBezTo>
                <a:cubicBezTo>
                  <a:pt x="70514" y="26563"/>
                  <a:pt x="69325" y="22636"/>
                  <a:pt x="67774" y="18915"/>
                </a:cubicBezTo>
                <a:cubicBezTo>
                  <a:pt x="66223" y="15194"/>
                  <a:pt x="64104" y="11937"/>
                  <a:pt x="61415" y="9147"/>
                </a:cubicBezTo>
                <a:cubicBezTo>
                  <a:pt x="58727" y="6356"/>
                  <a:pt x="55341" y="4133"/>
                  <a:pt x="51256" y="2480"/>
                </a:cubicBezTo>
                <a:cubicBezTo>
                  <a:pt x="47173" y="827"/>
                  <a:pt x="42288" y="0"/>
                  <a:pt x="36600" y="0"/>
                </a:cubicBezTo>
                <a:cubicBezTo>
                  <a:pt x="30914" y="0"/>
                  <a:pt x="26029" y="827"/>
                  <a:pt x="21945" y="2480"/>
                </a:cubicBezTo>
                <a:cubicBezTo>
                  <a:pt x="17862" y="4133"/>
                  <a:pt x="14476" y="6356"/>
                  <a:pt x="11788" y="9147"/>
                </a:cubicBezTo>
                <a:cubicBezTo>
                  <a:pt x="9099" y="11937"/>
                  <a:pt x="6980" y="15194"/>
                  <a:pt x="5429" y="18915"/>
                </a:cubicBezTo>
                <a:cubicBezTo>
                  <a:pt x="3878" y="22636"/>
                  <a:pt x="2688" y="26563"/>
                  <a:pt x="1860" y="30698"/>
                </a:cubicBezTo>
                <a:cubicBezTo>
                  <a:pt x="1033" y="34832"/>
                  <a:pt x="517" y="39069"/>
                  <a:pt x="310" y="43411"/>
                </a:cubicBezTo>
                <a:cubicBezTo>
                  <a:pt x="103" y="47751"/>
                  <a:pt x="0" y="51937"/>
                  <a:pt x="0" y="55968"/>
                </a:cubicBezTo>
                <a:close/>
                <a:moveTo>
                  <a:pt x="111200" y="67805"/>
                </a:moveTo>
                <a:lnTo>
                  <a:pt x="81112" y="109957"/>
                </a:lnTo>
                <a:lnTo>
                  <a:pt x="97086" y="109957"/>
                </a:lnTo>
                <a:lnTo>
                  <a:pt x="119419" y="76793"/>
                </a:lnTo>
                <a:lnTo>
                  <a:pt x="141751" y="109957"/>
                </a:lnTo>
                <a:lnTo>
                  <a:pt x="158657" y="109957"/>
                </a:lnTo>
                <a:lnTo>
                  <a:pt x="127640" y="66721"/>
                </a:lnTo>
                <a:lnTo>
                  <a:pt x="155245" y="29837"/>
                </a:lnTo>
                <a:lnTo>
                  <a:pt x="139425" y="29837"/>
                </a:lnTo>
                <a:lnTo>
                  <a:pt x="119419" y="57887"/>
                </a:lnTo>
                <a:lnTo>
                  <a:pt x="100188" y="29837"/>
                </a:lnTo>
                <a:lnTo>
                  <a:pt x="83282" y="29837"/>
                </a:lnTo>
                <a:lnTo>
                  <a:pt x="111200" y="67805"/>
                </a:lnTo>
                <a:close/>
                <a:moveTo>
                  <a:pt x="166877" y="38960"/>
                </a:moveTo>
                <a:lnTo>
                  <a:pt x="180058" y="38960"/>
                </a:lnTo>
                <a:cubicBezTo>
                  <a:pt x="179955" y="35650"/>
                  <a:pt x="180291" y="32367"/>
                  <a:pt x="181066" y="29110"/>
                </a:cubicBezTo>
                <a:cubicBezTo>
                  <a:pt x="181842" y="25854"/>
                  <a:pt x="183109" y="22934"/>
                  <a:pt x="184867" y="20350"/>
                </a:cubicBezTo>
                <a:cubicBezTo>
                  <a:pt x="186624" y="17764"/>
                  <a:pt x="188872" y="15669"/>
                  <a:pt x="191611" y="14066"/>
                </a:cubicBezTo>
                <a:cubicBezTo>
                  <a:pt x="194352" y="12464"/>
                  <a:pt x="197635" y="11662"/>
                  <a:pt x="201461" y="11662"/>
                </a:cubicBezTo>
                <a:cubicBezTo>
                  <a:pt x="204356" y="11662"/>
                  <a:pt x="207095" y="12128"/>
                  <a:pt x="209679" y="13058"/>
                </a:cubicBezTo>
                <a:cubicBezTo>
                  <a:pt x="212265" y="13988"/>
                  <a:pt x="214514" y="15331"/>
                  <a:pt x="216426" y="17088"/>
                </a:cubicBezTo>
                <a:cubicBezTo>
                  <a:pt x="218340" y="18846"/>
                  <a:pt x="219866" y="20940"/>
                  <a:pt x="221003" y="23369"/>
                </a:cubicBezTo>
                <a:cubicBezTo>
                  <a:pt x="222141" y="25797"/>
                  <a:pt x="222709" y="28510"/>
                  <a:pt x="222709" y="31508"/>
                </a:cubicBezTo>
                <a:cubicBezTo>
                  <a:pt x="222709" y="35332"/>
                  <a:pt x="222115" y="38691"/>
                  <a:pt x="220925" y="41586"/>
                </a:cubicBezTo>
                <a:cubicBezTo>
                  <a:pt x="219735" y="44480"/>
                  <a:pt x="217977" y="47167"/>
                  <a:pt x="215650" y="49647"/>
                </a:cubicBezTo>
                <a:cubicBezTo>
                  <a:pt x="213325" y="52127"/>
                  <a:pt x="210404" y="54582"/>
                  <a:pt x="206889" y="57011"/>
                </a:cubicBezTo>
                <a:cubicBezTo>
                  <a:pt x="203374" y="59439"/>
                  <a:pt x="199290" y="62101"/>
                  <a:pt x="194638" y="64996"/>
                </a:cubicBezTo>
                <a:cubicBezTo>
                  <a:pt x="190812" y="67269"/>
                  <a:pt x="187141" y="69698"/>
                  <a:pt x="183624" y="72282"/>
                </a:cubicBezTo>
                <a:cubicBezTo>
                  <a:pt x="180109" y="74867"/>
                  <a:pt x="176955" y="77864"/>
                  <a:pt x="174163" y="81275"/>
                </a:cubicBezTo>
                <a:cubicBezTo>
                  <a:pt x="171372" y="84686"/>
                  <a:pt x="169072" y="88692"/>
                  <a:pt x="167262" y="93292"/>
                </a:cubicBezTo>
                <a:cubicBezTo>
                  <a:pt x="165454" y="97891"/>
                  <a:pt x="164292" y="103446"/>
                  <a:pt x="163774" y="109957"/>
                </a:cubicBezTo>
                <a:lnTo>
                  <a:pt x="235581" y="109957"/>
                </a:lnTo>
                <a:lnTo>
                  <a:pt x="235581" y="98295"/>
                </a:lnTo>
                <a:lnTo>
                  <a:pt x="179128" y="98295"/>
                </a:lnTo>
                <a:cubicBezTo>
                  <a:pt x="179748" y="94884"/>
                  <a:pt x="181066" y="91861"/>
                  <a:pt x="183082" y="89226"/>
                </a:cubicBezTo>
                <a:cubicBezTo>
                  <a:pt x="185099" y="86590"/>
                  <a:pt x="187528" y="84135"/>
                  <a:pt x="190371" y="81862"/>
                </a:cubicBezTo>
                <a:cubicBezTo>
                  <a:pt x="193216" y="79587"/>
                  <a:pt x="196343" y="77442"/>
                  <a:pt x="199754" y="75427"/>
                </a:cubicBezTo>
                <a:cubicBezTo>
                  <a:pt x="203167" y="73411"/>
                  <a:pt x="206579" y="71370"/>
                  <a:pt x="209992" y="69303"/>
                </a:cubicBezTo>
                <a:cubicBezTo>
                  <a:pt x="213403" y="67132"/>
                  <a:pt x="216711" y="64858"/>
                  <a:pt x="219917" y="62480"/>
                </a:cubicBezTo>
                <a:cubicBezTo>
                  <a:pt x="223123" y="60103"/>
                  <a:pt x="225966" y="57441"/>
                  <a:pt x="228446" y="54496"/>
                </a:cubicBezTo>
                <a:cubicBezTo>
                  <a:pt x="230927" y="51550"/>
                  <a:pt x="232918" y="48217"/>
                  <a:pt x="234416" y="44497"/>
                </a:cubicBezTo>
                <a:cubicBezTo>
                  <a:pt x="235917" y="40776"/>
                  <a:pt x="236667" y="36486"/>
                  <a:pt x="236667" y="31628"/>
                </a:cubicBezTo>
                <a:cubicBezTo>
                  <a:pt x="236667" y="26460"/>
                  <a:pt x="235762" y="21912"/>
                  <a:pt x="233953" y="17985"/>
                </a:cubicBezTo>
                <a:cubicBezTo>
                  <a:pt x="232143" y="14057"/>
                  <a:pt x="229687" y="10775"/>
                  <a:pt x="226586" y="8141"/>
                </a:cubicBezTo>
                <a:cubicBezTo>
                  <a:pt x="223484" y="5504"/>
                  <a:pt x="219840" y="3489"/>
                  <a:pt x="215652" y="2094"/>
                </a:cubicBezTo>
                <a:cubicBezTo>
                  <a:pt x="211465" y="698"/>
                  <a:pt x="206993" y="0"/>
                  <a:pt x="202237" y="0"/>
                </a:cubicBezTo>
                <a:cubicBezTo>
                  <a:pt x="196447" y="0"/>
                  <a:pt x="191277" y="985"/>
                  <a:pt x="186727" y="2956"/>
                </a:cubicBezTo>
                <a:cubicBezTo>
                  <a:pt x="182178" y="4925"/>
                  <a:pt x="178379" y="7644"/>
                  <a:pt x="175327" y="11113"/>
                </a:cubicBezTo>
                <a:cubicBezTo>
                  <a:pt x="172278" y="14581"/>
                  <a:pt x="170029" y="18693"/>
                  <a:pt x="168580" y="23450"/>
                </a:cubicBezTo>
                <a:cubicBezTo>
                  <a:pt x="167134" y="28206"/>
                  <a:pt x="166566" y="33376"/>
                  <a:pt x="166877" y="38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20A9F-1C22-4116-92A1-649C58E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119" y="1490393"/>
            <a:ext cx="362435" cy="248211"/>
          </a:xfrm>
          <a:custGeom xmlns:a="http://schemas.openxmlformats.org/drawingml/2006/main">
            <a:pathLst>
              <a:path w="362435" h="248211" fill="none">
                <a:moveTo>
                  <a:pt x="0" y="248211"/>
                </a:moveTo>
                <a:lnTo>
                  <a:pt x="3624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30" cap="rnd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A2A84-F8AE-48DE-99D4-1FD4873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119" y="2412718"/>
            <a:ext cx="362435" cy="244208"/>
          </a:xfrm>
          <a:custGeom xmlns:a="http://schemas.openxmlformats.org/drawingml/2006/main">
            <a:pathLst>
              <a:path w="362435" h="244208" fill="none">
                <a:moveTo>
                  <a:pt x="0" y="0"/>
                </a:moveTo>
                <a:lnTo>
                  <a:pt x="362435" y="244208"/>
                </a:lnTo>
              </a:path>
            </a:pathLst>
          </a:custGeom>
          <a:noFill xmlns:a="http://schemas.openxmlformats.org/drawingml/2006/main"/>
          <a:ln xmlns:a="http://schemas.openxmlformats.org/drawingml/2006/main" w="11930" cap="rnd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8D50F-4DC2-4DB3-91B3-85C9551F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47" y="2200268"/>
            <a:ext cx="1033186" cy="234938"/>
          </a:xfrm>
          <a:custGeom xmlns:a="http://schemas.openxmlformats.org/drawingml/2006/main">
            <a:pathLst>
              <a:path w="1033186" h="234938">
                <a:moveTo>
                  <a:pt x="0" y="234938"/>
                </a:moveTo>
                <a:lnTo>
                  <a:pt x="1033186" y="234938"/>
                </a:lnTo>
                <a:lnTo>
                  <a:pt x="1033186" y="0"/>
                </a:lnTo>
                <a:lnTo>
                  <a:pt x="0" y="0"/>
                </a:lnTo>
                <a:lnTo>
                  <a:pt x="0" y="234938"/>
                </a:lnTo>
                <a:close/>
              </a:path>
            </a:pathLst>
          </a:custGeom>
          <a:solidFill xmlns:a="http://schemas.openxmlformats.org/drawingml/2006/main">
            <a:srgbClr val="FBF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0A03A-A0D1-4ED6-B123-A8FE609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49" y="2200267"/>
            <a:ext cx="1033185" cy="234939"/>
          </a:xfrm>
          <a:custGeom xmlns:a="http://schemas.openxmlformats.org/drawingml/2006/main">
            <a:pathLst>
              <a:path w="1033185" h="234939" fill="none">
                <a:moveTo>
                  <a:pt x="0" y="0"/>
                </a:moveTo>
                <a:lnTo>
                  <a:pt x="1033185" y="0"/>
                </a:lnTo>
                <a:lnTo>
                  <a:pt x="1033185" y="234939"/>
                </a:lnTo>
                <a:lnTo>
                  <a:pt x="0" y="2349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50" name="Text 0x3">
            <a:extLst xmlns:a="http://schemas.openxmlformats.org/drawingml/2006/main">
              <a:ext uri="{FF2B5EF4-FFF2-40B4-BE49-F238E27FC236}">
                <a16:creationId xmlns:a16="http://schemas.microsoft.com/office/drawing/2014/main" id="{9724A55C-0745-495B-955F-984542A6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354" y="2262276"/>
            <a:ext cx="239149" cy="111623"/>
          </a:xfrm>
          <a:custGeom xmlns:a="http://schemas.openxmlformats.org/drawingml/2006/main">
            <a:pathLst>
              <a:path w="239149" h="111623">
                <a:moveTo>
                  <a:pt x="13958" y="55809"/>
                </a:moveTo>
                <a:cubicBezTo>
                  <a:pt x="13958" y="53124"/>
                  <a:pt x="13984" y="50156"/>
                  <a:pt x="14036" y="46904"/>
                </a:cubicBezTo>
                <a:cubicBezTo>
                  <a:pt x="14088" y="43651"/>
                  <a:pt x="14346" y="40398"/>
                  <a:pt x="14810" y="37145"/>
                </a:cubicBezTo>
                <a:cubicBezTo>
                  <a:pt x="15275" y="33891"/>
                  <a:pt x="15947" y="30716"/>
                  <a:pt x="16826" y="27617"/>
                </a:cubicBezTo>
                <a:cubicBezTo>
                  <a:pt x="17705" y="24519"/>
                  <a:pt x="18997" y="21808"/>
                  <a:pt x="20702" y="19486"/>
                </a:cubicBezTo>
                <a:cubicBezTo>
                  <a:pt x="22409" y="17162"/>
                  <a:pt x="24555" y="15277"/>
                  <a:pt x="27139" y="13832"/>
                </a:cubicBezTo>
                <a:cubicBezTo>
                  <a:pt x="29725" y="12385"/>
                  <a:pt x="32879" y="11662"/>
                  <a:pt x="36600" y="11662"/>
                </a:cubicBezTo>
                <a:cubicBezTo>
                  <a:pt x="40322" y="11662"/>
                  <a:pt x="43475" y="12385"/>
                  <a:pt x="46059" y="13832"/>
                </a:cubicBezTo>
                <a:cubicBezTo>
                  <a:pt x="48645" y="15277"/>
                  <a:pt x="50791" y="17162"/>
                  <a:pt x="52496" y="19486"/>
                </a:cubicBezTo>
                <a:cubicBezTo>
                  <a:pt x="54203" y="21808"/>
                  <a:pt x="55496" y="24519"/>
                  <a:pt x="56375" y="27617"/>
                </a:cubicBezTo>
                <a:cubicBezTo>
                  <a:pt x="57253" y="30716"/>
                  <a:pt x="57925" y="33891"/>
                  <a:pt x="58389" y="37145"/>
                </a:cubicBezTo>
                <a:cubicBezTo>
                  <a:pt x="58854" y="40398"/>
                  <a:pt x="59113" y="43651"/>
                  <a:pt x="59165" y="46904"/>
                </a:cubicBezTo>
                <a:cubicBezTo>
                  <a:pt x="59217" y="50156"/>
                  <a:pt x="59243" y="53124"/>
                  <a:pt x="59243" y="55809"/>
                </a:cubicBezTo>
                <a:cubicBezTo>
                  <a:pt x="59243" y="59941"/>
                  <a:pt x="59114" y="64563"/>
                  <a:pt x="58855" y="69674"/>
                </a:cubicBezTo>
                <a:cubicBezTo>
                  <a:pt x="58596" y="74786"/>
                  <a:pt x="57769" y="79588"/>
                  <a:pt x="56372" y="84082"/>
                </a:cubicBezTo>
                <a:cubicBezTo>
                  <a:pt x="54978" y="88573"/>
                  <a:pt x="52730" y="92368"/>
                  <a:pt x="49628" y="95467"/>
                </a:cubicBezTo>
                <a:cubicBezTo>
                  <a:pt x="46526" y="98564"/>
                  <a:pt x="42184" y="100112"/>
                  <a:pt x="36600" y="100112"/>
                </a:cubicBezTo>
                <a:cubicBezTo>
                  <a:pt x="31017" y="100112"/>
                  <a:pt x="26674" y="98564"/>
                  <a:pt x="23573" y="95467"/>
                </a:cubicBezTo>
                <a:cubicBezTo>
                  <a:pt x="20471" y="92368"/>
                  <a:pt x="18222" y="88573"/>
                  <a:pt x="16826" y="84082"/>
                </a:cubicBezTo>
                <a:cubicBezTo>
                  <a:pt x="15431" y="79588"/>
                  <a:pt x="14604" y="74786"/>
                  <a:pt x="14346" y="69674"/>
                </a:cubicBezTo>
                <a:cubicBezTo>
                  <a:pt x="14087" y="64563"/>
                  <a:pt x="13958" y="59941"/>
                  <a:pt x="13958" y="55809"/>
                </a:cubicBezTo>
                <a:moveTo>
                  <a:pt x="0" y="55968"/>
                </a:moveTo>
                <a:cubicBezTo>
                  <a:pt x="0" y="59997"/>
                  <a:pt x="103" y="64183"/>
                  <a:pt x="310" y="68524"/>
                </a:cubicBezTo>
                <a:cubicBezTo>
                  <a:pt x="517" y="72864"/>
                  <a:pt x="1033" y="77102"/>
                  <a:pt x="1860" y="81237"/>
                </a:cubicBezTo>
                <a:cubicBezTo>
                  <a:pt x="2688" y="85371"/>
                  <a:pt x="3878" y="89272"/>
                  <a:pt x="5429" y="92942"/>
                </a:cubicBezTo>
                <a:cubicBezTo>
                  <a:pt x="6980" y="96611"/>
                  <a:pt x="9099" y="99842"/>
                  <a:pt x="11788" y="102633"/>
                </a:cubicBezTo>
                <a:cubicBezTo>
                  <a:pt x="14476" y="105422"/>
                  <a:pt x="17862" y="107618"/>
                  <a:pt x="21945" y="109221"/>
                </a:cubicBezTo>
                <a:cubicBezTo>
                  <a:pt x="26029" y="110822"/>
                  <a:pt x="30914" y="111623"/>
                  <a:pt x="36600" y="111623"/>
                </a:cubicBezTo>
                <a:cubicBezTo>
                  <a:pt x="42392" y="111623"/>
                  <a:pt x="47303" y="110822"/>
                  <a:pt x="51334" y="109221"/>
                </a:cubicBezTo>
                <a:cubicBezTo>
                  <a:pt x="55367" y="107618"/>
                  <a:pt x="58727" y="105422"/>
                  <a:pt x="61415" y="102633"/>
                </a:cubicBezTo>
                <a:cubicBezTo>
                  <a:pt x="64104" y="99842"/>
                  <a:pt x="66223" y="96611"/>
                  <a:pt x="67774" y="92942"/>
                </a:cubicBezTo>
                <a:cubicBezTo>
                  <a:pt x="69325" y="89272"/>
                  <a:pt x="70514" y="85371"/>
                  <a:pt x="71340" y="81237"/>
                </a:cubicBezTo>
                <a:cubicBezTo>
                  <a:pt x="72169" y="77102"/>
                  <a:pt x="72686" y="72864"/>
                  <a:pt x="72893" y="68524"/>
                </a:cubicBezTo>
                <a:cubicBezTo>
                  <a:pt x="73100" y="64183"/>
                  <a:pt x="73203" y="59997"/>
                  <a:pt x="73203" y="55968"/>
                </a:cubicBezTo>
                <a:cubicBezTo>
                  <a:pt x="73203" y="51937"/>
                  <a:pt x="73100" y="47751"/>
                  <a:pt x="72893" y="43411"/>
                </a:cubicBezTo>
                <a:cubicBezTo>
                  <a:pt x="72686" y="39069"/>
                  <a:pt x="72169" y="34832"/>
                  <a:pt x="71340" y="30698"/>
                </a:cubicBezTo>
                <a:cubicBezTo>
                  <a:pt x="70514" y="26563"/>
                  <a:pt x="69325" y="22636"/>
                  <a:pt x="67774" y="18915"/>
                </a:cubicBezTo>
                <a:cubicBezTo>
                  <a:pt x="66223" y="15194"/>
                  <a:pt x="64104" y="11937"/>
                  <a:pt x="61415" y="9147"/>
                </a:cubicBezTo>
                <a:cubicBezTo>
                  <a:pt x="58727" y="6356"/>
                  <a:pt x="55341" y="4133"/>
                  <a:pt x="51256" y="2480"/>
                </a:cubicBezTo>
                <a:cubicBezTo>
                  <a:pt x="47173" y="827"/>
                  <a:pt x="42288" y="0"/>
                  <a:pt x="36600" y="0"/>
                </a:cubicBezTo>
                <a:cubicBezTo>
                  <a:pt x="30914" y="0"/>
                  <a:pt x="26029" y="827"/>
                  <a:pt x="21945" y="2480"/>
                </a:cubicBezTo>
                <a:cubicBezTo>
                  <a:pt x="17862" y="4133"/>
                  <a:pt x="14476" y="6356"/>
                  <a:pt x="11788" y="9147"/>
                </a:cubicBezTo>
                <a:cubicBezTo>
                  <a:pt x="9099" y="11937"/>
                  <a:pt x="6980" y="15194"/>
                  <a:pt x="5429" y="18915"/>
                </a:cubicBezTo>
                <a:cubicBezTo>
                  <a:pt x="3878" y="22636"/>
                  <a:pt x="2688" y="26563"/>
                  <a:pt x="1860" y="30698"/>
                </a:cubicBezTo>
                <a:cubicBezTo>
                  <a:pt x="1033" y="34832"/>
                  <a:pt x="517" y="39069"/>
                  <a:pt x="310" y="43411"/>
                </a:cubicBezTo>
                <a:cubicBezTo>
                  <a:pt x="103" y="47751"/>
                  <a:pt x="0" y="51937"/>
                  <a:pt x="0" y="55968"/>
                </a:cubicBezTo>
                <a:close/>
                <a:moveTo>
                  <a:pt x="111200" y="67805"/>
                </a:moveTo>
                <a:lnTo>
                  <a:pt x="81112" y="109957"/>
                </a:lnTo>
                <a:lnTo>
                  <a:pt x="97086" y="109957"/>
                </a:lnTo>
                <a:lnTo>
                  <a:pt x="119419" y="76793"/>
                </a:lnTo>
                <a:lnTo>
                  <a:pt x="141751" y="109957"/>
                </a:lnTo>
                <a:lnTo>
                  <a:pt x="158657" y="109957"/>
                </a:lnTo>
                <a:lnTo>
                  <a:pt x="127640" y="66721"/>
                </a:lnTo>
                <a:lnTo>
                  <a:pt x="155245" y="29837"/>
                </a:lnTo>
                <a:lnTo>
                  <a:pt x="139425" y="29837"/>
                </a:lnTo>
                <a:lnTo>
                  <a:pt x="119419" y="57887"/>
                </a:lnTo>
                <a:lnTo>
                  <a:pt x="100188" y="29837"/>
                </a:lnTo>
                <a:lnTo>
                  <a:pt x="83282" y="29837"/>
                </a:lnTo>
                <a:lnTo>
                  <a:pt x="111200" y="67805"/>
                </a:lnTo>
                <a:close/>
                <a:moveTo>
                  <a:pt x="193863" y="47100"/>
                </a:moveTo>
                <a:lnTo>
                  <a:pt x="193863" y="58311"/>
                </a:lnTo>
                <a:cubicBezTo>
                  <a:pt x="196345" y="58008"/>
                  <a:pt x="198981" y="57856"/>
                  <a:pt x="201772" y="57856"/>
                </a:cubicBezTo>
                <a:cubicBezTo>
                  <a:pt x="205081" y="57856"/>
                  <a:pt x="208156" y="58295"/>
                  <a:pt x="210999" y="59172"/>
                </a:cubicBezTo>
                <a:cubicBezTo>
                  <a:pt x="213844" y="60049"/>
                  <a:pt x="216299" y="61391"/>
                  <a:pt x="218366" y="63197"/>
                </a:cubicBezTo>
                <a:cubicBezTo>
                  <a:pt x="220434" y="65002"/>
                  <a:pt x="222089" y="67220"/>
                  <a:pt x="223329" y="69852"/>
                </a:cubicBezTo>
                <a:cubicBezTo>
                  <a:pt x="224570" y="72483"/>
                  <a:pt x="225191" y="75502"/>
                  <a:pt x="225191" y="78906"/>
                </a:cubicBezTo>
                <a:cubicBezTo>
                  <a:pt x="225191" y="82208"/>
                  <a:pt x="224545" y="85175"/>
                  <a:pt x="223253" y="87807"/>
                </a:cubicBezTo>
                <a:cubicBezTo>
                  <a:pt x="221961" y="90438"/>
                  <a:pt x="220229" y="92657"/>
                  <a:pt x="218056" y="94464"/>
                </a:cubicBezTo>
                <a:cubicBezTo>
                  <a:pt x="215885" y="96268"/>
                  <a:pt x="213352" y="97661"/>
                  <a:pt x="210457" y="98643"/>
                </a:cubicBezTo>
                <a:cubicBezTo>
                  <a:pt x="207562" y="99622"/>
                  <a:pt x="204513" y="100112"/>
                  <a:pt x="201308" y="100112"/>
                </a:cubicBezTo>
                <a:cubicBezTo>
                  <a:pt x="193761" y="100112"/>
                  <a:pt x="188022" y="97864"/>
                  <a:pt x="184092" y="93368"/>
                </a:cubicBezTo>
                <a:cubicBezTo>
                  <a:pt x="180164" y="88870"/>
                  <a:pt x="178096" y="83054"/>
                  <a:pt x="177890" y="75920"/>
                </a:cubicBezTo>
                <a:lnTo>
                  <a:pt x="164706" y="75920"/>
                </a:lnTo>
                <a:cubicBezTo>
                  <a:pt x="164603" y="81606"/>
                  <a:pt x="165405" y="86671"/>
                  <a:pt x="167110" y="91117"/>
                </a:cubicBezTo>
                <a:cubicBezTo>
                  <a:pt x="168816" y="95563"/>
                  <a:pt x="171270" y="99315"/>
                  <a:pt x="174475" y="102372"/>
                </a:cubicBezTo>
                <a:cubicBezTo>
                  <a:pt x="177681" y="105428"/>
                  <a:pt x="181558" y="107734"/>
                  <a:pt x="186106" y="109290"/>
                </a:cubicBezTo>
                <a:cubicBezTo>
                  <a:pt x="190656" y="110845"/>
                  <a:pt x="195723" y="111623"/>
                  <a:pt x="201306" y="111623"/>
                </a:cubicBezTo>
                <a:cubicBezTo>
                  <a:pt x="206476" y="111623"/>
                  <a:pt x="211361" y="110926"/>
                  <a:pt x="215962" y="109531"/>
                </a:cubicBezTo>
                <a:cubicBezTo>
                  <a:pt x="220564" y="108135"/>
                  <a:pt x="224570" y="106041"/>
                  <a:pt x="227981" y="103250"/>
                </a:cubicBezTo>
                <a:cubicBezTo>
                  <a:pt x="231394" y="100459"/>
                  <a:pt x="234108" y="96971"/>
                  <a:pt x="236124" y="92786"/>
                </a:cubicBezTo>
                <a:cubicBezTo>
                  <a:pt x="238141" y="88599"/>
                  <a:pt x="239149" y="83765"/>
                  <a:pt x="239149" y="78286"/>
                </a:cubicBezTo>
                <a:cubicBezTo>
                  <a:pt x="239149" y="71671"/>
                  <a:pt x="237521" y="65935"/>
                  <a:pt x="234264" y="61077"/>
                </a:cubicBezTo>
                <a:cubicBezTo>
                  <a:pt x="231008" y="56218"/>
                  <a:pt x="226019" y="53065"/>
                  <a:pt x="219299" y="51618"/>
                </a:cubicBezTo>
                <a:lnTo>
                  <a:pt x="219299" y="51308"/>
                </a:lnTo>
                <a:cubicBezTo>
                  <a:pt x="223640" y="49344"/>
                  <a:pt x="227259" y="46450"/>
                  <a:pt x="230154" y="42628"/>
                </a:cubicBezTo>
                <a:cubicBezTo>
                  <a:pt x="233049" y="38803"/>
                  <a:pt x="234496" y="34411"/>
                  <a:pt x="234496" y="29451"/>
                </a:cubicBezTo>
                <a:cubicBezTo>
                  <a:pt x="234496" y="24388"/>
                  <a:pt x="233643" y="19997"/>
                  <a:pt x="231936" y="16277"/>
                </a:cubicBezTo>
                <a:cubicBezTo>
                  <a:pt x="230230" y="12557"/>
                  <a:pt x="227878" y="9509"/>
                  <a:pt x="224879" y="7133"/>
                </a:cubicBezTo>
                <a:cubicBezTo>
                  <a:pt x="221881" y="4755"/>
                  <a:pt x="218340" y="2972"/>
                  <a:pt x="214256" y="1784"/>
                </a:cubicBezTo>
                <a:cubicBezTo>
                  <a:pt x="210173" y="595"/>
                  <a:pt x="205753" y="0"/>
                  <a:pt x="200996" y="0"/>
                </a:cubicBezTo>
                <a:cubicBezTo>
                  <a:pt x="195517" y="0"/>
                  <a:pt x="190684" y="881"/>
                  <a:pt x="186497" y="2643"/>
                </a:cubicBezTo>
                <a:cubicBezTo>
                  <a:pt x="182309" y="4406"/>
                  <a:pt x="178820" y="6841"/>
                  <a:pt x="176027" y="9949"/>
                </a:cubicBezTo>
                <a:cubicBezTo>
                  <a:pt x="173236" y="13055"/>
                  <a:pt x="171091" y="16780"/>
                  <a:pt x="169590" y="21123"/>
                </a:cubicBezTo>
                <a:cubicBezTo>
                  <a:pt x="168091" y="25465"/>
                  <a:pt x="167239" y="30273"/>
                  <a:pt x="167032" y="35547"/>
                </a:cubicBezTo>
                <a:lnTo>
                  <a:pt x="180216" y="35547"/>
                </a:lnTo>
                <a:cubicBezTo>
                  <a:pt x="180216" y="32341"/>
                  <a:pt x="180629" y="29291"/>
                  <a:pt x="181456" y="26396"/>
                </a:cubicBezTo>
                <a:cubicBezTo>
                  <a:pt x="182284" y="23501"/>
                  <a:pt x="183551" y="20968"/>
                  <a:pt x="185256" y="18797"/>
                </a:cubicBezTo>
                <a:cubicBezTo>
                  <a:pt x="186962" y="16626"/>
                  <a:pt x="189133" y="14895"/>
                  <a:pt x="191769" y="13603"/>
                </a:cubicBezTo>
                <a:cubicBezTo>
                  <a:pt x="194405" y="12309"/>
                  <a:pt x="197482" y="11662"/>
                  <a:pt x="200998" y="11662"/>
                </a:cubicBezTo>
                <a:cubicBezTo>
                  <a:pt x="206582" y="11662"/>
                  <a:pt x="211234" y="13132"/>
                  <a:pt x="214956" y="16073"/>
                </a:cubicBezTo>
                <a:cubicBezTo>
                  <a:pt x="218678" y="19012"/>
                  <a:pt x="220539" y="23423"/>
                  <a:pt x="220539" y="29304"/>
                </a:cubicBezTo>
                <a:cubicBezTo>
                  <a:pt x="220539" y="32193"/>
                  <a:pt x="219970" y="34773"/>
                  <a:pt x="218832" y="37043"/>
                </a:cubicBezTo>
                <a:cubicBezTo>
                  <a:pt x="217695" y="39311"/>
                  <a:pt x="216169" y="41194"/>
                  <a:pt x="214256" y="42689"/>
                </a:cubicBezTo>
                <a:cubicBezTo>
                  <a:pt x="212343" y="44185"/>
                  <a:pt x="210120" y="45320"/>
                  <a:pt x="207587" y="46095"/>
                </a:cubicBezTo>
                <a:cubicBezTo>
                  <a:pt x="205055" y="46868"/>
                  <a:pt x="202393" y="47254"/>
                  <a:pt x="199602" y="47254"/>
                </a:cubicBezTo>
                <a:lnTo>
                  <a:pt x="196810" y="47254"/>
                </a:lnTo>
                <a:cubicBezTo>
                  <a:pt x="196292" y="47254"/>
                  <a:pt x="195776" y="47254"/>
                  <a:pt x="195260" y="47254"/>
                </a:cubicBezTo>
                <a:cubicBezTo>
                  <a:pt x="194846" y="47254"/>
                  <a:pt x="194381" y="47203"/>
                  <a:pt x="193863" y="471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346AB-7BEE-43F5-B5A3-16AF45F7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3" y="1490395"/>
            <a:ext cx="1033186" cy="234938"/>
          </a:xfrm>
          <a:custGeom xmlns:a="http://schemas.openxmlformats.org/drawingml/2006/main">
            <a:pathLst>
              <a:path w="1033186" h="234938">
                <a:moveTo>
                  <a:pt x="0" y="234938"/>
                </a:moveTo>
                <a:lnTo>
                  <a:pt x="1033186" y="234938"/>
                </a:lnTo>
                <a:lnTo>
                  <a:pt x="1033186" y="0"/>
                </a:lnTo>
                <a:lnTo>
                  <a:pt x="0" y="0"/>
                </a:lnTo>
                <a:lnTo>
                  <a:pt x="0" y="234938"/>
                </a:lnTo>
                <a:close/>
              </a:path>
            </a:pathLst>
          </a:custGeom>
          <a:solidFill xmlns:a="http://schemas.openxmlformats.org/drawingml/2006/main">
            <a:srgbClr val="FBF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930D3-542E-44D8-87F1-0206B7A3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5" y="1490393"/>
            <a:ext cx="1033185" cy="234939"/>
          </a:xfrm>
          <a:custGeom xmlns:a="http://schemas.openxmlformats.org/drawingml/2006/main">
            <a:pathLst>
              <a:path w="1033185" h="234939" fill="none">
                <a:moveTo>
                  <a:pt x="0" y="0"/>
                </a:moveTo>
                <a:lnTo>
                  <a:pt x="1033185" y="0"/>
                </a:lnTo>
                <a:lnTo>
                  <a:pt x="1033185" y="234939"/>
                </a:lnTo>
                <a:lnTo>
                  <a:pt x="0" y="2349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53" name="Text 0x0">
            <a:extLst xmlns:a="http://schemas.openxmlformats.org/drawingml/2006/main">
              <a:ext uri="{FF2B5EF4-FFF2-40B4-BE49-F238E27FC236}">
                <a16:creationId xmlns:a16="http://schemas.microsoft.com/office/drawing/2014/main" id="{455DA907-8418-4DA0-B929-8765E877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81" y="1552402"/>
            <a:ext cx="239769" cy="111623"/>
          </a:xfrm>
          <a:custGeom xmlns:a="http://schemas.openxmlformats.org/drawingml/2006/main">
            <a:pathLst>
              <a:path w="239769" h="111623">
                <a:moveTo>
                  <a:pt x="13958" y="55809"/>
                </a:moveTo>
                <a:cubicBezTo>
                  <a:pt x="13958" y="53124"/>
                  <a:pt x="13984" y="50156"/>
                  <a:pt x="14036" y="46904"/>
                </a:cubicBezTo>
                <a:cubicBezTo>
                  <a:pt x="14088" y="43651"/>
                  <a:pt x="14346" y="40398"/>
                  <a:pt x="14810" y="37145"/>
                </a:cubicBezTo>
                <a:cubicBezTo>
                  <a:pt x="15275" y="33891"/>
                  <a:pt x="15947" y="30716"/>
                  <a:pt x="16826" y="27617"/>
                </a:cubicBezTo>
                <a:cubicBezTo>
                  <a:pt x="17705" y="24519"/>
                  <a:pt x="18997" y="21808"/>
                  <a:pt x="20702" y="19486"/>
                </a:cubicBezTo>
                <a:cubicBezTo>
                  <a:pt x="22409" y="17162"/>
                  <a:pt x="24555" y="15277"/>
                  <a:pt x="27139" y="13832"/>
                </a:cubicBezTo>
                <a:cubicBezTo>
                  <a:pt x="29725" y="12385"/>
                  <a:pt x="32879" y="11662"/>
                  <a:pt x="36600" y="11662"/>
                </a:cubicBezTo>
                <a:cubicBezTo>
                  <a:pt x="40322" y="11662"/>
                  <a:pt x="43475" y="12385"/>
                  <a:pt x="46059" y="13832"/>
                </a:cubicBezTo>
                <a:cubicBezTo>
                  <a:pt x="48645" y="15277"/>
                  <a:pt x="50791" y="17162"/>
                  <a:pt x="52496" y="19486"/>
                </a:cubicBezTo>
                <a:cubicBezTo>
                  <a:pt x="54203" y="21808"/>
                  <a:pt x="55496" y="24519"/>
                  <a:pt x="56375" y="27617"/>
                </a:cubicBezTo>
                <a:cubicBezTo>
                  <a:pt x="57253" y="30716"/>
                  <a:pt x="57925" y="33891"/>
                  <a:pt x="58389" y="37145"/>
                </a:cubicBezTo>
                <a:cubicBezTo>
                  <a:pt x="58854" y="40398"/>
                  <a:pt x="59113" y="43651"/>
                  <a:pt x="59165" y="46904"/>
                </a:cubicBezTo>
                <a:cubicBezTo>
                  <a:pt x="59217" y="50156"/>
                  <a:pt x="59243" y="53124"/>
                  <a:pt x="59243" y="55809"/>
                </a:cubicBezTo>
                <a:cubicBezTo>
                  <a:pt x="59243" y="59941"/>
                  <a:pt x="59114" y="64563"/>
                  <a:pt x="58855" y="69674"/>
                </a:cubicBezTo>
                <a:cubicBezTo>
                  <a:pt x="58596" y="74786"/>
                  <a:pt x="57769" y="79588"/>
                  <a:pt x="56372" y="84082"/>
                </a:cubicBezTo>
                <a:cubicBezTo>
                  <a:pt x="54978" y="88573"/>
                  <a:pt x="52730" y="92368"/>
                  <a:pt x="49628" y="95467"/>
                </a:cubicBezTo>
                <a:cubicBezTo>
                  <a:pt x="46526" y="98564"/>
                  <a:pt x="42184" y="100112"/>
                  <a:pt x="36600" y="100112"/>
                </a:cubicBezTo>
                <a:cubicBezTo>
                  <a:pt x="31017" y="100112"/>
                  <a:pt x="26674" y="98564"/>
                  <a:pt x="23573" y="95467"/>
                </a:cubicBezTo>
                <a:cubicBezTo>
                  <a:pt x="20471" y="92368"/>
                  <a:pt x="18222" y="88573"/>
                  <a:pt x="16826" y="84082"/>
                </a:cubicBezTo>
                <a:cubicBezTo>
                  <a:pt x="15431" y="79588"/>
                  <a:pt x="14604" y="74786"/>
                  <a:pt x="14346" y="69674"/>
                </a:cubicBezTo>
                <a:cubicBezTo>
                  <a:pt x="14087" y="64563"/>
                  <a:pt x="13958" y="59941"/>
                  <a:pt x="13958" y="55809"/>
                </a:cubicBezTo>
                <a:moveTo>
                  <a:pt x="0" y="55968"/>
                </a:moveTo>
                <a:cubicBezTo>
                  <a:pt x="0" y="59997"/>
                  <a:pt x="103" y="64183"/>
                  <a:pt x="310" y="68524"/>
                </a:cubicBezTo>
                <a:cubicBezTo>
                  <a:pt x="517" y="72864"/>
                  <a:pt x="1033" y="77102"/>
                  <a:pt x="1860" y="81237"/>
                </a:cubicBezTo>
                <a:cubicBezTo>
                  <a:pt x="2688" y="85371"/>
                  <a:pt x="3878" y="89272"/>
                  <a:pt x="5429" y="92942"/>
                </a:cubicBezTo>
                <a:cubicBezTo>
                  <a:pt x="6980" y="96611"/>
                  <a:pt x="9099" y="99842"/>
                  <a:pt x="11788" y="102633"/>
                </a:cubicBezTo>
                <a:cubicBezTo>
                  <a:pt x="14476" y="105422"/>
                  <a:pt x="17862" y="107618"/>
                  <a:pt x="21945" y="109221"/>
                </a:cubicBezTo>
                <a:cubicBezTo>
                  <a:pt x="26029" y="110822"/>
                  <a:pt x="30914" y="111623"/>
                  <a:pt x="36600" y="111623"/>
                </a:cubicBezTo>
                <a:cubicBezTo>
                  <a:pt x="42392" y="111623"/>
                  <a:pt x="47303" y="110822"/>
                  <a:pt x="51334" y="109221"/>
                </a:cubicBezTo>
                <a:cubicBezTo>
                  <a:pt x="55367" y="107618"/>
                  <a:pt x="58727" y="105422"/>
                  <a:pt x="61415" y="102633"/>
                </a:cubicBezTo>
                <a:cubicBezTo>
                  <a:pt x="64104" y="99842"/>
                  <a:pt x="66223" y="96611"/>
                  <a:pt x="67774" y="92942"/>
                </a:cubicBezTo>
                <a:cubicBezTo>
                  <a:pt x="69325" y="89272"/>
                  <a:pt x="70514" y="85371"/>
                  <a:pt x="71340" y="81237"/>
                </a:cubicBezTo>
                <a:cubicBezTo>
                  <a:pt x="72169" y="77102"/>
                  <a:pt x="72686" y="72864"/>
                  <a:pt x="72893" y="68524"/>
                </a:cubicBezTo>
                <a:cubicBezTo>
                  <a:pt x="73100" y="64183"/>
                  <a:pt x="73203" y="59997"/>
                  <a:pt x="73203" y="55968"/>
                </a:cubicBezTo>
                <a:cubicBezTo>
                  <a:pt x="73203" y="51937"/>
                  <a:pt x="73100" y="47751"/>
                  <a:pt x="72893" y="43411"/>
                </a:cubicBezTo>
                <a:cubicBezTo>
                  <a:pt x="72686" y="39069"/>
                  <a:pt x="72169" y="34832"/>
                  <a:pt x="71340" y="30698"/>
                </a:cubicBezTo>
                <a:cubicBezTo>
                  <a:pt x="70514" y="26563"/>
                  <a:pt x="69325" y="22636"/>
                  <a:pt x="67774" y="18915"/>
                </a:cubicBezTo>
                <a:cubicBezTo>
                  <a:pt x="66223" y="15194"/>
                  <a:pt x="64104" y="11937"/>
                  <a:pt x="61415" y="9147"/>
                </a:cubicBezTo>
                <a:cubicBezTo>
                  <a:pt x="58727" y="6356"/>
                  <a:pt x="55341" y="4133"/>
                  <a:pt x="51256" y="2480"/>
                </a:cubicBezTo>
                <a:cubicBezTo>
                  <a:pt x="47173" y="827"/>
                  <a:pt x="42288" y="0"/>
                  <a:pt x="36600" y="0"/>
                </a:cubicBezTo>
                <a:cubicBezTo>
                  <a:pt x="30914" y="0"/>
                  <a:pt x="26029" y="827"/>
                  <a:pt x="21945" y="2480"/>
                </a:cubicBezTo>
                <a:cubicBezTo>
                  <a:pt x="17862" y="4133"/>
                  <a:pt x="14476" y="6356"/>
                  <a:pt x="11788" y="9147"/>
                </a:cubicBezTo>
                <a:cubicBezTo>
                  <a:pt x="9099" y="11937"/>
                  <a:pt x="6980" y="15194"/>
                  <a:pt x="5429" y="18915"/>
                </a:cubicBezTo>
                <a:cubicBezTo>
                  <a:pt x="3878" y="22636"/>
                  <a:pt x="2688" y="26563"/>
                  <a:pt x="1860" y="30698"/>
                </a:cubicBezTo>
                <a:cubicBezTo>
                  <a:pt x="1033" y="34832"/>
                  <a:pt x="517" y="39069"/>
                  <a:pt x="310" y="43411"/>
                </a:cubicBezTo>
                <a:cubicBezTo>
                  <a:pt x="103" y="47751"/>
                  <a:pt x="0" y="51937"/>
                  <a:pt x="0" y="55968"/>
                </a:cubicBezTo>
                <a:close/>
                <a:moveTo>
                  <a:pt x="111200" y="67805"/>
                </a:moveTo>
                <a:lnTo>
                  <a:pt x="81112" y="109957"/>
                </a:lnTo>
                <a:lnTo>
                  <a:pt x="97086" y="109957"/>
                </a:lnTo>
                <a:lnTo>
                  <a:pt x="119419" y="76793"/>
                </a:lnTo>
                <a:lnTo>
                  <a:pt x="141751" y="109957"/>
                </a:lnTo>
                <a:lnTo>
                  <a:pt x="158657" y="109957"/>
                </a:lnTo>
                <a:lnTo>
                  <a:pt x="127640" y="66721"/>
                </a:lnTo>
                <a:lnTo>
                  <a:pt x="155245" y="29837"/>
                </a:lnTo>
                <a:lnTo>
                  <a:pt x="139425" y="29837"/>
                </a:lnTo>
                <a:lnTo>
                  <a:pt x="119419" y="57887"/>
                </a:lnTo>
                <a:lnTo>
                  <a:pt x="100188" y="29837"/>
                </a:lnTo>
                <a:lnTo>
                  <a:pt x="83282" y="29837"/>
                </a:lnTo>
                <a:lnTo>
                  <a:pt x="111200" y="67805"/>
                </a:lnTo>
                <a:close/>
                <a:moveTo>
                  <a:pt x="180524" y="55809"/>
                </a:moveTo>
                <a:cubicBezTo>
                  <a:pt x="180524" y="53124"/>
                  <a:pt x="180550" y="50156"/>
                  <a:pt x="180602" y="46904"/>
                </a:cubicBezTo>
                <a:cubicBezTo>
                  <a:pt x="180654" y="43651"/>
                  <a:pt x="180912" y="40398"/>
                  <a:pt x="181376" y="37145"/>
                </a:cubicBezTo>
                <a:cubicBezTo>
                  <a:pt x="181841" y="33891"/>
                  <a:pt x="182514" y="30716"/>
                  <a:pt x="183392" y="27617"/>
                </a:cubicBezTo>
                <a:cubicBezTo>
                  <a:pt x="184271" y="24519"/>
                  <a:pt x="185563" y="21808"/>
                  <a:pt x="187269" y="19486"/>
                </a:cubicBezTo>
                <a:cubicBezTo>
                  <a:pt x="188976" y="17162"/>
                  <a:pt x="191121" y="15277"/>
                  <a:pt x="193706" y="13832"/>
                </a:cubicBezTo>
                <a:cubicBezTo>
                  <a:pt x="196291" y="12385"/>
                  <a:pt x="199445" y="11662"/>
                  <a:pt x="203167" y="11662"/>
                </a:cubicBezTo>
                <a:cubicBezTo>
                  <a:pt x="206889" y="11662"/>
                  <a:pt x="210041" y="12385"/>
                  <a:pt x="212626" y="13832"/>
                </a:cubicBezTo>
                <a:cubicBezTo>
                  <a:pt x="215211" y="15277"/>
                  <a:pt x="217357" y="17162"/>
                  <a:pt x="219063" y="19486"/>
                </a:cubicBezTo>
                <a:cubicBezTo>
                  <a:pt x="220770" y="21808"/>
                  <a:pt x="222062" y="24519"/>
                  <a:pt x="222941" y="27617"/>
                </a:cubicBezTo>
                <a:cubicBezTo>
                  <a:pt x="223820" y="30716"/>
                  <a:pt x="224491" y="33891"/>
                  <a:pt x="224955" y="37145"/>
                </a:cubicBezTo>
                <a:cubicBezTo>
                  <a:pt x="225421" y="40398"/>
                  <a:pt x="225679" y="43651"/>
                  <a:pt x="225731" y="46904"/>
                </a:cubicBezTo>
                <a:cubicBezTo>
                  <a:pt x="225783" y="50156"/>
                  <a:pt x="225809" y="53124"/>
                  <a:pt x="225809" y="55809"/>
                </a:cubicBezTo>
                <a:cubicBezTo>
                  <a:pt x="225809" y="59941"/>
                  <a:pt x="225680" y="64563"/>
                  <a:pt x="225421" y="69674"/>
                </a:cubicBezTo>
                <a:cubicBezTo>
                  <a:pt x="225163" y="74786"/>
                  <a:pt x="224335" y="79588"/>
                  <a:pt x="222939" y="84082"/>
                </a:cubicBezTo>
                <a:cubicBezTo>
                  <a:pt x="221544" y="88573"/>
                  <a:pt x="219296" y="92368"/>
                  <a:pt x="216194" y="95467"/>
                </a:cubicBezTo>
                <a:cubicBezTo>
                  <a:pt x="213093" y="98564"/>
                  <a:pt x="208750" y="100112"/>
                  <a:pt x="203167" y="100112"/>
                </a:cubicBezTo>
                <a:cubicBezTo>
                  <a:pt x="197583" y="100112"/>
                  <a:pt x="193241" y="98564"/>
                  <a:pt x="190139" y="95467"/>
                </a:cubicBezTo>
                <a:cubicBezTo>
                  <a:pt x="187038" y="92368"/>
                  <a:pt x="184789" y="88573"/>
                  <a:pt x="183392" y="84082"/>
                </a:cubicBezTo>
                <a:cubicBezTo>
                  <a:pt x="181998" y="79588"/>
                  <a:pt x="181171" y="74786"/>
                  <a:pt x="180912" y="69674"/>
                </a:cubicBezTo>
                <a:cubicBezTo>
                  <a:pt x="180654" y="64563"/>
                  <a:pt x="180524" y="59941"/>
                  <a:pt x="180524" y="55809"/>
                </a:cubicBezTo>
                <a:moveTo>
                  <a:pt x="166567" y="55968"/>
                </a:moveTo>
                <a:cubicBezTo>
                  <a:pt x="166567" y="59997"/>
                  <a:pt x="166670" y="64183"/>
                  <a:pt x="166877" y="68524"/>
                </a:cubicBezTo>
                <a:cubicBezTo>
                  <a:pt x="167083" y="72864"/>
                  <a:pt x="167600" y="77102"/>
                  <a:pt x="168427" y="81237"/>
                </a:cubicBezTo>
                <a:cubicBezTo>
                  <a:pt x="169255" y="85371"/>
                  <a:pt x="170444" y="89272"/>
                  <a:pt x="171995" y="92942"/>
                </a:cubicBezTo>
                <a:cubicBezTo>
                  <a:pt x="173546" y="96611"/>
                  <a:pt x="175666" y="99842"/>
                  <a:pt x="178354" y="102633"/>
                </a:cubicBezTo>
                <a:cubicBezTo>
                  <a:pt x="181042" y="105422"/>
                  <a:pt x="184428" y="107618"/>
                  <a:pt x="188511" y="109221"/>
                </a:cubicBezTo>
                <a:cubicBezTo>
                  <a:pt x="192596" y="110822"/>
                  <a:pt x="197481" y="111623"/>
                  <a:pt x="203167" y="111623"/>
                </a:cubicBezTo>
                <a:cubicBezTo>
                  <a:pt x="208958" y="111623"/>
                  <a:pt x="213870" y="110822"/>
                  <a:pt x="217901" y="109221"/>
                </a:cubicBezTo>
                <a:cubicBezTo>
                  <a:pt x="221933" y="107618"/>
                  <a:pt x="225294" y="105422"/>
                  <a:pt x="227982" y="102633"/>
                </a:cubicBezTo>
                <a:cubicBezTo>
                  <a:pt x="230670" y="99842"/>
                  <a:pt x="232790" y="96611"/>
                  <a:pt x="234341" y="92942"/>
                </a:cubicBezTo>
                <a:cubicBezTo>
                  <a:pt x="235892" y="89272"/>
                  <a:pt x="237080" y="85371"/>
                  <a:pt x="237907" y="81237"/>
                </a:cubicBezTo>
                <a:cubicBezTo>
                  <a:pt x="238735" y="77102"/>
                  <a:pt x="239253" y="72864"/>
                  <a:pt x="239459" y="68524"/>
                </a:cubicBezTo>
                <a:cubicBezTo>
                  <a:pt x="239666" y="64183"/>
                  <a:pt x="239769" y="59997"/>
                  <a:pt x="239769" y="55968"/>
                </a:cubicBezTo>
                <a:cubicBezTo>
                  <a:pt x="239769" y="51937"/>
                  <a:pt x="239666" y="47751"/>
                  <a:pt x="239459" y="43411"/>
                </a:cubicBezTo>
                <a:cubicBezTo>
                  <a:pt x="239253" y="39069"/>
                  <a:pt x="238735" y="34832"/>
                  <a:pt x="237907" y="30698"/>
                </a:cubicBezTo>
                <a:cubicBezTo>
                  <a:pt x="237080" y="26563"/>
                  <a:pt x="235892" y="22636"/>
                  <a:pt x="234341" y="18915"/>
                </a:cubicBezTo>
                <a:cubicBezTo>
                  <a:pt x="232790" y="15194"/>
                  <a:pt x="230670" y="11937"/>
                  <a:pt x="227982" y="9147"/>
                </a:cubicBezTo>
                <a:cubicBezTo>
                  <a:pt x="225294" y="6356"/>
                  <a:pt x="221907" y="4133"/>
                  <a:pt x="217823" y="2480"/>
                </a:cubicBezTo>
                <a:cubicBezTo>
                  <a:pt x="213740" y="827"/>
                  <a:pt x="208854" y="0"/>
                  <a:pt x="203167" y="0"/>
                </a:cubicBezTo>
                <a:cubicBezTo>
                  <a:pt x="197481" y="0"/>
                  <a:pt x="192596" y="827"/>
                  <a:pt x="188511" y="2480"/>
                </a:cubicBezTo>
                <a:cubicBezTo>
                  <a:pt x="184428" y="4133"/>
                  <a:pt x="181042" y="6356"/>
                  <a:pt x="178354" y="9147"/>
                </a:cubicBezTo>
                <a:cubicBezTo>
                  <a:pt x="175666" y="11937"/>
                  <a:pt x="173546" y="15194"/>
                  <a:pt x="171995" y="18915"/>
                </a:cubicBezTo>
                <a:cubicBezTo>
                  <a:pt x="170444" y="22636"/>
                  <a:pt x="169255" y="26563"/>
                  <a:pt x="168427" y="30698"/>
                </a:cubicBezTo>
                <a:cubicBezTo>
                  <a:pt x="167600" y="34832"/>
                  <a:pt x="167083" y="39069"/>
                  <a:pt x="166877" y="43411"/>
                </a:cubicBezTo>
                <a:cubicBezTo>
                  <a:pt x="166670" y="47751"/>
                  <a:pt x="166567" y="51937"/>
                  <a:pt x="166567" y="5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3F02D-3E10-458A-B6D0-6897AECB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3" y="2435206"/>
            <a:ext cx="1033186" cy="234938"/>
          </a:xfrm>
          <a:custGeom xmlns:a="http://schemas.openxmlformats.org/drawingml/2006/main">
            <a:pathLst>
              <a:path w="1033186" h="234938">
                <a:moveTo>
                  <a:pt x="0" y="234938"/>
                </a:moveTo>
                <a:lnTo>
                  <a:pt x="1033186" y="234938"/>
                </a:lnTo>
                <a:lnTo>
                  <a:pt x="1033186" y="0"/>
                </a:lnTo>
                <a:lnTo>
                  <a:pt x="0" y="0"/>
                </a:lnTo>
                <a:lnTo>
                  <a:pt x="0" y="234938"/>
                </a:lnTo>
                <a:close/>
              </a:path>
            </a:pathLst>
          </a:custGeom>
          <a:solidFill xmlns:a="http://schemas.openxmlformats.org/drawingml/2006/main">
            <a:srgbClr val="FBF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37543-4CF9-479B-8F49-2FDA04C1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575" y="2435206"/>
            <a:ext cx="1033185" cy="234939"/>
          </a:xfrm>
          <a:custGeom xmlns:a="http://schemas.openxmlformats.org/drawingml/2006/main">
            <a:pathLst>
              <a:path w="1033185" h="234939" fill="none">
                <a:moveTo>
                  <a:pt x="0" y="0"/>
                </a:moveTo>
                <a:lnTo>
                  <a:pt x="1033185" y="0"/>
                </a:lnTo>
                <a:lnTo>
                  <a:pt x="1033185" y="234939"/>
                </a:lnTo>
                <a:lnTo>
                  <a:pt x="0" y="2349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56" name="Text 0x4">
            <a:extLst xmlns:a="http://schemas.openxmlformats.org/drawingml/2006/main">
              <a:ext uri="{FF2B5EF4-FFF2-40B4-BE49-F238E27FC236}">
                <a16:creationId xmlns:a16="http://schemas.microsoft.com/office/drawing/2014/main" id="{A53C1DBE-E606-4A55-B34F-4D65BE5C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81" y="2497214"/>
            <a:ext cx="239923" cy="111623"/>
          </a:xfrm>
          <a:custGeom xmlns:a="http://schemas.openxmlformats.org/drawingml/2006/main">
            <a:pathLst>
              <a:path w="239923" h="111623">
                <a:moveTo>
                  <a:pt x="13958" y="55809"/>
                </a:moveTo>
                <a:cubicBezTo>
                  <a:pt x="13958" y="53124"/>
                  <a:pt x="13984" y="50156"/>
                  <a:pt x="14036" y="46904"/>
                </a:cubicBezTo>
                <a:cubicBezTo>
                  <a:pt x="14088" y="43651"/>
                  <a:pt x="14346" y="40398"/>
                  <a:pt x="14810" y="37145"/>
                </a:cubicBezTo>
                <a:cubicBezTo>
                  <a:pt x="15275" y="33891"/>
                  <a:pt x="15947" y="30716"/>
                  <a:pt x="16826" y="27617"/>
                </a:cubicBezTo>
                <a:cubicBezTo>
                  <a:pt x="17705" y="24519"/>
                  <a:pt x="18997" y="21808"/>
                  <a:pt x="20702" y="19486"/>
                </a:cubicBezTo>
                <a:cubicBezTo>
                  <a:pt x="22409" y="17162"/>
                  <a:pt x="24555" y="15277"/>
                  <a:pt x="27139" y="13832"/>
                </a:cubicBezTo>
                <a:cubicBezTo>
                  <a:pt x="29725" y="12385"/>
                  <a:pt x="32879" y="11662"/>
                  <a:pt x="36600" y="11662"/>
                </a:cubicBezTo>
                <a:cubicBezTo>
                  <a:pt x="40322" y="11662"/>
                  <a:pt x="43475" y="12385"/>
                  <a:pt x="46059" y="13832"/>
                </a:cubicBezTo>
                <a:cubicBezTo>
                  <a:pt x="48645" y="15277"/>
                  <a:pt x="50791" y="17162"/>
                  <a:pt x="52496" y="19486"/>
                </a:cubicBezTo>
                <a:cubicBezTo>
                  <a:pt x="54203" y="21808"/>
                  <a:pt x="55496" y="24519"/>
                  <a:pt x="56375" y="27617"/>
                </a:cubicBezTo>
                <a:cubicBezTo>
                  <a:pt x="57253" y="30716"/>
                  <a:pt x="57925" y="33891"/>
                  <a:pt x="58389" y="37145"/>
                </a:cubicBezTo>
                <a:cubicBezTo>
                  <a:pt x="58854" y="40398"/>
                  <a:pt x="59113" y="43651"/>
                  <a:pt x="59165" y="46904"/>
                </a:cubicBezTo>
                <a:cubicBezTo>
                  <a:pt x="59217" y="50156"/>
                  <a:pt x="59243" y="53124"/>
                  <a:pt x="59243" y="55809"/>
                </a:cubicBezTo>
                <a:cubicBezTo>
                  <a:pt x="59243" y="59941"/>
                  <a:pt x="59114" y="64563"/>
                  <a:pt x="58855" y="69674"/>
                </a:cubicBezTo>
                <a:cubicBezTo>
                  <a:pt x="58596" y="74786"/>
                  <a:pt x="57769" y="79588"/>
                  <a:pt x="56372" y="84082"/>
                </a:cubicBezTo>
                <a:cubicBezTo>
                  <a:pt x="54978" y="88573"/>
                  <a:pt x="52730" y="92368"/>
                  <a:pt x="49628" y="95467"/>
                </a:cubicBezTo>
                <a:cubicBezTo>
                  <a:pt x="46526" y="98564"/>
                  <a:pt x="42184" y="100112"/>
                  <a:pt x="36600" y="100112"/>
                </a:cubicBezTo>
                <a:cubicBezTo>
                  <a:pt x="31017" y="100112"/>
                  <a:pt x="26674" y="98564"/>
                  <a:pt x="23573" y="95467"/>
                </a:cubicBezTo>
                <a:cubicBezTo>
                  <a:pt x="20471" y="92368"/>
                  <a:pt x="18222" y="88573"/>
                  <a:pt x="16826" y="84082"/>
                </a:cubicBezTo>
                <a:cubicBezTo>
                  <a:pt x="15431" y="79588"/>
                  <a:pt x="14604" y="74786"/>
                  <a:pt x="14346" y="69674"/>
                </a:cubicBezTo>
                <a:cubicBezTo>
                  <a:pt x="14087" y="64563"/>
                  <a:pt x="13958" y="59941"/>
                  <a:pt x="13958" y="55809"/>
                </a:cubicBezTo>
                <a:moveTo>
                  <a:pt x="0" y="55968"/>
                </a:moveTo>
                <a:cubicBezTo>
                  <a:pt x="0" y="59997"/>
                  <a:pt x="103" y="64183"/>
                  <a:pt x="310" y="68524"/>
                </a:cubicBezTo>
                <a:cubicBezTo>
                  <a:pt x="517" y="72864"/>
                  <a:pt x="1033" y="77102"/>
                  <a:pt x="1860" y="81237"/>
                </a:cubicBezTo>
                <a:cubicBezTo>
                  <a:pt x="2688" y="85371"/>
                  <a:pt x="3878" y="89272"/>
                  <a:pt x="5429" y="92942"/>
                </a:cubicBezTo>
                <a:cubicBezTo>
                  <a:pt x="6980" y="96611"/>
                  <a:pt x="9099" y="99842"/>
                  <a:pt x="11788" y="102633"/>
                </a:cubicBezTo>
                <a:cubicBezTo>
                  <a:pt x="14476" y="105422"/>
                  <a:pt x="17862" y="107618"/>
                  <a:pt x="21945" y="109221"/>
                </a:cubicBezTo>
                <a:cubicBezTo>
                  <a:pt x="26029" y="110822"/>
                  <a:pt x="30914" y="111623"/>
                  <a:pt x="36600" y="111623"/>
                </a:cubicBezTo>
                <a:cubicBezTo>
                  <a:pt x="42392" y="111623"/>
                  <a:pt x="47303" y="110822"/>
                  <a:pt x="51334" y="109221"/>
                </a:cubicBezTo>
                <a:cubicBezTo>
                  <a:pt x="55367" y="107618"/>
                  <a:pt x="58727" y="105422"/>
                  <a:pt x="61415" y="102633"/>
                </a:cubicBezTo>
                <a:cubicBezTo>
                  <a:pt x="64104" y="99842"/>
                  <a:pt x="66223" y="96611"/>
                  <a:pt x="67774" y="92942"/>
                </a:cubicBezTo>
                <a:cubicBezTo>
                  <a:pt x="69325" y="89272"/>
                  <a:pt x="70514" y="85371"/>
                  <a:pt x="71340" y="81237"/>
                </a:cubicBezTo>
                <a:cubicBezTo>
                  <a:pt x="72169" y="77102"/>
                  <a:pt x="72686" y="72864"/>
                  <a:pt x="72893" y="68524"/>
                </a:cubicBezTo>
                <a:cubicBezTo>
                  <a:pt x="73100" y="64183"/>
                  <a:pt x="73203" y="59997"/>
                  <a:pt x="73203" y="55968"/>
                </a:cubicBezTo>
                <a:cubicBezTo>
                  <a:pt x="73203" y="51937"/>
                  <a:pt x="73100" y="47751"/>
                  <a:pt x="72893" y="43411"/>
                </a:cubicBezTo>
                <a:cubicBezTo>
                  <a:pt x="72686" y="39069"/>
                  <a:pt x="72169" y="34832"/>
                  <a:pt x="71340" y="30698"/>
                </a:cubicBezTo>
                <a:cubicBezTo>
                  <a:pt x="70514" y="26563"/>
                  <a:pt x="69325" y="22636"/>
                  <a:pt x="67774" y="18915"/>
                </a:cubicBezTo>
                <a:cubicBezTo>
                  <a:pt x="66223" y="15194"/>
                  <a:pt x="64104" y="11937"/>
                  <a:pt x="61415" y="9147"/>
                </a:cubicBezTo>
                <a:cubicBezTo>
                  <a:pt x="58727" y="6356"/>
                  <a:pt x="55341" y="4133"/>
                  <a:pt x="51256" y="2480"/>
                </a:cubicBezTo>
                <a:cubicBezTo>
                  <a:pt x="47173" y="827"/>
                  <a:pt x="42288" y="0"/>
                  <a:pt x="36600" y="0"/>
                </a:cubicBezTo>
                <a:cubicBezTo>
                  <a:pt x="30914" y="0"/>
                  <a:pt x="26029" y="827"/>
                  <a:pt x="21945" y="2480"/>
                </a:cubicBezTo>
                <a:cubicBezTo>
                  <a:pt x="17862" y="4133"/>
                  <a:pt x="14476" y="6356"/>
                  <a:pt x="11788" y="9147"/>
                </a:cubicBezTo>
                <a:cubicBezTo>
                  <a:pt x="9099" y="11937"/>
                  <a:pt x="6980" y="15194"/>
                  <a:pt x="5429" y="18915"/>
                </a:cubicBezTo>
                <a:cubicBezTo>
                  <a:pt x="3878" y="22636"/>
                  <a:pt x="2688" y="26563"/>
                  <a:pt x="1860" y="30698"/>
                </a:cubicBezTo>
                <a:cubicBezTo>
                  <a:pt x="1033" y="34832"/>
                  <a:pt x="517" y="39069"/>
                  <a:pt x="310" y="43411"/>
                </a:cubicBezTo>
                <a:cubicBezTo>
                  <a:pt x="103" y="47751"/>
                  <a:pt x="0" y="51937"/>
                  <a:pt x="0" y="55968"/>
                </a:cubicBezTo>
                <a:close/>
                <a:moveTo>
                  <a:pt x="111200" y="67805"/>
                </a:moveTo>
                <a:lnTo>
                  <a:pt x="81112" y="109957"/>
                </a:lnTo>
                <a:lnTo>
                  <a:pt x="97086" y="109957"/>
                </a:lnTo>
                <a:lnTo>
                  <a:pt x="119419" y="76793"/>
                </a:lnTo>
                <a:lnTo>
                  <a:pt x="141751" y="109957"/>
                </a:lnTo>
                <a:lnTo>
                  <a:pt x="158657" y="109957"/>
                </a:lnTo>
                <a:lnTo>
                  <a:pt x="127640" y="66721"/>
                </a:lnTo>
                <a:lnTo>
                  <a:pt x="155245" y="29837"/>
                </a:lnTo>
                <a:lnTo>
                  <a:pt x="139425" y="29837"/>
                </a:lnTo>
                <a:lnTo>
                  <a:pt x="119419" y="57887"/>
                </a:lnTo>
                <a:lnTo>
                  <a:pt x="100188" y="29837"/>
                </a:lnTo>
                <a:lnTo>
                  <a:pt x="83282" y="29837"/>
                </a:lnTo>
                <a:lnTo>
                  <a:pt x="111200" y="67805"/>
                </a:lnTo>
                <a:close/>
                <a:moveTo>
                  <a:pt x="212628" y="72547"/>
                </a:moveTo>
                <a:lnTo>
                  <a:pt x="175715" y="72547"/>
                </a:lnTo>
                <a:lnTo>
                  <a:pt x="212318" y="18766"/>
                </a:lnTo>
                <a:lnTo>
                  <a:pt x="212628" y="18766"/>
                </a:lnTo>
                <a:lnTo>
                  <a:pt x="212628" y="72547"/>
                </a:lnTo>
                <a:moveTo>
                  <a:pt x="225036" y="72547"/>
                </a:moveTo>
                <a:lnTo>
                  <a:pt x="225036" y="0"/>
                </a:lnTo>
                <a:lnTo>
                  <a:pt x="214488" y="0"/>
                </a:lnTo>
                <a:lnTo>
                  <a:pt x="164394" y="71492"/>
                </a:lnTo>
                <a:lnTo>
                  <a:pt x="164394" y="84209"/>
                </a:lnTo>
                <a:lnTo>
                  <a:pt x="212628" y="84209"/>
                </a:lnTo>
                <a:lnTo>
                  <a:pt x="212628" y="109957"/>
                </a:lnTo>
                <a:lnTo>
                  <a:pt x="225036" y="109957"/>
                </a:lnTo>
                <a:lnTo>
                  <a:pt x="225036" y="84209"/>
                </a:lnTo>
                <a:lnTo>
                  <a:pt x="239923" y="84209"/>
                </a:lnTo>
                <a:lnTo>
                  <a:pt x="239923" y="72547"/>
                </a:lnTo>
                <a:lnTo>
                  <a:pt x="225036" y="725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Step3:">
            <a:extLst xmlns:a="http://schemas.openxmlformats.org/drawingml/2006/main">
              <a:ext uri="{FF2B5EF4-FFF2-40B4-BE49-F238E27FC236}">
                <a16:creationId xmlns:a16="http://schemas.microsoft.com/office/drawing/2014/main" id="{DC5F6A66-9BA7-48B2-A766-0FF42F7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4628" y="86456"/>
            <a:ext cx="613619" cy="174104"/>
          </a:xfrm>
          <a:custGeom xmlns:a="http://schemas.openxmlformats.org/drawingml/2006/main">
            <a:pathLst>
              <a:path w="613619" h="174104">
                <a:moveTo>
                  <a:pt x="29141" y="94290"/>
                </a:moveTo>
                <a:lnTo>
                  <a:pt x="128" y="94290"/>
                </a:lnTo>
                <a:cubicBezTo>
                  <a:pt x="0" y="102688"/>
                  <a:pt x="1526" y="109942"/>
                  <a:pt x="4707" y="116053"/>
                </a:cubicBezTo>
                <a:cubicBezTo>
                  <a:pt x="7889" y="122164"/>
                  <a:pt x="12184" y="127193"/>
                  <a:pt x="17592" y="131140"/>
                </a:cubicBezTo>
                <a:cubicBezTo>
                  <a:pt x="23002" y="135088"/>
                  <a:pt x="29238" y="137985"/>
                  <a:pt x="36300" y="139832"/>
                </a:cubicBezTo>
                <a:cubicBezTo>
                  <a:pt x="43362" y="141678"/>
                  <a:pt x="50647" y="142602"/>
                  <a:pt x="58156" y="142602"/>
                </a:cubicBezTo>
                <a:cubicBezTo>
                  <a:pt x="67445" y="142602"/>
                  <a:pt x="75621" y="141520"/>
                  <a:pt x="82683" y="139357"/>
                </a:cubicBezTo>
                <a:cubicBezTo>
                  <a:pt x="89745" y="137194"/>
                  <a:pt x="95663" y="134171"/>
                  <a:pt x="100436" y="130290"/>
                </a:cubicBezTo>
                <a:cubicBezTo>
                  <a:pt x="105208" y="126408"/>
                  <a:pt x="108804" y="121796"/>
                  <a:pt x="111221" y="116452"/>
                </a:cubicBezTo>
                <a:cubicBezTo>
                  <a:pt x="113639" y="111106"/>
                  <a:pt x="114847" y="105316"/>
                  <a:pt x="114847" y="99081"/>
                </a:cubicBezTo>
                <a:cubicBezTo>
                  <a:pt x="114847" y="91446"/>
                  <a:pt x="113225" y="85179"/>
                  <a:pt x="109980" y="80280"/>
                </a:cubicBezTo>
                <a:cubicBezTo>
                  <a:pt x="106736" y="75379"/>
                  <a:pt x="102886" y="71466"/>
                  <a:pt x="98432" y="68540"/>
                </a:cubicBezTo>
                <a:cubicBezTo>
                  <a:pt x="93977" y="65613"/>
                  <a:pt x="89491" y="63482"/>
                  <a:pt x="84973" y="62146"/>
                </a:cubicBezTo>
                <a:cubicBezTo>
                  <a:pt x="80456" y="60809"/>
                  <a:pt x="76925" y="59885"/>
                  <a:pt x="74379" y="59377"/>
                </a:cubicBezTo>
                <a:cubicBezTo>
                  <a:pt x="65853" y="57213"/>
                  <a:pt x="58949" y="55432"/>
                  <a:pt x="53668" y="54032"/>
                </a:cubicBezTo>
                <a:cubicBezTo>
                  <a:pt x="48388" y="52632"/>
                  <a:pt x="44253" y="51233"/>
                  <a:pt x="41263" y="49835"/>
                </a:cubicBezTo>
                <a:cubicBezTo>
                  <a:pt x="38273" y="48435"/>
                  <a:pt x="36268" y="46908"/>
                  <a:pt x="35248" y="45253"/>
                </a:cubicBezTo>
                <a:cubicBezTo>
                  <a:pt x="34231" y="43599"/>
                  <a:pt x="33722" y="41435"/>
                  <a:pt x="33722" y="38761"/>
                </a:cubicBezTo>
                <a:cubicBezTo>
                  <a:pt x="33722" y="35835"/>
                  <a:pt x="34358" y="33417"/>
                  <a:pt x="35630" y="31509"/>
                </a:cubicBezTo>
                <a:cubicBezTo>
                  <a:pt x="36904" y="29600"/>
                  <a:pt x="38526" y="28010"/>
                  <a:pt x="40497" y="26738"/>
                </a:cubicBezTo>
                <a:cubicBezTo>
                  <a:pt x="42470" y="25464"/>
                  <a:pt x="44665" y="24573"/>
                  <a:pt x="47082" y="24064"/>
                </a:cubicBezTo>
                <a:cubicBezTo>
                  <a:pt x="49502" y="23555"/>
                  <a:pt x="51920" y="23301"/>
                  <a:pt x="54338" y="23301"/>
                </a:cubicBezTo>
                <a:cubicBezTo>
                  <a:pt x="58029" y="23301"/>
                  <a:pt x="61433" y="23619"/>
                  <a:pt x="64549" y="24256"/>
                </a:cubicBezTo>
                <a:cubicBezTo>
                  <a:pt x="67668" y="24891"/>
                  <a:pt x="70436" y="25973"/>
                  <a:pt x="72853" y="27501"/>
                </a:cubicBezTo>
                <a:cubicBezTo>
                  <a:pt x="75273" y="29027"/>
                  <a:pt x="77213" y="31126"/>
                  <a:pt x="78676" y="33798"/>
                </a:cubicBezTo>
                <a:cubicBezTo>
                  <a:pt x="80140" y="36470"/>
                  <a:pt x="80999" y="39842"/>
                  <a:pt x="81253" y="43913"/>
                </a:cubicBezTo>
                <a:lnTo>
                  <a:pt x="110266" y="43913"/>
                </a:lnTo>
                <a:cubicBezTo>
                  <a:pt x="110266" y="36024"/>
                  <a:pt x="108771" y="29312"/>
                  <a:pt x="105780" y="23776"/>
                </a:cubicBezTo>
                <a:cubicBezTo>
                  <a:pt x="102790" y="18238"/>
                  <a:pt x="98749" y="13686"/>
                  <a:pt x="93658" y="10121"/>
                </a:cubicBezTo>
                <a:cubicBezTo>
                  <a:pt x="88569" y="6556"/>
                  <a:pt x="82747" y="3979"/>
                  <a:pt x="76194" y="2388"/>
                </a:cubicBezTo>
                <a:cubicBezTo>
                  <a:pt x="69641" y="796"/>
                  <a:pt x="62801" y="0"/>
                  <a:pt x="55675" y="0"/>
                </a:cubicBezTo>
                <a:cubicBezTo>
                  <a:pt x="49566" y="0"/>
                  <a:pt x="43457" y="827"/>
                  <a:pt x="37348" y="2482"/>
                </a:cubicBezTo>
                <a:cubicBezTo>
                  <a:pt x="31242" y="4136"/>
                  <a:pt x="25770" y="6682"/>
                  <a:pt x="20933" y="10118"/>
                </a:cubicBezTo>
                <a:cubicBezTo>
                  <a:pt x="16098" y="13553"/>
                  <a:pt x="12185" y="17848"/>
                  <a:pt x="9195" y="23001"/>
                </a:cubicBezTo>
                <a:cubicBezTo>
                  <a:pt x="6205" y="28154"/>
                  <a:pt x="4710" y="34230"/>
                  <a:pt x="4710" y="41228"/>
                </a:cubicBezTo>
                <a:cubicBezTo>
                  <a:pt x="4710" y="47463"/>
                  <a:pt x="5886" y="52776"/>
                  <a:pt x="8240" y="57166"/>
                </a:cubicBezTo>
                <a:cubicBezTo>
                  <a:pt x="10595" y="61556"/>
                  <a:pt x="13682" y="65215"/>
                  <a:pt x="17499" y="68143"/>
                </a:cubicBezTo>
                <a:cubicBezTo>
                  <a:pt x="21316" y="71070"/>
                  <a:pt x="25643" y="73455"/>
                  <a:pt x="30478" y="75300"/>
                </a:cubicBezTo>
                <a:cubicBezTo>
                  <a:pt x="35314" y="77144"/>
                  <a:pt x="40278" y="78704"/>
                  <a:pt x="45367" y="79977"/>
                </a:cubicBezTo>
                <a:cubicBezTo>
                  <a:pt x="50330" y="81375"/>
                  <a:pt x="55229" y="82647"/>
                  <a:pt x="60064" y="83793"/>
                </a:cubicBezTo>
                <a:cubicBezTo>
                  <a:pt x="64901" y="84939"/>
                  <a:pt x="69228" y="86275"/>
                  <a:pt x="73045" y="87804"/>
                </a:cubicBezTo>
                <a:cubicBezTo>
                  <a:pt x="76863" y="89330"/>
                  <a:pt x="79948" y="91239"/>
                  <a:pt x="82302" y="93530"/>
                </a:cubicBezTo>
                <a:cubicBezTo>
                  <a:pt x="84657" y="95819"/>
                  <a:pt x="85835" y="98809"/>
                  <a:pt x="85835" y="102501"/>
                </a:cubicBezTo>
                <a:cubicBezTo>
                  <a:pt x="85835" y="105936"/>
                  <a:pt x="84943" y="108767"/>
                  <a:pt x="83161" y="110994"/>
                </a:cubicBezTo>
                <a:cubicBezTo>
                  <a:pt x="81380" y="113221"/>
                  <a:pt x="79153" y="114971"/>
                  <a:pt x="76479" y="116242"/>
                </a:cubicBezTo>
                <a:cubicBezTo>
                  <a:pt x="73808" y="117514"/>
                  <a:pt x="70944" y="118373"/>
                  <a:pt x="67890" y="118820"/>
                </a:cubicBezTo>
                <a:cubicBezTo>
                  <a:pt x="64836" y="119265"/>
                  <a:pt x="61973" y="119487"/>
                  <a:pt x="59301" y="119487"/>
                </a:cubicBezTo>
                <a:cubicBezTo>
                  <a:pt x="55355" y="119487"/>
                  <a:pt x="51537" y="119010"/>
                  <a:pt x="47845" y="118057"/>
                </a:cubicBezTo>
                <a:cubicBezTo>
                  <a:pt x="44156" y="117102"/>
                  <a:pt x="40944" y="115638"/>
                  <a:pt x="38208" y="113665"/>
                </a:cubicBezTo>
                <a:cubicBezTo>
                  <a:pt x="35472" y="111692"/>
                  <a:pt x="33277" y="109115"/>
                  <a:pt x="31622" y="105935"/>
                </a:cubicBezTo>
                <a:cubicBezTo>
                  <a:pt x="29968" y="102752"/>
                  <a:pt x="29141" y="98871"/>
                  <a:pt x="29141" y="94290"/>
                </a:cubicBezTo>
                <a:close/>
                <a:moveTo>
                  <a:pt x="164094" y="41010"/>
                </a:moveTo>
                <a:lnTo>
                  <a:pt x="164094" y="11371"/>
                </a:lnTo>
                <a:lnTo>
                  <a:pt x="136989" y="11371"/>
                </a:lnTo>
                <a:lnTo>
                  <a:pt x="136989" y="41010"/>
                </a:lnTo>
                <a:lnTo>
                  <a:pt x="120573" y="41010"/>
                </a:lnTo>
                <a:lnTo>
                  <a:pt x="120573" y="59091"/>
                </a:lnTo>
                <a:lnTo>
                  <a:pt x="136989" y="59091"/>
                </a:lnTo>
                <a:lnTo>
                  <a:pt x="136989" y="117276"/>
                </a:lnTo>
                <a:cubicBezTo>
                  <a:pt x="136989" y="122238"/>
                  <a:pt x="137816" y="126244"/>
                  <a:pt x="139470" y="129297"/>
                </a:cubicBezTo>
                <a:cubicBezTo>
                  <a:pt x="141125" y="132349"/>
                  <a:pt x="143383" y="134703"/>
                  <a:pt x="146245" y="136357"/>
                </a:cubicBezTo>
                <a:cubicBezTo>
                  <a:pt x="149109" y="138009"/>
                  <a:pt x="152418" y="139121"/>
                  <a:pt x="156171" y="139692"/>
                </a:cubicBezTo>
                <a:cubicBezTo>
                  <a:pt x="159927" y="140265"/>
                  <a:pt x="163904" y="140551"/>
                  <a:pt x="168104" y="140551"/>
                </a:cubicBezTo>
                <a:cubicBezTo>
                  <a:pt x="170776" y="140551"/>
                  <a:pt x="173512" y="140489"/>
                  <a:pt x="176312" y="140365"/>
                </a:cubicBezTo>
                <a:cubicBezTo>
                  <a:pt x="179112" y="140240"/>
                  <a:pt x="181657" y="139992"/>
                  <a:pt x="183946" y="139619"/>
                </a:cubicBezTo>
                <a:lnTo>
                  <a:pt x="183946" y="118538"/>
                </a:lnTo>
                <a:cubicBezTo>
                  <a:pt x="182674" y="118792"/>
                  <a:pt x="181338" y="118983"/>
                  <a:pt x="179938" y="119111"/>
                </a:cubicBezTo>
                <a:cubicBezTo>
                  <a:pt x="178538" y="119238"/>
                  <a:pt x="177075" y="119301"/>
                  <a:pt x="175549" y="119301"/>
                </a:cubicBezTo>
                <a:cubicBezTo>
                  <a:pt x="170966" y="119301"/>
                  <a:pt x="167911" y="118538"/>
                  <a:pt x="166383" y="117014"/>
                </a:cubicBezTo>
                <a:cubicBezTo>
                  <a:pt x="164857" y="115490"/>
                  <a:pt x="164094" y="112441"/>
                  <a:pt x="164094" y="107869"/>
                </a:cubicBezTo>
                <a:lnTo>
                  <a:pt x="164094" y="59091"/>
                </a:lnTo>
                <a:lnTo>
                  <a:pt x="183946" y="59091"/>
                </a:lnTo>
                <a:lnTo>
                  <a:pt x="183946" y="41010"/>
                </a:lnTo>
                <a:lnTo>
                  <a:pt x="164094" y="41010"/>
                </a:lnTo>
                <a:close/>
                <a:moveTo>
                  <a:pt x="263350" y="79782"/>
                </a:moveTo>
                <a:lnTo>
                  <a:pt x="219259" y="79782"/>
                </a:lnTo>
                <a:cubicBezTo>
                  <a:pt x="219385" y="77868"/>
                  <a:pt x="219798" y="75698"/>
                  <a:pt x="220497" y="73273"/>
                </a:cubicBezTo>
                <a:cubicBezTo>
                  <a:pt x="221198" y="70845"/>
                  <a:pt x="222407" y="68547"/>
                  <a:pt x="224126" y="66378"/>
                </a:cubicBezTo>
                <a:cubicBezTo>
                  <a:pt x="225844" y="64208"/>
                  <a:pt x="228134" y="62388"/>
                  <a:pt x="230997" y="60920"/>
                </a:cubicBezTo>
                <a:cubicBezTo>
                  <a:pt x="233861" y="59452"/>
                  <a:pt x="237456" y="58718"/>
                  <a:pt x="241782" y="58718"/>
                </a:cubicBezTo>
                <a:cubicBezTo>
                  <a:pt x="248399" y="58718"/>
                  <a:pt x="253330" y="60506"/>
                  <a:pt x="256575" y="64080"/>
                </a:cubicBezTo>
                <a:cubicBezTo>
                  <a:pt x="259820" y="67655"/>
                  <a:pt x="262078" y="72889"/>
                  <a:pt x="263350" y="79782"/>
                </a:cubicBezTo>
                <a:moveTo>
                  <a:pt x="219259" y="96932"/>
                </a:moveTo>
                <a:lnTo>
                  <a:pt x="290458" y="96932"/>
                </a:lnTo>
                <a:cubicBezTo>
                  <a:pt x="290966" y="89281"/>
                  <a:pt x="290329" y="81949"/>
                  <a:pt x="288547" y="74936"/>
                </a:cubicBezTo>
                <a:cubicBezTo>
                  <a:pt x="286766" y="67922"/>
                  <a:pt x="283871" y="61675"/>
                  <a:pt x="279861" y="56193"/>
                </a:cubicBezTo>
                <a:cubicBezTo>
                  <a:pt x="275854" y="50710"/>
                  <a:pt x="270731" y="46343"/>
                  <a:pt x="264495" y="43092"/>
                </a:cubicBezTo>
                <a:cubicBezTo>
                  <a:pt x="258260" y="39840"/>
                  <a:pt x="250943" y="38213"/>
                  <a:pt x="242545" y="38213"/>
                </a:cubicBezTo>
                <a:cubicBezTo>
                  <a:pt x="235036" y="38213"/>
                  <a:pt x="228197" y="39552"/>
                  <a:pt x="222026" y="42230"/>
                </a:cubicBezTo>
                <a:cubicBezTo>
                  <a:pt x="215855" y="44906"/>
                  <a:pt x="210542" y="48570"/>
                  <a:pt x="206088" y="53222"/>
                </a:cubicBezTo>
                <a:cubicBezTo>
                  <a:pt x="201634" y="57875"/>
                  <a:pt x="198198" y="63388"/>
                  <a:pt x="195780" y="69763"/>
                </a:cubicBezTo>
                <a:cubicBezTo>
                  <a:pt x="193363" y="76136"/>
                  <a:pt x="192154" y="83019"/>
                  <a:pt x="192154" y="90413"/>
                </a:cubicBezTo>
                <a:cubicBezTo>
                  <a:pt x="192154" y="98060"/>
                  <a:pt x="193331" y="105071"/>
                  <a:pt x="195684" y="111445"/>
                </a:cubicBezTo>
                <a:cubicBezTo>
                  <a:pt x="198039" y="117818"/>
                  <a:pt x="201380" y="123300"/>
                  <a:pt x="205706" y="127890"/>
                </a:cubicBezTo>
                <a:cubicBezTo>
                  <a:pt x="210033" y="132478"/>
                  <a:pt x="215313" y="136015"/>
                  <a:pt x="221548" y="138501"/>
                </a:cubicBezTo>
                <a:cubicBezTo>
                  <a:pt x="227783" y="140986"/>
                  <a:pt x="234782" y="142229"/>
                  <a:pt x="242545" y="142229"/>
                </a:cubicBezTo>
                <a:cubicBezTo>
                  <a:pt x="253743" y="142229"/>
                  <a:pt x="263287" y="139686"/>
                  <a:pt x="271176" y="134601"/>
                </a:cubicBezTo>
                <a:cubicBezTo>
                  <a:pt x="279067" y="129515"/>
                  <a:pt x="284922" y="121060"/>
                  <a:pt x="288739" y="109235"/>
                </a:cubicBezTo>
                <a:lnTo>
                  <a:pt x="264879" y="109235"/>
                </a:lnTo>
                <a:cubicBezTo>
                  <a:pt x="263988" y="112262"/>
                  <a:pt x="261569" y="115132"/>
                  <a:pt x="257624" y="117844"/>
                </a:cubicBezTo>
                <a:cubicBezTo>
                  <a:pt x="253680" y="120555"/>
                  <a:pt x="248972" y="121910"/>
                  <a:pt x="243500" y="121910"/>
                </a:cubicBezTo>
                <a:cubicBezTo>
                  <a:pt x="235865" y="121910"/>
                  <a:pt x="230011" y="119940"/>
                  <a:pt x="225937" y="116001"/>
                </a:cubicBezTo>
                <a:cubicBezTo>
                  <a:pt x="221866" y="112059"/>
                  <a:pt x="219639" y="105703"/>
                  <a:pt x="219259" y="96932"/>
                </a:cubicBezTo>
                <a:close/>
                <a:moveTo>
                  <a:pt x="356312" y="121910"/>
                </a:moveTo>
                <a:cubicBezTo>
                  <a:pt x="351984" y="121910"/>
                  <a:pt x="348293" y="121020"/>
                  <a:pt x="345238" y="119239"/>
                </a:cubicBezTo>
                <a:cubicBezTo>
                  <a:pt x="342186" y="117457"/>
                  <a:pt x="339736" y="115134"/>
                  <a:pt x="337890" y="112270"/>
                </a:cubicBezTo>
                <a:cubicBezTo>
                  <a:pt x="336045" y="109406"/>
                  <a:pt x="334709" y="106065"/>
                  <a:pt x="333882" y="102247"/>
                </a:cubicBezTo>
                <a:cubicBezTo>
                  <a:pt x="333055" y="98428"/>
                  <a:pt x="332641" y="94545"/>
                  <a:pt x="332641" y="90600"/>
                </a:cubicBezTo>
                <a:cubicBezTo>
                  <a:pt x="332641" y="86528"/>
                  <a:pt x="333023" y="82583"/>
                  <a:pt x="333786" y="78766"/>
                </a:cubicBezTo>
                <a:cubicBezTo>
                  <a:pt x="334549" y="74946"/>
                  <a:pt x="335853" y="71574"/>
                  <a:pt x="337698" y="68647"/>
                </a:cubicBezTo>
                <a:cubicBezTo>
                  <a:pt x="339544" y="65719"/>
                  <a:pt x="341963" y="63333"/>
                  <a:pt x="344953" y="61488"/>
                </a:cubicBezTo>
                <a:cubicBezTo>
                  <a:pt x="347943" y="59642"/>
                  <a:pt x="351666" y="58718"/>
                  <a:pt x="356120" y="58718"/>
                </a:cubicBezTo>
                <a:cubicBezTo>
                  <a:pt x="360448" y="58718"/>
                  <a:pt x="364107" y="59642"/>
                  <a:pt x="367098" y="61488"/>
                </a:cubicBezTo>
                <a:cubicBezTo>
                  <a:pt x="370088" y="63333"/>
                  <a:pt x="372537" y="65751"/>
                  <a:pt x="374446" y="68743"/>
                </a:cubicBezTo>
                <a:cubicBezTo>
                  <a:pt x="376355" y="71734"/>
                  <a:pt x="377723" y="75138"/>
                  <a:pt x="378550" y="78955"/>
                </a:cubicBezTo>
                <a:cubicBezTo>
                  <a:pt x="379377" y="82773"/>
                  <a:pt x="379791" y="86654"/>
                  <a:pt x="379791" y="90600"/>
                </a:cubicBezTo>
                <a:cubicBezTo>
                  <a:pt x="379791" y="94545"/>
                  <a:pt x="379409" y="98428"/>
                  <a:pt x="378646" y="102247"/>
                </a:cubicBezTo>
                <a:cubicBezTo>
                  <a:pt x="377883" y="106065"/>
                  <a:pt x="376578" y="109406"/>
                  <a:pt x="374732" y="112270"/>
                </a:cubicBezTo>
                <a:cubicBezTo>
                  <a:pt x="372887" y="115134"/>
                  <a:pt x="370469" y="117457"/>
                  <a:pt x="367479" y="119239"/>
                </a:cubicBezTo>
                <a:cubicBezTo>
                  <a:pt x="364489" y="121020"/>
                  <a:pt x="360767" y="121910"/>
                  <a:pt x="356312" y="121910"/>
                </a:cubicBezTo>
                <a:moveTo>
                  <a:pt x="306492" y="40948"/>
                </a:moveTo>
                <a:lnTo>
                  <a:pt x="306492" y="174104"/>
                </a:lnTo>
                <a:lnTo>
                  <a:pt x="333597" y="174104"/>
                </a:lnTo>
                <a:lnTo>
                  <a:pt x="333597" y="127471"/>
                </a:lnTo>
                <a:lnTo>
                  <a:pt x="333978" y="127471"/>
                </a:lnTo>
                <a:cubicBezTo>
                  <a:pt x="337287" y="132327"/>
                  <a:pt x="341518" y="136001"/>
                  <a:pt x="346671" y="138492"/>
                </a:cubicBezTo>
                <a:cubicBezTo>
                  <a:pt x="351825" y="140983"/>
                  <a:pt x="357456" y="142229"/>
                  <a:pt x="363565" y="142229"/>
                </a:cubicBezTo>
                <a:cubicBezTo>
                  <a:pt x="370819" y="142229"/>
                  <a:pt x="377150" y="140827"/>
                  <a:pt x="382558" y="138023"/>
                </a:cubicBezTo>
                <a:cubicBezTo>
                  <a:pt x="387965" y="135219"/>
                  <a:pt x="392483" y="131459"/>
                  <a:pt x="396110" y="126742"/>
                </a:cubicBezTo>
                <a:cubicBezTo>
                  <a:pt x="399737" y="122026"/>
                  <a:pt x="402441" y="116608"/>
                  <a:pt x="404222" y="110490"/>
                </a:cubicBezTo>
                <a:cubicBezTo>
                  <a:pt x="406004" y="104372"/>
                  <a:pt x="406896" y="97998"/>
                  <a:pt x="406896" y="91369"/>
                </a:cubicBezTo>
                <a:cubicBezTo>
                  <a:pt x="406896" y="84357"/>
                  <a:pt x="406004" y="77633"/>
                  <a:pt x="404222" y="71196"/>
                </a:cubicBezTo>
                <a:cubicBezTo>
                  <a:pt x="402441" y="64759"/>
                  <a:pt x="399705" y="59119"/>
                  <a:pt x="396014" y="54277"/>
                </a:cubicBezTo>
                <a:cubicBezTo>
                  <a:pt x="392325" y="49432"/>
                  <a:pt x="387680" y="45544"/>
                  <a:pt x="382080" y="42612"/>
                </a:cubicBezTo>
                <a:cubicBezTo>
                  <a:pt x="376482" y="39679"/>
                  <a:pt x="369801" y="38213"/>
                  <a:pt x="362038" y="38213"/>
                </a:cubicBezTo>
                <a:cubicBezTo>
                  <a:pt x="355930" y="38213"/>
                  <a:pt x="350330" y="39427"/>
                  <a:pt x="345238" y="41854"/>
                </a:cubicBezTo>
                <a:cubicBezTo>
                  <a:pt x="340149" y="44281"/>
                  <a:pt x="335950" y="48178"/>
                  <a:pt x="332641" y="53545"/>
                </a:cubicBezTo>
                <a:lnTo>
                  <a:pt x="332260" y="53545"/>
                </a:lnTo>
                <a:lnTo>
                  <a:pt x="332260" y="40948"/>
                </a:lnTo>
                <a:lnTo>
                  <a:pt x="306492" y="40948"/>
                </a:lnTo>
                <a:close/>
                <a:moveTo>
                  <a:pt x="509396" y="60023"/>
                </a:moveTo>
                <a:lnTo>
                  <a:pt x="509396" y="79037"/>
                </a:lnTo>
                <a:cubicBezTo>
                  <a:pt x="512705" y="79037"/>
                  <a:pt x="516173" y="79132"/>
                  <a:pt x="519800" y="79322"/>
                </a:cubicBezTo>
                <a:cubicBezTo>
                  <a:pt x="523427" y="79512"/>
                  <a:pt x="526767" y="80212"/>
                  <a:pt x="529819" y="81422"/>
                </a:cubicBezTo>
                <a:cubicBezTo>
                  <a:pt x="532874" y="82630"/>
                  <a:pt x="535387" y="84570"/>
                  <a:pt x="537360" y="87241"/>
                </a:cubicBezTo>
                <a:cubicBezTo>
                  <a:pt x="539333" y="89911"/>
                  <a:pt x="540319" y="93790"/>
                  <a:pt x="540319" y="98877"/>
                </a:cubicBezTo>
                <a:cubicBezTo>
                  <a:pt x="540319" y="105363"/>
                  <a:pt x="538219" y="110481"/>
                  <a:pt x="534019" y="114233"/>
                </a:cubicBezTo>
                <a:cubicBezTo>
                  <a:pt x="529821" y="117984"/>
                  <a:pt x="524668" y="119860"/>
                  <a:pt x="518559" y="119860"/>
                </a:cubicBezTo>
                <a:cubicBezTo>
                  <a:pt x="514614" y="119860"/>
                  <a:pt x="511209" y="119160"/>
                  <a:pt x="508345" y="117760"/>
                </a:cubicBezTo>
                <a:cubicBezTo>
                  <a:pt x="505483" y="116360"/>
                  <a:pt x="503097" y="114483"/>
                  <a:pt x="501188" y="112130"/>
                </a:cubicBezTo>
                <a:cubicBezTo>
                  <a:pt x="499280" y="109774"/>
                  <a:pt x="497817" y="106974"/>
                  <a:pt x="496799" y="103730"/>
                </a:cubicBezTo>
                <a:cubicBezTo>
                  <a:pt x="495782" y="100485"/>
                  <a:pt x="495209" y="97081"/>
                  <a:pt x="495081" y="93518"/>
                </a:cubicBezTo>
                <a:lnTo>
                  <a:pt x="469313" y="93518"/>
                </a:lnTo>
                <a:cubicBezTo>
                  <a:pt x="469185" y="101281"/>
                  <a:pt x="470297" y="108154"/>
                  <a:pt x="472651" y="114137"/>
                </a:cubicBezTo>
                <a:cubicBezTo>
                  <a:pt x="475006" y="120119"/>
                  <a:pt x="478347" y="125182"/>
                  <a:pt x="482673" y="129326"/>
                </a:cubicBezTo>
                <a:cubicBezTo>
                  <a:pt x="487001" y="133470"/>
                  <a:pt x="492251" y="136625"/>
                  <a:pt x="498422" y="138792"/>
                </a:cubicBezTo>
                <a:cubicBezTo>
                  <a:pt x="504592" y="140959"/>
                  <a:pt x="511432" y="142042"/>
                  <a:pt x="518941" y="142042"/>
                </a:cubicBezTo>
                <a:cubicBezTo>
                  <a:pt x="525430" y="142042"/>
                  <a:pt x="531665" y="141089"/>
                  <a:pt x="537646" y="139182"/>
                </a:cubicBezTo>
                <a:cubicBezTo>
                  <a:pt x="543628" y="137273"/>
                  <a:pt x="548910" y="134474"/>
                  <a:pt x="553490" y="130785"/>
                </a:cubicBezTo>
                <a:cubicBezTo>
                  <a:pt x="558071" y="127096"/>
                  <a:pt x="561729" y="122516"/>
                  <a:pt x="564465" y="117046"/>
                </a:cubicBezTo>
                <a:cubicBezTo>
                  <a:pt x="567201" y="111576"/>
                  <a:pt x="568569" y="105343"/>
                  <a:pt x="568569" y="98347"/>
                </a:cubicBezTo>
                <a:cubicBezTo>
                  <a:pt x="568569" y="90716"/>
                  <a:pt x="566469" y="84166"/>
                  <a:pt x="562269" y="78696"/>
                </a:cubicBezTo>
                <a:cubicBezTo>
                  <a:pt x="558071" y="73226"/>
                  <a:pt x="552282" y="69664"/>
                  <a:pt x="544901" y="68010"/>
                </a:cubicBezTo>
                <a:lnTo>
                  <a:pt x="544901" y="67628"/>
                </a:lnTo>
                <a:cubicBezTo>
                  <a:pt x="551136" y="65847"/>
                  <a:pt x="555812" y="62478"/>
                  <a:pt x="558928" y="57521"/>
                </a:cubicBezTo>
                <a:cubicBezTo>
                  <a:pt x="562047" y="52562"/>
                  <a:pt x="563606" y="46840"/>
                  <a:pt x="563606" y="40354"/>
                </a:cubicBezTo>
                <a:cubicBezTo>
                  <a:pt x="563606" y="34380"/>
                  <a:pt x="562270" y="29104"/>
                  <a:pt x="559598" y="24527"/>
                </a:cubicBezTo>
                <a:cubicBezTo>
                  <a:pt x="556926" y="19948"/>
                  <a:pt x="553458" y="16070"/>
                  <a:pt x="549194" y="12891"/>
                </a:cubicBezTo>
                <a:cubicBezTo>
                  <a:pt x="544932" y="9713"/>
                  <a:pt x="540128" y="7329"/>
                  <a:pt x="534783" y="5741"/>
                </a:cubicBezTo>
                <a:cubicBezTo>
                  <a:pt x="529439" y="4150"/>
                  <a:pt x="524094" y="3355"/>
                  <a:pt x="518749" y="3355"/>
                </a:cubicBezTo>
                <a:cubicBezTo>
                  <a:pt x="511879" y="3355"/>
                  <a:pt x="505644" y="4471"/>
                  <a:pt x="500044" y="6702"/>
                </a:cubicBezTo>
                <a:cubicBezTo>
                  <a:pt x="494444" y="8931"/>
                  <a:pt x="489640" y="12085"/>
                  <a:pt x="485632" y="16165"/>
                </a:cubicBezTo>
                <a:cubicBezTo>
                  <a:pt x="481624" y="20243"/>
                  <a:pt x="478507" y="25114"/>
                  <a:pt x="476280" y="30780"/>
                </a:cubicBezTo>
                <a:cubicBezTo>
                  <a:pt x="474053" y="36445"/>
                  <a:pt x="472812" y="42712"/>
                  <a:pt x="472558" y="49584"/>
                </a:cubicBezTo>
                <a:lnTo>
                  <a:pt x="498325" y="49584"/>
                </a:lnTo>
                <a:cubicBezTo>
                  <a:pt x="498199" y="42712"/>
                  <a:pt x="499886" y="37018"/>
                  <a:pt x="503385" y="32502"/>
                </a:cubicBezTo>
                <a:cubicBezTo>
                  <a:pt x="506884" y="27983"/>
                  <a:pt x="512069" y="25724"/>
                  <a:pt x="518941" y="25724"/>
                </a:cubicBezTo>
                <a:cubicBezTo>
                  <a:pt x="523904" y="25724"/>
                  <a:pt x="528294" y="27248"/>
                  <a:pt x="532112" y="30297"/>
                </a:cubicBezTo>
                <a:cubicBezTo>
                  <a:pt x="535929" y="33346"/>
                  <a:pt x="537838" y="37728"/>
                  <a:pt x="537838" y="43445"/>
                </a:cubicBezTo>
                <a:cubicBezTo>
                  <a:pt x="537838" y="47256"/>
                  <a:pt x="536916" y="50306"/>
                  <a:pt x="535071" y="52593"/>
                </a:cubicBezTo>
                <a:cubicBezTo>
                  <a:pt x="533226" y="54878"/>
                  <a:pt x="530872" y="56625"/>
                  <a:pt x="528008" y="57833"/>
                </a:cubicBezTo>
                <a:cubicBezTo>
                  <a:pt x="525144" y="59039"/>
                  <a:pt x="522057" y="59770"/>
                  <a:pt x="518749" y="60026"/>
                </a:cubicBezTo>
                <a:cubicBezTo>
                  <a:pt x="515442" y="60280"/>
                  <a:pt x="512324" y="60279"/>
                  <a:pt x="509396" y="60023"/>
                </a:cubicBezTo>
                <a:close/>
                <a:moveTo>
                  <a:pt x="613619" y="72140"/>
                </a:moveTo>
                <a:lnTo>
                  <a:pt x="613619" y="42687"/>
                </a:lnTo>
                <a:lnTo>
                  <a:pt x="583652" y="42687"/>
                </a:lnTo>
                <a:lnTo>
                  <a:pt x="583652" y="72140"/>
                </a:lnTo>
                <a:lnTo>
                  <a:pt x="613619" y="72140"/>
                </a:lnTo>
                <a:moveTo>
                  <a:pt x="583652" y="110167"/>
                </a:moveTo>
                <a:lnTo>
                  <a:pt x="583652" y="139619"/>
                </a:lnTo>
                <a:lnTo>
                  <a:pt x="613619" y="139619"/>
                </a:lnTo>
                <a:lnTo>
                  <a:pt x="613619" y="110167"/>
                </a:lnTo>
                <a:lnTo>
                  <a:pt x="583652" y="110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MassagePTEstoDestinationofCorruptedPFN">
            <a:extLst xmlns:a="http://schemas.openxmlformats.org/drawingml/2006/main">
              <a:ext uri="{FF2B5EF4-FFF2-40B4-BE49-F238E27FC236}">
                <a16:creationId xmlns:a16="http://schemas.microsoft.com/office/drawing/2014/main" id="{77CE6909-36E5-46A5-B788-7555810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759" y="318855"/>
            <a:ext cx="4300356" cy="176714"/>
          </a:xfrm>
          <a:custGeom xmlns:a="http://schemas.openxmlformats.org/drawingml/2006/main">
            <a:pathLst>
              <a:path w="4300356" h="176714">
                <a:moveTo>
                  <a:pt x="0" y="3169"/>
                </a:moveTo>
                <a:lnTo>
                  <a:pt x="0" y="139433"/>
                </a:lnTo>
                <a:lnTo>
                  <a:pt x="28060" y="139433"/>
                </a:lnTo>
                <a:lnTo>
                  <a:pt x="28060" y="43820"/>
                </a:lnTo>
                <a:lnTo>
                  <a:pt x="28442" y="43820"/>
                </a:lnTo>
                <a:lnTo>
                  <a:pt x="61846" y="139433"/>
                </a:lnTo>
                <a:lnTo>
                  <a:pt x="84941" y="139433"/>
                </a:lnTo>
                <a:lnTo>
                  <a:pt x="118345" y="42865"/>
                </a:lnTo>
                <a:lnTo>
                  <a:pt x="118727" y="42865"/>
                </a:lnTo>
                <a:lnTo>
                  <a:pt x="118727" y="139433"/>
                </a:lnTo>
                <a:lnTo>
                  <a:pt x="146787" y="139433"/>
                </a:lnTo>
                <a:lnTo>
                  <a:pt x="146787" y="3169"/>
                </a:lnTo>
                <a:lnTo>
                  <a:pt x="104604" y="3169"/>
                </a:lnTo>
                <a:lnTo>
                  <a:pt x="74443" y="96874"/>
                </a:lnTo>
                <a:lnTo>
                  <a:pt x="74062" y="96874"/>
                </a:lnTo>
                <a:lnTo>
                  <a:pt x="42183" y="3169"/>
                </a:lnTo>
                <a:lnTo>
                  <a:pt x="0" y="3169"/>
                </a:lnTo>
                <a:close/>
                <a:moveTo>
                  <a:pt x="169120" y="71097"/>
                </a:moveTo>
                <a:cubicBezTo>
                  <a:pt x="169500" y="64734"/>
                  <a:pt x="171091" y="59453"/>
                  <a:pt x="173891" y="55255"/>
                </a:cubicBezTo>
                <a:cubicBezTo>
                  <a:pt x="176691" y="51055"/>
                  <a:pt x="180254" y="47682"/>
                  <a:pt x="184580" y="45137"/>
                </a:cubicBezTo>
                <a:cubicBezTo>
                  <a:pt x="188906" y="42591"/>
                  <a:pt x="193773" y="40778"/>
                  <a:pt x="199181" y="39696"/>
                </a:cubicBezTo>
                <a:cubicBezTo>
                  <a:pt x="204591" y="38614"/>
                  <a:pt x="210031" y="38074"/>
                  <a:pt x="215503" y="38074"/>
                </a:cubicBezTo>
                <a:cubicBezTo>
                  <a:pt x="220466" y="38074"/>
                  <a:pt x="225493" y="38424"/>
                  <a:pt x="230582" y="39125"/>
                </a:cubicBezTo>
                <a:cubicBezTo>
                  <a:pt x="235673" y="39824"/>
                  <a:pt x="240318" y="41192"/>
                  <a:pt x="244516" y="43229"/>
                </a:cubicBezTo>
                <a:cubicBezTo>
                  <a:pt x="248716" y="45264"/>
                  <a:pt x="252152" y="48095"/>
                  <a:pt x="254824" y="51722"/>
                </a:cubicBezTo>
                <a:cubicBezTo>
                  <a:pt x="257497" y="55349"/>
                  <a:pt x="258834" y="60153"/>
                  <a:pt x="258834" y="66134"/>
                </a:cubicBezTo>
                <a:lnTo>
                  <a:pt x="258834" y="117480"/>
                </a:lnTo>
                <a:cubicBezTo>
                  <a:pt x="258834" y="121935"/>
                  <a:pt x="259089" y="126198"/>
                  <a:pt x="259597" y="130270"/>
                </a:cubicBezTo>
                <a:cubicBezTo>
                  <a:pt x="260106" y="134341"/>
                  <a:pt x="260996" y="137396"/>
                  <a:pt x="262268" y="139433"/>
                </a:cubicBezTo>
                <a:lnTo>
                  <a:pt x="234782" y="139433"/>
                </a:lnTo>
                <a:cubicBezTo>
                  <a:pt x="234273" y="137906"/>
                  <a:pt x="233860" y="136348"/>
                  <a:pt x="233541" y="134758"/>
                </a:cubicBezTo>
                <a:cubicBezTo>
                  <a:pt x="233223" y="133166"/>
                  <a:pt x="233000" y="131542"/>
                  <a:pt x="232874" y="129888"/>
                </a:cubicBezTo>
                <a:cubicBezTo>
                  <a:pt x="228548" y="134342"/>
                  <a:pt x="223458" y="137461"/>
                  <a:pt x="217603" y="139243"/>
                </a:cubicBezTo>
                <a:cubicBezTo>
                  <a:pt x="211749" y="141024"/>
                  <a:pt x="205767" y="141914"/>
                  <a:pt x="199659" y="141914"/>
                </a:cubicBezTo>
                <a:cubicBezTo>
                  <a:pt x="194952" y="141914"/>
                  <a:pt x="190562" y="141341"/>
                  <a:pt x="186488" y="140196"/>
                </a:cubicBezTo>
                <a:cubicBezTo>
                  <a:pt x="182416" y="139050"/>
                  <a:pt x="178853" y="137269"/>
                  <a:pt x="175799" y="134851"/>
                </a:cubicBezTo>
                <a:cubicBezTo>
                  <a:pt x="172746" y="132434"/>
                  <a:pt x="170361" y="129380"/>
                  <a:pt x="168642" y="125691"/>
                </a:cubicBezTo>
                <a:cubicBezTo>
                  <a:pt x="166924" y="122000"/>
                  <a:pt x="166065" y="117608"/>
                  <a:pt x="166065" y="112517"/>
                </a:cubicBezTo>
                <a:cubicBezTo>
                  <a:pt x="166065" y="106919"/>
                  <a:pt x="167051" y="102307"/>
                  <a:pt x="169024" y="98679"/>
                </a:cubicBezTo>
                <a:cubicBezTo>
                  <a:pt x="170997" y="95052"/>
                  <a:pt x="173541" y="92157"/>
                  <a:pt x="176658" y="89994"/>
                </a:cubicBezTo>
                <a:cubicBezTo>
                  <a:pt x="179776" y="87831"/>
                  <a:pt x="183339" y="86208"/>
                  <a:pt x="187347" y="85127"/>
                </a:cubicBezTo>
                <a:cubicBezTo>
                  <a:pt x="191357" y="84045"/>
                  <a:pt x="195397" y="83187"/>
                  <a:pt x="199469" y="82552"/>
                </a:cubicBezTo>
                <a:cubicBezTo>
                  <a:pt x="203541" y="81915"/>
                  <a:pt x="207549" y="81406"/>
                  <a:pt x="211493" y="81023"/>
                </a:cubicBezTo>
                <a:cubicBezTo>
                  <a:pt x="215438" y="80641"/>
                  <a:pt x="218938" y="80068"/>
                  <a:pt x="221993" y="79305"/>
                </a:cubicBezTo>
                <a:cubicBezTo>
                  <a:pt x="225047" y="78542"/>
                  <a:pt x="227464" y="77429"/>
                  <a:pt x="229245" y="75967"/>
                </a:cubicBezTo>
                <a:cubicBezTo>
                  <a:pt x="231027" y="74503"/>
                  <a:pt x="231856" y="72371"/>
                  <a:pt x="231729" y="69571"/>
                </a:cubicBezTo>
                <a:cubicBezTo>
                  <a:pt x="231729" y="66643"/>
                  <a:pt x="231252" y="64320"/>
                  <a:pt x="230296" y="62604"/>
                </a:cubicBezTo>
                <a:cubicBezTo>
                  <a:pt x="229341" y="60885"/>
                  <a:pt x="228068" y="59549"/>
                  <a:pt x="226478" y="58596"/>
                </a:cubicBezTo>
                <a:cubicBezTo>
                  <a:pt x="224888" y="57641"/>
                  <a:pt x="223042" y="57004"/>
                  <a:pt x="220941" y="56685"/>
                </a:cubicBezTo>
                <a:cubicBezTo>
                  <a:pt x="218842" y="56367"/>
                  <a:pt x="216584" y="56208"/>
                  <a:pt x="214166" y="56208"/>
                </a:cubicBezTo>
                <a:cubicBezTo>
                  <a:pt x="208823" y="56208"/>
                  <a:pt x="204624" y="57353"/>
                  <a:pt x="201569" y="59644"/>
                </a:cubicBezTo>
                <a:cubicBezTo>
                  <a:pt x="198515" y="61936"/>
                  <a:pt x="196733" y="65753"/>
                  <a:pt x="196225" y="71097"/>
                </a:cubicBezTo>
                <a:lnTo>
                  <a:pt x="169120" y="71097"/>
                </a:lnTo>
                <a:moveTo>
                  <a:pt x="231729" y="91139"/>
                </a:moveTo>
                <a:cubicBezTo>
                  <a:pt x="230584" y="92158"/>
                  <a:pt x="229152" y="92954"/>
                  <a:pt x="227433" y="93527"/>
                </a:cubicBezTo>
                <a:cubicBezTo>
                  <a:pt x="225715" y="94100"/>
                  <a:pt x="223869" y="94577"/>
                  <a:pt x="221896" y="94960"/>
                </a:cubicBezTo>
                <a:cubicBezTo>
                  <a:pt x="219926" y="95341"/>
                  <a:pt x="217858" y="95658"/>
                  <a:pt x="215693" y="95912"/>
                </a:cubicBezTo>
                <a:cubicBezTo>
                  <a:pt x="213529" y="96167"/>
                  <a:pt x="211366" y="96484"/>
                  <a:pt x="209203" y="96865"/>
                </a:cubicBezTo>
                <a:cubicBezTo>
                  <a:pt x="207168" y="97247"/>
                  <a:pt x="205164" y="97757"/>
                  <a:pt x="203192" y="98394"/>
                </a:cubicBezTo>
                <a:cubicBezTo>
                  <a:pt x="201219" y="99029"/>
                  <a:pt x="199500" y="99888"/>
                  <a:pt x="198036" y="100972"/>
                </a:cubicBezTo>
                <a:cubicBezTo>
                  <a:pt x="196574" y="102053"/>
                  <a:pt x="195397" y="103421"/>
                  <a:pt x="194506" y="105075"/>
                </a:cubicBezTo>
                <a:cubicBezTo>
                  <a:pt x="193615" y="106728"/>
                  <a:pt x="193169" y="108827"/>
                  <a:pt x="193169" y="111372"/>
                </a:cubicBezTo>
                <a:cubicBezTo>
                  <a:pt x="193169" y="113790"/>
                  <a:pt x="193615" y="115826"/>
                  <a:pt x="194506" y="117480"/>
                </a:cubicBezTo>
                <a:cubicBezTo>
                  <a:pt x="195397" y="119135"/>
                  <a:pt x="196606" y="120439"/>
                  <a:pt x="198132" y="121395"/>
                </a:cubicBezTo>
                <a:cubicBezTo>
                  <a:pt x="199661" y="122348"/>
                  <a:pt x="201442" y="123016"/>
                  <a:pt x="203477" y="123399"/>
                </a:cubicBezTo>
                <a:cubicBezTo>
                  <a:pt x="205514" y="123781"/>
                  <a:pt x="207614" y="123972"/>
                  <a:pt x="209777" y="123972"/>
                </a:cubicBezTo>
                <a:cubicBezTo>
                  <a:pt x="215121" y="123972"/>
                  <a:pt x="219256" y="123082"/>
                  <a:pt x="222182" y="121302"/>
                </a:cubicBezTo>
                <a:cubicBezTo>
                  <a:pt x="225110" y="119519"/>
                  <a:pt x="227274" y="117387"/>
                  <a:pt x="228674" y="114905"/>
                </a:cubicBezTo>
                <a:cubicBezTo>
                  <a:pt x="230074" y="112424"/>
                  <a:pt x="230933" y="109910"/>
                  <a:pt x="231252" y="107365"/>
                </a:cubicBezTo>
                <a:cubicBezTo>
                  <a:pt x="231570" y="104819"/>
                  <a:pt x="231729" y="102783"/>
                  <a:pt x="231729" y="101257"/>
                </a:cubicBezTo>
                <a:lnTo>
                  <a:pt x="231729" y="91139"/>
                </a:lnTo>
                <a:close/>
                <a:moveTo>
                  <a:pt x="300826" y="107371"/>
                </a:moveTo>
                <a:lnTo>
                  <a:pt x="275059" y="107371"/>
                </a:lnTo>
                <a:cubicBezTo>
                  <a:pt x="275313" y="113976"/>
                  <a:pt x="276808" y="119471"/>
                  <a:pt x="279544" y="123853"/>
                </a:cubicBezTo>
                <a:cubicBezTo>
                  <a:pt x="282280" y="128234"/>
                  <a:pt x="285779" y="131758"/>
                  <a:pt x="290041" y="134426"/>
                </a:cubicBezTo>
                <a:cubicBezTo>
                  <a:pt x="294305" y="137094"/>
                  <a:pt x="299173" y="138999"/>
                  <a:pt x="304645" y="140140"/>
                </a:cubicBezTo>
                <a:cubicBezTo>
                  <a:pt x="310117" y="141284"/>
                  <a:pt x="315716" y="141856"/>
                  <a:pt x="321442" y="141856"/>
                </a:cubicBezTo>
                <a:cubicBezTo>
                  <a:pt x="327040" y="141856"/>
                  <a:pt x="332543" y="141314"/>
                  <a:pt x="337951" y="140231"/>
                </a:cubicBezTo>
                <a:cubicBezTo>
                  <a:pt x="343360" y="139149"/>
                  <a:pt x="348164" y="137271"/>
                  <a:pt x="352362" y="134598"/>
                </a:cubicBezTo>
                <a:cubicBezTo>
                  <a:pt x="356562" y="131924"/>
                  <a:pt x="359966" y="128391"/>
                  <a:pt x="362574" y="123999"/>
                </a:cubicBezTo>
                <a:cubicBezTo>
                  <a:pt x="365184" y="119606"/>
                  <a:pt x="366488" y="114164"/>
                  <a:pt x="366488" y="107671"/>
                </a:cubicBezTo>
                <a:cubicBezTo>
                  <a:pt x="366488" y="103088"/>
                  <a:pt x="365597" y="99238"/>
                  <a:pt x="363815" y="96119"/>
                </a:cubicBezTo>
                <a:cubicBezTo>
                  <a:pt x="362034" y="92999"/>
                  <a:pt x="359680" y="90388"/>
                  <a:pt x="356751" y="88287"/>
                </a:cubicBezTo>
                <a:cubicBezTo>
                  <a:pt x="353825" y="86186"/>
                  <a:pt x="350485" y="84500"/>
                  <a:pt x="346732" y="83228"/>
                </a:cubicBezTo>
                <a:cubicBezTo>
                  <a:pt x="342979" y="81954"/>
                  <a:pt x="339129" y="80872"/>
                  <a:pt x="335184" y="79980"/>
                </a:cubicBezTo>
                <a:cubicBezTo>
                  <a:pt x="331366" y="79089"/>
                  <a:pt x="327612" y="78262"/>
                  <a:pt x="323921" y="77499"/>
                </a:cubicBezTo>
                <a:cubicBezTo>
                  <a:pt x="320231" y="76734"/>
                  <a:pt x="316955" y="75875"/>
                  <a:pt x="314090" y="74921"/>
                </a:cubicBezTo>
                <a:cubicBezTo>
                  <a:pt x="311228" y="73966"/>
                  <a:pt x="308906" y="72724"/>
                  <a:pt x="307123" y="71196"/>
                </a:cubicBezTo>
                <a:cubicBezTo>
                  <a:pt x="305343" y="69668"/>
                  <a:pt x="304453" y="67694"/>
                  <a:pt x="304453" y="65275"/>
                </a:cubicBezTo>
                <a:cubicBezTo>
                  <a:pt x="304453" y="63238"/>
                  <a:pt x="304961" y="61614"/>
                  <a:pt x="305979" y="60405"/>
                </a:cubicBezTo>
                <a:cubicBezTo>
                  <a:pt x="306998" y="59195"/>
                  <a:pt x="308239" y="58273"/>
                  <a:pt x="309701" y="57638"/>
                </a:cubicBezTo>
                <a:cubicBezTo>
                  <a:pt x="311165" y="57001"/>
                  <a:pt x="312788" y="56587"/>
                  <a:pt x="314568" y="56397"/>
                </a:cubicBezTo>
                <a:cubicBezTo>
                  <a:pt x="316351" y="56205"/>
                  <a:pt x="318005" y="56109"/>
                  <a:pt x="319531" y="56109"/>
                </a:cubicBezTo>
                <a:cubicBezTo>
                  <a:pt x="324366" y="56109"/>
                  <a:pt x="328565" y="57036"/>
                  <a:pt x="332128" y="58890"/>
                </a:cubicBezTo>
                <a:cubicBezTo>
                  <a:pt x="335691" y="60743"/>
                  <a:pt x="337664" y="64289"/>
                  <a:pt x="338047" y="69530"/>
                </a:cubicBezTo>
                <a:lnTo>
                  <a:pt x="363817" y="69530"/>
                </a:lnTo>
                <a:cubicBezTo>
                  <a:pt x="363309" y="63421"/>
                  <a:pt x="361750" y="58362"/>
                  <a:pt x="359140" y="54352"/>
                </a:cubicBezTo>
                <a:cubicBezTo>
                  <a:pt x="356532" y="50343"/>
                  <a:pt x="353255" y="47129"/>
                  <a:pt x="349310" y="44712"/>
                </a:cubicBezTo>
                <a:cubicBezTo>
                  <a:pt x="345366" y="42292"/>
                  <a:pt x="340881" y="40574"/>
                  <a:pt x="335853" y="39556"/>
                </a:cubicBezTo>
                <a:cubicBezTo>
                  <a:pt x="330826" y="38537"/>
                  <a:pt x="325641" y="38027"/>
                  <a:pt x="320297" y="38027"/>
                </a:cubicBezTo>
                <a:cubicBezTo>
                  <a:pt x="314952" y="38027"/>
                  <a:pt x="309733" y="38505"/>
                  <a:pt x="304642" y="39460"/>
                </a:cubicBezTo>
                <a:cubicBezTo>
                  <a:pt x="299553" y="40413"/>
                  <a:pt x="294972" y="42068"/>
                  <a:pt x="290900" y="44423"/>
                </a:cubicBezTo>
                <a:cubicBezTo>
                  <a:pt x="286828" y="46779"/>
                  <a:pt x="283552" y="49993"/>
                  <a:pt x="281070" y="54067"/>
                </a:cubicBezTo>
                <a:cubicBezTo>
                  <a:pt x="278589" y="58141"/>
                  <a:pt x="277348" y="63361"/>
                  <a:pt x="277348" y="69728"/>
                </a:cubicBezTo>
                <a:cubicBezTo>
                  <a:pt x="277348" y="74056"/>
                  <a:pt x="278238" y="77716"/>
                  <a:pt x="280019" y="80709"/>
                </a:cubicBezTo>
                <a:cubicBezTo>
                  <a:pt x="281801" y="83699"/>
                  <a:pt x="284156" y="86181"/>
                  <a:pt x="287082" y="88156"/>
                </a:cubicBezTo>
                <a:cubicBezTo>
                  <a:pt x="290010" y="90129"/>
                  <a:pt x="293351" y="91720"/>
                  <a:pt x="297104" y="92930"/>
                </a:cubicBezTo>
                <a:cubicBezTo>
                  <a:pt x="300857" y="94140"/>
                  <a:pt x="304707" y="95190"/>
                  <a:pt x="308653" y="96081"/>
                </a:cubicBezTo>
                <a:cubicBezTo>
                  <a:pt x="318322" y="98118"/>
                  <a:pt x="325861" y="100155"/>
                  <a:pt x="331269" y="102192"/>
                </a:cubicBezTo>
                <a:cubicBezTo>
                  <a:pt x="336679" y="104229"/>
                  <a:pt x="339384" y="107284"/>
                  <a:pt x="339384" y="111358"/>
                </a:cubicBezTo>
                <a:cubicBezTo>
                  <a:pt x="339384" y="113775"/>
                  <a:pt x="338811" y="115780"/>
                  <a:pt x="337665" y="117372"/>
                </a:cubicBezTo>
                <a:cubicBezTo>
                  <a:pt x="336520" y="118965"/>
                  <a:pt x="335087" y="120238"/>
                  <a:pt x="333369" y="121194"/>
                </a:cubicBezTo>
                <a:cubicBezTo>
                  <a:pt x="331653" y="122147"/>
                  <a:pt x="329744" y="122847"/>
                  <a:pt x="327643" y="123294"/>
                </a:cubicBezTo>
                <a:cubicBezTo>
                  <a:pt x="325544" y="123738"/>
                  <a:pt x="323540" y="123961"/>
                  <a:pt x="321631" y="123961"/>
                </a:cubicBezTo>
                <a:cubicBezTo>
                  <a:pt x="318959" y="123961"/>
                  <a:pt x="316383" y="123643"/>
                  <a:pt x="313901" y="123008"/>
                </a:cubicBezTo>
                <a:cubicBezTo>
                  <a:pt x="311420" y="122371"/>
                  <a:pt x="309224" y="121386"/>
                  <a:pt x="307316" y="120052"/>
                </a:cubicBezTo>
                <a:cubicBezTo>
                  <a:pt x="305407" y="118716"/>
                  <a:pt x="303848" y="117000"/>
                  <a:pt x="302638" y="114903"/>
                </a:cubicBezTo>
                <a:cubicBezTo>
                  <a:pt x="301430" y="112806"/>
                  <a:pt x="300826" y="110295"/>
                  <a:pt x="300826" y="107371"/>
                </a:cubicBezTo>
                <a:close/>
                <a:moveTo>
                  <a:pt x="403331" y="107371"/>
                </a:moveTo>
                <a:lnTo>
                  <a:pt x="377563" y="107371"/>
                </a:lnTo>
                <a:cubicBezTo>
                  <a:pt x="377818" y="113976"/>
                  <a:pt x="379313" y="119471"/>
                  <a:pt x="382049" y="123853"/>
                </a:cubicBezTo>
                <a:cubicBezTo>
                  <a:pt x="384785" y="128234"/>
                  <a:pt x="388284" y="131758"/>
                  <a:pt x="392546" y="134426"/>
                </a:cubicBezTo>
                <a:cubicBezTo>
                  <a:pt x="396810" y="137094"/>
                  <a:pt x="401678" y="138999"/>
                  <a:pt x="407150" y="140140"/>
                </a:cubicBezTo>
                <a:cubicBezTo>
                  <a:pt x="412621" y="141284"/>
                  <a:pt x="418220" y="141856"/>
                  <a:pt x="423947" y="141856"/>
                </a:cubicBezTo>
                <a:cubicBezTo>
                  <a:pt x="429545" y="141856"/>
                  <a:pt x="435048" y="141314"/>
                  <a:pt x="440455" y="140231"/>
                </a:cubicBezTo>
                <a:cubicBezTo>
                  <a:pt x="445865" y="139149"/>
                  <a:pt x="450669" y="137271"/>
                  <a:pt x="454867" y="134598"/>
                </a:cubicBezTo>
                <a:cubicBezTo>
                  <a:pt x="459067" y="131924"/>
                  <a:pt x="462471" y="128391"/>
                  <a:pt x="465079" y="123999"/>
                </a:cubicBezTo>
                <a:cubicBezTo>
                  <a:pt x="467688" y="119606"/>
                  <a:pt x="468993" y="114164"/>
                  <a:pt x="468993" y="107671"/>
                </a:cubicBezTo>
                <a:cubicBezTo>
                  <a:pt x="468993" y="103088"/>
                  <a:pt x="468102" y="99238"/>
                  <a:pt x="466319" y="96119"/>
                </a:cubicBezTo>
                <a:cubicBezTo>
                  <a:pt x="464539" y="92999"/>
                  <a:pt x="462184" y="90388"/>
                  <a:pt x="459256" y="88287"/>
                </a:cubicBezTo>
                <a:cubicBezTo>
                  <a:pt x="456330" y="86186"/>
                  <a:pt x="452990" y="84500"/>
                  <a:pt x="449237" y="83228"/>
                </a:cubicBezTo>
                <a:cubicBezTo>
                  <a:pt x="445484" y="81954"/>
                  <a:pt x="441634" y="80872"/>
                  <a:pt x="437688" y="79980"/>
                </a:cubicBezTo>
                <a:cubicBezTo>
                  <a:pt x="433871" y="79089"/>
                  <a:pt x="430117" y="78262"/>
                  <a:pt x="426425" y="77499"/>
                </a:cubicBezTo>
                <a:cubicBezTo>
                  <a:pt x="422736" y="76734"/>
                  <a:pt x="419459" y="75875"/>
                  <a:pt x="416595" y="74921"/>
                </a:cubicBezTo>
                <a:cubicBezTo>
                  <a:pt x="413733" y="73966"/>
                  <a:pt x="411411" y="72724"/>
                  <a:pt x="409628" y="71196"/>
                </a:cubicBezTo>
                <a:cubicBezTo>
                  <a:pt x="407848" y="69668"/>
                  <a:pt x="406957" y="67694"/>
                  <a:pt x="406957" y="65275"/>
                </a:cubicBezTo>
                <a:cubicBezTo>
                  <a:pt x="406957" y="63238"/>
                  <a:pt x="407466" y="61614"/>
                  <a:pt x="408484" y="60405"/>
                </a:cubicBezTo>
                <a:cubicBezTo>
                  <a:pt x="409503" y="59195"/>
                  <a:pt x="410744" y="58273"/>
                  <a:pt x="412206" y="57638"/>
                </a:cubicBezTo>
                <a:cubicBezTo>
                  <a:pt x="413670" y="57001"/>
                  <a:pt x="415292" y="56587"/>
                  <a:pt x="417073" y="56397"/>
                </a:cubicBezTo>
                <a:cubicBezTo>
                  <a:pt x="418855" y="56205"/>
                  <a:pt x="420510" y="56109"/>
                  <a:pt x="422036" y="56109"/>
                </a:cubicBezTo>
                <a:cubicBezTo>
                  <a:pt x="426871" y="56109"/>
                  <a:pt x="431070" y="57036"/>
                  <a:pt x="434633" y="58890"/>
                </a:cubicBezTo>
                <a:cubicBezTo>
                  <a:pt x="438196" y="60743"/>
                  <a:pt x="440169" y="64289"/>
                  <a:pt x="440551" y="69530"/>
                </a:cubicBezTo>
                <a:lnTo>
                  <a:pt x="466322" y="69530"/>
                </a:lnTo>
                <a:cubicBezTo>
                  <a:pt x="465814" y="63421"/>
                  <a:pt x="464254" y="58362"/>
                  <a:pt x="461645" y="54352"/>
                </a:cubicBezTo>
                <a:cubicBezTo>
                  <a:pt x="459037" y="50343"/>
                  <a:pt x="455760" y="47129"/>
                  <a:pt x="451815" y="44712"/>
                </a:cubicBezTo>
                <a:cubicBezTo>
                  <a:pt x="447871" y="42292"/>
                  <a:pt x="443385" y="40574"/>
                  <a:pt x="438358" y="39556"/>
                </a:cubicBezTo>
                <a:cubicBezTo>
                  <a:pt x="433331" y="38537"/>
                  <a:pt x="428146" y="38027"/>
                  <a:pt x="422802" y="38027"/>
                </a:cubicBezTo>
                <a:cubicBezTo>
                  <a:pt x="417456" y="38027"/>
                  <a:pt x="412238" y="38505"/>
                  <a:pt x="407147" y="39460"/>
                </a:cubicBezTo>
                <a:cubicBezTo>
                  <a:pt x="402057" y="40413"/>
                  <a:pt x="397477" y="42068"/>
                  <a:pt x="393405" y="44423"/>
                </a:cubicBezTo>
                <a:cubicBezTo>
                  <a:pt x="389333" y="46779"/>
                  <a:pt x="386057" y="49993"/>
                  <a:pt x="383575" y="54067"/>
                </a:cubicBezTo>
                <a:cubicBezTo>
                  <a:pt x="381093" y="58141"/>
                  <a:pt x="379853" y="63361"/>
                  <a:pt x="379853" y="69728"/>
                </a:cubicBezTo>
                <a:cubicBezTo>
                  <a:pt x="379853" y="74056"/>
                  <a:pt x="380743" y="77716"/>
                  <a:pt x="382524" y="80709"/>
                </a:cubicBezTo>
                <a:cubicBezTo>
                  <a:pt x="384306" y="83699"/>
                  <a:pt x="386660" y="86181"/>
                  <a:pt x="389587" y="88156"/>
                </a:cubicBezTo>
                <a:cubicBezTo>
                  <a:pt x="392515" y="90129"/>
                  <a:pt x="395856" y="91720"/>
                  <a:pt x="399609" y="92930"/>
                </a:cubicBezTo>
                <a:cubicBezTo>
                  <a:pt x="403362" y="94140"/>
                  <a:pt x="407212" y="95190"/>
                  <a:pt x="411157" y="96081"/>
                </a:cubicBezTo>
                <a:cubicBezTo>
                  <a:pt x="420827" y="98118"/>
                  <a:pt x="428366" y="100155"/>
                  <a:pt x="433774" y="102192"/>
                </a:cubicBezTo>
                <a:cubicBezTo>
                  <a:pt x="439184" y="104229"/>
                  <a:pt x="441888" y="107284"/>
                  <a:pt x="441888" y="111358"/>
                </a:cubicBezTo>
                <a:cubicBezTo>
                  <a:pt x="441888" y="113775"/>
                  <a:pt x="441316" y="115780"/>
                  <a:pt x="440170" y="117372"/>
                </a:cubicBezTo>
                <a:cubicBezTo>
                  <a:pt x="439024" y="118965"/>
                  <a:pt x="437592" y="120238"/>
                  <a:pt x="435874" y="121194"/>
                </a:cubicBezTo>
                <a:cubicBezTo>
                  <a:pt x="434157" y="122147"/>
                  <a:pt x="432249" y="122847"/>
                  <a:pt x="430148" y="123294"/>
                </a:cubicBezTo>
                <a:cubicBezTo>
                  <a:pt x="428049" y="123738"/>
                  <a:pt x="426045" y="123961"/>
                  <a:pt x="424136" y="123961"/>
                </a:cubicBezTo>
                <a:cubicBezTo>
                  <a:pt x="421464" y="123961"/>
                  <a:pt x="418887" y="123643"/>
                  <a:pt x="416406" y="123008"/>
                </a:cubicBezTo>
                <a:cubicBezTo>
                  <a:pt x="413924" y="122371"/>
                  <a:pt x="411729" y="121386"/>
                  <a:pt x="409821" y="120052"/>
                </a:cubicBezTo>
                <a:cubicBezTo>
                  <a:pt x="407912" y="118716"/>
                  <a:pt x="406353" y="117000"/>
                  <a:pt x="405143" y="114903"/>
                </a:cubicBezTo>
                <a:cubicBezTo>
                  <a:pt x="403935" y="112806"/>
                  <a:pt x="403331" y="110295"/>
                  <a:pt x="403331" y="107371"/>
                </a:cubicBezTo>
                <a:close/>
                <a:moveTo>
                  <a:pt x="483692" y="71097"/>
                </a:moveTo>
                <a:cubicBezTo>
                  <a:pt x="484073" y="64734"/>
                  <a:pt x="485663" y="59453"/>
                  <a:pt x="488463" y="55255"/>
                </a:cubicBezTo>
                <a:cubicBezTo>
                  <a:pt x="491263" y="51055"/>
                  <a:pt x="494826" y="47682"/>
                  <a:pt x="499152" y="45137"/>
                </a:cubicBezTo>
                <a:cubicBezTo>
                  <a:pt x="503479" y="42591"/>
                  <a:pt x="508346" y="40778"/>
                  <a:pt x="513753" y="39696"/>
                </a:cubicBezTo>
                <a:cubicBezTo>
                  <a:pt x="519163" y="38614"/>
                  <a:pt x="524604" y="38074"/>
                  <a:pt x="530076" y="38074"/>
                </a:cubicBezTo>
                <a:cubicBezTo>
                  <a:pt x="535039" y="38074"/>
                  <a:pt x="540065" y="38424"/>
                  <a:pt x="545154" y="39125"/>
                </a:cubicBezTo>
                <a:cubicBezTo>
                  <a:pt x="550246" y="39824"/>
                  <a:pt x="554890" y="41192"/>
                  <a:pt x="559088" y="43229"/>
                </a:cubicBezTo>
                <a:cubicBezTo>
                  <a:pt x="563288" y="45264"/>
                  <a:pt x="566724" y="48095"/>
                  <a:pt x="569396" y="51722"/>
                </a:cubicBezTo>
                <a:cubicBezTo>
                  <a:pt x="572070" y="55349"/>
                  <a:pt x="573407" y="60153"/>
                  <a:pt x="573407" y="66134"/>
                </a:cubicBezTo>
                <a:lnTo>
                  <a:pt x="573407" y="117480"/>
                </a:lnTo>
                <a:cubicBezTo>
                  <a:pt x="573407" y="121935"/>
                  <a:pt x="573661" y="126198"/>
                  <a:pt x="574170" y="130270"/>
                </a:cubicBezTo>
                <a:cubicBezTo>
                  <a:pt x="574678" y="134341"/>
                  <a:pt x="575569" y="137396"/>
                  <a:pt x="576841" y="139433"/>
                </a:cubicBezTo>
                <a:lnTo>
                  <a:pt x="549354" y="139433"/>
                </a:lnTo>
                <a:cubicBezTo>
                  <a:pt x="548846" y="137906"/>
                  <a:pt x="548432" y="136348"/>
                  <a:pt x="548114" y="134758"/>
                </a:cubicBezTo>
                <a:cubicBezTo>
                  <a:pt x="547795" y="133166"/>
                  <a:pt x="547573" y="131542"/>
                  <a:pt x="547447" y="129888"/>
                </a:cubicBezTo>
                <a:cubicBezTo>
                  <a:pt x="543120" y="134342"/>
                  <a:pt x="538030" y="137461"/>
                  <a:pt x="532176" y="139243"/>
                </a:cubicBezTo>
                <a:cubicBezTo>
                  <a:pt x="526321" y="141024"/>
                  <a:pt x="520340" y="141914"/>
                  <a:pt x="514231" y="141914"/>
                </a:cubicBezTo>
                <a:cubicBezTo>
                  <a:pt x="509524" y="141914"/>
                  <a:pt x="505134" y="141341"/>
                  <a:pt x="501060" y="140196"/>
                </a:cubicBezTo>
                <a:cubicBezTo>
                  <a:pt x="496988" y="139050"/>
                  <a:pt x="493425" y="137269"/>
                  <a:pt x="490371" y="134851"/>
                </a:cubicBezTo>
                <a:cubicBezTo>
                  <a:pt x="487319" y="132434"/>
                  <a:pt x="484933" y="129380"/>
                  <a:pt x="483215" y="125691"/>
                </a:cubicBezTo>
                <a:cubicBezTo>
                  <a:pt x="481496" y="122000"/>
                  <a:pt x="480637" y="117608"/>
                  <a:pt x="480637" y="112517"/>
                </a:cubicBezTo>
                <a:cubicBezTo>
                  <a:pt x="480637" y="106919"/>
                  <a:pt x="481623" y="102307"/>
                  <a:pt x="483596" y="98679"/>
                </a:cubicBezTo>
                <a:cubicBezTo>
                  <a:pt x="485569" y="95052"/>
                  <a:pt x="488114" y="92157"/>
                  <a:pt x="491230" y="89994"/>
                </a:cubicBezTo>
                <a:cubicBezTo>
                  <a:pt x="494349" y="87831"/>
                  <a:pt x="497912" y="86208"/>
                  <a:pt x="501919" y="85127"/>
                </a:cubicBezTo>
                <a:cubicBezTo>
                  <a:pt x="505929" y="84045"/>
                  <a:pt x="509970" y="83187"/>
                  <a:pt x="514042" y="82552"/>
                </a:cubicBezTo>
                <a:cubicBezTo>
                  <a:pt x="518114" y="81915"/>
                  <a:pt x="522121" y="81406"/>
                  <a:pt x="526065" y="81023"/>
                </a:cubicBezTo>
                <a:cubicBezTo>
                  <a:pt x="530011" y="80641"/>
                  <a:pt x="533511" y="80068"/>
                  <a:pt x="536565" y="79305"/>
                </a:cubicBezTo>
                <a:cubicBezTo>
                  <a:pt x="539619" y="78542"/>
                  <a:pt x="542037" y="77429"/>
                  <a:pt x="543817" y="75967"/>
                </a:cubicBezTo>
                <a:cubicBezTo>
                  <a:pt x="545600" y="74503"/>
                  <a:pt x="546428" y="72371"/>
                  <a:pt x="546302" y="69571"/>
                </a:cubicBezTo>
                <a:cubicBezTo>
                  <a:pt x="546302" y="66643"/>
                  <a:pt x="545824" y="64320"/>
                  <a:pt x="544869" y="62604"/>
                </a:cubicBezTo>
                <a:cubicBezTo>
                  <a:pt x="543914" y="60885"/>
                  <a:pt x="542641" y="59549"/>
                  <a:pt x="541050" y="58596"/>
                </a:cubicBezTo>
                <a:cubicBezTo>
                  <a:pt x="539460" y="57641"/>
                  <a:pt x="537615" y="57004"/>
                  <a:pt x="535514" y="56685"/>
                </a:cubicBezTo>
                <a:cubicBezTo>
                  <a:pt x="533415" y="56367"/>
                  <a:pt x="531156" y="56208"/>
                  <a:pt x="528739" y="56208"/>
                </a:cubicBezTo>
                <a:cubicBezTo>
                  <a:pt x="523395" y="56208"/>
                  <a:pt x="519196" y="57353"/>
                  <a:pt x="516142" y="59644"/>
                </a:cubicBezTo>
                <a:cubicBezTo>
                  <a:pt x="513087" y="61936"/>
                  <a:pt x="511306" y="65753"/>
                  <a:pt x="510797" y="71097"/>
                </a:cubicBezTo>
                <a:lnTo>
                  <a:pt x="483692" y="71097"/>
                </a:lnTo>
                <a:moveTo>
                  <a:pt x="546302" y="91139"/>
                </a:moveTo>
                <a:cubicBezTo>
                  <a:pt x="545156" y="92158"/>
                  <a:pt x="543724" y="92954"/>
                  <a:pt x="542006" y="93527"/>
                </a:cubicBezTo>
                <a:cubicBezTo>
                  <a:pt x="540287" y="94100"/>
                  <a:pt x="538442" y="94577"/>
                  <a:pt x="536469" y="94960"/>
                </a:cubicBezTo>
                <a:cubicBezTo>
                  <a:pt x="534498" y="95341"/>
                  <a:pt x="532430" y="95658"/>
                  <a:pt x="530265" y="95912"/>
                </a:cubicBezTo>
                <a:cubicBezTo>
                  <a:pt x="528102" y="96167"/>
                  <a:pt x="525939" y="96484"/>
                  <a:pt x="523776" y="96865"/>
                </a:cubicBezTo>
                <a:cubicBezTo>
                  <a:pt x="521741" y="97247"/>
                  <a:pt x="519737" y="97757"/>
                  <a:pt x="517764" y="98394"/>
                </a:cubicBezTo>
                <a:cubicBezTo>
                  <a:pt x="515791" y="99029"/>
                  <a:pt x="514073" y="99888"/>
                  <a:pt x="512609" y="100972"/>
                </a:cubicBezTo>
                <a:cubicBezTo>
                  <a:pt x="511147" y="102053"/>
                  <a:pt x="509970" y="103421"/>
                  <a:pt x="509079" y="105075"/>
                </a:cubicBezTo>
                <a:cubicBezTo>
                  <a:pt x="508187" y="106728"/>
                  <a:pt x="507742" y="108827"/>
                  <a:pt x="507742" y="111372"/>
                </a:cubicBezTo>
                <a:cubicBezTo>
                  <a:pt x="507742" y="113790"/>
                  <a:pt x="508187" y="115826"/>
                  <a:pt x="509079" y="117480"/>
                </a:cubicBezTo>
                <a:cubicBezTo>
                  <a:pt x="509970" y="119135"/>
                  <a:pt x="511179" y="120439"/>
                  <a:pt x="512705" y="121395"/>
                </a:cubicBezTo>
                <a:cubicBezTo>
                  <a:pt x="514233" y="122348"/>
                  <a:pt x="516015" y="123016"/>
                  <a:pt x="518050" y="123399"/>
                </a:cubicBezTo>
                <a:cubicBezTo>
                  <a:pt x="520086" y="123781"/>
                  <a:pt x="522186" y="123972"/>
                  <a:pt x="524350" y="123972"/>
                </a:cubicBezTo>
                <a:cubicBezTo>
                  <a:pt x="529693" y="123972"/>
                  <a:pt x="533828" y="123082"/>
                  <a:pt x="536754" y="121302"/>
                </a:cubicBezTo>
                <a:cubicBezTo>
                  <a:pt x="539682" y="119519"/>
                  <a:pt x="541847" y="117387"/>
                  <a:pt x="543247" y="114905"/>
                </a:cubicBezTo>
                <a:cubicBezTo>
                  <a:pt x="544647" y="112424"/>
                  <a:pt x="545506" y="109910"/>
                  <a:pt x="545824" y="107365"/>
                </a:cubicBezTo>
                <a:cubicBezTo>
                  <a:pt x="546143" y="104819"/>
                  <a:pt x="546302" y="102783"/>
                  <a:pt x="546302" y="101257"/>
                </a:cubicBezTo>
                <a:lnTo>
                  <a:pt x="546302" y="91139"/>
                </a:lnTo>
                <a:close/>
                <a:moveTo>
                  <a:pt x="640404" y="116132"/>
                </a:moveTo>
                <a:cubicBezTo>
                  <a:pt x="636204" y="116132"/>
                  <a:pt x="632704" y="115241"/>
                  <a:pt x="629904" y="113461"/>
                </a:cubicBezTo>
                <a:cubicBezTo>
                  <a:pt x="627104" y="111680"/>
                  <a:pt x="624845" y="109392"/>
                  <a:pt x="623126" y="106596"/>
                </a:cubicBezTo>
                <a:cubicBezTo>
                  <a:pt x="621410" y="103798"/>
                  <a:pt x="620201" y="100651"/>
                  <a:pt x="619500" y="97156"/>
                </a:cubicBezTo>
                <a:cubicBezTo>
                  <a:pt x="618801" y="93659"/>
                  <a:pt x="618452" y="90130"/>
                  <a:pt x="618452" y="86569"/>
                </a:cubicBezTo>
                <a:cubicBezTo>
                  <a:pt x="618452" y="82881"/>
                  <a:pt x="618865" y="79353"/>
                  <a:pt x="619692" y="75984"/>
                </a:cubicBezTo>
                <a:cubicBezTo>
                  <a:pt x="620520" y="72613"/>
                  <a:pt x="621855" y="69625"/>
                  <a:pt x="623700" y="67019"/>
                </a:cubicBezTo>
                <a:cubicBezTo>
                  <a:pt x="625547" y="64413"/>
                  <a:pt x="627838" y="62347"/>
                  <a:pt x="630574" y="60821"/>
                </a:cubicBezTo>
                <a:cubicBezTo>
                  <a:pt x="633310" y="59295"/>
                  <a:pt x="636586" y="58532"/>
                  <a:pt x="640404" y="58532"/>
                </a:cubicBezTo>
                <a:cubicBezTo>
                  <a:pt x="644858" y="58532"/>
                  <a:pt x="648549" y="59359"/>
                  <a:pt x="651475" y="61013"/>
                </a:cubicBezTo>
                <a:cubicBezTo>
                  <a:pt x="654401" y="62666"/>
                  <a:pt x="656755" y="64891"/>
                  <a:pt x="658538" y="67689"/>
                </a:cubicBezTo>
                <a:cubicBezTo>
                  <a:pt x="660320" y="70485"/>
                  <a:pt x="661593" y="73695"/>
                  <a:pt x="662356" y="77318"/>
                </a:cubicBezTo>
                <a:cubicBezTo>
                  <a:pt x="663119" y="80942"/>
                  <a:pt x="663501" y="84788"/>
                  <a:pt x="663501" y="88858"/>
                </a:cubicBezTo>
                <a:cubicBezTo>
                  <a:pt x="663501" y="92417"/>
                  <a:pt x="663023" y="95818"/>
                  <a:pt x="662068" y="99061"/>
                </a:cubicBezTo>
                <a:cubicBezTo>
                  <a:pt x="661115" y="102304"/>
                  <a:pt x="659683" y="105197"/>
                  <a:pt x="657775" y="107740"/>
                </a:cubicBezTo>
                <a:cubicBezTo>
                  <a:pt x="655866" y="110282"/>
                  <a:pt x="653448" y="112316"/>
                  <a:pt x="650519" y="113842"/>
                </a:cubicBezTo>
                <a:cubicBezTo>
                  <a:pt x="647593" y="115369"/>
                  <a:pt x="644221" y="116132"/>
                  <a:pt x="640404" y="116132"/>
                </a:cubicBezTo>
                <a:moveTo>
                  <a:pt x="689269" y="133176"/>
                </a:moveTo>
                <a:lnTo>
                  <a:pt x="689269" y="40762"/>
                </a:lnTo>
                <a:lnTo>
                  <a:pt x="663501" y="40762"/>
                </a:lnTo>
                <a:lnTo>
                  <a:pt x="663501" y="53933"/>
                </a:lnTo>
                <a:lnTo>
                  <a:pt x="663119" y="53933"/>
                </a:lnTo>
                <a:cubicBezTo>
                  <a:pt x="659811" y="48183"/>
                  <a:pt x="655707" y="44095"/>
                  <a:pt x="650808" y="41668"/>
                </a:cubicBezTo>
                <a:cubicBezTo>
                  <a:pt x="645909" y="39241"/>
                  <a:pt x="640214" y="38027"/>
                  <a:pt x="633722" y="38027"/>
                </a:cubicBezTo>
                <a:cubicBezTo>
                  <a:pt x="626851" y="38027"/>
                  <a:pt x="620774" y="39365"/>
                  <a:pt x="615492" y="42041"/>
                </a:cubicBezTo>
                <a:cubicBezTo>
                  <a:pt x="610213" y="44716"/>
                  <a:pt x="605791" y="48315"/>
                  <a:pt x="602228" y="52838"/>
                </a:cubicBezTo>
                <a:cubicBezTo>
                  <a:pt x="598665" y="57360"/>
                  <a:pt x="595960" y="62583"/>
                  <a:pt x="594114" y="68508"/>
                </a:cubicBezTo>
                <a:cubicBezTo>
                  <a:pt x="592269" y="74432"/>
                  <a:pt x="591347" y="80579"/>
                  <a:pt x="591347" y="86950"/>
                </a:cubicBezTo>
                <a:cubicBezTo>
                  <a:pt x="591347" y="93702"/>
                  <a:pt x="592142" y="100104"/>
                  <a:pt x="593732" y="106156"/>
                </a:cubicBezTo>
                <a:cubicBezTo>
                  <a:pt x="595323" y="112206"/>
                  <a:pt x="597835" y="117494"/>
                  <a:pt x="601270" y="122018"/>
                </a:cubicBezTo>
                <a:cubicBezTo>
                  <a:pt x="604707" y="126540"/>
                  <a:pt x="609098" y="130107"/>
                  <a:pt x="614444" y="132719"/>
                </a:cubicBezTo>
                <a:cubicBezTo>
                  <a:pt x="619789" y="135331"/>
                  <a:pt x="626153" y="136637"/>
                  <a:pt x="633533" y="136637"/>
                </a:cubicBezTo>
                <a:cubicBezTo>
                  <a:pt x="639514" y="136637"/>
                  <a:pt x="645208" y="135391"/>
                  <a:pt x="650616" y="132900"/>
                </a:cubicBezTo>
                <a:cubicBezTo>
                  <a:pt x="656025" y="130408"/>
                  <a:pt x="660193" y="126543"/>
                  <a:pt x="663119" y="121305"/>
                </a:cubicBezTo>
                <a:lnTo>
                  <a:pt x="663501" y="121305"/>
                </a:lnTo>
                <a:lnTo>
                  <a:pt x="663501" y="134321"/>
                </a:lnTo>
                <a:cubicBezTo>
                  <a:pt x="663629" y="141340"/>
                  <a:pt x="661943" y="147147"/>
                  <a:pt x="658442" y="151741"/>
                </a:cubicBezTo>
                <a:cubicBezTo>
                  <a:pt x="654943" y="156335"/>
                  <a:pt x="649376" y="158633"/>
                  <a:pt x="641741" y="158633"/>
                </a:cubicBezTo>
                <a:cubicBezTo>
                  <a:pt x="636906" y="158633"/>
                  <a:pt x="632643" y="157642"/>
                  <a:pt x="628952" y="155662"/>
                </a:cubicBezTo>
                <a:cubicBezTo>
                  <a:pt x="625260" y="153681"/>
                  <a:pt x="622779" y="150135"/>
                  <a:pt x="621507" y="145025"/>
                </a:cubicBezTo>
                <a:lnTo>
                  <a:pt x="594591" y="145025"/>
                </a:lnTo>
                <a:cubicBezTo>
                  <a:pt x="594974" y="150625"/>
                  <a:pt x="596533" y="155429"/>
                  <a:pt x="599269" y="159436"/>
                </a:cubicBezTo>
                <a:cubicBezTo>
                  <a:pt x="602005" y="163446"/>
                  <a:pt x="605441" y="166724"/>
                  <a:pt x="609577" y="169269"/>
                </a:cubicBezTo>
                <a:cubicBezTo>
                  <a:pt x="613713" y="171815"/>
                  <a:pt x="618293" y="173692"/>
                  <a:pt x="623319" y="174899"/>
                </a:cubicBezTo>
                <a:cubicBezTo>
                  <a:pt x="628346" y="176109"/>
                  <a:pt x="633278" y="176714"/>
                  <a:pt x="638115" y="176714"/>
                </a:cubicBezTo>
                <a:cubicBezTo>
                  <a:pt x="649439" y="176714"/>
                  <a:pt x="658473" y="175186"/>
                  <a:pt x="665216" y="172130"/>
                </a:cubicBezTo>
                <a:cubicBezTo>
                  <a:pt x="671962" y="169075"/>
                  <a:pt x="677116" y="165352"/>
                  <a:pt x="680680" y="160960"/>
                </a:cubicBezTo>
                <a:cubicBezTo>
                  <a:pt x="684243" y="156568"/>
                  <a:pt x="686565" y="151826"/>
                  <a:pt x="687647" y="146735"/>
                </a:cubicBezTo>
                <a:cubicBezTo>
                  <a:pt x="688728" y="141643"/>
                  <a:pt x="689269" y="137124"/>
                  <a:pt x="689269" y="133176"/>
                </a:cubicBezTo>
                <a:close/>
                <a:moveTo>
                  <a:pt x="777455" y="79596"/>
                </a:moveTo>
                <a:lnTo>
                  <a:pt x="733364" y="79596"/>
                </a:lnTo>
                <a:cubicBezTo>
                  <a:pt x="733491" y="77681"/>
                  <a:pt x="733903" y="75511"/>
                  <a:pt x="734602" y="73086"/>
                </a:cubicBezTo>
                <a:cubicBezTo>
                  <a:pt x="735303" y="70659"/>
                  <a:pt x="736513" y="68361"/>
                  <a:pt x="738231" y="66192"/>
                </a:cubicBezTo>
                <a:cubicBezTo>
                  <a:pt x="739950" y="64021"/>
                  <a:pt x="742240" y="62202"/>
                  <a:pt x="745102" y="60734"/>
                </a:cubicBezTo>
                <a:cubicBezTo>
                  <a:pt x="747966" y="59266"/>
                  <a:pt x="751561" y="58532"/>
                  <a:pt x="755888" y="58532"/>
                </a:cubicBezTo>
                <a:cubicBezTo>
                  <a:pt x="762505" y="58532"/>
                  <a:pt x="767436" y="60319"/>
                  <a:pt x="770681" y="63894"/>
                </a:cubicBezTo>
                <a:cubicBezTo>
                  <a:pt x="773925" y="67469"/>
                  <a:pt x="776184" y="72703"/>
                  <a:pt x="777455" y="79596"/>
                </a:cubicBezTo>
                <a:moveTo>
                  <a:pt x="733364" y="96745"/>
                </a:moveTo>
                <a:lnTo>
                  <a:pt x="804563" y="96745"/>
                </a:lnTo>
                <a:cubicBezTo>
                  <a:pt x="805072" y="89095"/>
                  <a:pt x="804435" y="81763"/>
                  <a:pt x="802652" y="74749"/>
                </a:cubicBezTo>
                <a:cubicBezTo>
                  <a:pt x="800872" y="67736"/>
                  <a:pt x="797977" y="61488"/>
                  <a:pt x="793967" y="56007"/>
                </a:cubicBezTo>
                <a:cubicBezTo>
                  <a:pt x="789959" y="50523"/>
                  <a:pt x="784837" y="46156"/>
                  <a:pt x="778600" y="42906"/>
                </a:cubicBezTo>
                <a:cubicBezTo>
                  <a:pt x="772365" y="39653"/>
                  <a:pt x="765049" y="38027"/>
                  <a:pt x="756651" y="38027"/>
                </a:cubicBezTo>
                <a:cubicBezTo>
                  <a:pt x="749142" y="38027"/>
                  <a:pt x="742302" y="39366"/>
                  <a:pt x="736131" y="42044"/>
                </a:cubicBezTo>
                <a:cubicBezTo>
                  <a:pt x="729960" y="44719"/>
                  <a:pt x="724648" y="48383"/>
                  <a:pt x="720193" y="53036"/>
                </a:cubicBezTo>
                <a:cubicBezTo>
                  <a:pt x="715739" y="57688"/>
                  <a:pt x="712303" y="63202"/>
                  <a:pt x="709886" y="69577"/>
                </a:cubicBezTo>
                <a:cubicBezTo>
                  <a:pt x="707468" y="75949"/>
                  <a:pt x="706260" y="82833"/>
                  <a:pt x="706260" y="90227"/>
                </a:cubicBezTo>
                <a:cubicBezTo>
                  <a:pt x="706260" y="97874"/>
                  <a:pt x="707436" y="104884"/>
                  <a:pt x="709790" y="111259"/>
                </a:cubicBezTo>
                <a:cubicBezTo>
                  <a:pt x="712145" y="117632"/>
                  <a:pt x="715486" y="123113"/>
                  <a:pt x="719812" y="127704"/>
                </a:cubicBezTo>
                <a:cubicBezTo>
                  <a:pt x="724138" y="132292"/>
                  <a:pt x="729419" y="135829"/>
                  <a:pt x="735654" y="138314"/>
                </a:cubicBezTo>
                <a:cubicBezTo>
                  <a:pt x="741889" y="140800"/>
                  <a:pt x="748888" y="142042"/>
                  <a:pt x="756651" y="142042"/>
                </a:cubicBezTo>
                <a:cubicBezTo>
                  <a:pt x="767849" y="142042"/>
                  <a:pt x="777392" y="139500"/>
                  <a:pt x="785282" y="134414"/>
                </a:cubicBezTo>
                <a:cubicBezTo>
                  <a:pt x="793173" y="129329"/>
                  <a:pt x="799027" y="120873"/>
                  <a:pt x="802845" y="109048"/>
                </a:cubicBezTo>
                <a:lnTo>
                  <a:pt x="778985" y="109048"/>
                </a:lnTo>
                <a:cubicBezTo>
                  <a:pt x="778093" y="112075"/>
                  <a:pt x="775675" y="114945"/>
                  <a:pt x="771729" y="117658"/>
                </a:cubicBezTo>
                <a:cubicBezTo>
                  <a:pt x="767786" y="120369"/>
                  <a:pt x="763078" y="121724"/>
                  <a:pt x="757606" y="121724"/>
                </a:cubicBezTo>
                <a:cubicBezTo>
                  <a:pt x="749971" y="121724"/>
                  <a:pt x="744117" y="119754"/>
                  <a:pt x="740043" y="115814"/>
                </a:cubicBezTo>
                <a:cubicBezTo>
                  <a:pt x="735971" y="111872"/>
                  <a:pt x="733745" y="105516"/>
                  <a:pt x="733364" y="96745"/>
                </a:cubicBezTo>
                <a:close/>
                <a:moveTo>
                  <a:pt x="906492" y="67293"/>
                </a:moveTo>
                <a:lnTo>
                  <a:pt x="906492" y="26470"/>
                </a:lnTo>
                <a:lnTo>
                  <a:pt x="929778" y="26470"/>
                </a:lnTo>
                <a:cubicBezTo>
                  <a:pt x="933215" y="26470"/>
                  <a:pt x="936524" y="26724"/>
                  <a:pt x="939704" y="27233"/>
                </a:cubicBezTo>
                <a:cubicBezTo>
                  <a:pt x="942885" y="27742"/>
                  <a:pt x="945684" y="28727"/>
                  <a:pt x="948101" y="30189"/>
                </a:cubicBezTo>
                <a:cubicBezTo>
                  <a:pt x="950521" y="31651"/>
                  <a:pt x="952461" y="33718"/>
                  <a:pt x="953924" y="36390"/>
                </a:cubicBezTo>
                <a:cubicBezTo>
                  <a:pt x="955388" y="39060"/>
                  <a:pt x="956120" y="42557"/>
                  <a:pt x="956120" y="46881"/>
                </a:cubicBezTo>
                <a:cubicBezTo>
                  <a:pt x="956120" y="51206"/>
                  <a:pt x="955388" y="54704"/>
                  <a:pt x="953924" y="57376"/>
                </a:cubicBezTo>
                <a:cubicBezTo>
                  <a:pt x="952461" y="60045"/>
                  <a:pt x="950521" y="62111"/>
                  <a:pt x="948101" y="63574"/>
                </a:cubicBezTo>
                <a:cubicBezTo>
                  <a:pt x="945684" y="65036"/>
                  <a:pt x="942885" y="66021"/>
                  <a:pt x="939704" y="66530"/>
                </a:cubicBezTo>
                <a:cubicBezTo>
                  <a:pt x="936524" y="67039"/>
                  <a:pt x="933215" y="67293"/>
                  <a:pt x="929778" y="67293"/>
                </a:cubicBezTo>
                <a:lnTo>
                  <a:pt x="906492" y="67293"/>
                </a:lnTo>
                <a:moveTo>
                  <a:pt x="876524" y="3169"/>
                </a:moveTo>
                <a:lnTo>
                  <a:pt x="876524" y="139433"/>
                </a:lnTo>
                <a:lnTo>
                  <a:pt x="906492" y="139433"/>
                </a:lnTo>
                <a:lnTo>
                  <a:pt x="906492" y="90594"/>
                </a:lnTo>
                <a:lnTo>
                  <a:pt x="937989" y="90594"/>
                </a:lnTo>
                <a:cubicBezTo>
                  <a:pt x="946513" y="90594"/>
                  <a:pt x="953765" y="89353"/>
                  <a:pt x="959746" y="86872"/>
                </a:cubicBezTo>
                <a:cubicBezTo>
                  <a:pt x="965728" y="84390"/>
                  <a:pt x="970596" y="81113"/>
                  <a:pt x="974350" y="77042"/>
                </a:cubicBezTo>
                <a:cubicBezTo>
                  <a:pt x="978105" y="72970"/>
                  <a:pt x="980841" y="68293"/>
                  <a:pt x="982558" y="63011"/>
                </a:cubicBezTo>
                <a:cubicBezTo>
                  <a:pt x="984276" y="57730"/>
                  <a:pt x="985135" y="52353"/>
                  <a:pt x="985135" y="46881"/>
                </a:cubicBezTo>
                <a:cubicBezTo>
                  <a:pt x="985135" y="41281"/>
                  <a:pt x="984276" y="35873"/>
                  <a:pt x="982558" y="30655"/>
                </a:cubicBezTo>
                <a:cubicBezTo>
                  <a:pt x="980841" y="25438"/>
                  <a:pt x="978105" y="20793"/>
                  <a:pt x="974350" y="16721"/>
                </a:cubicBezTo>
                <a:cubicBezTo>
                  <a:pt x="970596" y="12649"/>
                  <a:pt x="965729" y="9373"/>
                  <a:pt x="959749" y="6891"/>
                </a:cubicBezTo>
                <a:cubicBezTo>
                  <a:pt x="953768" y="4410"/>
                  <a:pt x="946515" y="3169"/>
                  <a:pt x="937989" y="3169"/>
                </a:cubicBezTo>
                <a:lnTo>
                  <a:pt x="876524" y="3169"/>
                </a:lnTo>
                <a:close/>
                <a:moveTo>
                  <a:pt x="1034002" y="28334"/>
                </a:moveTo>
                <a:lnTo>
                  <a:pt x="1034002" y="139433"/>
                </a:lnTo>
                <a:lnTo>
                  <a:pt x="1063969" y="139433"/>
                </a:lnTo>
                <a:lnTo>
                  <a:pt x="1063969" y="28334"/>
                </a:lnTo>
                <a:lnTo>
                  <a:pt x="1104819" y="28334"/>
                </a:lnTo>
                <a:lnTo>
                  <a:pt x="1104819" y="3169"/>
                </a:lnTo>
                <a:lnTo>
                  <a:pt x="993152" y="3169"/>
                </a:lnTo>
                <a:lnTo>
                  <a:pt x="993152" y="28334"/>
                </a:lnTo>
                <a:lnTo>
                  <a:pt x="1034002" y="28334"/>
                </a:lnTo>
                <a:close/>
                <a:moveTo>
                  <a:pt x="1120470" y="3169"/>
                </a:moveTo>
                <a:lnTo>
                  <a:pt x="1120470" y="139433"/>
                </a:lnTo>
                <a:lnTo>
                  <a:pt x="1223926" y="139433"/>
                </a:lnTo>
                <a:lnTo>
                  <a:pt x="1223926" y="114268"/>
                </a:lnTo>
                <a:lnTo>
                  <a:pt x="1150438" y="114268"/>
                </a:lnTo>
                <a:lnTo>
                  <a:pt x="1150438" y="80901"/>
                </a:lnTo>
                <a:lnTo>
                  <a:pt x="1216484" y="80901"/>
                </a:lnTo>
                <a:lnTo>
                  <a:pt x="1216484" y="57600"/>
                </a:lnTo>
                <a:lnTo>
                  <a:pt x="1150438" y="57600"/>
                </a:lnTo>
                <a:lnTo>
                  <a:pt x="1150438" y="28334"/>
                </a:lnTo>
                <a:lnTo>
                  <a:pt x="1222400" y="28334"/>
                </a:lnTo>
                <a:lnTo>
                  <a:pt x="1222400" y="3169"/>
                </a:lnTo>
                <a:lnTo>
                  <a:pt x="1120470" y="3169"/>
                </a:lnTo>
                <a:close/>
                <a:moveTo>
                  <a:pt x="1262296" y="107371"/>
                </a:moveTo>
                <a:lnTo>
                  <a:pt x="1236528" y="107371"/>
                </a:lnTo>
                <a:cubicBezTo>
                  <a:pt x="1236782" y="113976"/>
                  <a:pt x="1238277" y="119471"/>
                  <a:pt x="1241013" y="123853"/>
                </a:cubicBezTo>
                <a:cubicBezTo>
                  <a:pt x="1243749" y="128234"/>
                  <a:pt x="1247248" y="131758"/>
                  <a:pt x="1251510" y="134426"/>
                </a:cubicBezTo>
                <a:cubicBezTo>
                  <a:pt x="1255774" y="137094"/>
                  <a:pt x="1260642" y="138999"/>
                  <a:pt x="1266114" y="140140"/>
                </a:cubicBezTo>
                <a:cubicBezTo>
                  <a:pt x="1271586" y="141284"/>
                  <a:pt x="1277185" y="141856"/>
                  <a:pt x="1282911" y="141856"/>
                </a:cubicBezTo>
                <a:cubicBezTo>
                  <a:pt x="1288509" y="141856"/>
                  <a:pt x="1294012" y="141314"/>
                  <a:pt x="1299420" y="140231"/>
                </a:cubicBezTo>
                <a:cubicBezTo>
                  <a:pt x="1304830" y="139149"/>
                  <a:pt x="1309633" y="137271"/>
                  <a:pt x="1313831" y="134598"/>
                </a:cubicBezTo>
                <a:cubicBezTo>
                  <a:pt x="1318031" y="131924"/>
                  <a:pt x="1321435" y="128391"/>
                  <a:pt x="1324043" y="123999"/>
                </a:cubicBezTo>
                <a:cubicBezTo>
                  <a:pt x="1326653" y="119606"/>
                  <a:pt x="1327958" y="114164"/>
                  <a:pt x="1327958" y="107671"/>
                </a:cubicBezTo>
                <a:cubicBezTo>
                  <a:pt x="1327958" y="103088"/>
                  <a:pt x="1327066" y="99238"/>
                  <a:pt x="1325284" y="96119"/>
                </a:cubicBezTo>
                <a:cubicBezTo>
                  <a:pt x="1323503" y="92999"/>
                  <a:pt x="1321149" y="90388"/>
                  <a:pt x="1318221" y="88287"/>
                </a:cubicBezTo>
                <a:cubicBezTo>
                  <a:pt x="1315295" y="86186"/>
                  <a:pt x="1311955" y="84500"/>
                  <a:pt x="1308201" y="83228"/>
                </a:cubicBezTo>
                <a:cubicBezTo>
                  <a:pt x="1304448" y="81954"/>
                  <a:pt x="1300599" y="80872"/>
                  <a:pt x="1296653" y="79980"/>
                </a:cubicBezTo>
                <a:cubicBezTo>
                  <a:pt x="1292835" y="79089"/>
                  <a:pt x="1289081" y="78262"/>
                  <a:pt x="1285390" y="77499"/>
                </a:cubicBezTo>
                <a:cubicBezTo>
                  <a:pt x="1281701" y="76734"/>
                  <a:pt x="1278424" y="75875"/>
                  <a:pt x="1275560" y="74921"/>
                </a:cubicBezTo>
                <a:cubicBezTo>
                  <a:pt x="1272698" y="73966"/>
                  <a:pt x="1270375" y="72724"/>
                  <a:pt x="1268593" y="71196"/>
                </a:cubicBezTo>
                <a:cubicBezTo>
                  <a:pt x="1266812" y="69668"/>
                  <a:pt x="1265922" y="67694"/>
                  <a:pt x="1265922" y="65275"/>
                </a:cubicBezTo>
                <a:cubicBezTo>
                  <a:pt x="1265922" y="63238"/>
                  <a:pt x="1266431" y="61614"/>
                  <a:pt x="1267448" y="60405"/>
                </a:cubicBezTo>
                <a:cubicBezTo>
                  <a:pt x="1268468" y="59195"/>
                  <a:pt x="1269708" y="58273"/>
                  <a:pt x="1271170" y="57638"/>
                </a:cubicBezTo>
                <a:cubicBezTo>
                  <a:pt x="1272635" y="57001"/>
                  <a:pt x="1274257" y="56587"/>
                  <a:pt x="1276037" y="56397"/>
                </a:cubicBezTo>
                <a:cubicBezTo>
                  <a:pt x="1277820" y="56205"/>
                  <a:pt x="1279474" y="56109"/>
                  <a:pt x="1281001" y="56109"/>
                </a:cubicBezTo>
                <a:cubicBezTo>
                  <a:pt x="1285835" y="56109"/>
                  <a:pt x="1290034" y="57036"/>
                  <a:pt x="1293598" y="58890"/>
                </a:cubicBezTo>
                <a:cubicBezTo>
                  <a:pt x="1297161" y="60743"/>
                  <a:pt x="1299133" y="64289"/>
                  <a:pt x="1299516" y="69530"/>
                </a:cubicBezTo>
                <a:lnTo>
                  <a:pt x="1325287" y="69530"/>
                </a:lnTo>
                <a:cubicBezTo>
                  <a:pt x="1324778" y="63421"/>
                  <a:pt x="1323219" y="58362"/>
                  <a:pt x="1320609" y="54352"/>
                </a:cubicBezTo>
                <a:cubicBezTo>
                  <a:pt x="1318001" y="50343"/>
                  <a:pt x="1314725" y="47129"/>
                  <a:pt x="1310779" y="44712"/>
                </a:cubicBezTo>
                <a:cubicBezTo>
                  <a:pt x="1306835" y="42292"/>
                  <a:pt x="1302350" y="40574"/>
                  <a:pt x="1297323" y="39556"/>
                </a:cubicBezTo>
                <a:cubicBezTo>
                  <a:pt x="1292296" y="38537"/>
                  <a:pt x="1287110" y="38027"/>
                  <a:pt x="1281767" y="38027"/>
                </a:cubicBezTo>
                <a:cubicBezTo>
                  <a:pt x="1276421" y="38027"/>
                  <a:pt x="1271202" y="38505"/>
                  <a:pt x="1266111" y="39460"/>
                </a:cubicBezTo>
                <a:cubicBezTo>
                  <a:pt x="1261022" y="40413"/>
                  <a:pt x="1256441" y="42068"/>
                  <a:pt x="1252370" y="44423"/>
                </a:cubicBezTo>
                <a:cubicBezTo>
                  <a:pt x="1248298" y="46779"/>
                  <a:pt x="1245021" y="49993"/>
                  <a:pt x="1242539" y="54067"/>
                </a:cubicBezTo>
                <a:cubicBezTo>
                  <a:pt x="1240058" y="58141"/>
                  <a:pt x="1238817" y="63361"/>
                  <a:pt x="1238817" y="69728"/>
                </a:cubicBezTo>
                <a:cubicBezTo>
                  <a:pt x="1238817" y="74056"/>
                  <a:pt x="1239707" y="77716"/>
                  <a:pt x="1241488" y="80709"/>
                </a:cubicBezTo>
                <a:cubicBezTo>
                  <a:pt x="1243271" y="83699"/>
                  <a:pt x="1245625" y="86181"/>
                  <a:pt x="1248551" y="88156"/>
                </a:cubicBezTo>
                <a:cubicBezTo>
                  <a:pt x="1251479" y="90129"/>
                  <a:pt x="1254820" y="91720"/>
                  <a:pt x="1258573" y="92930"/>
                </a:cubicBezTo>
                <a:cubicBezTo>
                  <a:pt x="1262327" y="94140"/>
                  <a:pt x="1266176" y="95190"/>
                  <a:pt x="1270122" y="96081"/>
                </a:cubicBezTo>
                <a:cubicBezTo>
                  <a:pt x="1279792" y="98118"/>
                  <a:pt x="1287331" y="100155"/>
                  <a:pt x="1292738" y="102192"/>
                </a:cubicBezTo>
                <a:cubicBezTo>
                  <a:pt x="1298148" y="104229"/>
                  <a:pt x="1300853" y="107284"/>
                  <a:pt x="1300853" y="111358"/>
                </a:cubicBezTo>
                <a:cubicBezTo>
                  <a:pt x="1300853" y="113775"/>
                  <a:pt x="1300280" y="115780"/>
                  <a:pt x="1299134" y="117372"/>
                </a:cubicBezTo>
                <a:cubicBezTo>
                  <a:pt x="1297989" y="118965"/>
                  <a:pt x="1296557" y="120238"/>
                  <a:pt x="1294838" y="121194"/>
                </a:cubicBezTo>
                <a:cubicBezTo>
                  <a:pt x="1293122" y="122147"/>
                  <a:pt x="1291213" y="122847"/>
                  <a:pt x="1289112" y="123294"/>
                </a:cubicBezTo>
                <a:cubicBezTo>
                  <a:pt x="1287013" y="123738"/>
                  <a:pt x="1285009" y="123961"/>
                  <a:pt x="1283101" y="123961"/>
                </a:cubicBezTo>
                <a:cubicBezTo>
                  <a:pt x="1280429" y="123961"/>
                  <a:pt x="1277852" y="123643"/>
                  <a:pt x="1275370" y="123008"/>
                </a:cubicBezTo>
                <a:cubicBezTo>
                  <a:pt x="1272889" y="122371"/>
                  <a:pt x="1270694" y="121386"/>
                  <a:pt x="1268785" y="120052"/>
                </a:cubicBezTo>
                <a:cubicBezTo>
                  <a:pt x="1266876" y="118716"/>
                  <a:pt x="1265317" y="117000"/>
                  <a:pt x="1264107" y="114903"/>
                </a:cubicBezTo>
                <a:cubicBezTo>
                  <a:pt x="1262900" y="112806"/>
                  <a:pt x="1262296" y="110295"/>
                  <a:pt x="1262296" y="107371"/>
                </a:cubicBezTo>
                <a:close/>
                <a:moveTo>
                  <a:pt x="1431224" y="40823"/>
                </a:moveTo>
                <a:lnTo>
                  <a:pt x="1431224" y="11184"/>
                </a:lnTo>
                <a:lnTo>
                  <a:pt x="1404119" y="11184"/>
                </a:lnTo>
                <a:lnTo>
                  <a:pt x="1404119" y="40823"/>
                </a:lnTo>
                <a:lnTo>
                  <a:pt x="1387704" y="40823"/>
                </a:lnTo>
                <a:lnTo>
                  <a:pt x="1387704" y="58905"/>
                </a:lnTo>
                <a:lnTo>
                  <a:pt x="1404119" y="58905"/>
                </a:lnTo>
                <a:lnTo>
                  <a:pt x="1404119" y="117090"/>
                </a:lnTo>
                <a:cubicBezTo>
                  <a:pt x="1404119" y="122051"/>
                  <a:pt x="1404947" y="126058"/>
                  <a:pt x="1406601" y="129110"/>
                </a:cubicBezTo>
                <a:cubicBezTo>
                  <a:pt x="1408255" y="132163"/>
                  <a:pt x="1410514" y="134516"/>
                  <a:pt x="1413376" y="136170"/>
                </a:cubicBezTo>
                <a:cubicBezTo>
                  <a:pt x="1416240" y="137823"/>
                  <a:pt x="1419548" y="138935"/>
                  <a:pt x="1423302" y="139505"/>
                </a:cubicBezTo>
                <a:cubicBezTo>
                  <a:pt x="1427057" y="140078"/>
                  <a:pt x="1431035" y="140365"/>
                  <a:pt x="1435235" y="140365"/>
                </a:cubicBezTo>
                <a:cubicBezTo>
                  <a:pt x="1437907" y="140365"/>
                  <a:pt x="1440643" y="140303"/>
                  <a:pt x="1443443" y="140178"/>
                </a:cubicBezTo>
                <a:cubicBezTo>
                  <a:pt x="1446243" y="140054"/>
                  <a:pt x="1448787" y="139805"/>
                  <a:pt x="1451077" y="139433"/>
                </a:cubicBezTo>
                <a:lnTo>
                  <a:pt x="1451077" y="118351"/>
                </a:lnTo>
                <a:cubicBezTo>
                  <a:pt x="1449805" y="118605"/>
                  <a:pt x="1448469" y="118797"/>
                  <a:pt x="1447069" y="118925"/>
                </a:cubicBezTo>
                <a:cubicBezTo>
                  <a:pt x="1445669" y="119051"/>
                  <a:pt x="1444206" y="119114"/>
                  <a:pt x="1442679" y="119114"/>
                </a:cubicBezTo>
                <a:cubicBezTo>
                  <a:pt x="1438097" y="119114"/>
                  <a:pt x="1435042" y="118352"/>
                  <a:pt x="1433513" y="116828"/>
                </a:cubicBezTo>
                <a:cubicBezTo>
                  <a:pt x="1431987" y="115304"/>
                  <a:pt x="1431224" y="112255"/>
                  <a:pt x="1431224" y="107682"/>
                </a:cubicBezTo>
                <a:lnTo>
                  <a:pt x="1431224" y="58905"/>
                </a:lnTo>
                <a:lnTo>
                  <a:pt x="1451077" y="58905"/>
                </a:lnTo>
                <a:lnTo>
                  <a:pt x="1451077" y="40823"/>
                </a:lnTo>
                <a:lnTo>
                  <a:pt x="1431224" y="40823"/>
                </a:lnTo>
                <a:close/>
                <a:moveTo>
                  <a:pt x="1488105" y="90224"/>
                </a:moveTo>
                <a:cubicBezTo>
                  <a:pt x="1488105" y="86278"/>
                  <a:pt x="1488487" y="82397"/>
                  <a:pt x="1489250" y="78579"/>
                </a:cubicBezTo>
                <a:cubicBezTo>
                  <a:pt x="1490013" y="74760"/>
                  <a:pt x="1491317" y="71387"/>
                  <a:pt x="1493162" y="68461"/>
                </a:cubicBezTo>
                <a:cubicBezTo>
                  <a:pt x="1495008" y="65533"/>
                  <a:pt x="1497459" y="63146"/>
                  <a:pt x="1500513" y="61302"/>
                </a:cubicBezTo>
                <a:cubicBezTo>
                  <a:pt x="1503567" y="59455"/>
                  <a:pt x="1507385" y="58532"/>
                  <a:pt x="1511966" y="58532"/>
                </a:cubicBezTo>
                <a:cubicBezTo>
                  <a:pt x="1516548" y="58532"/>
                  <a:pt x="1520398" y="59455"/>
                  <a:pt x="1523514" y="61302"/>
                </a:cubicBezTo>
                <a:cubicBezTo>
                  <a:pt x="1526632" y="63146"/>
                  <a:pt x="1529114" y="65533"/>
                  <a:pt x="1530959" y="68461"/>
                </a:cubicBezTo>
                <a:cubicBezTo>
                  <a:pt x="1532805" y="71387"/>
                  <a:pt x="1534110" y="74760"/>
                  <a:pt x="1534873" y="78579"/>
                </a:cubicBezTo>
                <a:cubicBezTo>
                  <a:pt x="1535636" y="82397"/>
                  <a:pt x="1536018" y="86278"/>
                  <a:pt x="1536018" y="90224"/>
                </a:cubicBezTo>
                <a:cubicBezTo>
                  <a:pt x="1536018" y="94170"/>
                  <a:pt x="1535636" y="98020"/>
                  <a:pt x="1534873" y="101775"/>
                </a:cubicBezTo>
                <a:cubicBezTo>
                  <a:pt x="1534110" y="105529"/>
                  <a:pt x="1532805" y="108902"/>
                  <a:pt x="1530959" y="111894"/>
                </a:cubicBezTo>
                <a:cubicBezTo>
                  <a:pt x="1529114" y="114884"/>
                  <a:pt x="1526632" y="117271"/>
                  <a:pt x="1523514" y="119053"/>
                </a:cubicBezTo>
                <a:cubicBezTo>
                  <a:pt x="1520398" y="120834"/>
                  <a:pt x="1516548" y="121724"/>
                  <a:pt x="1511966" y="121724"/>
                </a:cubicBezTo>
                <a:cubicBezTo>
                  <a:pt x="1507385" y="121724"/>
                  <a:pt x="1503567" y="120834"/>
                  <a:pt x="1500513" y="119053"/>
                </a:cubicBezTo>
                <a:cubicBezTo>
                  <a:pt x="1497459" y="117271"/>
                  <a:pt x="1495008" y="114884"/>
                  <a:pt x="1493162" y="111894"/>
                </a:cubicBezTo>
                <a:cubicBezTo>
                  <a:pt x="1491317" y="108902"/>
                  <a:pt x="1490013" y="105529"/>
                  <a:pt x="1489250" y="101775"/>
                </a:cubicBezTo>
                <a:cubicBezTo>
                  <a:pt x="1488487" y="98020"/>
                  <a:pt x="1488105" y="94170"/>
                  <a:pt x="1488105" y="90224"/>
                </a:cubicBezTo>
                <a:moveTo>
                  <a:pt x="1461001" y="90227"/>
                </a:moveTo>
                <a:cubicBezTo>
                  <a:pt x="1461001" y="98130"/>
                  <a:pt x="1462209" y="105268"/>
                  <a:pt x="1464627" y="111640"/>
                </a:cubicBezTo>
                <a:cubicBezTo>
                  <a:pt x="1467044" y="118013"/>
                  <a:pt x="1470480" y="123463"/>
                  <a:pt x="1474935" y="127989"/>
                </a:cubicBezTo>
                <a:cubicBezTo>
                  <a:pt x="1479389" y="132513"/>
                  <a:pt x="1484734" y="135987"/>
                  <a:pt x="1490969" y="138410"/>
                </a:cubicBezTo>
                <a:cubicBezTo>
                  <a:pt x="1497205" y="140832"/>
                  <a:pt x="1504204" y="142042"/>
                  <a:pt x="1511966" y="142042"/>
                </a:cubicBezTo>
                <a:cubicBezTo>
                  <a:pt x="1519729" y="142042"/>
                  <a:pt x="1526760" y="140832"/>
                  <a:pt x="1533059" y="138410"/>
                </a:cubicBezTo>
                <a:cubicBezTo>
                  <a:pt x="1539358" y="135987"/>
                  <a:pt x="1544734" y="132513"/>
                  <a:pt x="1549189" y="127989"/>
                </a:cubicBezTo>
                <a:cubicBezTo>
                  <a:pt x="1553643" y="123463"/>
                  <a:pt x="1557079" y="118013"/>
                  <a:pt x="1559496" y="111640"/>
                </a:cubicBezTo>
                <a:cubicBezTo>
                  <a:pt x="1561914" y="105268"/>
                  <a:pt x="1563123" y="98130"/>
                  <a:pt x="1563123" y="90227"/>
                </a:cubicBezTo>
                <a:cubicBezTo>
                  <a:pt x="1563123" y="82324"/>
                  <a:pt x="1561914" y="75154"/>
                  <a:pt x="1559496" y="68717"/>
                </a:cubicBezTo>
                <a:cubicBezTo>
                  <a:pt x="1557079" y="62278"/>
                  <a:pt x="1553643" y="56797"/>
                  <a:pt x="1549189" y="52273"/>
                </a:cubicBezTo>
                <a:cubicBezTo>
                  <a:pt x="1544734" y="47746"/>
                  <a:pt x="1539358" y="44241"/>
                  <a:pt x="1533059" y="41755"/>
                </a:cubicBezTo>
                <a:cubicBezTo>
                  <a:pt x="1526760" y="39270"/>
                  <a:pt x="1519729" y="38027"/>
                  <a:pt x="1511966" y="38027"/>
                </a:cubicBezTo>
                <a:cubicBezTo>
                  <a:pt x="1504204" y="38027"/>
                  <a:pt x="1497205" y="39270"/>
                  <a:pt x="1490969" y="41755"/>
                </a:cubicBezTo>
                <a:cubicBezTo>
                  <a:pt x="1484734" y="44241"/>
                  <a:pt x="1479389" y="47746"/>
                  <a:pt x="1474935" y="52273"/>
                </a:cubicBezTo>
                <a:cubicBezTo>
                  <a:pt x="1470480" y="56797"/>
                  <a:pt x="1467044" y="62278"/>
                  <a:pt x="1464627" y="68717"/>
                </a:cubicBezTo>
                <a:cubicBezTo>
                  <a:pt x="1462209" y="75154"/>
                  <a:pt x="1461001" y="82324"/>
                  <a:pt x="1461001" y="90227"/>
                </a:cubicBezTo>
                <a:close/>
                <a:moveTo>
                  <a:pt x="1666580" y="114268"/>
                </a:moveTo>
                <a:lnTo>
                  <a:pt x="1666580" y="28334"/>
                </a:lnTo>
                <a:lnTo>
                  <a:pt x="1687959" y="28334"/>
                </a:lnTo>
                <a:cubicBezTo>
                  <a:pt x="1695339" y="28334"/>
                  <a:pt x="1701543" y="29384"/>
                  <a:pt x="1706570" y="31485"/>
                </a:cubicBezTo>
                <a:cubicBezTo>
                  <a:pt x="1711597" y="33586"/>
                  <a:pt x="1715638" y="36611"/>
                  <a:pt x="1718693" y="40558"/>
                </a:cubicBezTo>
                <a:cubicBezTo>
                  <a:pt x="1721747" y="44504"/>
                  <a:pt x="1723942" y="49245"/>
                  <a:pt x="1725278" y="54783"/>
                </a:cubicBezTo>
                <a:cubicBezTo>
                  <a:pt x="1726614" y="60321"/>
                  <a:pt x="1727282" y="66527"/>
                  <a:pt x="1727282" y="73401"/>
                </a:cubicBezTo>
                <a:cubicBezTo>
                  <a:pt x="1727282" y="80913"/>
                  <a:pt x="1726328" y="87279"/>
                  <a:pt x="1724419" y="92499"/>
                </a:cubicBezTo>
                <a:cubicBezTo>
                  <a:pt x="1722510" y="97718"/>
                  <a:pt x="1719964" y="101951"/>
                  <a:pt x="1716782" y="105198"/>
                </a:cubicBezTo>
                <a:cubicBezTo>
                  <a:pt x="1713601" y="108444"/>
                  <a:pt x="1709975" y="110768"/>
                  <a:pt x="1705903" y="112168"/>
                </a:cubicBezTo>
                <a:cubicBezTo>
                  <a:pt x="1701831" y="113568"/>
                  <a:pt x="1697632" y="114268"/>
                  <a:pt x="1693303" y="114268"/>
                </a:cubicBezTo>
                <a:lnTo>
                  <a:pt x="1666580" y="114268"/>
                </a:lnTo>
                <a:moveTo>
                  <a:pt x="1636612" y="3169"/>
                </a:moveTo>
                <a:lnTo>
                  <a:pt x="1636612" y="139433"/>
                </a:lnTo>
                <a:lnTo>
                  <a:pt x="1695403" y="139433"/>
                </a:lnTo>
                <a:cubicBezTo>
                  <a:pt x="1705838" y="139433"/>
                  <a:pt x="1714905" y="137683"/>
                  <a:pt x="1722604" y="134184"/>
                </a:cubicBezTo>
                <a:cubicBezTo>
                  <a:pt x="1730303" y="130685"/>
                  <a:pt x="1736729" y="125882"/>
                  <a:pt x="1741883" y="119775"/>
                </a:cubicBezTo>
                <a:cubicBezTo>
                  <a:pt x="1747038" y="113669"/>
                  <a:pt x="1750888" y="106417"/>
                  <a:pt x="1753431" y="98021"/>
                </a:cubicBezTo>
                <a:cubicBezTo>
                  <a:pt x="1755977" y="89623"/>
                  <a:pt x="1757250" y="80462"/>
                  <a:pt x="1757250" y="70538"/>
                </a:cubicBezTo>
                <a:cubicBezTo>
                  <a:pt x="1757250" y="59213"/>
                  <a:pt x="1755691" y="49353"/>
                  <a:pt x="1752572" y="40957"/>
                </a:cubicBezTo>
                <a:cubicBezTo>
                  <a:pt x="1749456" y="32559"/>
                  <a:pt x="1745129" y="25561"/>
                  <a:pt x="1739594" y="19963"/>
                </a:cubicBezTo>
                <a:cubicBezTo>
                  <a:pt x="1734058" y="14365"/>
                  <a:pt x="1727503" y="10167"/>
                  <a:pt x="1719930" y="7369"/>
                </a:cubicBezTo>
                <a:cubicBezTo>
                  <a:pt x="1712360" y="4569"/>
                  <a:pt x="1704184" y="3169"/>
                  <a:pt x="1695403" y="3169"/>
                </a:cubicBezTo>
                <a:lnTo>
                  <a:pt x="1636612" y="3169"/>
                </a:lnTo>
                <a:close/>
                <a:moveTo>
                  <a:pt x="1841616" y="79596"/>
                </a:moveTo>
                <a:lnTo>
                  <a:pt x="1797525" y="79596"/>
                </a:lnTo>
                <a:cubicBezTo>
                  <a:pt x="1797651" y="77681"/>
                  <a:pt x="1798064" y="75511"/>
                  <a:pt x="1798763" y="73086"/>
                </a:cubicBezTo>
                <a:cubicBezTo>
                  <a:pt x="1799464" y="70659"/>
                  <a:pt x="1800674" y="68361"/>
                  <a:pt x="1802392" y="66192"/>
                </a:cubicBezTo>
                <a:cubicBezTo>
                  <a:pt x="1804110" y="64021"/>
                  <a:pt x="1806401" y="62202"/>
                  <a:pt x="1809263" y="60734"/>
                </a:cubicBezTo>
                <a:cubicBezTo>
                  <a:pt x="1812127" y="59266"/>
                  <a:pt x="1815722" y="58532"/>
                  <a:pt x="1820048" y="58532"/>
                </a:cubicBezTo>
                <a:cubicBezTo>
                  <a:pt x="1826666" y="58532"/>
                  <a:pt x="1831597" y="60319"/>
                  <a:pt x="1834841" y="63894"/>
                </a:cubicBezTo>
                <a:cubicBezTo>
                  <a:pt x="1838086" y="67469"/>
                  <a:pt x="1840344" y="72703"/>
                  <a:pt x="1841616" y="79596"/>
                </a:cubicBezTo>
                <a:moveTo>
                  <a:pt x="1797525" y="96745"/>
                </a:moveTo>
                <a:lnTo>
                  <a:pt x="1868724" y="96745"/>
                </a:lnTo>
                <a:cubicBezTo>
                  <a:pt x="1869233" y="89095"/>
                  <a:pt x="1868596" y="81763"/>
                  <a:pt x="1866813" y="74749"/>
                </a:cubicBezTo>
                <a:cubicBezTo>
                  <a:pt x="1865033" y="67736"/>
                  <a:pt x="1862137" y="61488"/>
                  <a:pt x="1858128" y="56007"/>
                </a:cubicBezTo>
                <a:cubicBezTo>
                  <a:pt x="1854120" y="50523"/>
                  <a:pt x="1848998" y="46156"/>
                  <a:pt x="1842761" y="42906"/>
                </a:cubicBezTo>
                <a:cubicBezTo>
                  <a:pt x="1836526" y="39653"/>
                  <a:pt x="1829209" y="38027"/>
                  <a:pt x="1820811" y="38027"/>
                </a:cubicBezTo>
                <a:cubicBezTo>
                  <a:pt x="1813303" y="38027"/>
                  <a:pt x="1806463" y="39366"/>
                  <a:pt x="1800292" y="42044"/>
                </a:cubicBezTo>
                <a:cubicBezTo>
                  <a:pt x="1794121" y="44719"/>
                  <a:pt x="1788809" y="48383"/>
                  <a:pt x="1784354" y="53036"/>
                </a:cubicBezTo>
                <a:cubicBezTo>
                  <a:pt x="1779900" y="57688"/>
                  <a:pt x="1776464" y="63202"/>
                  <a:pt x="1774046" y="69577"/>
                </a:cubicBezTo>
                <a:cubicBezTo>
                  <a:pt x="1771629" y="75949"/>
                  <a:pt x="1770420" y="82833"/>
                  <a:pt x="1770420" y="90227"/>
                </a:cubicBezTo>
                <a:cubicBezTo>
                  <a:pt x="1770420" y="97874"/>
                  <a:pt x="1771597" y="104884"/>
                  <a:pt x="1773950" y="111259"/>
                </a:cubicBezTo>
                <a:cubicBezTo>
                  <a:pt x="1776306" y="117632"/>
                  <a:pt x="1779646" y="123113"/>
                  <a:pt x="1783973" y="127704"/>
                </a:cubicBezTo>
                <a:cubicBezTo>
                  <a:pt x="1788299" y="132292"/>
                  <a:pt x="1793579" y="135829"/>
                  <a:pt x="1799814" y="138314"/>
                </a:cubicBezTo>
                <a:cubicBezTo>
                  <a:pt x="1806049" y="140800"/>
                  <a:pt x="1813048" y="142042"/>
                  <a:pt x="1820811" y="142042"/>
                </a:cubicBezTo>
                <a:cubicBezTo>
                  <a:pt x="1832009" y="142042"/>
                  <a:pt x="1841553" y="139500"/>
                  <a:pt x="1849442" y="134414"/>
                </a:cubicBezTo>
                <a:cubicBezTo>
                  <a:pt x="1857334" y="129329"/>
                  <a:pt x="1863188" y="120873"/>
                  <a:pt x="1867005" y="109048"/>
                </a:cubicBezTo>
                <a:lnTo>
                  <a:pt x="1843145" y="109048"/>
                </a:lnTo>
                <a:cubicBezTo>
                  <a:pt x="1842254" y="112075"/>
                  <a:pt x="1839836" y="114945"/>
                  <a:pt x="1835890" y="117658"/>
                </a:cubicBezTo>
                <a:cubicBezTo>
                  <a:pt x="1831946" y="120369"/>
                  <a:pt x="1827239" y="121724"/>
                  <a:pt x="1821767" y="121724"/>
                </a:cubicBezTo>
                <a:cubicBezTo>
                  <a:pt x="1814132" y="121724"/>
                  <a:pt x="1808277" y="119754"/>
                  <a:pt x="1804204" y="115814"/>
                </a:cubicBezTo>
                <a:cubicBezTo>
                  <a:pt x="1800132" y="111872"/>
                  <a:pt x="1797906" y="105516"/>
                  <a:pt x="1797525" y="96745"/>
                </a:cubicBezTo>
                <a:close/>
                <a:moveTo>
                  <a:pt x="1905753" y="107371"/>
                </a:moveTo>
                <a:lnTo>
                  <a:pt x="1879985" y="107371"/>
                </a:lnTo>
                <a:cubicBezTo>
                  <a:pt x="1880239" y="113976"/>
                  <a:pt x="1881735" y="119471"/>
                  <a:pt x="1884471" y="123853"/>
                </a:cubicBezTo>
                <a:cubicBezTo>
                  <a:pt x="1887206" y="128234"/>
                  <a:pt x="1890705" y="131758"/>
                  <a:pt x="1894968" y="134426"/>
                </a:cubicBezTo>
                <a:cubicBezTo>
                  <a:pt x="1899232" y="137094"/>
                  <a:pt x="1904100" y="138999"/>
                  <a:pt x="1909571" y="140140"/>
                </a:cubicBezTo>
                <a:cubicBezTo>
                  <a:pt x="1915043" y="141284"/>
                  <a:pt x="1920642" y="141856"/>
                  <a:pt x="1926368" y="141856"/>
                </a:cubicBezTo>
                <a:cubicBezTo>
                  <a:pt x="1931967" y="141856"/>
                  <a:pt x="1937469" y="141314"/>
                  <a:pt x="1942877" y="140231"/>
                </a:cubicBezTo>
                <a:cubicBezTo>
                  <a:pt x="1948287" y="139149"/>
                  <a:pt x="1953091" y="137271"/>
                  <a:pt x="1957289" y="134598"/>
                </a:cubicBezTo>
                <a:cubicBezTo>
                  <a:pt x="1961489" y="131924"/>
                  <a:pt x="1964893" y="128391"/>
                  <a:pt x="1967500" y="123999"/>
                </a:cubicBezTo>
                <a:cubicBezTo>
                  <a:pt x="1970110" y="119606"/>
                  <a:pt x="1971415" y="114164"/>
                  <a:pt x="1971415" y="107671"/>
                </a:cubicBezTo>
                <a:cubicBezTo>
                  <a:pt x="1971415" y="103088"/>
                  <a:pt x="1970524" y="99238"/>
                  <a:pt x="1968741" y="96119"/>
                </a:cubicBezTo>
                <a:cubicBezTo>
                  <a:pt x="1966961" y="92999"/>
                  <a:pt x="1964606" y="90388"/>
                  <a:pt x="1961678" y="88287"/>
                </a:cubicBezTo>
                <a:cubicBezTo>
                  <a:pt x="1958752" y="86186"/>
                  <a:pt x="1955412" y="84500"/>
                  <a:pt x="1951659" y="83228"/>
                </a:cubicBezTo>
                <a:cubicBezTo>
                  <a:pt x="1947905" y="81954"/>
                  <a:pt x="1944056" y="80872"/>
                  <a:pt x="1940110" y="79980"/>
                </a:cubicBezTo>
                <a:cubicBezTo>
                  <a:pt x="1936293" y="79089"/>
                  <a:pt x="1932538" y="78262"/>
                  <a:pt x="1928847" y="77499"/>
                </a:cubicBezTo>
                <a:cubicBezTo>
                  <a:pt x="1925158" y="76734"/>
                  <a:pt x="1921881" y="75875"/>
                  <a:pt x="1919017" y="74921"/>
                </a:cubicBezTo>
                <a:cubicBezTo>
                  <a:pt x="1916155" y="73966"/>
                  <a:pt x="1913833" y="72724"/>
                  <a:pt x="1912050" y="71196"/>
                </a:cubicBezTo>
                <a:cubicBezTo>
                  <a:pt x="1910269" y="69668"/>
                  <a:pt x="1909379" y="67694"/>
                  <a:pt x="1909379" y="65275"/>
                </a:cubicBezTo>
                <a:cubicBezTo>
                  <a:pt x="1909379" y="63238"/>
                  <a:pt x="1909888" y="61614"/>
                  <a:pt x="1910905" y="60405"/>
                </a:cubicBezTo>
                <a:cubicBezTo>
                  <a:pt x="1911925" y="59195"/>
                  <a:pt x="1913166" y="58273"/>
                  <a:pt x="1914628" y="57638"/>
                </a:cubicBezTo>
                <a:cubicBezTo>
                  <a:pt x="1916092" y="57001"/>
                  <a:pt x="1917714" y="56587"/>
                  <a:pt x="1919495" y="56397"/>
                </a:cubicBezTo>
                <a:cubicBezTo>
                  <a:pt x="1921277" y="56205"/>
                  <a:pt x="1922932" y="56109"/>
                  <a:pt x="1924458" y="56109"/>
                </a:cubicBezTo>
                <a:cubicBezTo>
                  <a:pt x="1929293" y="56109"/>
                  <a:pt x="1933492" y="57036"/>
                  <a:pt x="1937055" y="58890"/>
                </a:cubicBezTo>
                <a:cubicBezTo>
                  <a:pt x="1940618" y="60743"/>
                  <a:pt x="1942591" y="64289"/>
                  <a:pt x="1942973" y="69530"/>
                </a:cubicBezTo>
                <a:lnTo>
                  <a:pt x="1968744" y="69530"/>
                </a:lnTo>
                <a:cubicBezTo>
                  <a:pt x="1968235" y="63421"/>
                  <a:pt x="1966676" y="58362"/>
                  <a:pt x="1964066" y="54352"/>
                </a:cubicBezTo>
                <a:cubicBezTo>
                  <a:pt x="1961459" y="50343"/>
                  <a:pt x="1958182" y="47129"/>
                  <a:pt x="1954236" y="44712"/>
                </a:cubicBezTo>
                <a:cubicBezTo>
                  <a:pt x="1950293" y="42292"/>
                  <a:pt x="1945807" y="40574"/>
                  <a:pt x="1940780" y="39556"/>
                </a:cubicBezTo>
                <a:cubicBezTo>
                  <a:pt x="1935753" y="38537"/>
                  <a:pt x="1930567" y="38027"/>
                  <a:pt x="1925224" y="38027"/>
                </a:cubicBezTo>
                <a:cubicBezTo>
                  <a:pt x="1919878" y="38027"/>
                  <a:pt x="1914660" y="38505"/>
                  <a:pt x="1909569" y="39460"/>
                </a:cubicBezTo>
                <a:cubicBezTo>
                  <a:pt x="1904479" y="40413"/>
                  <a:pt x="1899899" y="42068"/>
                  <a:pt x="1895827" y="44423"/>
                </a:cubicBezTo>
                <a:cubicBezTo>
                  <a:pt x="1891755" y="46779"/>
                  <a:pt x="1888478" y="49993"/>
                  <a:pt x="1885997" y="54067"/>
                </a:cubicBezTo>
                <a:cubicBezTo>
                  <a:pt x="1883515" y="58141"/>
                  <a:pt x="1882274" y="63361"/>
                  <a:pt x="1882274" y="69728"/>
                </a:cubicBezTo>
                <a:cubicBezTo>
                  <a:pt x="1882274" y="74056"/>
                  <a:pt x="1883165" y="77716"/>
                  <a:pt x="1884945" y="80709"/>
                </a:cubicBezTo>
                <a:cubicBezTo>
                  <a:pt x="1886728" y="83699"/>
                  <a:pt x="1889082" y="86181"/>
                  <a:pt x="1892008" y="88156"/>
                </a:cubicBezTo>
                <a:cubicBezTo>
                  <a:pt x="1894937" y="90129"/>
                  <a:pt x="1898277" y="91720"/>
                  <a:pt x="1902031" y="92930"/>
                </a:cubicBezTo>
                <a:cubicBezTo>
                  <a:pt x="1905784" y="94140"/>
                  <a:pt x="1909634" y="95190"/>
                  <a:pt x="1913579" y="96081"/>
                </a:cubicBezTo>
                <a:cubicBezTo>
                  <a:pt x="1923249" y="98118"/>
                  <a:pt x="1930788" y="100155"/>
                  <a:pt x="1936196" y="102192"/>
                </a:cubicBezTo>
                <a:cubicBezTo>
                  <a:pt x="1941605" y="104229"/>
                  <a:pt x="1944310" y="107284"/>
                  <a:pt x="1944310" y="111358"/>
                </a:cubicBezTo>
                <a:cubicBezTo>
                  <a:pt x="1944310" y="113775"/>
                  <a:pt x="1943737" y="115780"/>
                  <a:pt x="1942592" y="117372"/>
                </a:cubicBezTo>
                <a:cubicBezTo>
                  <a:pt x="1941446" y="118965"/>
                  <a:pt x="1940014" y="120238"/>
                  <a:pt x="1938296" y="121194"/>
                </a:cubicBezTo>
                <a:cubicBezTo>
                  <a:pt x="1936579" y="122147"/>
                  <a:pt x="1934670" y="122847"/>
                  <a:pt x="1932569" y="123294"/>
                </a:cubicBezTo>
                <a:cubicBezTo>
                  <a:pt x="1930470" y="123738"/>
                  <a:pt x="1928467" y="123961"/>
                  <a:pt x="1926558" y="123961"/>
                </a:cubicBezTo>
                <a:cubicBezTo>
                  <a:pt x="1923886" y="123961"/>
                  <a:pt x="1921309" y="123643"/>
                  <a:pt x="1918828" y="123008"/>
                </a:cubicBezTo>
                <a:cubicBezTo>
                  <a:pt x="1916346" y="122371"/>
                  <a:pt x="1914151" y="121386"/>
                  <a:pt x="1912242" y="120052"/>
                </a:cubicBezTo>
                <a:cubicBezTo>
                  <a:pt x="1910334" y="118716"/>
                  <a:pt x="1908774" y="117000"/>
                  <a:pt x="1907565" y="114903"/>
                </a:cubicBezTo>
                <a:cubicBezTo>
                  <a:pt x="1906357" y="112806"/>
                  <a:pt x="1905753" y="110295"/>
                  <a:pt x="1905753" y="107371"/>
                </a:cubicBezTo>
                <a:close/>
                <a:moveTo>
                  <a:pt x="2021618" y="40823"/>
                </a:moveTo>
                <a:lnTo>
                  <a:pt x="2021618" y="11184"/>
                </a:lnTo>
                <a:lnTo>
                  <a:pt x="1994513" y="11184"/>
                </a:lnTo>
                <a:lnTo>
                  <a:pt x="1994513" y="40823"/>
                </a:lnTo>
                <a:lnTo>
                  <a:pt x="1978098" y="40823"/>
                </a:lnTo>
                <a:lnTo>
                  <a:pt x="1978098" y="58905"/>
                </a:lnTo>
                <a:lnTo>
                  <a:pt x="1994513" y="58905"/>
                </a:lnTo>
                <a:lnTo>
                  <a:pt x="1994513" y="117090"/>
                </a:lnTo>
                <a:cubicBezTo>
                  <a:pt x="1994513" y="122051"/>
                  <a:pt x="1995340" y="126058"/>
                  <a:pt x="1996995" y="129110"/>
                </a:cubicBezTo>
                <a:cubicBezTo>
                  <a:pt x="1998649" y="132163"/>
                  <a:pt x="2000907" y="134516"/>
                  <a:pt x="2003769" y="136170"/>
                </a:cubicBezTo>
                <a:cubicBezTo>
                  <a:pt x="2006634" y="137823"/>
                  <a:pt x="2009942" y="138935"/>
                  <a:pt x="2013696" y="139505"/>
                </a:cubicBezTo>
                <a:cubicBezTo>
                  <a:pt x="2017451" y="140078"/>
                  <a:pt x="2021429" y="140365"/>
                  <a:pt x="2025629" y="140365"/>
                </a:cubicBezTo>
                <a:cubicBezTo>
                  <a:pt x="2028300" y="140365"/>
                  <a:pt x="2031036" y="140303"/>
                  <a:pt x="2033836" y="140178"/>
                </a:cubicBezTo>
                <a:cubicBezTo>
                  <a:pt x="2036636" y="140054"/>
                  <a:pt x="2039181" y="139805"/>
                  <a:pt x="2041470" y="139433"/>
                </a:cubicBezTo>
                <a:lnTo>
                  <a:pt x="2041470" y="118351"/>
                </a:lnTo>
                <a:cubicBezTo>
                  <a:pt x="2040198" y="118605"/>
                  <a:pt x="2038863" y="118797"/>
                  <a:pt x="2037463" y="118925"/>
                </a:cubicBezTo>
                <a:cubicBezTo>
                  <a:pt x="2036063" y="119051"/>
                  <a:pt x="2034599" y="119114"/>
                  <a:pt x="2033073" y="119114"/>
                </a:cubicBezTo>
                <a:cubicBezTo>
                  <a:pt x="2028491" y="119114"/>
                  <a:pt x="2025435" y="118352"/>
                  <a:pt x="2023907" y="116828"/>
                </a:cubicBezTo>
                <a:cubicBezTo>
                  <a:pt x="2022381" y="115304"/>
                  <a:pt x="2021618" y="112255"/>
                  <a:pt x="2021618" y="107682"/>
                </a:cubicBezTo>
                <a:lnTo>
                  <a:pt x="2021618" y="58905"/>
                </a:lnTo>
                <a:lnTo>
                  <a:pt x="2041470" y="58905"/>
                </a:lnTo>
                <a:lnTo>
                  <a:pt x="2041470" y="40823"/>
                </a:lnTo>
                <a:lnTo>
                  <a:pt x="2021618" y="40823"/>
                </a:lnTo>
                <a:close/>
                <a:moveTo>
                  <a:pt x="2082318" y="25538"/>
                </a:moveTo>
                <a:lnTo>
                  <a:pt x="2082318" y="3169"/>
                </a:lnTo>
                <a:lnTo>
                  <a:pt x="2055213" y="3169"/>
                </a:lnTo>
                <a:lnTo>
                  <a:pt x="2055213" y="25538"/>
                </a:lnTo>
                <a:lnTo>
                  <a:pt x="2082318" y="25538"/>
                </a:lnTo>
                <a:moveTo>
                  <a:pt x="2055213" y="40747"/>
                </a:moveTo>
                <a:lnTo>
                  <a:pt x="2055213" y="139433"/>
                </a:lnTo>
                <a:lnTo>
                  <a:pt x="2082318" y="139433"/>
                </a:lnTo>
                <a:lnTo>
                  <a:pt x="2082318" y="40747"/>
                </a:lnTo>
                <a:lnTo>
                  <a:pt x="2055213" y="40747"/>
                </a:lnTo>
                <a:close/>
                <a:moveTo>
                  <a:pt x="2103697" y="40745"/>
                </a:moveTo>
                <a:lnTo>
                  <a:pt x="2103697" y="139433"/>
                </a:lnTo>
                <a:lnTo>
                  <a:pt x="2130802" y="139433"/>
                </a:lnTo>
                <a:lnTo>
                  <a:pt x="2130802" y="87710"/>
                </a:lnTo>
                <a:cubicBezTo>
                  <a:pt x="2130802" y="77658"/>
                  <a:pt x="2132456" y="70438"/>
                  <a:pt x="2135765" y="66049"/>
                </a:cubicBezTo>
                <a:cubicBezTo>
                  <a:pt x="2139074" y="61659"/>
                  <a:pt x="2144419" y="59464"/>
                  <a:pt x="2151799" y="59464"/>
                </a:cubicBezTo>
                <a:cubicBezTo>
                  <a:pt x="2158290" y="59464"/>
                  <a:pt x="2162808" y="61468"/>
                  <a:pt x="2165352" y="65476"/>
                </a:cubicBezTo>
                <a:cubicBezTo>
                  <a:pt x="2167897" y="69483"/>
                  <a:pt x="2169170" y="75559"/>
                  <a:pt x="2169170" y="83703"/>
                </a:cubicBezTo>
                <a:lnTo>
                  <a:pt x="2169170" y="139433"/>
                </a:lnTo>
                <a:lnTo>
                  <a:pt x="2196275" y="139433"/>
                </a:lnTo>
                <a:lnTo>
                  <a:pt x="2196275" y="78705"/>
                </a:lnTo>
                <a:cubicBezTo>
                  <a:pt x="2196275" y="72594"/>
                  <a:pt x="2195734" y="67024"/>
                  <a:pt x="2194652" y="61995"/>
                </a:cubicBezTo>
                <a:cubicBezTo>
                  <a:pt x="2193571" y="56966"/>
                  <a:pt x="2191693" y="52701"/>
                  <a:pt x="2189019" y="49200"/>
                </a:cubicBezTo>
                <a:cubicBezTo>
                  <a:pt x="2186348" y="45699"/>
                  <a:pt x="2182689" y="42962"/>
                  <a:pt x="2178045" y="40989"/>
                </a:cubicBezTo>
                <a:cubicBezTo>
                  <a:pt x="2173400" y="39014"/>
                  <a:pt x="2167451" y="38027"/>
                  <a:pt x="2160196" y="38027"/>
                </a:cubicBezTo>
                <a:cubicBezTo>
                  <a:pt x="2154470" y="38027"/>
                  <a:pt x="2148871" y="39335"/>
                  <a:pt x="2143399" y="41950"/>
                </a:cubicBezTo>
                <a:cubicBezTo>
                  <a:pt x="2137927" y="44566"/>
                  <a:pt x="2133474" y="48745"/>
                  <a:pt x="2130039" y="54486"/>
                </a:cubicBezTo>
                <a:lnTo>
                  <a:pt x="2129465" y="54486"/>
                </a:lnTo>
                <a:lnTo>
                  <a:pt x="2129465" y="40745"/>
                </a:lnTo>
                <a:lnTo>
                  <a:pt x="2103697" y="40745"/>
                </a:lnTo>
                <a:close/>
                <a:moveTo>
                  <a:pt x="2215747" y="71097"/>
                </a:moveTo>
                <a:cubicBezTo>
                  <a:pt x="2216127" y="64734"/>
                  <a:pt x="2217718" y="59453"/>
                  <a:pt x="2220518" y="55255"/>
                </a:cubicBezTo>
                <a:cubicBezTo>
                  <a:pt x="2223318" y="51055"/>
                  <a:pt x="2226881" y="47682"/>
                  <a:pt x="2231207" y="45137"/>
                </a:cubicBezTo>
                <a:cubicBezTo>
                  <a:pt x="2235533" y="42591"/>
                  <a:pt x="2240400" y="40778"/>
                  <a:pt x="2245808" y="39696"/>
                </a:cubicBezTo>
                <a:cubicBezTo>
                  <a:pt x="2251218" y="38614"/>
                  <a:pt x="2256658" y="38074"/>
                  <a:pt x="2262130" y="38074"/>
                </a:cubicBezTo>
                <a:cubicBezTo>
                  <a:pt x="2267093" y="38074"/>
                  <a:pt x="2272119" y="38424"/>
                  <a:pt x="2277209" y="39125"/>
                </a:cubicBezTo>
                <a:cubicBezTo>
                  <a:pt x="2282300" y="39824"/>
                  <a:pt x="2286945" y="41192"/>
                  <a:pt x="2291143" y="43229"/>
                </a:cubicBezTo>
                <a:cubicBezTo>
                  <a:pt x="2295343" y="45264"/>
                  <a:pt x="2298779" y="48095"/>
                  <a:pt x="2301450" y="51722"/>
                </a:cubicBezTo>
                <a:cubicBezTo>
                  <a:pt x="2304124" y="55349"/>
                  <a:pt x="2305461" y="60153"/>
                  <a:pt x="2305461" y="66134"/>
                </a:cubicBezTo>
                <a:lnTo>
                  <a:pt x="2305461" y="117480"/>
                </a:lnTo>
                <a:cubicBezTo>
                  <a:pt x="2305461" y="121935"/>
                  <a:pt x="2305715" y="126198"/>
                  <a:pt x="2306224" y="130270"/>
                </a:cubicBezTo>
                <a:cubicBezTo>
                  <a:pt x="2306733" y="134341"/>
                  <a:pt x="2307623" y="137396"/>
                  <a:pt x="2308895" y="139433"/>
                </a:cubicBezTo>
                <a:lnTo>
                  <a:pt x="2281409" y="139433"/>
                </a:lnTo>
                <a:cubicBezTo>
                  <a:pt x="2280900" y="137906"/>
                  <a:pt x="2280486" y="136348"/>
                  <a:pt x="2280168" y="134758"/>
                </a:cubicBezTo>
                <a:cubicBezTo>
                  <a:pt x="2279850" y="133166"/>
                  <a:pt x="2279627" y="131542"/>
                  <a:pt x="2279501" y="129888"/>
                </a:cubicBezTo>
                <a:cubicBezTo>
                  <a:pt x="2275175" y="134342"/>
                  <a:pt x="2270085" y="137461"/>
                  <a:pt x="2264230" y="139243"/>
                </a:cubicBezTo>
                <a:cubicBezTo>
                  <a:pt x="2258376" y="141024"/>
                  <a:pt x="2252394" y="141914"/>
                  <a:pt x="2246286" y="141914"/>
                </a:cubicBezTo>
                <a:cubicBezTo>
                  <a:pt x="2241579" y="141914"/>
                  <a:pt x="2237189" y="141341"/>
                  <a:pt x="2233115" y="140196"/>
                </a:cubicBezTo>
                <a:cubicBezTo>
                  <a:pt x="2229043" y="139050"/>
                  <a:pt x="2225480" y="137269"/>
                  <a:pt x="2222425" y="134851"/>
                </a:cubicBezTo>
                <a:cubicBezTo>
                  <a:pt x="2219373" y="132434"/>
                  <a:pt x="2216988" y="129380"/>
                  <a:pt x="2215269" y="125691"/>
                </a:cubicBezTo>
                <a:cubicBezTo>
                  <a:pt x="2213551" y="122000"/>
                  <a:pt x="2212691" y="117608"/>
                  <a:pt x="2212691" y="112517"/>
                </a:cubicBezTo>
                <a:cubicBezTo>
                  <a:pt x="2212691" y="106919"/>
                  <a:pt x="2213678" y="102307"/>
                  <a:pt x="2215651" y="98679"/>
                </a:cubicBezTo>
                <a:cubicBezTo>
                  <a:pt x="2217624" y="95052"/>
                  <a:pt x="2220168" y="92157"/>
                  <a:pt x="2223285" y="89994"/>
                </a:cubicBezTo>
                <a:cubicBezTo>
                  <a:pt x="2226403" y="87831"/>
                  <a:pt x="2229966" y="86208"/>
                  <a:pt x="2233974" y="85127"/>
                </a:cubicBezTo>
                <a:cubicBezTo>
                  <a:pt x="2237984" y="84045"/>
                  <a:pt x="2242024" y="83187"/>
                  <a:pt x="2246096" y="82552"/>
                </a:cubicBezTo>
                <a:cubicBezTo>
                  <a:pt x="2250168" y="81915"/>
                  <a:pt x="2254176" y="81406"/>
                  <a:pt x="2258120" y="81023"/>
                </a:cubicBezTo>
                <a:cubicBezTo>
                  <a:pt x="2262065" y="80641"/>
                  <a:pt x="2265565" y="80068"/>
                  <a:pt x="2268619" y="79305"/>
                </a:cubicBezTo>
                <a:cubicBezTo>
                  <a:pt x="2271674" y="78542"/>
                  <a:pt x="2274091" y="77429"/>
                  <a:pt x="2275872" y="75967"/>
                </a:cubicBezTo>
                <a:cubicBezTo>
                  <a:pt x="2277654" y="74503"/>
                  <a:pt x="2278483" y="72371"/>
                  <a:pt x="2278356" y="69571"/>
                </a:cubicBezTo>
                <a:cubicBezTo>
                  <a:pt x="2278356" y="66643"/>
                  <a:pt x="2277879" y="64320"/>
                  <a:pt x="2276923" y="62604"/>
                </a:cubicBezTo>
                <a:cubicBezTo>
                  <a:pt x="2275968" y="60885"/>
                  <a:pt x="2274695" y="59549"/>
                  <a:pt x="2273105" y="58596"/>
                </a:cubicBezTo>
                <a:cubicBezTo>
                  <a:pt x="2271515" y="57641"/>
                  <a:pt x="2269669" y="57004"/>
                  <a:pt x="2267568" y="56685"/>
                </a:cubicBezTo>
                <a:cubicBezTo>
                  <a:pt x="2265469" y="56367"/>
                  <a:pt x="2263211" y="56208"/>
                  <a:pt x="2260793" y="56208"/>
                </a:cubicBezTo>
                <a:cubicBezTo>
                  <a:pt x="2255450" y="56208"/>
                  <a:pt x="2251251" y="57353"/>
                  <a:pt x="2248196" y="59644"/>
                </a:cubicBezTo>
                <a:cubicBezTo>
                  <a:pt x="2245142" y="61936"/>
                  <a:pt x="2243360" y="65753"/>
                  <a:pt x="2242852" y="71097"/>
                </a:cubicBezTo>
                <a:lnTo>
                  <a:pt x="2215747" y="71097"/>
                </a:lnTo>
                <a:moveTo>
                  <a:pt x="2278356" y="91139"/>
                </a:moveTo>
                <a:cubicBezTo>
                  <a:pt x="2277211" y="92158"/>
                  <a:pt x="2275779" y="92954"/>
                  <a:pt x="2274060" y="93527"/>
                </a:cubicBezTo>
                <a:cubicBezTo>
                  <a:pt x="2272342" y="94100"/>
                  <a:pt x="2270496" y="94577"/>
                  <a:pt x="2268523" y="94960"/>
                </a:cubicBezTo>
                <a:cubicBezTo>
                  <a:pt x="2266553" y="95341"/>
                  <a:pt x="2264485" y="95658"/>
                  <a:pt x="2262320" y="95912"/>
                </a:cubicBezTo>
                <a:cubicBezTo>
                  <a:pt x="2260156" y="96167"/>
                  <a:pt x="2257993" y="96484"/>
                  <a:pt x="2255830" y="96865"/>
                </a:cubicBezTo>
                <a:cubicBezTo>
                  <a:pt x="2253795" y="97247"/>
                  <a:pt x="2251791" y="97757"/>
                  <a:pt x="2249819" y="98394"/>
                </a:cubicBezTo>
                <a:cubicBezTo>
                  <a:pt x="2247846" y="99029"/>
                  <a:pt x="2246127" y="99888"/>
                  <a:pt x="2244663" y="100972"/>
                </a:cubicBezTo>
                <a:cubicBezTo>
                  <a:pt x="2243201" y="102053"/>
                  <a:pt x="2242024" y="103421"/>
                  <a:pt x="2241133" y="105075"/>
                </a:cubicBezTo>
                <a:cubicBezTo>
                  <a:pt x="2240242" y="106728"/>
                  <a:pt x="2239796" y="108827"/>
                  <a:pt x="2239796" y="111372"/>
                </a:cubicBezTo>
                <a:cubicBezTo>
                  <a:pt x="2239796" y="113790"/>
                  <a:pt x="2240242" y="115826"/>
                  <a:pt x="2241133" y="117480"/>
                </a:cubicBezTo>
                <a:cubicBezTo>
                  <a:pt x="2242024" y="119135"/>
                  <a:pt x="2243233" y="120439"/>
                  <a:pt x="2244759" y="121395"/>
                </a:cubicBezTo>
                <a:cubicBezTo>
                  <a:pt x="2246288" y="122348"/>
                  <a:pt x="2248069" y="123016"/>
                  <a:pt x="2250104" y="123399"/>
                </a:cubicBezTo>
                <a:cubicBezTo>
                  <a:pt x="2252141" y="123781"/>
                  <a:pt x="2254241" y="123972"/>
                  <a:pt x="2256404" y="123972"/>
                </a:cubicBezTo>
                <a:cubicBezTo>
                  <a:pt x="2261748" y="123972"/>
                  <a:pt x="2265883" y="123082"/>
                  <a:pt x="2268809" y="121302"/>
                </a:cubicBezTo>
                <a:cubicBezTo>
                  <a:pt x="2271737" y="119519"/>
                  <a:pt x="2273901" y="117387"/>
                  <a:pt x="2275301" y="114905"/>
                </a:cubicBezTo>
                <a:cubicBezTo>
                  <a:pt x="2276701" y="112424"/>
                  <a:pt x="2277560" y="109910"/>
                  <a:pt x="2277879" y="107365"/>
                </a:cubicBezTo>
                <a:cubicBezTo>
                  <a:pt x="2278197" y="104819"/>
                  <a:pt x="2278356" y="102783"/>
                  <a:pt x="2278356" y="101257"/>
                </a:cubicBezTo>
                <a:lnTo>
                  <a:pt x="2278356" y="91139"/>
                </a:lnTo>
                <a:close/>
                <a:moveTo>
                  <a:pt x="2360815" y="40823"/>
                </a:moveTo>
                <a:lnTo>
                  <a:pt x="2360815" y="11184"/>
                </a:lnTo>
                <a:lnTo>
                  <a:pt x="2333710" y="11184"/>
                </a:lnTo>
                <a:lnTo>
                  <a:pt x="2333710" y="40823"/>
                </a:lnTo>
                <a:lnTo>
                  <a:pt x="2317295" y="40823"/>
                </a:lnTo>
                <a:lnTo>
                  <a:pt x="2317295" y="58905"/>
                </a:lnTo>
                <a:lnTo>
                  <a:pt x="2333710" y="58905"/>
                </a:lnTo>
                <a:lnTo>
                  <a:pt x="2333710" y="117090"/>
                </a:lnTo>
                <a:cubicBezTo>
                  <a:pt x="2333710" y="122051"/>
                  <a:pt x="2334538" y="126058"/>
                  <a:pt x="2336192" y="129110"/>
                </a:cubicBezTo>
                <a:cubicBezTo>
                  <a:pt x="2337846" y="132163"/>
                  <a:pt x="2340105" y="134516"/>
                  <a:pt x="2342967" y="136170"/>
                </a:cubicBezTo>
                <a:cubicBezTo>
                  <a:pt x="2345831" y="137823"/>
                  <a:pt x="2349140" y="138935"/>
                  <a:pt x="2352893" y="139505"/>
                </a:cubicBezTo>
                <a:cubicBezTo>
                  <a:pt x="2356648" y="140078"/>
                  <a:pt x="2360626" y="140365"/>
                  <a:pt x="2364826" y="140365"/>
                </a:cubicBezTo>
                <a:cubicBezTo>
                  <a:pt x="2367498" y="140365"/>
                  <a:pt x="2370234" y="140303"/>
                  <a:pt x="2373034" y="140178"/>
                </a:cubicBezTo>
                <a:cubicBezTo>
                  <a:pt x="2375834" y="140054"/>
                  <a:pt x="2378378" y="139805"/>
                  <a:pt x="2380668" y="139433"/>
                </a:cubicBezTo>
                <a:lnTo>
                  <a:pt x="2380668" y="118351"/>
                </a:lnTo>
                <a:cubicBezTo>
                  <a:pt x="2379396" y="118605"/>
                  <a:pt x="2378060" y="118797"/>
                  <a:pt x="2376660" y="118925"/>
                </a:cubicBezTo>
                <a:cubicBezTo>
                  <a:pt x="2375260" y="119051"/>
                  <a:pt x="2373797" y="119114"/>
                  <a:pt x="2372271" y="119114"/>
                </a:cubicBezTo>
                <a:cubicBezTo>
                  <a:pt x="2367688" y="119114"/>
                  <a:pt x="2364633" y="118352"/>
                  <a:pt x="2363105" y="116828"/>
                </a:cubicBezTo>
                <a:cubicBezTo>
                  <a:pt x="2361578" y="115304"/>
                  <a:pt x="2360815" y="112255"/>
                  <a:pt x="2360815" y="107682"/>
                </a:cubicBezTo>
                <a:lnTo>
                  <a:pt x="2360815" y="58905"/>
                </a:lnTo>
                <a:lnTo>
                  <a:pt x="2380668" y="58905"/>
                </a:lnTo>
                <a:lnTo>
                  <a:pt x="2380668" y="40823"/>
                </a:lnTo>
                <a:lnTo>
                  <a:pt x="2360815" y="40823"/>
                </a:lnTo>
                <a:close/>
                <a:moveTo>
                  <a:pt x="2421517" y="25538"/>
                </a:moveTo>
                <a:lnTo>
                  <a:pt x="2421517" y="3169"/>
                </a:lnTo>
                <a:lnTo>
                  <a:pt x="2394412" y="3169"/>
                </a:lnTo>
                <a:lnTo>
                  <a:pt x="2394412" y="25538"/>
                </a:lnTo>
                <a:lnTo>
                  <a:pt x="2421517" y="25538"/>
                </a:lnTo>
                <a:moveTo>
                  <a:pt x="2394412" y="40747"/>
                </a:moveTo>
                <a:lnTo>
                  <a:pt x="2394412" y="139433"/>
                </a:lnTo>
                <a:lnTo>
                  <a:pt x="2421517" y="139433"/>
                </a:lnTo>
                <a:lnTo>
                  <a:pt x="2421517" y="40747"/>
                </a:lnTo>
                <a:lnTo>
                  <a:pt x="2394412" y="40747"/>
                </a:lnTo>
                <a:close/>
                <a:moveTo>
                  <a:pt x="2466944" y="90224"/>
                </a:moveTo>
                <a:cubicBezTo>
                  <a:pt x="2466944" y="86278"/>
                  <a:pt x="2467326" y="82397"/>
                  <a:pt x="2468089" y="78579"/>
                </a:cubicBezTo>
                <a:cubicBezTo>
                  <a:pt x="2468852" y="74760"/>
                  <a:pt x="2470156" y="71387"/>
                  <a:pt x="2472000" y="68461"/>
                </a:cubicBezTo>
                <a:cubicBezTo>
                  <a:pt x="2473847" y="65533"/>
                  <a:pt x="2476297" y="63146"/>
                  <a:pt x="2479352" y="61302"/>
                </a:cubicBezTo>
                <a:cubicBezTo>
                  <a:pt x="2482406" y="59455"/>
                  <a:pt x="2486224" y="58532"/>
                  <a:pt x="2490804" y="58532"/>
                </a:cubicBezTo>
                <a:cubicBezTo>
                  <a:pt x="2495387" y="58532"/>
                  <a:pt x="2499236" y="59455"/>
                  <a:pt x="2502353" y="61302"/>
                </a:cubicBezTo>
                <a:cubicBezTo>
                  <a:pt x="2505471" y="63146"/>
                  <a:pt x="2507953" y="65533"/>
                  <a:pt x="2509797" y="68461"/>
                </a:cubicBezTo>
                <a:cubicBezTo>
                  <a:pt x="2511644" y="71387"/>
                  <a:pt x="2512949" y="74760"/>
                  <a:pt x="2513712" y="78579"/>
                </a:cubicBezTo>
                <a:cubicBezTo>
                  <a:pt x="2514475" y="82397"/>
                  <a:pt x="2514857" y="86278"/>
                  <a:pt x="2514857" y="90224"/>
                </a:cubicBezTo>
                <a:cubicBezTo>
                  <a:pt x="2514857" y="94170"/>
                  <a:pt x="2514475" y="98020"/>
                  <a:pt x="2513712" y="101775"/>
                </a:cubicBezTo>
                <a:cubicBezTo>
                  <a:pt x="2512949" y="105529"/>
                  <a:pt x="2511644" y="108902"/>
                  <a:pt x="2509797" y="111894"/>
                </a:cubicBezTo>
                <a:cubicBezTo>
                  <a:pt x="2507953" y="114884"/>
                  <a:pt x="2505471" y="117271"/>
                  <a:pt x="2502353" y="119053"/>
                </a:cubicBezTo>
                <a:cubicBezTo>
                  <a:pt x="2499236" y="120834"/>
                  <a:pt x="2495387" y="121724"/>
                  <a:pt x="2490804" y="121724"/>
                </a:cubicBezTo>
                <a:cubicBezTo>
                  <a:pt x="2486224" y="121724"/>
                  <a:pt x="2482406" y="120834"/>
                  <a:pt x="2479352" y="119053"/>
                </a:cubicBezTo>
                <a:cubicBezTo>
                  <a:pt x="2476297" y="117271"/>
                  <a:pt x="2473847" y="114884"/>
                  <a:pt x="2472000" y="111894"/>
                </a:cubicBezTo>
                <a:cubicBezTo>
                  <a:pt x="2470156" y="108902"/>
                  <a:pt x="2468852" y="105529"/>
                  <a:pt x="2468089" y="101775"/>
                </a:cubicBezTo>
                <a:cubicBezTo>
                  <a:pt x="2467326" y="98020"/>
                  <a:pt x="2466944" y="94170"/>
                  <a:pt x="2466944" y="90224"/>
                </a:cubicBezTo>
                <a:moveTo>
                  <a:pt x="2439839" y="90227"/>
                </a:moveTo>
                <a:cubicBezTo>
                  <a:pt x="2439839" y="98130"/>
                  <a:pt x="2441048" y="105268"/>
                  <a:pt x="2443465" y="111640"/>
                </a:cubicBezTo>
                <a:cubicBezTo>
                  <a:pt x="2445883" y="118013"/>
                  <a:pt x="2449319" y="123463"/>
                  <a:pt x="2453773" y="127989"/>
                </a:cubicBezTo>
                <a:cubicBezTo>
                  <a:pt x="2458228" y="132513"/>
                  <a:pt x="2463572" y="135987"/>
                  <a:pt x="2469807" y="138410"/>
                </a:cubicBezTo>
                <a:cubicBezTo>
                  <a:pt x="2476044" y="140832"/>
                  <a:pt x="2483043" y="142042"/>
                  <a:pt x="2490804" y="142042"/>
                </a:cubicBezTo>
                <a:cubicBezTo>
                  <a:pt x="2498567" y="142042"/>
                  <a:pt x="2505598" y="140832"/>
                  <a:pt x="2511897" y="138410"/>
                </a:cubicBezTo>
                <a:cubicBezTo>
                  <a:pt x="2518196" y="135987"/>
                  <a:pt x="2523573" y="132513"/>
                  <a:pt x="2528027" y="127989"/>
                </a:cubicBezTo>
                <a:cubicBezTo>
                  <a:pt x="2532482" y="123463"/>
                  <a:pt x="2535918" y="118013"/>
                  <a:pt x="2538335" y="111640"/>
                </a:cubicBezTo>
                <a:cubicBezTo>
                  <a:pt x="2540753" y="105268"/>
                  <a:pt x="2541961" y="98130"/>
                  <a:pt x="2541961" y="90227"/>
                </a:cubicBezTo>
                <a:cubicBezTo>
                  <a:pt x="2541961" y="82324"/>
                  <a:pt x="2540753" y="75154"/>
                  <a:pt x="2538335" y="68717"/>
                </a:cubicBezTo>
                <a:cubicBezTo>
                  <a:pt x="2535918" y="62278"/>
                  <a:pt x="2532482" y="56797"/>
                  <a:pt x="2528027" y="52273"/>
                </a:cubicBezTo>
                <a:cubicBezTo>
                  <a:pt x="2523573" y="47746"/>
                  <a:pt x="2518196" y="44241"/>
                  <a:pt x="2511897" y="41755"/>
                </a:cubicBezTo>
                <a:cubicBezTo>
                  <a:pt x="2505598" y="39270"/>
                  <a:pt x="2498567" y="38027"/>
                  <a:pt x="2490804" y="38027"/>
                </a:cubicBezTo>
                <a:cubicBezTo>
                  <a:pt x="2483043" y="38027"/>
                  <a:pt x="2476044" y="39270"/>
                  <a:pt x="2469807" y="41755"/>
                </a:cubicBezTo>
                <a:cubicBezTo>
                  <a:pt x="2463572" y="44241"/>
                  <a:pt x="2458228" y="47746"/>
                  <a:pt x="2453773" y="52273"/>
                </a:cubicBezTo>
                <a:cubicBezTo>
                  <a:pt x="2449319" y="56797"/>
                  <a:pt x="2445883" y="62278"/>
                  <a:pt x="2443465" y="68717"/>
                </a:cubicBezTo>
                <a:cubicBezTo>
                  <a:pt x="2441048" y="75154"/>
                  <a:pt x="2439839" y="82324"/>
                  <a:pt x="2439839" y="90227"/>
                </a:cubicBezTo>
                <a:close/>
                <a:moveTo>
                  <a:pt x="2559521" y="40745"/>
                </a:moveTo>
                <a:lnTo>
                  <a:pt x="2559521" y="139433"/>
                </a:lnTo>
                <a:lnTo>
                  <a:pt x="2586626" y="139433"/>
                </a:lnTo>
                <a:lnTo>
                  <a:pt x="2586626" y="87710"/>
                </a:lnTo>
                <a:cubicBezTo>
                  <a:pt x="2586626" y="77658"/>
                  <a:pt x="2588280" y="70438"/>
                  <a:pt x="2591589" y="66049"/>
                </a:cubicBezTo>
                <a:cubicBezTo>
                  <a:pt x="2594898" y="61659"/>
                  <a:pt x="2600242" y="59464"/>
                  <a:pt x="2607623" y="59464"/>
                </a:cubicBezTo>
                <a:cubicBezTo>
                  <a:pt x="2614114" y="59464"/>
                  <a:pt x="2618632" y="61468"/>
                  <a:pt x="2621175" y="65476"/>
                </a:cubicBezTo>
                <a:cubicBezTo>
                  <a:pt x="2623721" y="69483"/>
                  <a:pt x="2624994" y="75559"/>
                  <a:pt x="2624994" y="83703"/>
                </a:cubicBezTo>
                <a:lnTo>
                  <a:pt x="2624994" y="139433"/>
                </a:lnTo>
                <a:lnTo>
                  <a:pt x="2652099" y="139433"/>
                </a:lnTo>
                <a:lnTo>
                  <a:pt x="2652099" y="78705"/>
                </a:lnTo>
                <a:cubicBezTo>
                  <a:pt x="2652099" y="72594"/>
                  <a:pt x="2651558" y="67024"/>
                  <a:pt x="2650476" y="61995"/>
                </a:cubicBezTo>
                <a:cubicBezTo>
                  <a:pt x="2649395" y="56966"/>
                  <a:pt x="2647517" y="52701"/>
                  <a:pt x="2644843" y="49200"/>
                </a:cubicBezTo>
                <a:cubicBezTo>
                  <a:pt x="2642171" y="45699"/>
                  <a:pt x="2638513" y="42962"/>
                  <a:pt x="2633869" y="40989"/>
                </a:cubicBezTo>
                <a:cubicBezTo>
                  <a:pt x="2629224" y="39014"/>
                  <a:pt x="2623274" y="38027"/>
                  <a:pt x="2616020" y="38027"/>
                </a:cubicBezTo>
                <a:cubicBezTo>
                  <a:pt x="2610294" y="38027"/>
                  <a:pt x="2604695" y="39335"/>
                  <a:pt x="2599223" y="41950"/>
                </a:cubicBezTo>
                <a:cubicBezTo>
                  <a:pt x="2593751" y="44566"/>
                  <a:pt x="2589298" y="48745"/>
                  <a:pt x="2585863" y="54486"/>
                </a:cubicBezTo>
                <a:lnTo>
                  <a:pt x="2585289" y="54486"/>
                </a:lnTo>
                <a:lnTo>
                  <a:pt x="2585289" y="40745"/>
                </a:lnTo>
                <a:lnTo>
                  <a:pt x="2559521" y="40745"/>
                </a:lnTo>
                <a:close/>
                <a:moveTo>
                  <a:pt x="2749829" y="90224"/>
                </a:moveTo>
                <a:cubicBezTo>
                  <a:pt x="2749829" y="86278"/>
                  <a:pt x="2750210" y="82397"/>
                  <a:pt x="2750973" y="78579"/>
                </a:cubicBezTo>
                <a:cubicBezTo>
                  <a:pt x="2751736" y="74760"/>
                  <a:pt x="2753040" y="71387"/>
                  <a:pt x="2754885" y="68461"/>
                </a:cubicBezTo>
                <a:cubicBezTo>
                  <a:pt x="2756731" y="65533"/>
                  <a:pt x="2759182" y="63146"/>
                  <a:pt x="2762236" y="61302"/>
                </a:cubicBezTo>
                <a:cubicBezTo>
                  <a:pt x="2765291" y="59455"/>
                  <a:pt x="2769108" y="58532"/>
                  <a:pt x="2773689" y="58532"/>
                </a:cubicBezTo>
                <a:cubicBezTo>
                  <a:pt x="2778271" y="58532"/>
                  <a:pt x="2782121" y="59455"/>
                  <a:pt x="2785237" y="61302"/>
                </a:cubicBezTo>
                <a:cubicBezTo>
                  <a:pt x="2788356" y="63146"/>
                  <a:pt x="2790837" y="65533"/>
                  <a:pt x="2792682" y="68461"/>
                </a:cubicBezTo>
                <a:cubicBezTo>
                  <a:pt x="2794528" y="71387"/>
                  <a:pt x="2795833" y="74760"/>
                  <a:pt x="2796596" y="78579"/>
                </a:cubicBezTo>
                <a:cubicBezTo>
                  <a:pt x="2797359" y="82397"/>
                  <a:pt x="2797741" y="86278"/>
                  <a:pt x="2797741" y="90224"/>
                </a:cubicBezTo>
                <a:cubicBezTo>
                  <a:pt x="2797741" y="94170"/>
                  <a:pt x="2797359" y="98020"/>
                  <a:pt x="2796596" y="101775"/>
                </a:cubicBezTo>
                <a:cubicBezTo>
                  <a:pt x="2795833" y="105529"/>
                  <a:pt x="2794528" y="108902"/>
                  <a:pt x="2792682" y="111894"/>
                </a:cubicBezTo>
                <a:cubicBezTo>
                  <a:pt x="2790837" y="114884"/>
                  <a:pt x="2788356" y="117271"/>
                  <a:pt x="2785237" y="119053"/>
                </a:cubicBezTo>
                <a:cubicBezTo>
                  <a:pt x="2782121" y="120834"/>
                  <a:pt x="2778271" y="121724"/>
                  <a:pt x="2773689" y="121724"/>
                </a:cubicBezTo>
                <a:cubicBezTo>
                  <a:pt x="2769108" y="121724"/>
                  <a:pt x="2765291" y="120834"/>
                  <a:pt x="2762236" y="119053"/>
                </a:cubicBezTo>
                <a:cubicBezTo>
                  <a:pt x="2759182" y="117271"/>
                  <a:pt x="2756731" y="114884"/>
                  <a:pt x="2754885" y="111894"/>
                </a:cubicBezTo>
                <a:cubicBezTo>
                  <a:pt x="2753040" y="108902"/>
                  <a:pt x="2751736" y="105529"/>
                  <a:pt x="2750973" y="101775"/>
                </a:cubicBezTo>
                <a:cubicBezTo>
                  <a:pt x="2750210" y="98020"/>
                  <a:pt x="2749829" y="94170"/>
                  <a:pt x="2749829" y="90224"/>
                </a:cubicBezTo>
                <a:moveTo>
                  <a:pt x="2722724" y="90227"/>
                </a:moveTo>
                <a:cubicBezTo>
                  <a:pt x="2722724" y="98130"/>
                  <a:pt x="2723932" y="105268"/>
                  <a:pt x="2726350" y="111640"/>
                </a:cubicBezTo>
                <a:cubicBezTo>
                  <a:pt x="2728767" y="118013"/>
                  <a:pt x="2732203" y="123463"/>
                  <a:pt x="2736658" y="127989"/>
                </a:cubicBezTo>
                <a:cubicBezTo>
                  <a:pt x="2741112" y="132513"/>
                  <a:pt x="2746457" y="135987"/>
                  <a:pt x="2752692" y="138410"/>
                </a:cubicBezTo>
                <a:cubicBezTo>
                  <a:pt x="2758929" y="140832"/>
                  <a:pt x="2765928" y="142042"/>
                  <a:pt x="2773689" y="142042"/>
                </a:cubicBezTo>
                <a:cubicBezTo>
                  <a:pt x="2781452" y="142042"/>
                  <a:pt x="2788483" y="140832"/>
                  <a:pt x="2794782" y="138410"/>
                </a:cubicBezTo>
                <a:cubicBezTo>
                  <a:pt x="2801081" y="135987"/>
                  <a:pt x="2806457" y="132513"/>
                  <a:pt x="2810912" y="127989"/>
                </a:cubicBezTo>
                <a:cubicBezTo>
                  <a:pt x="2815366" y="123463"/>
                  <a:pt x="2818802" y="118013"/>
                  <a:pt x="2821220" y="111640"/>
                </a:cubicBezTo>
                <a:cubicBezTo>
                  <a:pt x="2823637" y="105268"/>
                  <a:pt x="2824846" y="98130"/>
                  <a:pt x="2824846" y="90227"/>
                </a:cubicBezTo>
                <a:cubicBezTo>
                  <a:pt x="2824846" y="82324"/>
                  <a:pt x="2823637" y="75154"/>
                  <a:pt x="2821220" y="68717"/>
                </a:cubicBezTo>
                <a:cubicBezTo>
                  <a:pt x="2818802" y="62278"/>
                  <a:pt x="2815366" y="56797"/>
                  <a:pt x="2810912" y="52273"/>
                </a:cubicBezTo>
                <a:cubicBezTo>
                  <a:pt x="2806457" y="47746"/>
                  <a:pt x="2801081" y="44241"/>
                  <a:pt x="2794782" y="41755"/>
                </a:cubicBezTo>
                <a:cubicBezTo>
                  <a:pt x="2788483" y="39270"/>
                  <a:pt x="2781452" y="38027"/>
                  <a:pt x="2773689" y="38027"/>
                </a:cubicBezTo>
                <a:cubicBezTo>
                  <a:pt x="2765928" y="38027"/>
                  <a:pt x="2758929" y="39270"/>
                  <a:pt x="2752692" y="41755"/>
                </a:cubicBezTo>
                <a:cubicBezTo>
                  <a:pt x="2746457" y="44241"/>
                  <a:pt x="2741112" y="47746"/>
                  <a:pt x="2736658" y="52273"/>
                </a:cubicBezTo>
                <a:cubicBezTo>
                  <a:pt x="2732203" y="56797"/>
                  <a:pt x="2728767" y="62278"/>
                  <a:pt x="2726350" y="68717"/>
                </a:cubicBezTo>
                <a:cubicBezTo>
                  <a:pt x="2723932" y="75154"/>
                  <a:pt x="2722724" y="82324"/>
                  <a:pt x="2722724" y="90227"/>
                </a:cubicBezTo>
                <a:close/>
                <a:moveTo>
                  <a:pt x="2848324" y="58905"/>
                </a:moveTo>
                <a:lnTo>
                  <a:pt x="2848324" y="139433"/>
                </a:lnTo>
                <a:lnTo>
                  <a:pt x="2875429" y="139433"/>
                </a:lnTo>
                <a:lnTo>
                  <a:pt x="2875429" y="58905"/>
                </a:lnTo>
                <a:lnTo>
                  <a:pt x="2894134" y="58905"/>
                </a:lnTo>
                <a:lnTo>
                  <a:pt x="2894134" y="40823"/>
                </a:lnTo>
                <a:lnTo>
                  <a:pt x="2875429" y="40823"/>
                </a:lnTo>
                <a:lnTo>
                  <a:pt x="2875429" y="34916"/>
                </a:lnTo>
                <a:cubicBezTo>
                  <a:pt x="2875429" y="30850"/>
                  <a:pt x="2876224" y="27960"/>
                  <a:pt x="2877814" y="26246"/>
                </a:cubicBezTo>
                <a:cubicBezTo>
                  <a:pt x="2879405" y="24531"/>
                  <a:pt x="2882045" y="23674"/>
                  <a:pt x="2885737" y="23674"/>
                </a:cubicBezTo>
                <a:cubicBezTo>
                  <a:pt x="2889172" y="23674"/>
                  <a:pt x="2892479" y="23860"/>
                  <a:pt x="2895660" y="24233"/>
                </a:cubicBezTo>
                <a:lnTo>
                  <a:pt x="2895660" y="3915"/>
                </a:lnTo>
                <a:cubicBezTo>
                  <a:pt x="2893371" y="3790"/>
                  <a:pt x="2891016" y="3635"/>
                  <a:pt x="2888597" y="3449"/>
                </a:cubicBezTo>
                <a:cubicBezTo>
                  <a:pt x="2886179" y="3262"/>
                  <a:pt x="2883762" y="3169"/>
                  <a:pt x="2881344" y="3169"/>
                </a:cubicBezTo>
                <a:cubicBezTo>
                  <a:pt x="2870275" y="3169"/>
                  <a:pt x="2862004" y="5973"/>
                  <a:pt x="2856532" y="11581"/>
                </a:cubicBezTo>
                <a:cubicBezTo>
                  <a:pt x="2851060" y="17186"/>
                  <a:pt x="2848324" y="24385"/>
                  <a:pt x="2848324" y="33178"/>
                </a:cubicBezTo>
                <a:lnTo>
                  <a:pt x="2848324" y="40823"/>
                </a:lnTo>
                <a:lnTo>
                  <a:pt x="2832098" y="40823"/>
                </a:lnTo>
                <a:lnTo>
                  <a:pt x="2832098" y="58905"/>
                </a:lnTo>
                <a:lnTo>
                  <a:pt x="2848324" y="58905"/>
                </a:lnTo>
                <a:close/>
                <a:moveTo>
                  <a:pt x="3052756" y="49025"/>
                </a:moveTo>
                <a:lnTo>
                  <a:pt x="3081771" y="49025"/>
                </a:lnTo>
                <a:cubicBezTo>
                  <a:pt x="3080880" y="41136"/>
                  <a:pt x="3078716" y="34139"/>
                  <a:pt x="3075279" y="28034"/>
                </a:cubicBezTo>
                <a:cubicBezTo>
                  <a:pt x="3071844" y="21927"/>
                  <a:pt x="3067486" y="16809"/>
                  <a:pt x="3062205" y="12679"/>
                </a:cubicBezTo>
                <a:cubicBezTo>
                  <a:pt x="3056923" y="8547"/>
                  <a:pt x="3050941" y="5401"/>
                  <a:pt x="3044260" y="3242"/>
                </a:cubicBezTo>
                <a:cubicBezTo>
                  <a:pt x="3037580" y="1081"/>
                  <a:pt x="3030487" y="0"/>
                  <a:pt x="3022980" y="0"/>
                </a:cubicBezTo>
                <a:cubicBezTo>
                  <a:pt x="3012545" y="0"/>
                  <a:pt x="3003160" y="1843"/>
                  <a:pt x="2994824" y="5528"/>
                </a:cubicBezTo>
                <a:cubicBezTo>
                  <a:pt x="2986490" y="9214"/>
                  <a:pt x="2979459" y="14298"/>
                  <a:pt x="2973731" y="20781"/>
                </a:cubicBezTo>
                <a:cubicBezTo>
                  <a:pt x="2968005" y="27263"/>
                  <a:pt x="2963615" y="34857"/>
                  <a:pt x="2960560" y="43564"/>
                </a:cubicBezTo>
                <a:cubicBezTo>
                  <a:pt x="2957506" y="52271"/>
                  <a:pt x="2955979" y="61708"/>
                  <a:pt x="2955979" y="71875"/>
                </a:cubicBezTo>
                <a:cubicBezTo>
                  <a:pt x="2955979" y="81789"/>
                  <a:pt x="2957506" y="91036"/>
                  <a:pt x="2960560" y="99614"/>
                </a:cubicBezTo>
                <a:cubicBezTo>
                  <a:pt x="2963615" y="108193"/>
                  <a:pt x="2968005" y="115660"/>
                  <a:pt x="2973731" y="122015"/>
                </a:cubicBezTo>
                <a:cubicBezTo>
                  <a:pt x="2979459" y="128371"/>
                  <a:pt x="2986490" y="133360"/>
                  <a:pt x="2994824" y="136983"/>
                </a:cubicBezTo>
                <a:cubicBezTo>
                  <a:pt x="3003160" y="140604"/>
                  <a:pt x="3012545" y="142415"/>
                  <a:pt x="3022980" y="142415"/>
                </a:cubicBezTo>
                <a:cubicBezTo>
                  <a:pt x="3031378" y="142415"/>
                  <a:pt x="3039076" y="141144"/>
                  <a:pt x="3046074" y="138603"/>
                </a:cubicBezTo>
                <a:cubicBezTo>
                  <a:pt x="3053074" y="136059"/>
                  <a:pt x="3059183" y="132372"/>
                  <a:pt x="3064401" y="127543"/>
                </a:cubicBezTo>
                <a:cubicBezTo>
                  <a:pt x="3069618" y="122712"/>
                  <a:pt x="3073817" y="116862"/>
                  <a:pt x="3076998" y="109992"/>
                </a:cubicBezTo>
                <a:cubicBezTo>
                  <a:pt x="3080180" y="103122"/>
                  <a:pt x="3082153" y="95424"/>
                  <a:pt x="3082916" y="86898"/>
                </a:cubicBezTo>
                <a:lnTo>
                  <a:pt x="3053901" y="86898"/>
                </a:lnTo>
                <a:cubicBezTo>
                  <a:pt x="3052757" y="96059"/>
                  <a:pt x="3049607" y="103440"/>
                  <a:pt x="3044452" y="109039"/>
                </a:cubicBezTo>
                <a:cubicBezTo>
                  <a:pt x="3039299" y="114638"/>
                  <a:pt x="3032142" y="117437"/>
                  <a:pt x="3022980" y="117437"/>
                </a:cubicBezTo>
                <a:cubicBezTo>
                  <a:pt x="3016235" y="117437"/>
                  <a:pt x="3010508" y="116134"/>
                  <a:pt x="3005799" y="113528"/>
                </a:cubicBezTo>
                <a:cubicBezTo>
                  <a:pt x="3001090" y="110922"/>
                  <a:pt x="2997273" y="107459"/>
                  <a:pt x="2994346" y="103139"/>
                </a:cubicBezTo>
                <a:cubicBezTo>
                  <a:pt x="2991420" y="98816"/>
                  <a:pt x="2989289" y="93955"/>
                  <a:pt x="2987953" y="88555"/>
                </a:cubicBezTo>
                <a:cubicBezTo>
                  <a:pt x="2986617" y="83153"/>
                  <a:pt x="2985949" y="77592"/>
                  <a:pt x="2985949" y="71872"/>
                </a:cubicBezTo>
                <a:cubicBezTo>
                  <a:pt x="2985949" y="65899"/>
                  <a:pt x="2986617" y="60116"/>
                  <a:pt x="2987953" y="54524"/>
                </a:cubicBezTo>
                <a:cubicBezTo>
                  <a:pt x="2989289" y="48932"/>
                  <a:pt x="2991420" y="43944"/>
                  <a:pt x="2994346" y="39559"/>
                </a:cubicBezTo>
                <a:cubicBezTo>
                  <a:pt x="2997273" y="35175"/>
                  <a:pt x="3001090" y="31680"/>
                  <a:pt x="3005799" y="29074"/>
                </a:cubicBezTo>
                <a:cubicBezTo>
                  <a:pt x="3010508" y="26468"/>
                  <a:pt x="3016235" y="25165"/>
                  <a:pt x="3022980" y="25165"/>
                </a:cubicBezTo>
                <a:cubicBezTo>
                  <a:pt x="3026670" y="25165"/>
                  <a:pt x="3030200" y="25770"/>
                  <a:pt x="3033571" y="26980"/>
                </a:cubicBezTo>
                <a:cubicBezTo>
                  <a:pt x="3036943" y="28187"/>
                  <a:pt x="3039966" y="29873"/>
                  <a:pt x="3042638" y="32036"/>
                </a:cubicBezTo>
                <a:cubicBezTo>
                  <a:pt x="3045311" y="34199"/>
                  <a:pt x="3047539" y="36713"/>
                  <a:pt x="3049319" y="39577"/>
                </a:cubicBezTo>
                <a:cubicBezTo>
                  <a:pt x="3051102" y="42439"/>
                  <a:pt x="3052247" y="45588"/>
                  <a:pt x="3052756" y="49025"/>
                </a:cubicBezTo>
                <a:close/>
                <a:moveTo>
                  <a:pt x="3124525" y="90224"/>
                </a:moveTo>
                <a:cubicBezTo>
                  <a:pt x="3124525" y="86278"/>
                  <a:pt x="3124906" y="82397"/>
                  <a:pt x="3125669" y="78579"/>
                </a:cubicBezTo>
                <a:cubicBezTo>
                  <a:pt x="3126433" y="74760"/>
                  <a:pt x="3127736" y="71387"/>
                  <a:pt x="3129581" y="68461"/>
                </a:cubicBezTo>
                <a:cubicBezTo>
                  <a:pt x="3131428" y="65533"/>
                  <a:pt x="3133878" y="63146"/>
                  <a:pt x="3136933" y="61302"/>
                </a:cubicBezTo>
                <a:cubicBezTo>
                  <a:pt x="3139987" y="59455"/>
                  <a:pt x="3143804" y="58532"/>
                  <a:pt x="3148385" y="58532"/>
                </a:cubicBezTo>
                <a:cubicBezTo>
                  <a:pt x="3152967" y="58532"/>
                  <a:pt x="3156817" y="59455"/>
                  <a:pt x="3159933" y="61302"/>
                </a:cubicBezTo>
                <a:cubicBezTo>
                  <a:pt x="3163052" y="63146"/>
                  <a:pt x="3165533" y="65533"/>
                  <a:pt x="3167378" y="68461"/>
                </a:cubicBezTo>
                <a:cubicBezTo>
                  <a:pt x="3169225" y="71387"/>
                  <a:pt x="3170530" y="74760"/>
                  <a:pt x="3171293" y="78579"/>
                </a:cubicBezTo>
                <a:cubicBezTo>
                  <a:pt x="3172056" y="82397"/>
                  <a:pt x="3172437" y="86278"/>
                  <a:pt x="3172437" y="90224"/>
                </a:cubicBezTo>
                <a:cubicBezTo>
                  <a:pt x="3172437" y="94170"/>
                  <a:pt x="3172056" y="98020"/>
                  <a:pt x="3171293" y="101775"/>
                </a:cubicBezTo>
                <a:cubicBezTo>
                  <a:pt x="3170530" y="105529"/>
                  <a:pt x="3169225" y="108902"/>
                  <a:pt x="3167378" y="111894"/>
                </a:cubicBezTo>
                <a:cubicBezTo>
                  <a:pt x="3165533" y="114884"/>
                  <a:pt x="3163052" y="117271"/>
                  <a:pt x="3159933" y="119053"/>
                </a:cubicBezTo>
                <a:cubicBezTo>
                  <a:pt x="3156817" y="120834"/>
                  <a:pt x="3152967" y="121724"/>
                  <a:pt x="3148385" y="121724"/>
                </a:cubicBezTo>
                <a:cubicBezTo>
                  <a:pt x="3143804" y="121724"/>
                  <a:pt x="3139987" y="120834"/>
                  <a:pt x="3136933" y="119053"/>
                </a:cubicBezTo>
                <a:cubicBezTo>
                  <a:pt x="3133878" y="117271"/>
                  <a:pt x="3131428" y="114884"/>
                  <a:pt x="3129581" y="111894"/>
                </a:cubicBezTo>
                <a:cubicBezTo>
                  <a:pt x="3127736" y="108902"/>
                  <a:pt x="3126433" y="105529"/>
                  <a:pt x="3125669" y="101775"/>
                </a:cubicBezTo>
                <a:cubicBezTo>
                  <a:pt x="3124906" y="98020"/>
                  <a:pt x="3124525" y="94170"/>
                  <a:pt x="3124525" y="90224"/>
                </a:cubicBezTo>
                <a:moveTo>
                  <a:pt x="3097420" y="90227"/>
                </a:moveTo>
                <a:cubicBezTo>
                  <a:pt x="3097420" y="98130"/>
                  <a:pt x="3098629" y="105268"/>
                  <a:pt x="3101046" y="111640"/>
                </a:cubicBezTo>
                <a:cubicBezTo>
                  <a:pt x="3103464" y="118013"/>
                  <a:pt x="3106900" y="123463"/>
                  <a:pt x="3111354" y="127989"/>
                </a:cubicBezTo>
                <a:cubicBezTo>
                  <a:pt x="3115808" y="132513"/>
                  <a:pt x="3121153" y="135987"/>
                  <a:pt x="3127388" y="138410"/>
                </a:cubicBezTo>
                <a:cubicBezTo>
                  <a:pt x="3133625" y="140832"/>
                  <a:pt x="3140624" y="142042"/>
                  <a:pt x="3148385" y="142042"/>
                </a:cubicBezTo>
                <a:cubicBezTo>
                  <a:pt x="3156148" y="142042"/>
                  <a:pt x="3163179" y="140832"/>
                  <a:pt x="3169478" y="138410"/>
                </a:cubicBezTo>
                <a:cubicBezTo>
                  <a:pt x="3175777" y="135987"/>
                  <a:pt x="3181154" y="132513"/>
                  <a:pt x="3185608" y="127989"/>
                </a:cubicBezTo>
                <a:cubicBezTo>
                  <a:pt x="3190062" y="123463"/>
                  <a:pt x="3193498" y="118013"/>
                  <a:pt x="3195916" y="111640"/>
                </a:cubicBezTo>
                <a:cubicBezTo>
                  <a:pt x="3198333" y="105268"/>
                  <a:pt x="3199542" y="98130"/>
                  <a:pt x="3199542" y="90227"/>
                </a:cubicBezTo>
                <a:cubicBezTo>
                  <a:pt x="3199542" y="82324"/>
                  <a:pt x="3198333" y="75154"/>
                  <a:pt x="3195916" y="68717"/>
                </a:cubicBezTo>
                <a:cubicBezTo>
                  <a:pt x="3193498" y="62278"/>
                  <a:pt x="3190062" y="56797"/>
                  <a:pt x="3185608" y="52273"/>
                </a:cubicBezTo>
                <a:cubicBezTo>
                  <a:pt x="3181154" y="47746"/>
                  <a:pt x="3175777" y="44241"/>
                  <a:pt x="3169478" y="41755"/>
                </a:cubicBezTo>
                <a:cubicBezTo>
                  <a:pt x="3163179" y="39270"/>
                  <a:pt x="3156148" y="38027"/>
                  <a:pt x="3148385" y="38027"/>
                </a:cubicBezTo>
                <a:cubicBezTo>
                  <a:pt x="3140624" y="38027"/>
                  <a:pt x="3133625" y="39270"/>
                  <a:pt x="3127388" y="41755"/>
                </a:cubicBezTo>
                <a:cubicBezTo>
                  <a:pt x="3121153" y="44241"/>
                  <a:pt x="3115808" y="47746"/>
                  <a:pt x="3111354" y="52273"/>
                </a:cubicBezTo>
                <a:cubicBezTo>
                  <a:pt x="3106900" y="56797"/>
                  <a:pt x="3103464" y="62278"/>
                  <a:pt x="3101046" y="68717"/>
                </a:cubicBezTo>
                <a:cubicBezTo>
                  <a:pt x="3098629" y="75154"/>
                  <a:pt x="3097420" y="82324"/>
                  <a:pt x="3097420" y="90227"/>
                </a:cubicBezTo>
                <a:close/>
                <a:moveTo>
                  <a:pt x="3217101" y="40675"/>
                </a:moveTo>
                <a:lnTo>
                  <a:pt x="3217101" y="139433"/>
                </a:lnTo>
                <a:lnTo>
                  <a:pt x="3244206" y="139433"/>
                </a:lnTo>
                <a:lnTo>
                  <a:pt x="3244206" y="94910"/>
                </a:lnTo>
                <a:cubicBezTo>
                  <a:pt x="3244206" y="90452"/>
                  <a:pt x="3244652" y="86312"/>
                  <a:pt x="3245543" y="82491"/>
                </a:cubicBezTo>
                <a:cubicBezTo>
                  <a:pt x="3246434" y="78670"/>
                  <a:pt x="3247929" y="75326"/>
                  <a:pt x="3250028" y="72460"/>
                </a:cubicBezTo>
                <a:cubicBezTo>
                  <a:pt x="3252127" y="69594"/>
                  <a:pt x="3254894" y="67333"/>
                  <a:pt x="3258329" y="65677"/>
                </a:cubicBezTo>
                <a:cubicBezTo>
                  <a:pt x="3261766" y="64020"/>
                  <a:pt x="3265966" y="63192"/>
                  <a:pt x="3270929" y="63192"/>
                </a:cubicBezTo>
                <a:cubicBezTo>
                  <a:pt x="3272584" y="63192"/>
                  <a:pt x="3274301" y="63288"/>
                  <a:pt x="3276082" y="63480"/>
                </a:cubicBezTo>
                <a:cubicBezTo>
                  <a:pt x="3277864" y="63671"/>
                  <a:pt x="3279391" y="63893"/>
                  <a:pt x="3280663" y="64147"/>
                </a:cubicBezTo>
                <a:lnTo>
                  <a:pt x="3280663" y="38979"/>
                </a:lnTo>
                <a:cubicBezTo>
                  <a:pt x="3278500" y="38345"/>
                  <a:pt x="3276528" y="38027"/>
                  <a:pt x="3274748" y="38027"/>
                </a:cubicBezTo>
                <a:cubicBezTo>
                  <a:pt x="3271311" y="38027"/>
                  <a:pt x="3268002" y="38536"/>
                  <a:pt x="3264822" y="39553"/>
                </a:cubicBezTo>
                <a:cubicBezTo>
                  <a:pt x="3261641" y="40569"/>
                  <a:pt x="3258651" y="41998"/>
                  <a:pt x="3255851" y="43841"/>
                </a:cubicBezTo>
                <a:cubicBezTo>
                  <a:pt x="3253051" y="45683"/>
                  <a:pt x="3250569" y="47908"/>
                  <a:pt x="3248406" y="50513"/>
                </a:cubicBezTo>
                <a:cubicBezTo>
                  <a:pt x="3246243" y="53119"/>
                  <a:pt x="3244525" y="55947"/>
                  <a:pt x="3243251" y="58998"/>
                </a:cubicBezTo>
                <a:lnTo>
                  <a:pt x="3242869" y="58998"/>
                </a:lnTo>
                <a:lnTo>
                  <a:pt x="3242869" y="40675"/>
                </a:lnTo>
                <a:lnTo>
                  <a:pt x="3217101" y="40675"/>
                </a:lnTo>
                <a:close/>
                <a:moveTo>
                  <a:pt x="3291356" y="40675"/>
                </a:moveTo>
                <a:lnTo>
                  <a:pt x="3291356" y="139433"/>
                </a:lnTo>
                <a:lnTo>
                  <a:pt x="3318461" y="139433"/>
                </a:lnTo>
                <a:lnTo>
                  <a:pt x="3318461" y="94910"/>
                </a:lnTo>
                <a:cubicBezTo>
                  <a:pt x="3318461" y="90452"/>
                  <a:pt x="3318906" y="86312"/>
                  <a:pt x="3319798" y="82491"/>
                </a:cubicBezTo>
                <a:cubicBezTo>
                  <a:pt x="3320689" y="78670"/>
                  <a:pt x="3322184" y="75326"/>
                  <a:pt x="3324283" y="72460"/>
                </a:cubicBezTo>
                <a:cubicBezTo>
                  <a:pt x="3326382" y="69594"/>
                  <a:pt x="3329149" y="67333"/>
                  <a:pt x="3332584" y="65677"/>
                </a:cubicBezTo>
                <a:cubicBezTo>
                  <a:pt x="3336021" y="64020"/>
                  <a:pt x="3340221" y="63192"/>
                  <a:pt x="3345184" y="63192"/>
                </a:cubicBezTo>
                <a:cubicBezTo>
                  <a:pt x="3346838" y="63192"/>
                  <a:pt x="3348556" y="63288"/>
                  <a:pt x="3350336" y="63480"/>
                </a:cubicBezTo>
                <a:cubicBezTo>
                  <a:pt x="3352119" y="63671"/>
                  <a:pt x="3353646" y="63893"/>
                  <a:pt x="3354918" y="64147"/>
                </a:cubicBezTo>
                <a:lnTo>
                  <a:pt x="3354918" y="38979"/>
                </a:lnTo>
                <a:cubicBezTo>
                  <a:pt x="3352755" y="38345"/>
                  <a:pt x="3350783" y="38027"/>
                  <a:pt x="3349002" y="38027"/>
                </a:cubicBezTo>
                <a:cubicBezTo>
                  <a:pt x="3345566" y="38027"/>
                  <a:pt x="3342257" y="38536"/>
                  <a:pt x="3339076" y="39553"/>
                </a:cubicBezTo>
                <a:cubicBezTo>
                  <a:pt x="3335896" y="40569"/>
                  <a:pt x="3332905" y="41998"/>
                  <a:pt x="3330105" y="43841"/>
                </a:cubicBezTo>
                <a:cubicBezTo>
                  <a:pt x="3327305" y="45683"/>
                  <a:pt x="3324824" y="47908"/>
                  <a:pt x="3322661" y="50513"/>
                </a:cubicBezTo>
                <a:cubicBezTo>
                  <a:pt x="3320498" y="53119"/>
                  <a:pt x="3318779" y="55947"/>
                  <a:pt x="3317505" y="58998"/>
                </a:cubicBezTo>
                <a:lnTo>
                  <a:pt x="3317124" y="58998"/>
                </a:lnTo>
                <a:lnTo>
                  <a:pt x="3317124" y="40675"/>
                </a:lnTo>
                <a:lnTo>
                  <a:pt x="3291356" y="40675"/>
                </a:lnTo>
                <a:close/>
                <a:moveTo>
                  <a:pt x="3458188" y="139328"/>
                </a:moveTo>
                <a:lnTo>
                  <a:pt x="3458188" y="40823"/>
                </a:lnTo>
                <a:lnTo>
                  <a:pt x="3431083" y="40823"/>
                </a:lnTo>
                <a:lnTo>
                  <a:pt x="3431083" y="92426"/>
                </a:lnTo>
                <a:cubicBezTo>
                  <a:pt x="3431083" y="102453"/>
                  <a:pt x="3429428" y="109657"/>
                  <a:pt x="3426120" y="114038"/>
                </a:cubicBezTo>
                <a:cubicBezTo>
                  <a:pt x="3422811" y="118416"/>
                  <a:pt x="3417466" y="120605"/>
                  <a:pt x="3410086" y="120605"/>
                </a:cubicBezTo>
                <a:cubicBezTo>
                  <a:pt x="3403595" y="120605"/>
                  <a:pt x="3399076" y="118606"/>
                  <a:pt x="3396530" y="114608"/>
                </a:cubicBezTo>
                <a:cubicBezTo>
                  <a:pt x="3393987" y="110608"/>
                  <a:pt x="3392715" y="104546"/>
                  <a:pt x="3392715" y="96422"/>
                </a:cubicBezTo>
                <a:lnTo>
                  <a:pt x="3392715" y="40823"/>
                </a:lnTo>
                <a:lnTo>
                  <a:pt x="3365610" y="40823"/>
                </a:lnTo>
                <a:lnTo>
                  <a:pt x="3365610" y="101443"/>
                </a:lnTo>
                <a:cubicBezTo>
                  <a:pt x="3365610" y="107542"/>
                  <a:pt x="3366151" y="113103"/>
                  <a:pt x="3367233" y="118124"/>
                </a:cubicBezTo>
                <a:cubicBezTo>
                  <a:pt x="3368314" y="123143"/>
                  <a:pt x="3370191" y="127401"/>
                  <a:pt x="3372863" y="130896"/>
                </a:cubicBezTo>
                <a:cubicBezTo>
                  <a:pt x="3375536" y="134391"/>
                  <a:pt x="3379196" y="137092"/>
                  <a:pt x="3383840" y="138999"/>
                </a:cubicBezTo>
                <a:cubicBezTo>
                  <a:pt x="3388485" y="140903"/>
                  <a:pt x="3394434" y="141856"/>
                  <a:pt x="3401689" y="141856"/>
                </a:cubicBezTo>
                <a:cubicBezTo>
                  <a:pt x="3407415" y="141856"/>
                  <a:pt x="3413014" y="140580"/>
                  <a:pt x="3418486" y="138029"/>
                </a:cubicBezTo>
                <a:cubicBezTo>
                  <a:pt x="3423958" y="135475"/>
                  <a:pt x="3428411" y="131327"/>
                  <a:pt x="3431846" y="125583"/>
                </a:cubicBezTo>
                <a:lnTo>
                  <a:pt x="3432420" y="125583"/>
                </a:lnTo>
                <a:lnTo>
                  <a:pt x="3432420" y="139328"/>
                </a:lnTo>
                <a:lnTo>
                  <a:pt x="3458188" y="139328"/>
                </a:lnTo>
                <a:close/>
                <a:moveTo>
                  <a:pt x="3528623" y="121724"/>
                </a:moveTo>
                <a:cubicBezTo>
                  <a:pt x="3524295" y="121724"/>
                  <a:pt x="3520603" y="120834"/>
                  <a:pt x="3517549" y="119053"/>
                </a:cubicBezTo>
                <a:cubicBezTo>
                  <a:pt x="3514497" y="117271"/>
                  <a:pt x="3512047" y="114947"/>
                  <a:pt x="3510201" y="112083"/>
                </a:cubicBezTo>
                <a:cubicBezTo>
                  <a:pt x="3508356" y="109219"/>
                  <a:pt x="3507020" y="105878"/>
                  <a:pt x="3506193" y="102061"/>
                </a:cubicBezTo>
                <a:cubicBezTo>
                  <a:pt x="3505366" y="98241"/>
                  <a:pt x="3504952" y="94359"/>
                  <a:pt x="3504952" y="90413"/>
                </a:cubicBezTo>
                <a:cubicBezTo>
                  <a:pt x="3504952" y="86342"/>
                  <a:pt x="3505334" y="82397"/>
                  <a:pt x="3506097" y="78579"/>
                </a:cubicBezTo>
                <a:cubicBezTo>
                  <a:pt x="3506860" y="74760"/>
                  <a:pt x="3508164" y="71387"/>
                  <a:pt x="3510008" y="68461"/>
                </a:cubicBezTo>
                <a:cubicBezTo>
                  <a:pt x="3511855" y="65533"/>
                  <a:pt x="3514273" y="63146"/>
                  <a:pt x="3517264" y="61302"/>
                </a:cubicBezTo>
                <a:cubicBezTo>
                  <a:pt x="3520254" y="59455"/>
                  <a:pt x="3523976" y="58532"/>
                  <a:pt x="3528431" y="58532"/>
                </a:cubicBezTo>
                <a:cubicBezTo>
                  <a:pt x="3532759" y="58532"/>
                  <a:pt x="3536418" y="59455"/>
                  <a:pt x="3539408" y="61302"/>
                </a:cubicBezTo>
                <a:cubicBezTo>
                  <a:pt x="3542399" y="63146"/>
                  <a:pt x="3544848" y="65565"/>
                  <a:pt x="3546757" y="68557"/>
                </a:cubicBezTo>
                <a:cubicBezTo>
                  <a:pt x="3548666" y="71547"/>
                  <a:pt x="3550033" y="74951"/>
                  <a:pt x="3550861" y="78769"/>
                </a:cubicBezTo>
                <a:cubicBezTo>
                  <a:pt x="3551688" y="82586"/>
                  <a:pt x="3552101" y="86468"/>
                  <a:pt x="3552101" y="90413"/>
                </a:cubicBezTo>
                <a:cubicBezTo>
                  <a:pt x="3552101" y="94359"/>
                  <a:pt x="3551720" y="98241"/>
                  <a:pt x="3550957" y="102061"/>
                </a:cubicBezTo>
                <a:cubicBezTo>
                  <a:pt x="3550194" y="105878"/>
                  <a:pt x="3548889" y="109219"/>
                  <a:pt x="3547042" y="112083"/>
                </a:cubicBezTo>
                <a:cubicBezTo>
                  <a:pt x="3545198" y="114947"/>
                  <a:pt x="3542780" y="117271"/>
                  <a:pt x="3539790" y="119053"/>
                </a:cubicBezTo>
                <a:cubicBezTo>
                  <a:pt x="3536800" y="120834"/>
                  <a:pt x="3533077" y="121724"/>
                  <a:pt x="3528623" y="121724"/>
                </a:cubicBezTo>
                <a:moveTo>
                  <a:pt x="3478803" y="40762"/>
                </a:moveTo>
                <a:lnTo>
                  <a:pt x="3478803" y="173918"/>
                </a:lnTo>
                <a:lnTo>
                  <a:pt x="3505907" y="173918"/>
                </a:lnTo>
                <a:lnTo>
                  <a:pt x="3505907" y="127284"/>
                </a:lnTo>
                <a:lnTo>
                  <a:pt x="3506289" y="127284"/>
                </a:lnTo>
                <a:cubicBezTo>
                  <a:pt x="3509598" y="132140"/>
                  <a:pt x="3513829" y="135814"/>
                  <a:pt x="3518982" y="138305"/>
                </a:cubicBezTo>
                <a:cubicBezTo>
                  <a:pt x="3524136" y="140797"/>
                  <a:pt x="3529767" y="142042"/>
                  <a:pt x="3535875" y="142042"/>
                </a:cubicBezTo>
                <a:cubicBezTo>
                  <a:pt x="3543130" y="142042"/>
                  <a:pt x="3549461" y="140640"/>
                  <a:pt x="3554868" y="137836"/>
                </a:cubicBezTo>
                <a:cubicBezTo>
                  <a:pt x="3560276" y="135033"/>
                  <a:pt x="3564794" y="131272"/>
                  <a:pt x="3568421" y="126556"/>
                </a:cubicBezTo>
                <a:cubicBezTo>
                  <a:pt x="3572048" y="121839"/>
                  <a:pt x="3574752" y="116422"/>
                  <a:pt x="3576532" y="110304"/>
                </a:cubicBezTo>
                <a:cubicBezTo>
                  <a:pt x="3578315" y="104185"/>
                  <a:pt x="3579206" y="97811"/>
                  <a:pt x="3579206" y="91182"/>
                </a:cubicBezTo>
                <a:cubicBezTo>
                  <a:pt x="3579206" y="84171"/>
                  <a:pt x="3578315" y="77446"/>
                  <a:pt x="3576532" y="71010"/>
                </a:cubicBezTo>
                <a:cubicBezTo>
                  <a:pt x="3574752" y="64573"/>
                  <a:pt x="3572016" y="58933"/>
                  <a:pt x="3568325" y="54090"/>
                </a:cubicBezTo>
                <a:cubicBezTo>
                  <a:pt x="3564635" y="49245"/>
                  <a:pt x="3559991" y="45357"/>
                  <a:pt x="3554391" y="42425"/>
                </a:cubicBezTo>
                <a:cubicBezTo>
                  <a:pt x="3548793" y="39493"/>
                  <a:pt x="3542112" y="38027"/>
                  <a:pt x="3534349" y="38027"/>
                </a:cubicBezTo>
                <a:cubicBezTo>
                  <a:pt x="3528240" y="38027"/>
                  <a:pt x="3522640" y="39241"/>
                  <a:pt x="3517549" y="41668"/>
                </a:cubicBezTo>
                <a:cubicBezTo>
                  <a:pt x="3512460" y="44095"/>
                  <a:pt x="3508261" y="47992"/>
                  <a:pt x="3504952" y="53359"/>
                </a:cubicBezTo>
                <a:lnTo>
                  <a:pt x="3504571" y="53359"/>
                </a:lnTo>
                <a:lnTo>
                  <a:pt x="3504571" y="40762"/>
                </a:lnTo>
                <a:lnTo>
                  <a:pt x="3478803" y="40762"/>
                </a:lnTo>
                <a:close/>
                <a:moveTo>
                  <a:pt x="3629788" y="40823"/>
                </a:moveTo>
                <a:lnTo>
                  <a:pt x="3629788" y="11184"/>
                </a:lnTo>
                <a:lnTo>
                  <a:pt x="3602684" y="11184"/>
                </a:lnTo>
                <a:lnTo>
                  <a:pt x="3602684" y="40823"/>
                </a:lnTo>
                <a:lnTo>
                  <a:pt x="3586268" y="40823"/>
                </a:lnTo>
                <a:lnTo>
                  <a:pt x="3586268" y="58905"/>
                </a:lnTo>
                <a:lnTo>
                  <a:pt x="3602684" y="58905"/>
                </a:lnTo>
                <a:lnTo>
                  <a:pt x="3602684" y="117090"/>
                </a:lnTo>
                <a:cubicBezTo>
                  <a:pt x="3602684" y="122051"/>
                  <a:pt x="3603511" y="126058"/>
                  <a:pt x="3605165" y="129110"/>
                </a:cubicBezTo>
                <a:cubicBezTo>
                  <a:pt x="3606820" y="132163"/>
                  <a:pt x="3609078" y="134516"/>
                  <a:pt x="3611940" y="136170"/>
                </a:cubicBezTo>
                <a:cubicBezTo>
                  <a:pt x="3614804" y="137823"/>
                  <a:pt x="3618113" y="138935"/>
                  <a:pt x="3621866" y="139505"/>
                </a:cubicBezTo>
                <a:cubicBezTo>
                  <a:pt x="3625621" y="140078"/>
                  <a:pt x="3629599" y="140365"/>
                  <a:pt x="3633799" y="140365"/>
                </a:cubicBezTo>
                <a:cubicBezTo>
                  <a:pt x="3636471" y="140365"/>
                  <a:pt x="3639207" y="140303"/>
                  <a:pt x="3642007" y="140178"/>
                </a:cubicBezTo>
                <a:cubicBezTo>
                  <a:pt x="3644807" y="140054"/>
                  <a:pt x="3647351" y="139805"/>
                  <a:pt x="3649641" y="139433"/>
                </a:cubicBezTo>
                <a:lnTo>
                  <a:pt x="3649641" y="118351"/>
                </a:lnTo>
                <a:cubicBezTo>
                  <a:pt x="3648369" y="118605"/>
                  <a:pt x="3647033" y="118797"/>
                  <a:pt x="3645633" y="118925"/>
                </a:cubicBezTo>
                <a:cubicBezTo>
                  <a:pt x="3644233" y="119051"/>
                  <a:pt x="3642770" y="119114"/>
                  <a:pt x="3641244" y="119114"/>
                </a:cubicBezTo>
                <a:cubicBezTo>
                  <a:pt x="3636661" y="119114"/>
                  <a:pt x="3633606" y="118352"/>
                  <a:pt x="3632078" y="116828"/>
                </a:cubicBezTo>
                <a:cubicBezTo>
                  <a:pt x="3630551" y="115304"/>
                  <a:pt x="3629788" y="112255"/>
                  <a:pt x="3629788" y="107682"/>
                </a:cubicBezTo>
                <a:lnTo>
                  <a:pt x="3629788" y="58905"/>
                </a:lnTo>
                <a:lnTo>
                  <a:pt x="3649641" y="58905"/>
                </a:lnTo>
                <a:lnTo>
                  <a:pt x="3649641" y="40823"/>
                </a:lnTo>
                <a:lnTo>
                  <a:pt x="3629788" y="40823"/>
                </a:lnTo>
                <a:close/>
                <a:moveTo>
                  <a:pt x="3729047" y="79596"/>
                </a:moveTo>
                <a:lnTo>
                  <a:pt x="3684956" y="79596"/>
                </a:lnTo>
                <a:cubicBezTo>
                  <a:pt x="3685082" y="77681"/>
                  <a:pt x="3685495" y="75511"/>
                  <a:pt x="3686194" y="73086"/>
                </a:cubicBezTo>
                <a:cubicBezTo>
                  <a:pt x="3686895" y="70659"/>
                  <a:pt x="3688104" y="68361"/>
                  <a:pt x="3689823" y="66192"/>
                </a:cubicBezTo>
                <a:cubicBezTo>
                  <a:pt x="3691541" y="64021"/>
                  <a:pt x="3693832" y="62202"/>
                  <a:pt x="3696694" y="60734"/>
                </a:cubicBezTo>
                <a:cubicBezTo>
                  <a:pt x="3699558" y="59266"/>
                  <a:pt x="3703153" y="58532"/>
                  <a:pt x="3707479" y="58532"/>
                </a:cubicBezTo>
                <a:cubicBezTo>
                  <a:pt x="3714096" y="58532"/>
                  <a:pt x="3719028" y="60319"/>
                  <a:pt x="3722272" y="63894"/>
                </a:cubicBezTo>
                <a:cubicBezTo>
                  <a:pt x="3725517" y="67469"/>
                  <a:pt x="3727775" y="72703"/>
                  <a:pt x="3729047" y="79596"/>
                </a:cubicBezTo>
                <a:moveTo>
                  <a:pt x="3684956" y="96745"/>
                </a:moveTo>
                <a:lnTo>
                  <a:pt x="3756155" y="96745"/>
                </a:lnTo>
                <a:cubicBezTo>
                  <a:pt x="3756663" y="89095"/>
                  <a:pt x="3756026" y="81763"/>
                  <a:pt x="3754244" y="74749"/>
                </a:cubicBezTo>
                <a:cubicBezTo>
                  <a:pt x="3752463" y="67736"/>
                  <a:pt x="3749568" y="61488"/>
                  <a:pt x="3745559" y="56007"/>
                </a:cubicBezTo>
                <a:cubicBezTo>
                  <a:pt x="3741551" y="50523"/>
                  <a:pt x="3736428" y="46156"/>
                  <a:pt x="3730192" y="42906"/>
                </a:cubicBezTo>
                <a:cubicBezTo>
                  <a:pt x="3723957" y="39653"/>
                  <a:pt x="3716640" y="38027"/>
                  <a:pt x="3708242" y="38027"/>
                </a:cubicBezTo>
                <a:cubicBezTo>
                  <a:pt x="3700733" y="38027"/>
                  <a:pt x="3693894" y="39366"/>
                  <a:pt x="3687723" y="42044"/>
                </a:cubicBezTo>
                <a:cubicBezTo>
                  <a:pt x="3681552" y="44719"/>
                  <a:pt x="3676239" y="48383"/>
                  <a:pt x="3671785" y="53036"/>
                </a:cubicBezTo>
                <a:cubicBezTo>
                  <a:pt x="3667331" y="57688"/>
                  <a:pt x="3663895" y="63202"/>
                  <a:pt x="3661477" y="69577"/>
                </a:cubicBezTo>
                <a:cubicBezTo>
                  <a:pt x="3659060" y="75949"/>
                  <a:pt x="3657851" y="82833"/>
                  <a:pt x="3657851" y="90227"/>
                </a:cubicBezTo>
                <a:cubicBezTo>
                  <a:pt x="3657851" y="97874"/>
                  <a:pt x="3659028" y="104884"/>
                  <a:pt x="3661381" y="111259"/>
                </a:cubicBezTo>
                <a:cubicBezTo>
                  <a:pt x="3663736" y="117632"/>
                  <a:pt x="3667077" y="123113"/>
                  <a:pt x="3671403" y="127704"/>
                </a:cubicBezTo>
                <a:cubicBezTo>
                  <a:pt x="3675730" y="132292"/>
                  <a:pt x="3681010" y="135829"/>
                  <a:pt x="3687245" y="138314"/>
                </a:cubicBezTo>
                <a:cubicBezTo>
                  <a:pt x="3693480" y="140800"/>
                  <a:pt x="3700479" y="142042"/>
                  <a:pt x="3708242" y="142042"/>
                </a:cubicBezTo>
                <a:cubicBezTo>
                  <a:pt x="3719440" y="142042"/>
                  <a:pt x="3728984" y="139500"/>
                  <a:pt x="3736873" y="134414"/>
                </a:cubicBezTo>
                <a:cubicBezTo>
                  <a:pt x="3744764" y="129329"/>
                  <a:pt x="3750619" y="120873"/>
                  <a:pt x="3754436" y="109048"/>
                </a:cubicBezTo>
                <a:lnTo>
                  <a:pt x="3730576" y="109048"/>
                </a:lnTo>
                <a:cubicBezTo>
                  <a:pt x="3729685" y="112075"/>
                  <a:pt x="3727266" y="114945"/>
                  <a:pt x="3723321" y="117658"/>
                </a:cubicBezTo>
                <a:cubicBezTo>
                  <a:pt x="3719377" y="120369"/>
                  <a:pt x="3714669" y="121724"/>
                  <a:pt x="3709197" y="121724"/>
                </a:cubicBezTo>
                <a:cubicBezTo>
                  <a:pt x="3701563" y="121724"/>
                  <a:pt x="3695708" y="119754"/>
                  <a:pt x="3691634" y="115814"/>
                </a:cubicBezTo>
                <a:cubicBezTo>
                  <a:pt x="3687563" y="111872"/>
                  <a:pt x="3685336" y="105516"/>
                  <a:pt x="3684956" y="96745"/>
                </a:cubicBezTo>
                <a:close/>
                <a:moveTo>
                  <a:pt x="3842242" y="89842"/>
                </a:moveTo>
                <a:cubicBezTo>
                  <a:pt x="3842242" y="93914"/>
                  <a:pt x="3841860" y="97860"/>
                  <a:pt x="3841097" y="101679"/>
                </a:cubicBezTo>
                <a:cubicBezTo>
                  <a:pt x="3840334" y="105497"/>
                  <a:pt x="3839061" y="108902"/>
                  <a:pt x="3837279" y="111894"/>
                </a:cubicBezTo>
                <a:cubicBezTo>
                  <a:pt x="3835496" y="114884"/>
                  <a:pt x="3833110" y="117271"/>
                  <a:pt x="3830120" y="119053"/>
                </a:cubicBezTo>
                <a:cubicBezTo>
                  <a:pt x="3827129" y="120834"/>
                  <a:pt x="3823407" y="121724"/>
                  <a:pt x="3818953" y="121724"/>
                </a:cubicBezTo>
                <a:cubicBezTo>
                  <a:pt x="3814755" y="121724"/>
                  <a:pt x="3811160" y="120802"/>
                  <a:pt x="3808167" y="118957"/>
                </a:cubicBezTo>
                <a:cubicBezTo>
                  <a:pt x="3805177" y="117110"/>
                  <a:pt x="3802696" y="114692"/>
                  <a:pt x="3800723" y="111702"/>
                </a:cubicBezTo>
                <a:cubicBezTo>
                  <a:pt x="3798752" y="108709"/>
                  <a:pt x="3797321" y="105305"/>
                  <a:pt x="3796430" y="101487"/>
                </a:cubicBezTo>
                <a:cubicBezTo>
                  <a:pt x="3795538" y="97670"/>
                  <a:pt x="3795093" y="93851"/>
                  <a:pt x="3795093" y="90032"/>
                </a:cubicBezTo>
                <a:cubicBezTo>
                  <a:pt x="3795093" y="85960"/>
                  <a:pt x="3795506" y="82046"/>
                  <a:pt x="3796333" y="78291"/>
                </a:cubicBezTo>
                <a:cubicBezTo>
                  <a:pt x="3797161" y="74536"/>
                  <a:pt x="3798497" y="71195"/>
                  <a:pt x="3800341" y="68269"/>
                </a:cubicBezTo>
                <a:cubicBezTo>
                  <a:pt x="3802188" y="65341"/>
                  <a:pt x="3804637" y="62986"/>
                  <a:pt x="3807690" y="61206"/>
                </a:cubicBezTo>
                <a:cubicBezTo>
                  <a:pt x="3810744" y="59423"/>
                  <a:pt x="3814498" y="58532"/>
                  <a:pt x="3818953" y="58532"/>
                </a:cubicBezTo>
                <a:cubicBezTo>
                  <a:pt x="3823407" y="58532"/>
                  <a:pt x="3827097" y="59423"/>
                  <a:pt x="3830024" y="61206"/>
                </a:cubicBezTo>
                <a:cubicBezTo>
                  <a:pt x="3832952" y="62986"/>
                  <a:pt x="3835338" y="65309"/>
                  <a:pt x="3837183" y="68173"/>
                </a:cubicBezTo>
                <a:cubicBezTo>
                  <a:pt x="3839029" y="71037"/>
                  <a:pt x="3840334" y="74346"/>
                  <a:pt x="3841097" y="78102"/>
                </a:cubicBezTo>
                <a:cubicBezTo>
                  <a:pt x="3841860" y="81855"/>
                  <a:pt x="3842242" y="85769"/>
                  <a:pt x="3842242" y="89842"/>
                </a:cubicBezTo>
                <a:moveTo>
                  <a:pt x="3842624" y="126952"/>
                </a:moveTo>
                <a:lnTo>
                  <a:pt x="3842624" y="139558"/>
                </a:lnTo>
                <a:lnTo>
                  <a:pt x="3868391" y="139558"/>
                </a:lnTo>
                <a:lnTo>
                  <a:pt x="3868391" y="3169"/>
                </a:lnTo>
                <a:lnTo>
                  <a:pt x="3841287" y="3169"/>
                </a:lnTo>
                <a:lnTo>
                  <a:pt x="3841287" y="52782"/>
                </a:lnTo>
                <a:lnTo>
                  <a:pt x="3840905" y="52782"/>
                </a:lnTo>
                <a:cubicBezTo>
                  <a:pt x="3837851" y="47928"/>
                  <a:pt x="3833683" y="44255"/>
                  <a:pt x="3828401" y="41764"/>
                </a:cubicBezTo>
                <a:cubicBezTo>
                  <a:pt x="3823122" y="39273"/>
                  <a:pt x="3817555" y="38027"/>
                  <a:pt x="3811700" y="38027"/>
                </a:cubicBezTo>
                <a:cubicBezTo>
                  <a:pt x="3804446" y="38027"/>
                  <a:pt x="3798083" y="39461"/>
                  <a:pt x="3792611" y="42329"/>
                </a:cubicBezTo>
                <a:cubicBezTo>
                  <a:pt x="3787139" y="45197"/>
                  <a:pt x="3782590" y="48989"/>
                  <a:pt x="3778963" y="53706"/>
                </a:cubicBezTo>
                <a:cubicBezTo>
                  <a:pt x="3775337" y="58422"/>
                  <a:pt x="3772601" y="63872"/>
                  <a:pt x="3770755" y="70054"/>
                </a:cubicBezTo>
                <a:cubicBezTo>
                  <a:pt x="3768910" y="76237"/>
                  <a:pt x="3767988" y="82642"/>
                  <a:pt x="3767988" y="89269"/>
                </a:cubicBezTo>
                <a:cubicBezTo>
                  <a:pt x="3767988" y="96152"/>
                  <a:pt x="3768910" y="102781"/>
                  <a:pt x="3770755" y="109156"/>
                </a:cubicBezTo>
                <a:cubicBezTo>
                  <a:pt x="3772601" y="115529"/>
                  <a:pt x="3775337" y="121170"/>
                  <a:pt x="3778963" y="126078"/>
                </a:cubicBezTo>
                <a:cubicBezTo>
                  <a:pt x="3782590" y="130985"/>
                  <a:pt x="3787202" y="134872"/>
                  <a:pt x="3792800" y="137740"/>
                </a:cubicBezTo>
                <a:cubicBezTo>
                  <a:pt x="3798400" y="140608"/>
                  <a:pt x="3804892" y="142042"/>
                  <a:pt x="3812274" y="142042"/>
                </a:cubicBezTo>
                <a:cubicBezTo>
                  <a:pt x="3818763" y="142042"/>
                  <a:pt x="3824585" y="140865"/>
                  <a:pt x="3829738" y="138509"/>
                </a:cubicBezTo>
                <a:cubicBezTo>
                  <a:pt x="3834894" y="136152"/>
                  <a:pt x="3839061" y="132300"/>
                  <a:pt x="3842242" y="126952"/>
                </a:cubicBezTo>
                <a:lnTo>
                  <a:pt x="3842624" y="126952"/>
                </a:lnTo>
                <a:close/>
                <a:moveTo>
                  <a:pt x="3974711" y="67293"/>
                </a:moveTo>
                <a:lnTo>
                  <a:pt x="3974711" y="26470"/>
                </a:lnTo>
                <a:lnTo>
                  <a:pt x="3997998" y="26470"/>
                </a:lnTo>
                <a:cubicBezTo>
                  <a:pt x="4001434" y="26470"/>
                  <a:pt x="4004743" y="26724"/>
                  <a:pt x="4007924" y="27233"/>
                </a:cubicBezTo>
                <a:cubicBezTo>
                  <a:pt x="4011104" y="27742"/>
                  <a:pt x="4013903" y="28727"/>
                  <a:pt x="4016321" y="30189"/>
                </a:cubicBezTo>
                <a:cubicBezTo>
                  <a:pt x="4018740" y="31651"/>
                  <a:pt x="4020681" y="33718"/>
                  <a:pt x="4022143" y="36390"/>
                </a:cubicBezTo>
                <a:cubicBezTo>
                  <a:pt x="4023607" y="39060"/>
                  <a:pt x="4024339" y="42557"/>
                  <a:pt x="4024339" y="46881"/>
                </a:cubicBezTo>
                <a:cubicBezTo>
                  <a:pt x="4024339" y="51206"/>
                  <a:pt x="4023607" y="54704"/>
                  <a:pt x="4022143" y="57376"/>
                </a:cubicBezTo>
                <a:cubicBezTo>
                  <a:pt x="4020681" y="60045"/>
                  <a:pt x="4018740" y="62111"/>
                  <a:pt x="4016321" y="63574"/>
                </a:cubicBezTo>
                <a:cubicBezTo>
                  <a:pt x="4013903" y="65036"/>
                  <a:pt x="4011104" y="66021"/>
                  <a:pt x="4007924" y="66530"/>
                </a:cubicBezTo>
                <a:cubicBezTo>
                  <a:pt x="4004743" y="67039"/>
                  <a:pt x="4001434" y="67293"/>
                  <a:pt x="3997998" y="67293"/>
                </a:cubicBezTo>
                <a:lnTo>
                  <a:pt x="3974711" y="67293"/>
                </a:lnTo>
                <a:moveTo>
                  <a:pt x="3944743" y="3169"/>
                </a:moveTo>
                <a:lnTo>
                  <a:pt x="3944743" y="139433"/>
                </a:lnTo>
                <a:lnTo>
                  <a:pt x="3974711" y="139433"/>
                </a:lnTo>
                <a:lnTo>
                  <a:pt x="3974711" y="90594"/>
                </a:lnTo>
                <a:lnTo>
                  <a:pt x="4006208" y="90594"/>
                </a:lnTo>
                <a:cubicBezTo>
                  <a:pt x="4014732" y="90594"/>
                  <a:pt x="4021985" y="89353"/>
                  <a:pt x="4027965" y="86872"/>
                </a:cubicBezTo>
                <a:cubicBezTo>
                  <a:pt x="4033948" y="84390"/>
                  <a:pt x="4038816" y="81113"/>
                  <a:pt x="4042569" y="77042"/>
                </a:cubicBezTo>
                <a:cubicBezTo>
                  <a:pt x="4046325" y="72970"/>
                  <a:pt x="4049060" y="68293"/>
                  <a:pt x="4050777" y="63011"/>
                </a:cubicBezTo>
                <a:cubicBezTo>
                  <a:pt x="4052495" y="57730"/>
                  <a:pt x="4053355" y="52353"/>
                  <a:pt x="4053355" y="46881"/>
                </a:cubicBezTo>
                <a:cubicBezTo>
                  <a:pt x="4053355" y="41281"/>
                  <a:pt x="4052495" y="35873"/>
                  <a:pt x="4050777" y="30655"/>
                </a:cubicBezTo>
                <a:cubicBezTo>
                  <a:pt x="4049060" y="25438"/>
                  <a:pt x="4046325" y="20793"/>
                  <a:pt x="4042569" y="16721"/>
                </a:cubicBezTo>
                <a:cubicBezTo>
                  <a:pt x="4038816" y="12649"/>
                  <a:pt x="4033949" y="9373"/>
                  <a:pt x="4027968" y="6891"/>
                </a:cubicBezTo>
                <a:cubicBezTo>
                  <a:pt x="4021988" y="4410"/>
                  <a:pt x="4014734" y="3169"/>
                  <a:pt x="4006208" y="3169"/>
                </a:cubicBezTo>
                <a:lnTo>
                  <a:pt x="3944743" y="3169"/>
                </a:lnTo>
                <a:close/>
                <a:moveTo>
                  <a:pt x="4072061" y="3169"/>
                </a:moveTo>
                <a:lnTo>
                  <a:pt x="4072061" y="139433"/>
                </a:lnTo>
                <a:lnTo>
                  <a:pt x="4102029" y="139433"/>
                </a:lnTo>
                <a:lnTo>
                  <a:pt x="4102029" y="83138"/>
                </a:lnTo>
                <a:lnTo>
                  <a:pt x="4159102" y="83138"/>
                </a:lnTo>
                <a:lnTo>
                  <a:pt x="4159102" y="59837"/>
                </a:lnTo>
                <a:lnTo>
                  <a:pt x="4102029" y="59837"/>
                </a:lnTo>
                <a:lnTo>
                  <a:pt x="4102029" y="28334"/>
                </a:lnTo>
                <a:lnTo>
                  <a:pt x="4167883" y="28334"/>
                </a:lnTo>
                <a:lnTo>
                  <a:pt x="4167883" y="3169"/>
                </a:lnTo>
                <a:lnTo>
                  <a:pt x="4072061" y="3169"/>
                </a:lnTo>
                <a:close/>
                <a:moveTo>
                  <a:pt x="4185255" y="3169"/>
                </a:moveTo>
                <a:lnTo>
                  <a:pt x="4185255" y="139433"/>
                </a:lnTo>
                <a:lnTo>
                  <a:pt x="4213315" y="139433"/>
                </a:lnTo>
                <a:lnTo>
                  <a:pt x="4213315" y="48210"/>
                </a:lnTo>
                <a:lnTo>
                  <a:pt x="4213697" y="48210"/>
                </a:lnTo>
                <a:lnTo>
                  <a:pt x="4270388" y="139433"/>
                </a:lnTo>
                <a:lnTo>
                  <a:pt x="4300356" y="139433"/>
                </a:lnTo>
                <a:lnTo>
                  <a:pt x="4300356" y="3169"/>
                </a:lnTo>
                <a:lnTo>
                  <a:pt x="4272296" y="3169"/>
                </a:lnTo>
                <a:lnTo>
                  <a:pt x="4272296" y="94584"/>
                </a:lnTo>
                <a:lnTo>
                  <a:pt x="4271914" y="94584"/>
                </a:lnTo>
                <a:lnTo>
                  <a:pt x="4215031" y="3169"/>
                </a:lnTo>
                <a:lnTo>
                  <a:pt x="4185255" y="3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860B4-C1BE-453E-818B-4CF66D88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66" y="836658"/>
            <a:ext cx="992634" cy="717589"/>
          </a:xfrm>
          <a:custGeom xmlns:a="http://schemas.openxmlformats.org/drawingml/2006/main">
            <a:pathLst>
              <a:path w="992634" h="717589">
                <a:moveTo>
                  <a:pt x="0" y="717589"/>
                </a:moveTo>
                <a:lnTo>
                  <a:pt x="992634" y="717589"/>
                </a:lnTo>
                <a:lnTo>
                  <a:pt x="992634" y="0"/>
                </a:lnTo>
                <a:lnTo>
                  <a:pt x="0" y="0"/>
                </a:lnTo>
                <a:lnTo>
                  <a:pt x="0" y="717589"/>
                </a:lnTo>
                <a:close/>
              </a:path>
            </a:pathLst>
          </a:custGeom>
          <a:solidFill xmlns:a="http://schemas.openxmlformats.org/drawingml/2006/main">
            <a:srgbClr val="FCF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34F65-1E89-4127-86A0-4BAF522C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68" y="836661"/>
            <a:ext cx="992635" cy="717587"/>
          </a:xfrm>
          <a:custGeom xmlns:a="http://schemas.openxmlformats.org/drawingml/2006/main">
            <a:pathLst>
              <a:path w="992635" h="717587" fill="none">
                <a:moveTo>
                  <a:pt x="0" y="0"/>
                </a:moveTo>
                <a:lnTo>
                  <a:pt x="992635" y="0"/>
                </a:lnTo>
                <a:lnTo>
                  <a:pt x="992635" y="717587"/>
                </a:lnTo>
                <a:lnTo>
                  <a:pt x="0" y="7175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61" name="Text Original">
            <a:extLst xmlns:a="http://schemas.openxmlformats.org/drawingml/2006/main">
              <a:ext uri="{FF2B5EF4-FFF2-40B4-BE49-F238E27FC236}">
                <a16:creationId xmlns:a16="http://schemas.microsoft.com/office/drawing/2014/main" id="{A03AA7B1-C2EB-4016-880D-02035BAF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21" y="1032819"/>
            <a:ext cx="554512" cy="157071"/>
          </a:xfrm>
          <a:custGeom xmlns:a="http://schemas.openxmlformats.org/drawingml/2006/main">
            <a:pathLst>
              <a:path w="554512" h="157071">
                <a:moveTo>
                  <a:pt x="15867" y="62470"/>
                </a:moveTo>
                <a:cubicBezTo>
                  <a:pt x="15867" y="56459"/>
                  <a:pt x="16646" y="50531"/>
                  <a:pt x="18204" y="44686"/>
                </a:cubicBezTo>
                <a:cubicBezTo>
                  <a:pt x="19764" y="38841"/>
                  <a:pt x="22214" y="33581"/>
                  <a:pt x="25554" y="28906"/>
                </a:cubicBezTo>
                <a:cubicBezTo>
                  <a:pt x="28894" y="24230"/>
                  <a:pt x="33181" y="20472"/>
                  <a:pt x="38414" y="17633"/>
                </a:cubicBezTo>
                <a:cubicBezTo>
                  <a:pt x="43649" y="14794"/>
                  <a:pt x="49885" y="13375"/>
                  <a:pt x="57123" y="13375"/>
                </a:cubicBezTo>
                <a:cubicBezTo>
                  <a:pt x="64359" y="13375"/>
                  <a:pt x="70594" y="14794"/>
                  <a:pt x="75827" y="17633"/>
                </a:cubicBezTo>
                <a:cubicBezTo>
                  <a:pt x="81061" y="20472"/>
                  <a:pt x="85349" y="24230"/>
                  <a:pt x="88689" y="28906"/>
                </a:cubicBezTo>
                <a:cubicBezTo>
                  <a:pt x="92029" y="33581"/>
                  <a:pt x="94478" y="38841"/>
                  <a:pt x="96036" y="44686"/>
                </a:cubicBezTo>
                <a:cubicBezTo>
                  <a:pt x="97596" y="50531"/>
                  <a:pt x="98376" y="56459"/>
                  <a:pt x="98376" y="62470"/>
                </a:cubicBezTo>
                <a:cubicBezTo>
                  <a:pt x="98376" y="68481"/>
                  <a:pt x="97596" y="74409"/>
                  <a:pt x="96036" y="80253"/>
                </a:cubicBezTo>
                <a:cubicBezTo>
                  <a:pt x="94478" y="86098"/>
                  <a:pt x="92029" y="91358"/>
                  <a:pt x="88689" y="96034"/>
                </a:cubicBezTo>
                <a:cubicBezTo>
                  <a:pt x="85349" y="100710"/>
                  <a:pt x="81061" y="104467"/>
                  <a:pt x="75827" y="107306"/>
                </a:cubicBezTo>
                <a:cubicBezTo>
                  <a:pt x="70594" y="110145"/>
                  <a:pt x="64359" y="111565"/>
                  <a:pt x="57123" y="111565"/>
                </a:cubicBezTo>
                <a:cubicBezTo>
                  <a:pt x="49885" y="111565"/>
                  <a:pt x="43649" y="110145"/>
                  <a:pt x="38414" y="107306"/>
                </a:cubicBezTo>
                <a:cubicBezTo>
                  <a:pt x="33181" y="104467"/>
                  <a:pt x="28894" y="100710"/>
                  <a:pt x="25554" y="96034"/>
                </a:cubicBezTo>
                <a:cubicBezTo>
                  <a:pt x="22214" y="91358"/>
                  <a:pt x="19764" y="86098"/>
                  <a:pt x="18204" y="80253"/>
                </a:cubicBezTo>
                <a:cubicBezTo>
                  <a:pt x="16646" y="74409"/>
                  <a:pt x="15867" y="68481"/>
                  <a:pt x="15867" y="62470"/>
                </a:cubicBezTo>
                <a:moveTo>
                  <a:pt x="0" y="62472"/>
                </a:moveTo>
                <a:cubicBezTo>
                  <a:pt x="0" y="70600"/>
                  <a:pt x="1197" y="78424"/>
                  <a:pt x="3591" y="85942"/>
                </a:cubicBezTo>
                <a:cubicBezTo>
                  <a:pt x="5985" y="93458"/>
                  <a:pt x="9576" y="100112"/>
                  <a:pt x="14364" y="105902"/>
                </a:cubicBezTo>
                <a:cubicBezTo>
                  <a:pt x="19151" y="111692"/>
                  <a:pt x="25108" y="116285"/>
                  <a:pt x="32234" y="119682"/>
                </a:cubicBezTo>
                <a:cubicBezTo>
                  <a:pt x="39361" y="123078"/>
                  <a:pt x="47657" y="124776"/>
                  <a:pt x="57120" y="124776"/>
                </a:cubicBezTo>
                <a:cubicBezTo>
                  <a:pt x="66586" y="124776"/>
                  <a:pt x="74881" y="123078"/>
                  <a:pt x="82007" y="119682"/>
                </a:cubicBezTo>
                <a:cubicBezTo>
                  <a:pt x="89134" y="116285"/>
                  <a:pt x="95092" y="111692"/>
                  <a:pt x="99880" y="105902"/>
                </a:cubicBezTo>
                <a:cubicBezTo>
                  <a:pt x="104668" y="100112"/>
                  <a:pt x="108258" y="93458"/>
                  <a:pt x="110652" y="85942"/>
                </a:cubicBezTo>
                <a:cubicBezTo>
                  <a:pt x="113046" y="78424"/>
                  <a:pt x="114243" y="70600"/>
                  <a:pt x="114243" y="62472"/>
                </a:cubicBezTo>
                <a:cubicBezTo>
                  <a:pt x="114243" y="54342"/>
                  <a:pt x="113046" y="46519"/>
                  <a:pt x="110652" y="39003"/>
                </a:cubicBezTo>
                <a:cubicBezTo>
                  <a:pt x="108258" y="31486"/>
                  <a:pt x="104668" y="24833"/>
                  <a:pt x="99880" y="19043"/>
                </a:cubicBezTo>
                <a:cubicBezTo>
                  <a:pt x="95092" y="13252"/>
                  <a:pt x="89134" y="8631"/>
                  <a:pt x="82007" y="5179"/>
                </a:cubicBezTo>
                <a:cubicBezTo>
                  <a:pt x="74881" y="1726"/>
                  <a:pt x="66586" y="0"/>
                  <a:pt x="57120" y="0"/>
                </a:cubicBezTo>
                <a:cubicBezTo>
                  <a:pt x="47657" y="0"/>
                  <a:pt x="39361" y="1726"/>
                  <a:pt x="32234" y="5179"/>
                </a:cubicBezTo>
                <a:cubicBezTo>
                  <a:pt x="25108" y="8631"/>
                  <a:pt x="19151" y="13252"/>
                  <a:pt x="14364" y="19043"/>
                </a:cubicBezTo>
                <a:cubicBezTo>
                  <a:pt x="9576" y="24833"/>
                  <a:pt x="5985" y="31486"/>
                  <a:pt x="3591" y="39003"/>
                </a:cubicBezTo>
                <a:cubicBezTo>
                  <a:pt x="1197" y="46519"/>
                  <a:pt x="0" y="54342"/>
                  <a:pt x="0" y="62472"/>
                </a:cubicBezTo>
                <a:close/>
                <a:moveTo>
                  <a:pt x="130779" y="35769"/>
                </a:moveTo>
                <a:lnTo>
                  <a:pt x="130779" y="122167"/>
                </a:lnTo>
                <a:lnTo>
                  <a:pt x="144974" y="122167"/>
                </a:lnTo>
                <a:lnTo>
                  <a:pt x="144974" y="83712"/>
                </a:lnTo>
                <a:cubicBezTo>
                  <a:pt x="144974" y="78139"/>
                  <a:pt x="145531" y="73208"/>
                  <a:pt x="146644" y="68918"/>
                </a:cubicBezTo>
                <a:cubicBezTo>
                  <a:pt x="147758" y="64626"/>
                  <a:pt x="149541" y="60975"/>
                  <a:pt x="151991" y="57966"/>
                </a:cubicBezTo>
                <a:cubicBezTo>
                  <a:pt x="154441" y="54956"/>
                  <a:pt x="157670" y="52671"/>
                  <a:pt x="161678" y="51111"/>
                </a:cubicBezTo>
                <a:cubicBezTo>
                  <a:pt x="165686" y="49549"/>
                  <a:pt x="170529" y="48769"/>
                  <a:pt x="176207" y="48769"/>
                </a:cubicBezTo>
                <a:lnTo>
                  <a:pt x="176207" y="33763"/>
                </a:lnTo>
                <a:cubicBezTo>
                  <a:pt x="168525" y="33540"/>
                  <a:pt x="162179" y="35100"/>
                  <a:pt x="157167" y="38442"/>
                </a:cubicBezTo>
                <a:cubicBezTo>
                  <a:pt x="152156" y="41784"/>
                  <a:pt x="147926" y="46964"/>
                  <a:pt x="144475" y="53983"/>
                </a:cubicBezTo>
                <a:lnTo>
                  <a:pt x="144141" y="53983"/>
                </a:lnTo>
                <a:lnTo>
                  <a:pt x="144141" y="35769"/>
                </a:lnTo>
                <a:lnTo>
                  <a:pt x="130779" y="35769"/>
                </a:lnTo>
                <a:close/>
                <a:moveTo>
                  <a:pt x="201931" y="20388"/>
                </a:moveTo>
                <a:lnTo>
                  <a:pt x="201931" y="2936"/>
                </a:lnTo>
                <a:lnTo>
                  <a:pt x="187733" y="2936"/>
                </a:lnTo>
                <a:lnTo>
                  <a:pt x="187733" y="20388"/>
                </a:lnTo>
                <a:lnTo>
                  <a:pt x="201931" y="20388"/>
                </a:lnTo>
                <a:moveTo>
                  <a:pt x="187733" y="35817"/>
                </a:moveTo>
                <a:lnTo>
                  <a:pt x="187733" y="122167"/>
                </a:lnTo>
                <a:lnTo>
                  <a:pt x="201931" y="122167"/>
                </a:lnTo>
                <a:lnTo>
                  <a:pt x="201931" y="35817"/>
                </a:lnTo>
                <a:lnTo>
                  <a:pt x="187733" y="35817"/>
                </a:lnTo>
                <a:close/>
                <a:moveTo>
                  <a:pt x="298467" y="114799"/>
                </a:moveTo>
                <a:lnTo>
                  <a:pt x="298467" y="35769"/>
                </a:lnTo>
                <a:lnTo>
                  <a:pt x="285105" y="35769"/>
                </a:lnTo>
                <a:lnTo>
                  <a:pt x="285105" y="48132"/>
                </a:lnTo>
                <a:lnTo>
                  <a:pt x="284939" y="48132"/>
                </a:lnTo>
                <a:cubicBezTo>
                  <a:pt x="282379" y="43342"/>
                  <a:pt x="278816" y="39750"/>
                  <a:pt x="274251" y="37356"/>
                </a:cubicBezTo>
                <a:cubicBezTo>
                  <a:pt x="269686" y="34961"/>
                  <a:pt x="264674" y="33763"/>
                  <a:pt x="259217" y="33763"/>
                </a:cubicBezTo>
                <a:cubicBezTo>
                  <a:pt x="251757" y="33763"/>
                  <a:pt x="245465" y="35183"/>
                  <a:pt x="240343" y="38024"/>
                </a:cubicBezTo>
                <a:cubicBezTo>
                  <a:pt x="235222" y="40863"/>
                  <a:pt x="231102" y="44483"/>
                  <a:pt x="227985" y="48883"/>
                </a:cubicBezTo>
                <a:cubicBezTo>
                  <a:pt x="224867" y="53284"/>
                  <a:pt x="222640" y="58186"/>
                  <a:pt x="221302" y="63589"/>
                </a:cubicBezTo>
                <a:cubicBezTo>
                  <a:pt x="219967" y="68990"/>
                  <a:pt x="219299" y="74252"/>
                  <a:pt x="219299" y="79374"/>
                </a:cubicBezTo>
                <a:cubicBezTo>
                  <a:pt x="219299" y="85278"/>
                  <a:pt x="220106" y="90876"/>
                  <a:pt x="221720" y="96166"/>
                </a:cubicBezTo>
                <a:cubicBezTo>
                  <a:pt x="223336" y="101457"/>
                  <a:pt x="225758" y="106080"/>
                  <a:pt x="228986" y="110036"/>
                </a:cubicBezTo>
                <a:cubicBezTo>
                  <a:pt x="232216" y="113989"/>
                  <a:pt x="236225" y="117136"/>
                  <a:pt x="241013" y="119475"/>
                </a:cubicBezTo>
                <a:cubicBezTo>
                  <a:pt x="245801" y="121813"/>
                  <a:pt x="251424" y="122982"/>
                  <a:pt x="257882" y="122982"/>
                </a:cubicBezTo>
                <a:cubicBezTo>
                  <a:pt x="263448" y="122982"/>
                  <a:pt x="268708" y="121730"/>
                  <a:pt x="273662" y="119226"/>
                </a:cubicBezTo>
                <a:cubicBezTo>
                  <a:pt x="278618" y="116720"/>
                  <a:pt x="282321" y="112794"/>
                  <a:pt x="284771" y="107449"/>
                </a:cubicBezTo>
                <a:lnTo>
                  <a:pt x="285105" y="107449"/>
                </a:lnTo>
                <a:lnTo>
                  <a:pt x="285105" y="113127"/>
                </a:lnTo>
                <a:cubicBezTo>
                  <a:pt x="285105" y="117915"/>
                  <a:pt x="284632" y="122310"/>
                  <a:pt x="283686" y="126313"/>
                </a:cubicBezTo>
                <a:cubicBezTo>
                  <a:pt x="282739" y="130316"/>
                  <a:pt x="281208" y="133734"/>
                  <a:pt x="279093" y="136568"/>
                </a:cubicBezTo>
                <a:cubicBezTo>
                  <a:pt x="276978" y="139402"/>
                  <a:pt x="274305" y="141625"/>
                  <a:pt x="271075" y="143235"/>
                </a:cubicBezTo>
                <a:cubicBezTo>
                  <a:pt x="267847" y="144848"/>
                  <a:pt x="263894" y="145654"/>
                  <a:pt x="259217" y="145654"/>
                </a:cubicBezTo>
                <a:cubicBezTo>
                  <a:pt x="256879" y="145654"/>
                  <a:pt x="254430" y="145403"/>
                  <a:pt x="251870" y="144902"/>
                </a:cubicBezTo>
                <a:cubicBezTo>
                  <a:pt x="249309" y="144401"/>
                  <a:pt x="246943" y="143593"/>
                  <a:pt x="244772" y="142478"/>
                </a:cubicBezTo>
                <a:cubicBezTo>
                  <a:pt x="242601" y="141366"/>
                  <a:pt x="240763" y="139918"/>
                  <a:pt x="239259" y="138136"/>
                </a:cubicBezTo>
                <a:cubicBezTo>
                  <a:pt x="237758" y="136355"/>
                  <a:pt x="236950" y="134185"/>
                  <a:pt x="236838" y="131624"/>
                </a:cubicBezTo>
                <a:lnTo>
                  <a:pt x="222640" y="131624"/>
                </a:lnTo>
                <a:cubicBezTo>
                  <a:pt x="222863" y="136300"/>
                  <a:pt x="224087" y="140254"/>
                  <a:pt x="226313" y="143488"/>
                </a:cubicBezTo>
                <a:cubicBezTo>
                  <a:pt x="228540" y="146723"/>
                  <a:pt x="231352" y="149348"/>
                  <a:pt x="234749" y="151363"/>
                </a:cubicBezTo>
                <a:cubicBezTo>
                  <a:pt x="238145" y="153378"/>
                  <a:pt x="241930" y="154833"/>
                  <a:pt x="246105" y="155728"/>
                </a:cubicBezTo>
                <a:cubicBezTo>
                  <a:pt x="250281" y="156624"/>
                  <a:pt x="254374" y="157071"/>
                  <a:pt x="258384" y="157071"/>
                </a:cubicBezTo>
                <a:cubicBezTo>
                  <a:pt x="272190" y="157071"/>
                  <a:pt x="282322" y="153562"/>
                  <a:pt x="288780" y="146543"/>
                </a:cubicBezTo>
                <a:cubicBezTo>
                  <a:pt x="295238" y="139526"/>
                  <a:pt x="298467" y="128945"/>
                  <a:pt x="298467" y="114799"/>
                </a:cubicBezTo>
                <a:moveTo>
                  <a:pt x="258718" y="110586"/>
                </a:moveTo>
                <a:cubicBezTo>
                  <a:pt x="254040" y="110586"/>
                  <a:pt x="250143" y="109613"/>
                  <a:pt x="247025" y="107665"/>
                </a:cubicBezTo>
                <a:cubicBezTo>
                  <a:pt x="243909" y="105718"/>
                  <a:pt x="241404" y="103159"/>
                  <a:pt x="239509" y="99987"/>
                </a:cubicBezTo>
                <a:cubicBezTo>
                  <a:pt x="237616" y="96815"/>
                  <a:pt x="236280" y="93282"/>
                  <a:pt x="235500" y="89387"/>
                </a:cubicBezTo>
                <a:cubicBezTo>
                  <a:pt x="234722" y="85493"/>
                  <a:pt x="234333" y="81598"/>
                  <a:pt x="234333" y="77702"/>
                </a:cubicBezTo>
                <a:cubicBezTo>
                  <a:pt x="234333" y="73586"/>
                  <a:pt x="234806" y="69635"/>
                  <a:pt x="235753" y="65852"/>
                </a:cubicBezTo>
                <a:cubicBezTo>
                  <a:pt x="236699" y="62068"/>
                  <a:pt x="238202" y="58729"/>
                  <a:pt x="240261" y="55836"/>
                </a:cubicBezTo>
                <a:cubicBezTo>
                  <a:pt x="242322" y="52942"/>
                  <a:pt x="244966" y="50633"/>
                  <a:pt x="248195" y="48909"/>
                </a:cubicBezTo>
                <a:cubicBezTo>
                  <a:pt x="251424" y="47184"/>
                  <a:pt x="255322" y="46322"/>
                  <a:pt x="259887" y="46322"/>
                </a:cubicBezTo>
                <a:cubicBezTo>
                  <a:pt x="264340" y="46322"/>
                  <a:pt x="268126" y="47212"/>
                  <a:pt x="271244" y="48993"/>
                </a:cubicBezTo>
                <a:cubicBezTo>
                  <a:pt x="274361" y="50774"/>
                  <a:pt x="276894" y="53139"/>
                  <a:pt x="278841" y="56088"/>
                </a:cubicBezTo>
                <a:cubicBezTo>
                  <a:pt x="280790" y="59036"/>
                  <a:pt x="282209" y="62347"/>
                  <a:pt x="283099" y="66020"/>
                </a:cubicBezTo>
                <a:cubicBezTo>
                  <a:pt x="283991" y="69691"/>
                  <a:pt x="284437" y="73419"/>
                  <a:pt x="284437" y="77203"/>
                </a:cubicBezTo>
                <a:cubicBezTo>
                  <a:pt x="284437" y="81209"/>
                  <a:pt x="283964" y="85215"/>
                  <a:pt x="283018" y="89222"/>
                </a:cubicBezTo>
                <a:cubicBezTo>
                  <a:pt x="282071" y="93226"/>
                  <a:pt x="280596" y="96815"/>
                  <a:pt x="278591" y="99987"/>
                </a:cubicBezTo>
                <a:cubicBezTo>
                  <a:pt x="276588" y="103159"/>
                  <a:pt x="273943" y="105718"/>
                  <a:pt x="270657" y="107665"/>
                </a:cubicBezTo>
                <a:cubicBezTo>
                  <a:pt x="267373" y="109613"/>
                  <a:pt x="263393" y="110586"/>
                  <a:pt x="258718" y="110586"/>
                </a:cubicBezTo>
                <a:close/>
                <a:moveTo>
                  <a:pt x="334881" y="20388"/>
                </a:moveTo>
                <a:lnTo>
                  <a:pt x="334881" y="2936"/>
                </a:lnTo>
                <a:lnTo>
                  <a:pt x="320683" y="2936"/>
                </a:lnTo>
                <a:lnTo>
                  <a:pt x="320683" y="20388"/>
                </a:lnTo>
                <a:lnTo>
                  <a:pt x="334881" y="20388"/>
                </a:lnTo>
                <a:moveTo>
                  <a:pt x="320683" y="35817"/>
                </a:moveTo>
                <a:lnTo>
                  <a:pt x="320683" y="122167"/>
                </a:lnTo>
                <a:lnTo>
                  <a:pt x="334881" y="122167"/>
                </a:lnTo>
                <a:lnTo>
                  <a:pt x="334881" y="35817"/>
                </a:lnTo>
                <a:lnTo>
                  <a:pt x="320683" y="35817"/>
                </a:lnTo>
                <a:close/>
                <a:moveTo>
                  <a:pt x="356926" y="35769"/>
                </a:moveTo>
                <a:lnTo>
                  <a:pt x="356926" y="122167"/>
                </a:lnTo>
                <a:lnTo>
                  <a:pt x="371124" y="122167"/>
                </a:lnTo>
                <a:lnTo>
                  <a:pt x="371124" y="73385"/>
                </a:lnTo>
                <a:cubicBezTo>
                  <a:pt x="371124" y="69488"/>
                  <a:pt x="371652" y="65896"/>
                  <a:pt x="372709" y="62610"/>
                </a:cubicBezTo>
                <a:cubicBezTo>
                  <a:pt x="373767" y="59324"/>
                  <a:pt x="375354" y="56456"/>
                  <a:pt x="377470" y="54006"/>
                </a:cubicBezTo>
                <a:cubicBezTo>
                  <a:pt x="379585" y="51556"/>
                  <a:pt x="382229" y="49663"/>
                  <a:pt x="385403" y="48328"/>
                </a:cubicBezTo>
                <a:cubicBezTo>
                  <a:pt x="388577" y="46991"/>
                  <a:pt x="392335" y="46322"/>
                  <a:pt x="396678" y="46322"/>
                </a:cubicBezTo>
                <a:cubicBezTo>
                  <a:pt x="402134" y="46322"/>
                  <a:pt x="406420" y="47882"/>
                  <a:pt x="409538" y="51001"/>
                </a:cubicBezTo>
                <a:cubicBezTo>
                  <a:pt x="412656" y="54119"/>
                  <a:pt x="414214" y="58350"/>
                  <a:pt x="414214" y="63696"/>
                </a:cubicBezTo>
                <a:lnTo>
                  <a:pt x="414214" y="122167"/>
                </a:lnTo>
                <a:lnTo>
                  <a:pt x="428412" y="122167"/>
                </a:lnTo>
                <a:lnTo>
                  <a:pt x="428412" y="65347"/>
                </a:lnTo>
                <a:cubicBezTo>
                  <a:pt x="428412" y="60668"/>
                  <a:pt x="427939" y="56407"/>
                  <a:pt x="426993" y="52564"/>
                </a:cubicBezTo>
                <a:cubicBezTo>
                  <a:pt x="426046" y="48720"/>
                  <a:pt x="424404" y="45406"/>
                  <a:pt x="422064" y="42622"/>
                </a:cubicBezTo>
                <a:cubicBezTo>
                  <a:pt x="419726" y="39835"/>
                  <a:pt x="416664" y="37662"/>
                  <a:pt x="412879" y="36103"/>
                </a:cubicBezTo>
                <a:cubicBezTo>
                  <a:pt x="409094" y="34543"/>
                  <a:pt x="404361" y="33763"/>
                  <a:pt x="398681" y="33763"/>
                </a:cubicBezTo>
                <a:cubicBezTo>
                  <a:pt x="385876" y="33763"/>
                  <a:pt x="376522" y="38999"/>
                  <a:pt x="370622" y="49472"/>
                </a:cubicBezTo>
                <a:lnTo>
                  <a:pt x="370288" y="49472"/>
                </a:lnTo>
                <a:lnTo>
                  <a:pt x="370288" y="35769"/>
                </a:lnTo>
                <a:lnTo>
                  <a:pt x="356926" y="35769"/>
                </a:lnTo>
                <a:close/>
                <a:moveTo>
                  <a:pt x="526286" y="121789"/>
                </a:moveTo>
                <a:cubicBezTo>
                  <a:pt x="523836" y="123237"/>
                  <a:pt x="520440" y="123961"/>
                  <a:pt x="516097" y="123961"/>
                </a:cubicBezTo>
                <a:cubicBezTo>
                  <a:pt x="512424" y="123961"/>
                  <a:pt x="509502" y="122931"/>
                  <a:pt x="507330" y="120872"/>
                </a:cubicBezTo>
                <a:cubicBezTo>
                  <a:pt x="505159" y="118811"/>
                  <a:pt x="504073" y="115442"/>
                  <a:pt x="504073" y="110764"/>
                </a:cubicBezTo>
                <a:cubicBezTo>
                  <a:pt x="500176" y="115442"/>
                  <a:pt x="495638" y="118811"/>
                  <a:pt x="490459" y="120872"/>
                </a:cubicBezTo>
                <a:cubicBezTo>
                  <a:pt x="485282" y="122931"/>
                  <a:pt x="479687" y="123961"/>
                  <a:pt x="473674" y="123961"/>
                </a:cubicBezTo>
                <a:cubicBezTo>
                  <a:pt x="469777" y="123961"/>
                  <a:pt x="466074" y="123516"/>
                  <a:pt x="462565" y="122625"/>
                </a:cubicBezTo>
                <a:cubicBezTo>
                  <a:pt x="459059" y="121735"/>
                  <a:pt x="456025" y="120344"/>
                  <a:pt x="453465" y="118451"/>
                </a:cubicBezTo>
                <a:cubicBezTo>
                  <a:pt x="450904" y="116558"/>
                  <a:pt x="448872" y="114082"/>
                  <a:pt x="447368" y="111022"/>
                </a:cubicBezTo>
                <a:cubicBezTo>
                  <a:pt x="445865" y="107960"/>
                  <a:pt x="445113" y="104259"/>
                  <a:pt x="445113" y="99918"/>
                </a:cubicBezTo>
                <a:cubicBezTo>
                  <a:pt x="445113" y="95020"/>
                  <a:pt x="445948" y="91012"/>
                  <a:pt x="447618" y="87896"/>
                </a:cubicBezTo>
                <a:cubicBezTo>
                  <a:pt x="449288" y="84780"/>
                  <a:pt x="451487" y="82249"/>
                  <a:pt x="454214" y="80302"/>
                </a:cubicBezTo>
                <a:cubicBezTo>
                  <a:pt x="456942" y="78353"/>
                  <a:pt x="460060" y="76877"/>
                  <a:pt x="463567" y="75875"/>
                </a:cubicBezTo>
                <a:cubicBezTo>
                  <a:pt x="467075" y="74873"/>
                  <a:pt x="470667" y="74038"/>
                  <a:pt x="474342" y="73370"/>
                </a:cubicBezTo>
                <a:cubicBezTo>
                  <a:pt x="478240" y="72592"/>
                  <a:pt x="481942" y="72008"/>
                  <a:pt x="485449" y="71619"/>
                </a:cubicBezTo>
                <a:cubicBezTo>
                  <a:pt x="488955" y="71228"/>
                  <a:pt x="492045" y="70671"/>
                  <a:pt x="494718" y="69947"/>
                </a:cubicBezTo>
                <a:cubicBezTo>
                  <a:pt x="497390" y="69223"/>
                  <a:pt x="499506" y="68167"/>
                  <a:pt x="501064" y="66777"/>
                </a:cubicBezTo>
                <a:cubicBezTo>
                  <a:pt x="502623" y="65385"/>
                  <a:pt x="503403" y="63353"/>
                  <a:pt x="503403" y="60681"/>
                </a:cubicBezTo>
                <a:cubicBezTo>
                  <a:pt x="503403" y="57565"/>
                  <a:pt x="502819" y="55060"/>
                  <a:pt x="501650" y="53168"/>
                </a:cubicBezTo>
                <a:cubicBezTo>
                  <a:pt x="500481" y="51275"/>
                  <a:pt x="498977" y="49828"/>
                  <a:pt x="497139" y="48827"/>
                </a:cubicBezTo>
                <a:cubicBezTo>
                  <a:pt x="495302" y="47825"/>
                  <a:pt x="493242" y="47157"/>
                  <a:pt x="490959" y="46824"/>
                </a:cubicBezTo>
                <a:cubicBezTo>
                  <a:pt x="488677" y="46490"/>
                  <a:pt x="486423" y="46322"/>
                  <a:pt x="484197" y="46322"/>
                </a:cubicBezTo>
                <a:cubicBezTo>
                  <a:pt x="478184" y="46322"/>
                  <a:pt x="473174" y="47460"/>
                  <a:pt x="469166" y="49735"/>
                </a:cubicBezTo>
                <a:cubicBezTo>
                  <a:pt x="465158" y="52010"/>
                  <a:pt x="462987" y="56309"/>
                  <a:pt x="462652" y="62633"/>
                </a:cubicBezTo>
                <a:lnTo>
                  <a:pt x="448454" y="62633"/>
                </a:lnTo>
                <a:cubicBezTo>
                  <a:pt x="448677" y="57293"/>
                  <a:pt x="449790" y="52787"/>
                  <a:pt x="451793" y="49115"/>
                </a:cubicBezTo>
                <a:cubicBezTo>
                  <a:pt x="453798" y="45444"/>
                  <a:pt x="456470" y="42468"/>
                  <a:pt x="459810" y="40188"/>
                </a:cubicBezTo>
                <a:cubicBezTo>
                  <a:pt x="463151" y="37908"/>
                  <a:pt x="466964" y="36267"/>
                  <a:pt x="471251" y="35267"/>
                </a:cubicBezTo>
                <a:cubicBezTo>
                  <a:pt x="475539" y="34264"/>
                  <a:pt x="480132" y="33763"/>
                  <a:pt x="485031" y="33763"/>
                </a:cubicBezTo>
                <a:cubicBezTo>
                  <a:pt x="488928" y="33763"/>
                  <a:pt x="492798" y="34042"/>
                  <a:pt x="496639" y="34599"/>
                </a:cubicBezTo>
                <a:cubicBezTo>
                  <a:pt x="500481" y="35155"/>
                  <a:pt x="503960" y="36295"/>
                  <a:pt x="507078" y="38022"/>
                </a:cubicBezTo>
                <a:cubicBezTo>
                  <a:pt x="510196" y="39746"/>
                  <a:pt x="512701" y="42167"/>
                  <a:pt x="514594" y="45285"/>
                </a:cubicBezTo>
                <a:cubicBezTo>
                  <a:pt x="516486" y="48401"/>
                  <a:pt x="517433" y="52463"/>
                  <a:pt x="517433" y="57472"/>
                </a:cubicBezTo>
                <a:lnTo>
                  <a:pt x="517433" y="101880"/>
                </a:lnTo>
                <a:cubicBezTo>
                  <a:pt x="517433" y="105221"/>
                  <a:pt x="517627" y="107670"/>
                  <a:pt x="518016" y="109228"/>
                </a:cubicBezTo>
                <a:cubicBezTo>
                  <a:pt x="518407" y="110786"/>
                  <a:pt x="519716" y="111565"/>
                  <a:pt x="521944" y="111565"/>
                </a:cubicBezTo>
                <a:cubicBezTo>
                  <a:pt x="523169" y="111565"/>
                  <a:pt x="524616" y="111298"/>
                  <a:pt x="526286" y="110764"/>
                </a:cubicBezTo>
                <a:lnTo>
                  <a:pt x="526286" y="121789"/>
                </a:lnTo>
                <a:moveTo>
                  <a:pt x="503237" y="77526"/>
                </a:moveTo>
                <a:cubicBezTo>
                  <a:pt x="501455" y="78862"/>
                  <a:pt x="499116" y="79835"/>
                  <a:pt x="496221" y="80447"/>
                </a:cubicBezTo>
                <a:cubicBezTo>
                  <a:pt x="493328" y="81059"/>
                  <a:pt x="490294" y="81559"/>
                  <a:pt x="487120" y="81948"/>
                </a:cubicBezTo>
                <a:cubicBezTo>
                  <a:pt x="483947" y="82337"/>
                  <a:pt x="480745" y="82782"/>
                  <a:pt x="477515" y="83284"/>
                </a:cubicBezTo>
                <a:cubicBezTo>
                  <a:pt x="474287" y="83783"/>
                  <a:pt x="471393" y="84589"/>
                  <a:pt x="468832" y="85702"/>
                </a:cubicBezTo>
                <a:cubicBezTo>
                  <a:pt x="466272" y="86815"/>
                  <a:pt x="464184" y="88400"/>
                  <a:pt x="462568" y="90458"/>
                </a:cubicBezTo>
                <a:cubicBezTo>
                  <a:pt x="460954" y="92515"/>
                  <a:pt x="460147" y="95324"/>
                  <a:pt x="460147" y="98883"/>
                </a:cubicBezTo>
                <a:cubicBezTo>
                  <a:pt x="460147" y="101219"/>
                  <a:pt x="460620" y="103194"/>
                  <a:pt x="461566" y="104809"/>
                </a:cubicBezTo>
                <a:cubicBezTo>
                  <a:pt x="462513" y="106421"/>
                  <a:pt x="463738" y="107727"/>
                  <a:pt x="465241" y="108728"/>
                </a:cubicBezTo>
                <a:cubicBezTo>
                  <a:pt x="466745" y="109729"/>
                  <a:pt x="468498" y="110452"/>
                  <a:pt x="470501" y="110897"/>
                </a:cubicBezTo>
                <a:cubicBezTo>
                  <a:pt x="472506" y="111342"/>
                  <a:pt x="474622" y="111565"/>
                  <a:pt x="476847" y="111565"/>
                </a:cubicBezTo>
                <a:cubicBezTo>
                  <a:pt x="481525" y="111565"/>
                  <a:pt x="485534" y="110925"/>
                  <a:pt x="488874" y="109646"/>
                </a:cubicBezTo>
                <a:cubicBezTo>
                  <a:pt x="492214" y="108366"/>
                  <a:pt x="494942" y="106754"/>
                  <a:pt x="497057" y="104809"/>
                </a:cubicBezTo>
                <a:cubicBezTo>
                  <a:pt x="499173" y="102861"/>
                  <a:pt x="500731" y="100748"/>
                  <a:pt x="501734" y="98468"/>
                </a:cubicBezTo>
                <a:cubicBezTo>
                  <a:pt x="502736" y="96186"/>
                  <a:pt x="503237" y="94044"/>
                  <a:pt x="503237" y="92043"/>
                </a:cubicBezTo>
                <a:lnTo>
                  <a:pt x="503237" y="77526"/>
                </a:lnTo>
                <a:close/>
                <a:moveTo>
                  <a:pt x="540314" y="2936"/>
                </a:moveTo>
                <a:lnTo>
                  <a:pt x="540314" y="122167"/>
                </a:lnTo>
                <a:lnTo>
                  <a:pt x="554512" y="122167"/>
                </a:lnTo>
                <a:lnTo>
                  <a:pt x="554512" y="2936"/>
                </a:lnTo>
                <a:lnTo>
                  <a:pt x="540314" y="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Data">
            <a:extLst xmlns:a="http://schemas.openxmlformats.org/drawingml/2006/main">
              <a:ext uri="{FF2B5EF4-FFF2-40B4-BE49-F238E27FC236}">
                <a16:creationId xmlns:a16="http://schemas.microsoft.com/office/drawing/2014/main" id="{0D1176D5-0C6D-4C10-A9FE-235317F7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3" y="1237277"/>
            <a:ext cx="334041" cy="121025"/>
          </a:xfrm>
          <a:custGeom xmlns:a="http://schemas.openxmlformats.org/drawingml/2006/main">
            <a:pathLst>
              <a:path w="334041" h="121025">
                <a:moveTo>
                  <a:pt x="15867" y="105856"/>
                </a:moveTo>
                <a:lnTo>
                  <a:pt x="15867" y="13375"/>
                </a:lnTo>
                <a:lnTo>
                  <a:pt x="42591" y="13375"/>
                </a:lnTo>
                <a:cubicBezTo>
                  <a:pt x="49939" y="13375"/>
                  <a:pt x="56119" y="14404"/>
                  <a:pt x="61129" y="16464"/>
                </a:cubicBezTo>
                <a:cubicBezTo>
                  <a:pt x="66140" y="18523"/>
                  <a:pt x="70232" y="21527"/>
                  <a:pt x="73405" y="25478"/>
                </a:cubicBezTo>
                <a:cubicBezTo>
                  <a:pt x="76579" y="29428"/>
                  <a:pt x="78862" y="34213"/>
                  <a:pt x="80253" y="39834"/>
                </a:cubicBezTo>
                <a:cubicBezTo>
                  <a:pt x="81645" y="45454"/>
                  <a:pt x="82341" y="51825"/>
                  <a:pt x="82341" y="58948"/>
                </a:cubicBezTo>
                <a:cubicBezTo>
                  <a:pt x="82341" y="66293"/>
                  <a:pt x="81589" y="72553"/>
                  <a:pt x="80085" y="77728"/>
                </a:cubicBezTo>
                <a:cubicBezTo>
                  <a:pt x="78583" y="82903"/>
                  <a:pt x="76663" y="87216"/>
                  <a:pt x="74323" y="90667"/>
                </a:cubicBezTo>
                <a:cubicBezTo>
                  <a:pt x="71985" y="94116"/>
                  <a:pt x="69341" y="96842"/>
                  <a:pt x="66389" y="98845"/>
                </a:cubicBezTo>
                <a:cubicBezTo>
                  <a:pt x="63440" y="100848"/>
                  <a:pt x="60461" y="102378"/>
                  <a:pt x="57454" y="103435"/>
                </a:cubicBezTo>
                <a:cubicBezTo>
                  <a:pt x="54449" y="104492"/>
                  <a:pt x="51610" y="105159"/>
                  <a:pt x="48937" y="105438"/>
                </a:cubicBezTo>
                <a:cubicBezTo>
                  <a:pt x="46264" y="105717"/>
                  <a:pt x="44038" y="105856"/>
                  <a:pt x="42257" y="105856"/>
                </a:cubicBezTo>
                <a:lnTo>
                  <a:pt x="15867" y="105856"/>
                </a:lnTo>
                <a:moveTo>
                  <a:pt x="0" y="0"/>
                </a:moveTo>
                <a:lnTo>
                  <a:pt x="0" y="119231"/>
                </a:lnTo>
                <a:lnTo>
                  <a:pt x="40919" y="119231"/>
                </a:lnTo>
                <a:cubicBezTo>
                  <a:pt x="50830" y="119231"/>
                  <a:pt x="59404" y="117839"/>
                  <a:pt x="66642" y="115056"/>
                </a:cubicBezTo>
                <a:cubicBezTo>
                  <a:pt x="73880" y="112273"/>
                  <a:pt x="79836" y="108238"/>
                  <a:pt x="84512" y="102951"/>
                </a:cubicBezTo>
                <a:cubicBezTo>
                  <a:pt x="89189" y="97662"/>
                  <a:pt x="92641" y="91148"/>
                  <a:pt x="94867" y="83411"/>
                </a:cubicBezTo>
                <a:cubicBezTo>
                  <a:pt x="97094" y="75674"/>
                  <a:pt x="98208" y="66795"/>
                  <a:pt x="98208" y="56776"/>
                </a:cubicBezTo>
                <a:cubicBezTo>
                  <a:pt x="98208" y="37628"/>
                  <a:pt x="93253" y="23379"/>
                  <a:pt x="83342" y="14027"/>
                </a:cubicBezTo>
                <a:cubicBezTo>
                  <a:pt x="73434" y="4676"/>
                  <a:pt x="59293" y="0"/>
                  <a:pt x="40919" y="0"/>
                </a:cubicBezTo>
                <a:lnTo>
                  <a:pt x="0" y="0"/>
                </a:lnTo>
                <a:close/>
                <a:moveTo>
                  <a:pt x="191740" y="118854"/>
                </a:moveTo>
                <a:cubicBezTo>
                  <a:pt x="189290" y="120301"/>
                  <a:pt x="185893" y="121025"/>
                  <a:pt x="181551" y="121025"/>
                </a:cubicBezTo>
                <a:cubicBezTo>
                  <a:pt x="177877" y="121025"/>
                  <a:pt x="174955" y="119995"/>
                  <a:pt x="172784" y="117936"/>
                </a:cubicBezTo>
                <a:cubicBezTo>
                  <a:pt x="170612" y="115875"/>
                  <a:pt x="169527" y="112506"/>
                  <a:pt x="169527" y="107829"/>
                </a:cubicBezTo>
                <a:cubicBezTo>
                  <a:pt x="165629" y="112506"/>
                  <a:pt x="161091" y="115875"/>
                  <a:pt x="155912" y="117936"/>
                </a:cubicBezTo>
                <a:cubicBezTo>
                  <a:pt x="150735" y="119995"/>
                  <a:pt x="145141" y="121025"/>
                  <a:pt x="139128" y="121025"/>
                </a:cubicBezTo>
                <a:cubicBezTo>
                  <a:pt x="135230" y="121025"/>
                  <a:pt x="131527" y="120580"/>
                  <a:pt x="128019" y="119689"/>
                </a:cubicBezTo>
                <a:cubicBezTo>
                  <a:pt x="124512" y="118799"/>
                  <a:pt x="121478" y="117408"/>
                  <a:pt x="118918" y="115515"/>
                </a:cubicBezTo>
                <a:cubicBezTo>
                  <a:pt x="116357" y="113622"/>
                  <a:pt x="114325" y="111146"/>
                  <a:pt x="112822" y="108086"/>
                </a:cubicBezTo>
                <a:cubicBezTo>
                  <a:pt x="111318" y="105024"/>
                  <a:pt x="110566" y="101323"/>
                  <a:pt x="110566" y="96982"/>
                </a:cubicBezTo>
                <a:cubicBezTo>
                  <a:pt x="110566" y="92084"/>
                  <a:pt x="111401" y="88077"/>
                  <a:pt x="113072" y="84961"/>
                </a:cubicBezTo>
                <a:cubicBezTo>
                  <a:pt x="114742" y="81845"/>
                  <a:pt x="116940" y="79313"/>
                  <a:pt x="119667" y="77366"/>
                </a:cubicBezTo>
                <a:cubicBezTo>
                  <a:pt x="122396" y="75417"/>
                  <a:pt x="125513" y="73942"/>
                  <a:pt x="129020" y="72939"/>
                </a:cubicBezTo>
                <a:cubicBezTo>
                  <a:pt x="132529" y="71937"/>
                  <a:pt x="136120" y="71102"/>
                  <a:pt x="139795" y="70434"/>
                </a:cubicBezTo>
                <a:cubicBezTo>
                  <a:pt x="143693" y="69656"/>
                  <a:pt x="147395" y="69072"/>
                  <a:pt x="150902" y="68683"/>
                </a:cubicBezTo>
                <a:cubicBezTo>
                  <a:pt x="154409" y="68292"/>
                  <a:pt x="157498" y="67735"/>
                  <a:pt x="160171" y="67011"/>
                </a:cubicBezTo>
                <a:cubicBezTo>
                  <a:pt x="162844" y="66287"/>
                  <a:pt x="164959" y="65231"/>
                  <a:pt x="166517" y="63841"/>
                </a:cubicBezTo>
                <a:cubicBezTo>
                  <a:pt x="168077" y="62449"/>
                  <a:pt x="168856" y="60417"/>
                  <a:pt x="168856" y="57745"/>
                </a:cubicBezTo>
                <a:cubicBezTo>
                  <a:pt x="168856" y="54629"/>
                  <a:pt x="168272" y="52124"/>
                  <a:pt x="167103" y="50232"/>
                </a:cubicBezTo>
                <a:cubicBezTo>
                  <a:pt x="165934" y="48339"/>
                  <a:pt x="164430" y="46892"/>
                  <a:pt x="162592" y="45891"/>
                </a:cubicBezTo>
                <a:cubicBezTo>
                  <a:pt x="160755" y="44889"/>
                  <a:pt x="158695" y="44221"/>
                  <a:pt x="156412" y="43888"/>
                </a:cubicBezTo>
                <a:cubicBezTo>
                  <a:pt x="154130" y="43554"/>
                  <a:pt x="151876" y="43386"/>
                  <a:pt x="149651" y="43386"/>
                </a:cubicBezTo>
                <a:cubicBezTo>
                  <a:pt x="143638" y="43386"/>
                  <a:pt x="138627" y="44524"/>
                  <a:pt x="134619" y="46799"/>
                </a:cubicBezTo>
                <a:cubicBezTo>
                  <a:pt x="130611" y="49074"/>
                  <a:pt x="128440" y="53373"/>
                  <a:pt x="128105" y="59697"/>
                </a:cubicBezTo>
                <a:lnTo>
                  <a:pt x="113907" y="59697"/>
                </a:lnTo>
                <a:cubicBezTo>
                  <a:pt x="114130" y="54357"/>
                  <a:pt x="115243" y="49851"/>
                  <a:pt x="117246" y="46179"/>
                </a:cubicBezTo>
                <a:cubicBezTo>
                  <a:pt x="119251" y="42508"/>
                  <a:pt x="121923" y="39532"/>
                  <a:pt x="125264" y="37252"/>
                </a:cubicBezTo>
                <a:cubicBezTo>
                  <a:pt x="128604" y="34972"/>
                  <a:pt x="132417" y="33331"/>
                  <a:pt x="136704" y="32331"/>
                </a:cubicBezTo>
                <a:cubicBezTo>
                  <a:pt x="140992" y="31328"/>
                  <a:pt x="145586" y="30827"/>
                  <a:pt x="150484" y="30827"/>
                </a:cubicBezTo>
                <a:cubicBezTo>
                  <a:pt x="154382" y="30827"/>
                  <a:pt x="158251" y="31106"/>
                  <a:pt x="162093" y="31663"/>
                </a:cubicBezTo>
                <a:cubicBezTo>
                  <a:pt x="165934" y="32219"/>
                  <a:pt x="169414" y="33359"/>
                  <a:pt x="172531" y="35086"/>
                </a:cubicBezTo>
                <a:cubicBezTo>
                  <a:pt x="175649" y="36810"/>
                  <a:pt x="178154" y="39231"/>
                  <a:pt x="180047" y="42349"/>
                </a:cubicBezTo>
                <a:cubicBezTo>
                  <a:pt x="181940" y="45465"/>
                  <a:pt x="182886" y="49527"/>
                  <a:pt x="182886" y="54536"/>
                </a:cubicBezTo>
                <a:lnTo>
                  <a:pt x="182886" y="98944"/>
                </a:lnTo>
                <a:cubicBezTo>
                  <a:pt x="182886" y="102285"/>
                  <a:pt x="183081" y="104734"/>
                  <a:pt x="183470" y="106292"/>
                </a:cubicBezTo>
                <a:cubicBezTo>
                  <a:pt x="183860" y="107850"/>
                  <a:pt x="185170" y="108629"/>
                  <a:pt x="187397" y="108629"/>
                </a:cubicBezTo>
                <a:cubicBezTo>
                  <a:pt x="188622" y="108629"/>
                  <a:pt x="190070" y="108362"/>
                  <a:pt x="191740" y="107829"/>
                </a:cubicBezTo>
                <a:lnTo>
                  <a:pt x="191740" y="118854"/>
                </a:lnTo>
                <a:moveTo>
                  <a:pt x="168691" y="74591"/>
                </a:moveTo>
                <a:cubicBezTo>
                  <a:pt x="166908" y="75926"/>
                  <a:pt x="164570" y="76900"/>
                  <a:pt x="161675" y="77511"/>
                </a:cubicBezTo>
                <a:cubicBezTo>
                  <a:pt x="158781" y="78123"/>
                  <a:pt x="155748" y="78623"/>
                  <a:pt x="152574" y="79012"/>
                </a:cubicBezTo>
                <a:cubicBezTo>
                  <a:pt x="149400" y="79401"/>
                  <a:pt x="146198" y="79846"/>
                  <a:pt x="142968" y="80348"/>
                </a:cubicBezTo>
                <a:cubicBezTo>
                  <a:pt x="139740" y="80847"/>
                  <a:pt x="136846" y="81653"/>
                  <a:pt x="134286" y="82766"/>
                </a:cubicBezTo>
                <a:cubicBezTo>
                  <a:pt x="131725" y="83879"/>
                  <a:pt x="129637" y="85464"/>
                  <a:pt x="128021" y="87522"/>
                </a:cubicBezTo>
                <a:cubicBezTo>
                  <a:pt x="126407" y="89579"/>
                  <a:pt x="125600" y="92388"/>
                  <a:pt x="125600" y="95947"/>
                </a:cubicBezTo>
                <a:cubicBezTo>
                  <a:pt x="125600" y="98283"/>
                  <a:pt x="126073" y="100259"/>
                  <a:pt x="127020" y="101873"/>
                </a:cubicBezTo>
                <a:cubicBezTo>
                  <a:pt x="127966" y="103485"/>
                  <a:pt x="129191" y="104792"/>
                  <a:pt x="130695" y="105792"/>
                </a:cubicBezTo>
                <a:cubicBezTo>
                  <a:pt x="132198" y="106793"/>
                  <a:pt x="133952" y="107516"/>
                  <a:pt x="135955" y="107961"/>
                </a:cubicBezTo>
                <a:cubicBezTo>
                  <a:pt x="137960" y="108406"/>
                  <a:pt x="140075" y="108629"/>
                  <a:pt x="142301" y="108629"/>
                </a:cubicBezTo>
                <a:cubicBezTo>
                  <a:pt x="146978" y="108629"/>
                  <a:pt x="150987" y="107989"/>
                  <a:pt x="154327" y="106710"/>
                </a:cubicBezTo>
                <a:cubicBezTo>
                  <a:pt x="157667" y="105430"/>
                  <a:pt x="160395" y="103818"/>
                  <a:pt x="162511" y="101873"/>
                </a:cubicBezTo>
                <a:cubicBezTo>
                  <a:pt x="164626" y="99926"/>
                  <a:pt x="166185" y="97812"/>
                  <a:pt x="167187" y="95532"/>
                </a:cubicBezTo>
                <a:cubicBezTo>
                  <a:pt x="168190" y="93250"/>
                  <a:pt x="168691" y="91108"/>
                  <a:pt x="168691" y="89107"/>
                </a:cubicBezTo>
                <a:lnTo>
                  <a:pt x="168691" y="74591"/>
                </a:lnTo>
                <a:close/>
                <a:moveTo>
                  <a:pt x="224642" y="32784"/>
                </a:moveTo>
                <a:lnTo>
                  <a:pt x="224642" y="7014"/>
                </a:lnTo>
                <a:lnTo>
                  <a:pt x="210445" y="7014"/>
                </a:lnTo>
                <a:lnTo>
                  <a:pt x="210445" y="32784"/>
                </a:lnTo>
                <a:lnTo>
                  <a:pt x="195747" y="32784"/>
                </a:lnTo>
                <a:lnTo>
                  <a:pt x="195747" y="45344"/>
                </a:lnTo>
                <a:lnTo>
                  <a:pt x="210445" y="45344"/>
                </a:lnTo>
                <a:lnTo>
                  <a:pt x="210445" y="100341"/>
                </a:lnTo>
                <a:cubicBezTo>
                  <a:pt x="210445" y="104352"/>
                  <a:pt x="210834" y="107584"/>
                  <a:pt x="211614" y="110036"/>
                </a:cubicBezTo>
                <a:cubicBezTo>
                  <a:pt x="212394" y="112487"/>
                  <a:pt x="213591" y="114383"/>
                  <a:pt x="215205" y="115721"/>
                </a:cubicBezTo>
                <a:cubicBezTo>
                  <a:pt x="216819" y="117059"/>
                  <a:pt x="218935" y="117978"/>
                  <a:pt x="221551" y="118479"/>
                </a:cubicBezTo>
                <a:cubicBezTo>
                  <a:pt x="224168" y="118980"/>
                  <a:pt x="227313" y="119231"/>
                  <a:pt x="230988" y="119231"/>
                </a:cubicBezTo>
                <a:lnTo>
                  <a:pt x="241845" y="119231"/>
                </a:lnTo>
                <a:lnTo>
                  <a:pt x="241845" y="106672"/>
                </a:lnTo>
                <a:lnTo>
                  <a:pt x="235331" y="106672"/>
                </a:lnTo>
                <a:cubicBezTo>
                  <a:pt x="233104" y="106672"/>
                  <a:pt x="231294" y="106588"/>
                  <a:pt x="229903" y="106422"/>
                </a:cubicBezTo>
                <a:cubicBezTo>
                  <a:pt x="228511" y="106254"/>
                  <a:pt x="227425" y="105892"/>
                  <a:pt x="226646" y="105336"/>
                </a:cubicBezTo>
                <a:cubicBezTo>
                  <a:pt x="225867" y="104779"/>
                  <a:pt x="225339" y="103999"/>
                  <a:pt x="225060" y="102997"/>
                </a:cubicBezTo>
                <a:cubicBezTo>
                  <a:pt x="224782" y="101992"/>
                  <a:pt x="224642" y="100655"/>
                  <a:pt x="224642" y="98985"/>
                </a:cubicBezTo>
                <a:lnTo>
                  <a:pt x="224642" y="45344"/>
                </a:lnTo>
                <a:lnTo>
                  <a:pt x="241845" y="45344"/>
                </a:lnTo>
                <a:lnTo>
                  <a:pt x="241845" y="32784"/>
                </a:lnTo>
                <a:lnTo>
                  <a:pt x="224642" y="32784"/>
                </a:lnTo>
                <a:close/>
                <a:moveTo>
                  <a:pt x="334041" y="118854"/>
                </a:moveTo>
                <a:cubicBezTo>
                  <a:pt x="331591" y="120301"/>
                  <a:pt x="328194" y="121025"/>
                  <a:pt x="323852" y="121025"/>
                </a:cubicBezTo>
                <a:cubicBezTo>
                  <a:pt x="320178" y="121025"/>
                  <a:pt x="317256" y="119995"/>
                  <a:pt x="315085" y="117936"/>
                </a:cubicBezTo>
                <a:cubicBezTo>
                  <a:pt x="312913" y="115875"/>
                  <a:pt x="311828" y="112506"/>
                  <a:pt x="311828" y="107829"/>
                </a:cubicBezTo>
                <a:cubicBezTo>
                  <a:pt x="307930" y="112506"/>
                  <a:pt x="303392" y="115875"/>
                  <a:pt x="298213" y="117936"/>
                </a:cubicBezTo>
                <a:cubicBezTo>
                  <a:pt x="293036" y="119995"/>
                  <a:pt x="287442" y="121025"/>
                  <a:pt x="281429" y="121025"/>
                </a:cubicBezTo>
                <a:cubicBezTo>
                  <a:pt x="277531" y="121025"/>
                  <a:pt x="273828" y="120580"/>
                  <a:pt x="270320" y="119689"/>
                </a:cubicBezTo>
                <a:cubicBezTo>
                  <a:pt x="266813" y="118799"/>
                  <a:pt x="263779" y="117408"/>
                  <a:pt x="261219" y="115515"/>
                </a:cubicBezTo>
                <a:cubicBezTo>
                  <a:pt x="258658" y="113622"/>
                  <a:pt x="256626" y="111146"/>
                  <a:pt x="255123" y="108086"/>
                </a:cubicBezTo>
                <a:cubicBezTo>
                  <a:pt x="253619" y="105024"/>
                  <a:pt x="252867" y="101323"/>
                  <a:pt x="252867" y="96982"/>
                </a:cubicBezTo>
                <a:cubicBezTo>
                  <a:pt x="252867" y="92084"/>
                  <a:pt x="253702" y="88077"/>
                  <a:pt x="255372" y="84961"/>
                </a:cubicBezTo>
                <a:cubicBezTo>
                  <a:pt x="257043" y="81845"/>
                  <a:pt x="259241" y="79313"/>
                  <a:pt x="261968" y="77366"/>
                </a:cubicBezTo>
                <a:cubicBezTo>
                  <a:pt x="264697" y="75417"/>
                  <a:pt x="267814" y="73942"/>
                  <a:pt x="271321" y="72939"/>
                </a:cubicBezTo>
                <a:cubicBezTo>
                  <a:pt x="274830" y="71937"/>
                  <a:pt x="278421" y="71102"/>
                  <a:pt x="282096" y="70434"/>
                </a:cubicBezTo>
                <a:cubicBezTo>
                  <a:pt x="285994" y="69656"/>
                  <a:pt x="289696" y="69072"/>
                  <a:pt x="293203" y="68683"/>
                </a:cubicBezTo>
                <a:cubicBezTo>
                  <a:pt x="296710" y="68292"/>
                  <a:pt x="299799" y="67735"/>
                  <a:pt x="302472" y="67011"/>
                </a:cubicBezTo>
                <a:cubicBezTo>
                  <a:pt x="305144" y="66287"/>
                  <a:pt x="307260" y="65231"/>
                  <a:pt x="308818" y="63841"/>
                </a:cubicBezTo>
                <a:cubicBezTo>
                  <a:pt x="310377" y="62449"/>
                  <a:pt x="311157" y="60417"/>
                  <a:pt x="311157" y="57745"/>
                </a:cubicBezTo>
                <a:cubicBezTo>
                  <a:pt x="311157" y="54629"/>
                  <a:pt x="310573" y="52124"/>
                  <a:pt x="309404" y="50232"/>
                </a:cubicBezTo>
                <a:cubicBezTo>
                  <a:pt x="308235" y="48339"/>
                  <a:pt x="306731" y="46892"/>
                  <a:pt x="304893" y="45891"/>
                </a:cubicBezTo>
                <a:cubicBezTo>
                  <a:pt x="303056" y="44889"/>
                  <a:pt x="300996" y="44221"/>
                  <a:pt x="298713" y="43888"/>
                </a:cubicBezTo>
                <a:cubicBezTo>
                  <a:pt x="296431" y="43554"/>
                  <a:pt x="294177" y="43386"/>
                  <a:pt x="291952" y="43386"/>
                </a:cubicBezTo>
                <a:cubicBezTo>
                  <a:pt x="285939" y="43386"/>
                  <a:pt x="280928" y="44524"/>
                  <a:pt x="276920" y="46799"/>
                </a:cubicBezTo>
                <a:cubicBezTo>
                  <a:pt x="272912" y="49074"/>
                  <a:pt x="270741" y="53373"/>
                  <a:pt x="270406" y="59697"/>
                </a:cubicBezTo>
                <a:lnTo>
                  <a:pt x="256208" y="59697"/>
                </a:lnTo>
                <a:cubicBezTo>
                  <a:pt x="256431" y="54357"/>
                  <a:pt x="257544" y="49851"/>
                  <a:pt x="259547" y="46179"/>
                </a:cubicBezTo>
                <a:cubicBezTo>
                  <a:pt x="261552" y="42508"/>
                  <a:pt x="264224" y="39532"/>
                  <a:pt x="267565" y="37252"/>
                </a:cubicBezTo>
                <a:cubicBezTo>
                  <a:pt x="270905" y="34972"/>
                  <a:pt x="274718" y="33331"/>
                  <a:pt x="279005" y="32331"/>
                </a:cubicBezTo>
                <a:cubicBezTo>
                  <a:pt x="283293" y="31328"/>
                  <a:pt x="287887" y="30827"/>
                  <a:pt x="292785" y="30827"/>
                </a:cubicBezTo>
                <a:cubicBezTo>
                  <a:pt x="296683" y="30827"/>
                  <a:pt x="300552" y="31106"/>
                  <a:pt x="304394" y="31663"/>
                </a:cubicBezTo>
                <a:cubicBezTo>
                  <a:pt x="308235" y="32219"/>
                  <a:pt x="311715" y="33359"/>
                  <a:pt x="314832" y="35086"/>
                </a:cubicBezTo>
                <a:cubicBezTo>
                  <a:pt x="317950" y="36810"/>
                  <a:pt x="320455" y="39231"/>
                  <a:pt x="322348" y="42349"/>
                </a:cubicBezTo>
                <a:cubicBezTo>
                  <a:pt x="324241" y="45465"/>
                  <a:pt x="325187" y="49527"/>
                  <a:pt x="325187" y="54536"/>
                </a:cubicBezTo>
                <a:lnTo>
                  <a:pt x="325187" y="98944"/>
                </a:lnTo>
                <a:cubicBezTo>
                  <a:pt x="325187" y="102285"/>
                  <a:pt x="325382" y="104734"/>
                  <a:pt x="325771" y="106292"/>
                </a:cubicBezTo>
                <a:cubicBezTo>
                  <a:pt x="326161" y="107850"/>
                  <a:pt x="327471" y="108629"/>
                  <a:pt x="329698" y="108629"/>
                </a:cubicBezTo>
                <a:cubicBezTo>
                  <a:pt x="330923" y="108629"/>
                  <a:pt x="332371" y="108362"/>
                  <a:pt x="334041" y="107829"/>
                </a:cubicBezTo>
                <a:lnTo>
                  <a:pt x="334041" y="118854"/>
                </a:lnTo>
                <a:moveTo>
                  <a:pt x="310992" y="74591"/>
                </a:moveTo>
                <a:cubicBezTo>
                  <a:pt x="309209" y="75926"/>
                  <a:pt x="306871" y="76900"/>
                  <a:pt x="303976" y="77511"/>
                </a:cubicBezTo>
                <a:cubicBezTo>
                  <a:pt x="301082" y="78123"/>
                  <a:pt x="298049" y="78623"/>
                  <a:pt x="294875" y="79012"/>
                </a:cubicBezTo>
                <a:cubicBezTo>
                  <a:pt x="291701" y="79401"/>
                  <a:pt x="288499" y="79846"/>
                  <a:pt x="285269" y="80348"/>
                </a:cubicBezTo>
                <a:cubicBezTo>
                  <a:pt x="282041" y="80847"/>
                  <a:pt x="279147" y="81653"/>
                  <a:pt x="276586" y="82766"/>
                </a:cubicBezTo>
                <a:cubicBezTo>
                  <a:pt x="274026" y="83879"/>
                  <a:pt x="271938" y="85464"/>
                  <a:pt x="270322" y="87522"/>
                </a:cubicBezTo>
                <a:cubicBezTo>
                  <a:pt x="268708" y="89579"/>
                  <a:pt x="267901" y="92388"/>
                  <a:pt x="267901" y="95947"/>
                </a:cubicBezTo>
                <a:cubicBezTo>
                  <a:pt x="267901" y="98283"/>
                  <a:pt x="268374" y="100259"/>
                  <a:pt x="269321" y="101873"/>
                </a:cubicBezTo>
                <a:cubicBezTo>
                  <a:pt x="270267" y="103485"/>
                  <a:pt x="271492" y="104792"/>
                  <a:pt x="272996" y="105792"/>
                </a:cubicBezTo>
                <a:cubicBezTo>
                  <a:pt x="274499" y="106793"/>
                  <a:pt x="276253" y="107516"/>
                  <a:pt x="278256" y="107961"/>
                </a:cubicBezTo>
                <a:cubicBezTo>
                  <a:pt x="280261" y="108406"/>
                  <a:pt x="282376" y="108629"/>
                  <a:pt x="284602" y="108629"/>
                </a:cubicBezTo>
                <a:cubicBezTo>
                  <a:pt x="289279" y="108629"/>
                  <a:pt x="293288" y="107989"/>
                  <a:pt x="296628" y="106710"/>
                </a:cubicBezTo>
                <a:cubicBezTo>
                  <a:pt x="299968" y="105430"/>
                  <a:pt x="302696" y="103818"/>
                  <a:pt x="304811" y="101873"/>
                </a:cubicBezTo>
                <a:cubicBezTo>
                  <a:pt x="306927" y="99926"/>
                  <a:pt x="308486" y="97812"/>
                  <a:pt x="309488" y="95532"/>
                </a:cubicBezTo>
                <a:cubicBezTo>
                  <a:pt x="310490" y="93250"/>
                  <a:pt x="310992" y="91108"/>
                  <a:pt x="310992" y="89107"/>
                </a:cubicBezTo>
                <a:lnTo>
                  <a:pt x="310992" y="74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54FD0-62AF-4BD1-BB37-2EE120FE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66" y="2646760"/>
            <a:ext cx="992634" cy="717589"/>
          </a:xfrm>
          <a:custGeom xmlns:a="http://schemas.openxmlformats.org/drawingml/2006/main">
            <a:pathLst>
              <a:path w="992634" h="717589">
                <a:moveTo>
                  <a:pt x="0" y="717589"/>
                </a:moveTo>
                <a:lnTo>
                  <a:pt x="992634" y="717589"/>
                </a:lnTo>
                <a:lnTo>
                  <a:pt x="992634" y="0"/>
                </a:lnTo>
                <a:lnTo>
                  <a:pt x="0" y="0"/>
                </a:lnTo>
                <a:lnTo>
                  <a:pt x="0" y="717589"/>
                </a:lnTo>
                <a:close/>
              </a:path>
            </a:pathLst>
          </a:custGeom>
          <a:solidFill xmlns:a="http://schemas.openxmlformats.org/drawingml/2006/main">
            <a:srgbClr val="FCF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4A44D-E5CE-4A30-90FE-B5CC7D5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68" y="2646762"/>
            <a:ext cx="992635" cy="717587"/>
          </a:xfrm>
          <a:custGeom xmlns:a="http://schemas.openxmlformats.org/drawingml/2006/main">
            <a:pathLst>
              <a:path w="992635" h="717587" fill="none">
                <a:moveTo>
                  <a:pt x="0" y="0"/>
                </a:moveTo>
                <a:lnTo>
                  <a:pt x="992635" y="0"/>
                </a:lnTo>
                <a:lnTo>
                  <a:pt x="992635" y="717587"/>
                </a:lnTo>
                <a:lnTo>
                  <a:pt x="0" y="7175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65" name="Text OtherUser,">
            <a:extLst xmlns:a="http://schemas.openxmlformats.org/drawingml/2006/main">
              <a:ext uri="{FF2B5EF4-FFF2-40B4-BE49-F238E27FC236}">
                <a16:creationId xmlns:a16="http://schemas.microsoft.com/office/drawing/2014/main" id="{D6F04BC3-B661-44F1-8E08-54830927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316" y="2741513"/>
            <a:ext cx="824250" cy="146633"/>
          </a:xfrm>
          <a:custGeom xmlns:a="http://schemas.openxmlformats.org/drawingml/2006/main">
            <a:pathLst>
              <a:path w="824250" h="146633">
                <a:moveTo>
                  <a:pt x="15867" y="62470"/>
                </a:moveTo>
                <a:cubicBezTo>
                  <a:pt x="15867" y="56459"/>
                  <a:pt x="16646" y="50531"/>
                  <a:pt x="18204" y="44686"/>
                </a:cubicBezTo>
                <a:cubicBezTo>
                  <a:pt x="19764" y="38841"/>
                  <a:pt x="22214" y="33581"/>
                  <a:pt x="25554" y="28906"/>
                </a:cubicBezTo>
                <a:cubicBezTo>
                  <a:pt x="28894" y="24230"/>
                  <a:pt x="33181" y="20472"/>
                  <a:pt x="38414" y="17633"/>
                </a:cubicBezTo>
                <a:cubicBezTo>
                  <a:pt x="43649" y="14794"/>
                  <a:pt x="49885" y="13375"/>
                  <a:pt x="57123" y="13375"/>
                </a:cubicBezTo>
                <a:cubicBezTo>
                  <a:pt x="64359" y="13375"/>
                  <a:pt x="70594" y="14794"/>
                  <a:pt x="75827" y="17633"/>
                </a:cubicBezTo>
                <a:cubicBezTo>
                  <a:pt x="81061" y="20472"/>
                  <a:pt x="85349" y="24230"/>
                  <a:pt x="88689" y="28906"/>
                </a:cubicBezTo>
                <a:cubicBezTo>
                  <a:pt x="92029" y="33581"/>
                  <a:pt x="94478" y="38841"/>
                  <a:pt x="96036" y="44686"/>
                </a:cubicBezTo>
                <a:cubicBezTo>
                  <a:pt x="97596" y="50531"/>
                  <a:pt x="98376" y="56459"/>
                  <a:pt x="98376" y="62470"/>
                </a:cubicBezTo>
                <a:cubicBezTo>
                  <a:pt x="98376" y="68481"/>
                  <a:pt x="97596" y="74409"/>
                  <a:pt x="96036" y="80253"/>
                </a:cubicBezTo>
                <a:cubicBezTo>
                  <a:pt x="94478" y="86098"/>
                  <a:pt x="92029" y="91358"/>
                  <a:pt x="88689" y="96034"/>
                </a:cubicBezTo>
                <a:cubicBezTo>
                  <a:pt x="85349" y="100710"/>
                  <a:pt x="81061" y="104467"/>
                  <a:pt x="75827" y="107306"/>
                </a:cubicBezTo>
                <a:cubicBezTo>
                  <a:pt x="70594" y="110145"/>
                  <a:pt x="64359" y="111565"/>
                  <a:pt x="57123" y="111565"/>
                </a:cubicBezTo>
                <a:cubicBezTo>
                  <a:pt x="49885" y="111565"/>
                  <a:pt x="43649" y="110145"/>
                  <a:pt x="38414" y="107306"/>
                </a:cubicBezTo>
                <a:cubicBezTo>
                  <a:pt x="33181" y="104467"/>
                  <a:pt x="28894" y="100710"/>
                  <a:pt x="25554" y="96034"/>
                </a:cubicBezTo>
                <a:cubicBezTo>
                  <a:pt x="22214" y="91358"/>
                  <a:pt x="19764" y="86098"/>
                  <a:pt x="18204" y="80253"/>
                </a:cubicBezTo>
                <a:cubicBezTo>
                  <a:pt x="16646" y="74409"/>
                  <a:pt x="15867" y="68481"/>
                  <a:pt x="15867" y="62470"/>
                </a:cubicBezTo>
                <a:moveTo>
                  <a:pt x="0" y="62472"/>
                </a:moveTo>
                <a:cubicBezTo>
                  <a:pt x="0" y="70600"/>
                  <a:pt x="1197" y="78424"/>
                  <a:pt x="3591" y="85942"/>
                </a:cubicBezTo>
                <a:cubicBezTo>
                  <a:pt x="5985" y="93458"/>
                  <a:pt x="9576" y="100112"/>
                  <a:pt x="14364" y="105902"/>
                </a:cubicBezTo>
                <a:cubicBezTo>
                  <a:pt x="19151" y="111692"/>
                  <a:pt x="25108" y="116285"/>
                  <a:pt x="32234" y="119682"/>
                </a:cubicBezTo>
                <a:cubicBezTo>
                  <a:pt x="39361" y="123078"/>
                  <a:pt x="47657" y="124776"/>
                  <a:pt x="57120" y="124776"/>
                </a:cubicBezTo>
                <a:cubicBezTo>
                  <a:pt x="66586" y="124776"/>
                  <a:pt x="74881" y="123078"/>
                  <a:pt x="82007" y="119682"/>
                </a:cubicBezTo>
                <a:cubicBezTo>
                  <a:pt x="89134" y="116285"/>
                  <a:pt x="95092" y="111692"/>
                  <a:pt x="99880" y="105902"/>
                </a:cubicBezTo>
                <a:cubicBezTo>
                  <a:pt x="104668" y="100112"/>
                  <a:pt x="108258" y="93458"/>
                  <a:pt x="110652" y="85942"/>
                </a:cubicBezTo>
                <a:cubicBezTo>
                  <a:pt x="113046" y="78424"/>
                  <a:pt x="114243" y="70600"/>
                  <a:pt x="114243" y="62472"/>
                </a:cubicBezTo>
                <a:cubicBezTo>
                  <a:pt x="114243" y="54342"/>
                  <a:pt x="113046" y="46519"/>
                  <a:pt x="110652" y="39003"/>
                </a:cubicBezTo>
                <a:cubicBezTo>
                  <a:pt x="108258" y="31486"/>
                  <a:pt x="104668" y="24833"/>
                  <a:pt x="99880" y="19043"/>
                </a:cubicBezTo>
                <a:cubicBezTo>
                  <a:pt x="95092" y="13252"/>
                  <a:pt x="89134" y="8631"/>
                  <a:pt x="82007" y="5179"/>
                </a:cubicBezTo>
                <a:cubicBezTo>
                  <a:pt x="74881" y="1726"/>
                  <a:pt x="66586" y="0"/>
                  <a:pt x="57120" y="0"/>
                </a:cubicBezTo>
                <a:cubicBezTo>
                  <a:pt x="47657" y="0"/>
                  <a:pt x="39361" y="1726"/>
                  <a:pt x="32234" y="5179"/>
                </a:cubicBezTo>
                <a:cubicBezTo>
                  <a:pt x="25108" y="8631"/>
                  <a:pt x="19151" y="13252"/>
                  <a:pt x="14364" y="19043"/>
                </a:cubicBezTo>
                <a:cubicBezTo>
                  <a:pt x="9576" y="24833"/>
                  <a:pt x="5985" y="31486"/>
                  <a:pt x="3591" y="39003"/>
                </a:cubicBezTo>
                <a:cubicBezTo>
                  <a:pt x="1197" y="46519"/>
                  <a:pt x="0" y="54342"/>
                  <a:pt x="0" y="62472"/>
                </a:cubicBezTo>
                <a:close/>
                <a:moveTo>
                  <a:pt x="150991" y="35720"/>
                </a:moveTo>
                <a:lnTo>
                  <a:pt x="150991" y="9949"/>
                </a:lnTo>
                <a:lnTo>
                  <a:pt x="136793" y="9949"/>
                </a:lnTo>
                <a:lnTo>
                  <a:pt x="136793" y="35720"/>
                </a:lnTo>
                <a:lnTo>
                  <a:pt x="122096" y="35720"/>
                </a:lnTo>
                <a:lnTo>
                  <a:pt x="122096" y="48279"/>
                </a:lnTo>
                <a:lnTo>
                  <a:pt x="136793" y="48279"/>
                </a:lnTo>
                <a:lnTo>
                  <a:pt x="136793" y="103277"/>
                </a:lnTo>
                <a:cubicBezTo>
                  <a:pt x="136793" y="107288"/>
                  <a:pt x="137183" y="110520"/>
                  <a:pt x="137963" y="112972"/>
                </a:cubicBezTo>
                <a:cubicBezTo>
                  <a:pt x="138743" y="115423"/>
                  <a:pt x="139940" y="117318"/>
                  <a:pt x="141554" y="118657"/>
                </a:cubicBezTo>
                <a:cubicBezTo>
                  <a:pt x="143168" y="119994"/>
                  <a:pt x="145283" y="120914"/>
                  <a:pt x="147900" y="121415"/>
                </a:cubicBezTo>
                <a:cubicBezTo>
                  <a:pt x="150516" y="121916"/>
                  <a:pt x="153662" y="122167"/>
                  <a:pt x="157337" y="122167"/>
                </a:cubicBezTo>
                <a:lnTo>
                  <a:pt x="168194" y="122167"/>
                </a:lnTo>
                <a:lnTo>
                  <a:pt x="168194" y="109607"/>
                </a:lnTo>
                <a:lnTo>
                  <a:pt x="161680" y="109607"/>
                </a:lnTo>
                <a:cubicBezTo>
                  <a:pt x="159452" y="109607"/>
                  <a:pt x="157643" y="109524"/>
                  <a:pt x="156251" y="109358"/>
                </a:cubicBezTo>
                <a:cubicBezTo>
                  <a:pt x="154860" y="109189"/>
                  <a:pt x="153774" y="108828"/>
                  <a:pt x="152994" y="108272"/>
                </a:cubicBezTo>
                <a:cubicBezTo>
                  <a:pt x="152216" y="107715"/>
                  <a:pt x="151688" y="106935"/>
                  <a:pt x="151409" y="105932"/>
                </a:cubicBezTo>
                <a:cubicBezTo>
                  <a:pt x="151130" y="104928"/>
                  <a:pt x="150991" y="103591"/>
                  <a:pt x="150991" y="101921"/>
                </a:cubicBezTo>
                <a:lnTo>
                  <a:pt x="150991" y="48279"/>
                </a:lnTo>
                <a:lnTo>
                  <a:pt x="168194" y="48279"/>
                </a:lnTo>
                <a:lnTo>
                  <a:pt x="168194" y="35720"/>
                </a:lnTo>
                <a:lnTo>
                  <a:pt x="150991" y="35720"/>
                </a:lnTo>
                <a:close/>
                <a:moveTo>
                  <a:pt x="183892" y="2936"/>
                </a:moveTo>
                <a:lnTo>
                  <a:pt x="183892" y="122167"/>
                </a:lnTo>
                <a:lnTo>
                  <a:pt x="198090" y="122167"/>
                </a:lnTo>
                <a:lnTo>
                  <a:pt x="198090" y="73385"/>
                </a:lnTo>
                <a:cubicBezTo>
                  <a:pt x="198090" y="69488"/>
                  <a:pt x="198619" y="65896"/>
                  <a:pt x="199675" y="62610"/>
                </a:cubicBezTo>
                <a:cubicBezTo>
                  <a:pt x="200734" y="59324"/>
                  <a:pt x="202321" y="56456"/>
                  <a:pt x="204436" y="54006"/>
                </a:cubicBezTo>
                <a:cubicBezTo>
                  <a:pt x="206551" y="51556"/>
                  <a:pt x="209196" y="49663"/>
                  <a:pt x="212370" y="48328"/>
                </a:cubicBezTo>
                <a:cubicBezTo>
                  <a:pt x="215543" y="46991"/>
                  <a:pt x="219302" y="46322"/>
                  <a:pt x="223644" y="46322"/>
                </a:cubicBezTo>
                <a:cubicBezTo>
                  <a:pt x="229100" y="46322"/>
                  <a:pt x="233387" y="47882"/>
                  <a:pt x="236504" y="51001"/>
                </a:cubicBezTo>
                <a:cubicBezTo>
                  <a:pt x="239622" y="54119"/>
                  <a:pt x="241181" y="58350"/>
                  <a:pt x="241181" y="63696"/>
                </a:cubicBezTo>
                <a:lnTo>
                  <a:pt x="241181" y="122167"/>
                </a:lnTo>
                <a:lnTo>
                  <a:pt x="255379" y="122167"/>
                </a:lnTo>
                <a:lnTo>
                  <a:pt x="255379" y="65347"/>
                </a:lnTo>
                <a:cubicBezTo>
                  <a:pt x="255379" y="60668"/>
                  <a:pt x="254906" y="56407"/>
                  <a:pt x="253959" y="52564"/>
                </a:cubicBezTo>
                <a:cubicBezTo>
                  <a:pt x="253013" y="48720"/>
                  <a:pt x="251370" y="45406"/>
                  <a:pt x="249030" y="42622"/>
                </a:cubicBezTo>
                <a:cubicBezTo>
                  <a:pt x="246692" y="39835"/>
                  <a:pt x="243631" y="37662"/>
                  <a:pt x="239845" y="36103"/>
                </a:cubicBezTo>
                <a:cubicBezTo>
                  <a:pt x="236060" y="34543"/>
                  <a:pt x="231327" y="33763"/>
                  <a:pt x="225648" y="33763"/>
                </a:cubicBezTo>
                <a:cubicBezTo>
                  <a:pt x="223087" y="33763"/>
                  <a:pt x="220443" y="34042"/>
                  <a:pt x="217714" y="34601"/>
                </a:cubicBezTo>
                <a:cubicBezTo>
                  <a:pt x="214987" y="35160"/>
                  <a:pt x="212370" y="36027"/>
                  <a:pt x="209864" y="37201"/>
                </a:cubicBezTo>
                <a:cubicBezTo>
                  <a:pt x="207360" y="38375"/>
                  <a:pt x="205105" y="39885"/>
                  <a:pt x="203101" y="41730"/>
                </a:cubicBezTo>
                <a:cubicBezTo>
                  <a:pt x="201096" y="43575"/>
                  <a:pt x="199537" y="45840"/>
                  <a:pt x="198424" y="48524"/>
                </a:cubicBezTo>
                <a:lnTo>
                  <a:pt x="198090" y="48524"/>
                </a:lnTo>
                <a:lnTo>
                  <a:pt x="198090" y="2936"/>
                </a:lnTo>
                <a:lnTo>
                  <a:pt x="183892" y="2936"/>
                </a:lnTo>
                <a:close/>
                <a:moveTo>
                  <a:pt x="336718" y="70788"/>
                </a:moveTo>
                <a:lnTo>
                  <a:pt x="287113" y="70788"/>
                </a:lnTo>
                <a:cubicBezTo>
                  <a:pt x="287336" y="67436"/>
                  <a:pt x="288060" y="64280"/>
                  <a:pt x="289285" y="61320"/>
                </a:cubicBezTo>
                <a:cubicBezTo>
                  <a:pt x="290509" y="58359"/>
                  <a:pt x="292180" y="55761"/>
                  <a:pt x="294295" y="53527"/>
                </a:cubicBezTo>
                <a:cubicBezTo>
                  <a:pt x="296410" y="51293"/>
                  <a:pt x="298943" y="49533"/>
                  <a:pt x="301895" y="48249"/>
                </a:cubicBezTo>
                <a:cubicBezTo>
                  <a:pt x="304846" y="46964"/>
                  <a:pt x="308158" y="46322"/>
                  <a:pt x="311831" y="46322"/>
                </a:cubicBezTo>
                <a:cubicBezTo>
                  <a:pt x="315394" y="46322"/>
                  <a:pt x="318651" y="46964"/>
                  <a:pt x="321602" y="48249"/>
                </a:cubicBezTo>
                <a:cubicBezTo>
                  <a:pt x="324554" y="49533"/>
                  <a:pt x="327115" y="51266"/>
                  <a:pt x="329286" y="53445"/>
                </a:cubicBezTo>
                <a:cubicBezTo>
                  <a:pt x="331458" y="55623"/>
                  <a:pt x="333183" y="58220"/>
                  <a:pt x="334462" y="61236"/>
                </a:cubicBezTo>
                <a:cubicBezTo>
                  <a:pt x="335743" y="64252"/>
                  <a:pt x="336495" y="67436"/>
                  <a:pt x="336718" y="70788"/>
                </a:cubicBezTo>
                <a:moveTo>
                  <a:pt x="350414" y="94765"/>
                </a:moveTo>
                <a:lnTo>
                  <a:pt x="336384" y="94765"/>
                </a:lnTo>
                <a:cubicBezTo>
                  <a:pt x="335159" y="100421"/>
                  <a:pt x="332626" y="104635"/>
                  <a:pt x="328784" y="107408"/>
                </a:cubicBezTo>
                <a:cubicBezTo>
                  <a:pt x="324943" y="110179"/>
                  <a:pt x="320016" y="111565"/>
                  <a:pt x="314003" y="111565"/>
                </a:cubicBezTo>
                <a:cubicBezTo>
                  <a:pt x="309327" y="111565"/>
                  <a:pt x="305263" y="110790"/>
                  <a:pt x="301811" y="109240"/>
                </a:cubicBezTo>
                <a:cubicBezTo>
                  <a:pt x="298360" y="107691"/>
                  <a:pt x="295521" y="105616"/>
                  <a:pt x="293293" y="103017"/>
                </a:cubicBezTo>
                <a:cubicBezTo>
                  <a:pt x="291066" y="100416"/>
                  <a:pt x="289451" y="97428"/>
                  <a:pt x="288449" y="94054"/>
                </a:cubicBezTo>
                <a:cubicBezTo>
                  <a:pt x="287446" y="90678"/>
                  <a:pt x="287001" y="87109"/>
                  <a:pt x="287113" y="83347"/>
                </a:cubicBezTo>
                <a:lnTo>
                  <a:pt x="351749" y="83347"/>
                </a:lnTo>
                <a:cubicBezTo>
                  <a:pt x="351972" y="78099"/>
                  <a:pt x="351499" y="72571"/>
                  <a:pt x="350330" y="66764"/>
                </a:cubicBezTo>
                <a:cubicBezTo>
                  <a:pt x="349161" y="60957"/>
                  <a:pt x="347045" y="55596"/>
                  <a:pt x="343981" y="50683"/>
                </a:cubicBezTo>
                <a:cubicBezTo>
                  <a:pt x="340920" y="45769"/>
                  <a:pt x="336855" y="41721"/>
                  <a:pt x="331789" y="38539"/>
                </a:cubicBezTo>
                <a:cubicBezTo>
                  <a:pt x="326723" y="35355"/>
                  <a:pt x="320348" y="33763"/>
                  <a:pt x="312665" y="33763"/>
                </a:cubicBezTo>
                <a:cubicBezTo>
                  <a:pt x="306764" y="33763"/>
                  <a:pt x="301336" y="34877"/>
                  <a:pt x="296380" y="37104"/>
                </a:cubicBezTo>
                <a:cubicBezTo>
                  <a:pt x="291425" y="39332"/>
                  <a:pt x="287139" y="42450"/>
                  <a:pt x="283520" y="46460"/>
                </a:cubicBezTo>
                <a:cubicBezTo>
                  <a:pt x="279901" y="50468"/>
                  <a:pt x="277089" y="55200"/>
                  <a:pt x="275084" y="60658"/>
                </a:cubicBezTo>
                <a:cubicBezTo>
                  <a:pt x="273081" y="66113"/>
                  <a:pt x="272079" y="72125"/>
                  <a:pt x="272079" y="78694"/>
                </a:cubicBezTo>
                <a:cubicBezTo>
                  <a:pt x="272302" y="85264"/>
                  <a:pt x="273276" y="91333"/>
                  <a:pt x="275003" y="96900"/>
                </a:cubicBezTo>
                <a:cubicBezTo>
                  <a:pt x="276729" y="102468"/>
                  <a:pt x="279317" y="107257"/>
                  <a:pt x="282768" y="111267"/>
                </a:cubicBezTo>
                <a:cubicBezTo>
                  <a:pt x="286220" y="115275"/>
                  <a:pt x="290480" y="118392"/>
                  <a:pt x="295546" y="120620"/>
                </a:cubicBezTo>
                <a:cubicBezTo>
                  <a:pt x="300613" y="122847"/>
                  <a:pt x="306598" y="123961"/>
                  <a:pt x="313501" y="123961"/>
                </a:cubicBezTo>
                <a:cubicBezTo>
                  <a:pt x="323301" y="123961"/>
                  <a:pt x="331430" y="121514"/>
                  <a:pt x="337888" y="116621"/>
                </a:cubicBezTo>
                <a:cubicBezTo>
                  <a:pt x="344346" y="111726"/>
                  <a:pt x="348521" y="104441"/>
                  <a:pt x="350414" y="94765"/>
                </a:cubicBezTo>
                <a:close/>
                <a:moveTo>
                  <a:pt x="365946" y="35769"/>
                </a:moveTo>
                <a:lnTo>
                  <a:pt x="365946" y="122167"/>
                </a:lnTo>
                <a:lnTo>
                  <a:pt x="380141" y="122167"/>
                </a:lnTo>
                <a:lnTo>
                  <a:pt x="380141" y="83712"/>
                </a:lnTo>
                <a:cubicBezTo>
                  <a:pt x="380141" y="78139"/>
                  <a:pt x="380697" y="73208"/>
                  <a:pt x="381810" y="68918"/>
                </a:cubicBezTo>
                <a:cubicBezTo>
                  <a:pt x="382925" y="64626"/>
                  <a:pt x="384707" y="60975"/>
                  <a:pt x="387157" y="57966"/>
                </a:cubicBezTo>
                <a:cubicBezTo>
                  <a:pt x="389607" y="54956"/>
                  <a:pt x="392836" y="52671"/>
                  <a:pt x="396844" y="51111"/>
                </a:cubicBezTo>
                <a:cubicBezTo>
                  <a:pt x="400852" y="49549"/>
                  <a:pt x="405695" y="48769"/>
                  <a:pt x="411373" y="48769"/>
                </a:cubicBezTo>
                <a:lnTo>
                  <a:pt x="411373" y="33763"/>
                </a:lnTo>
                <a:cubicBezTo>
                  <a:pt x="403692" y="33540"/>
                  <a:pt x="397345" y="35100"/>
                  <a:pt x="392333" y="38442"/>
                </a:cubicBezTo>
                <a:cubicBezTo>
                  <a:pt x="387323" y="41784"/>
                  <a:pt x="383092" y="46964"/>
                  <a:pt x="379641" y="53983"/>
                </a:cubicBezTo>
                <a:lnTo>
                  <a:pt x="379308" y="53983"/>
                </a:lnTo>
                <a:lnTo>
                  <a:pt x="379308" y="35769"/>
                </a:lnTo>
                <a:lnTo>
                  <a:pt x="365946" y="35769"/>
                </a:lnTo>
                <a:close/>
                <a:moveTo>
                  <a:pt x="566035" y="79045"/>
                </a:moveTo>
                <a:lnTo>
                  <a:pt x="566035" y="2936"/>
                </a:lnTo>
                <a:lnTo>
                  <a:pt x="550168" y="2936"/>
                </a:lnTo>
                <a:lnTo>
                  <a:pt x="550168" y="79025"/>
                </a:lnTo>
                <a:cubicBezTo>
                  <a:pt x="550168" y="89705"/>
                  <a:pt x="547523" y="97798"/>
                  <a:pt x="542234" y="103305"/>
                </a:cubicBezTo>
                <a:cubicBezTo>
                  <a:pt x="536945" y="108811"/>
                  <a:pt x="529235" y="111565"/>
                  <a:pt x="519104" y="111565"/>
                </a:cubicBezTo>
                <a:cubicBezTo>
                  <a:pt x="508413" y="111565"/>
                  <a:pt x="500229" y="108811"/>
                  <a:pt x="494551" y="103305"/>
                </a:cubicBezTo>
                <a:cubicBezTo>
                  <a:pt x="488873" y="97798"/>
                  <a:pt x="486034" y="89705"/>
                  <a:pt x="486034" y="79025"/>
                </a:cubicBezTo>
                <a:lnTo>
                  <a:pt x="486034" y="2936"/>
                </a:lnTo>
                <a:lnTo>
                  <a:pt x="470167" y="2936"/>
                </a:lnTo>
                <a:lnTo>
                  <a:pt x="470167" y="79045"/>
                </a:lnTo>
                <a:cubicBezTo>
                  <a:pt x="470167" y="94957"/>
                  <a:pt x="474481" y="106557"/>
                  <a:pt x="483111" y="113846"/>
                </a:cubicBezTo>
                <a:cubicBezTo>
                  <a:pt x="491740" y="121133"/>
                  <a:pt x="503738" y="124776"/>
                  <a:pt x="519104" y="124776"/>
                </a:cubicBezTo>
                <a:cubicBezTo>
                  <a:pt x="534135" y="124776"/>
                  <a:pt x="545715" y="120965"/>
                  <a:pt x="553843" y="113344"/>
                </a:cubicBezTo>
                <a:cubicBezTo>
                  <a:pt x="561971" y="105722"/>
                  <a:pt x="566035" y="94289"/>
                  <a:pt x="566035" y="79045"/>
                </a:cubicBezTo>
                <a:close/>
                <a:moveTo>
                  <a:pt x="597769" y="94928"/>
                </a:moveTo>
                <a:lnTo>
                  <a:pt x="583574" y="94928"/>
                </a:lnTo>
                <a:cubicBezTo>
                  <a:pt x="583796" y="100268"/>
                  <a:pt x="584909" y="104801"/>
                  <a:pt x="586912" y="108527"/>
                </a:cubicBezTo>
                <a:cubicBezTo>
                  <a:pt x="588917" y="112253"/>
                  <a:pt x="591590" y="115257"/>
                  <a:pt x="594930" y="117538"/>
                </a:cubicBezTo>
                <a:cubicBezTo>
                  <a:pt x="598270" y="119819"/>
                  <a:pt x="602112" y="121459"/>
                  <a:pt x="606455" y="122460"/>
                </a:cubicBezTo>
                <a:cubicBezTo>
                  <a:pt x="610797" y="123460"/>
                  <a:pt x="615363" y="123961"/>
                  <a:pt x="620150" y="123961"/>
                </a:cubicBezTo>
                <a:cubicBezTo>
                  <a:pt x="624493" y="123961"/>
                  <a:pt x="628863" y="123543"/>
                  <a:pt x="633260" y="122707"/>
                </a:cubicBezTo>
                <a:cubicBezTo>
                  <a:pt x="637659" y="121873"/>
                  <a:pt x="641612" y="120399"/>
                  <a:pt x="645118" y="118285"/>
                </a:cubicBezTo>
                <a:cubicBezTo>
                  <a:pt x="648627" y="116170"/>
                  <a:pt x="651467" y="113387"/>
                  <a:pt x="653638" y="109936"/>
                </a:cubicBezTo>
                <a:cubicBezTo>
                  <a:pt x="655810" y="106485"/>
                  <a:pt x="656895" y="102144"/>
                  <a:pt x="656895" y="96913"/>
                </a:cubicBezTo>
                <a:cubicBezTo>
                  <a:pt x="656895" y="92795"/>
                  <a:pt x="656087" y="89344"/>
                  <a:pt x="654472" y="86561"/>
                </a:cubicBezTo>
                <a:cubicBezTo>
                  <a:pt x="652858" y="83778"/>
                  <a:pt x="650742" y="81468"/>
                  <a:pt x="648126" y="79632"/>
                </a:cubicBezTo>
                <a:cubicBezTo>
                  <a:pt x="645509" y="77795"/>
                  <a:pt x="642503" y="76320"/>
                  <a:pt x="639106" y="75207"/>
                </a:cubicBezTo>
                <a:cubicBezTo>
                  <a:pt x="635712" y="74094"/>
                  <a:pt x="632233" y="73148"/>
                  <a:pt x="628670" y="72368"/>
                </a:cubicBezTo>
                <a:cubicBezTo>
                  <a:pt x="625328" y="71590"/>
                  <a:pt x="621987" y="70839"/>
                  <a:pt x="618647" y="70115"/>
                </a:cubicBezTo>
                <a:cubicBezTo>
                  <a:pt x="615307" y="69392"/>
                  <a:pt x="612300" y="68501"/>
                  <a:pt x="609628" y="67444"/>
                </a:cubicBezTo>
                <a:cubicBezTo>
                  <a:pt x="606957" y="66386"/>
                  <a:pt x="604758" y="65050"/>
                  <a:pt x="603032" y="63436"/>
                </a:cubicBezTo>
                <a:cubicBezTo>
                  <a:pt x="601306" y="61822"/>
                  <a:pt x="600443" y="59790"/>
                  <a:pt x="600443" y="57342"/>
                </a:cubicBezTo>
                <a:cubicBezTo>
                  <a:pt x="600443" y="55116"/>
                  <a:pt x="600999" y="53308"/>
                  <a:pt x="602112" y="51916"/>
                </a:cubicBezTo>
                <a:cubicBezTo>
                  <a:pt x="603226" y="50525"/>
                  <a:pt x="604674" y="49412"/>
                  <a:pt x="606455" y="48578"/>
                </a:cubicBezTo>
                <a:cubicBezTo>
                  <a:pt x="608237" y="47742"/>
                  <a:pt x="610214" y="47157"/>
                  <a:pt x="612385" y="46824"/>
                </a:cubicBezTo>
                <a:cubicBezTo>
                  <a:pt x="614556" y="46490"/>
                  <a:pt x="616700" y="46322"/>
                  <a:pt x="618815" y="46322"/>
                </a:cubicBezTo>
                <a:cubicBezTo>
                  <a:pt x="621153" y="46322"/>
                  <a:pt x="623463" y="46573"/>
                  <a:pt x="625744" y="47074"/>
                </a:cubicBezTo>
                <a:cubicBezTo>
                  <a:pt x="628028" y="47574"/>
                  <a:pt x="630116" y="48380"/>
                  <a:pt x="632009" y="49493"/>
                </a:cubicBezTo>
                <a:cubicBezTo>
                  <a:pt x="633901" y="50605"/>
                  <a:pt x="635460" y="52079"/>
                  <a:pt x="636685" y="53914"/>
                </a:cubicBezTo>
                <a:cubicBezTo>
                  <a:pt x="637910" y="55749"/>
                  <a:pt x="638634" y="58057"/>
                  <a:pt x="638857" y="60839"/>
                </a:cubicBezTo>
                <a:lnTo>
                  <a:pt x="653055" y="60839"/>
                </a:lnTo>
                <a:cubicBezTo>
                  <a:pt x="652720" y="55602"/>
                  <a:pt x="651606" y="51229"/>
                  <a:pt x="649713" y="47719"/>
                </a:cubicBezTo>
                <a:cubicBezTo>
                  <a:pt x="647821" y="44209"/>
                  <a:pt x="645288" y="41423"/>
                  <a:pt x="642114" y="39362"/>
                </a:cubicBezTo>
                <a:cubicBezTo>
                  <a:pt x="638942" y="37301"/>
                  <a:pt x="635296" y="35853"/>
                  <a:pt x="631175" y="35017"/>
                </a:cubicBezTo>
                <a:cubicBezTo>
                  <a:pt x="627055" y="34181"/>
                  <a:pt x="622545" y="33763"/>
                  <a:pt x="617645" y="33763"/>
                </a:cubicBezTo>
                <a:cubicBezTo>
                  <a:pt x="613860" y="33763"/>
                  <a:pt x="610046" y="34236"/>
                  <a:pt x="606205" y="35183"/>
                </a:cubicBezTo>
                <a:cubicBezTo>
                  <a:pt x="602363" y="36129"/>
                  <a:pt x="598912" y="37576"/>
                  <a:pt x="595850" y="39525"/>
                </a:cubicBezTo>
                <a:cubicBezTo>
                  <a:pt x="592789" y="41472"/>
                  <a:pt x="590283" y="44004"/>
                  <a:pt x="588335" y="47120"/>
                </a:cubicBezTo>
                <a:cubicBezTo>
                  <a:pt x="586386" y="50236"/>
                  <a:pt x="585411" y="53964"/>
                  <a:pt x="585411" y="58305"/>
                </a:cubicBezTo>
                <a:cubicBezTo>
                  <a:pt x="585411" y="63871"/>
                  <a:pt x="586803" y="68212"/>
                  <a:pt x="589586" y="71328"/>
                </a:cubicBezTo>
                <a:cubicBezTo>
                  <a:pt x="592371" y="74444"/>
                  <a:pt x="595850" y="76866"/>
                  <a:pt x="600025" y="78592"/>
                </a:cubicBezTo>
                <a:cubicBezTo>
                  <a:pt x="604201" y="80316"/>
                  <a:pt x="608738" y="81652"/>
                  <a:pt x="613636" y="82598"/>
                </a:cubicBezTo>
                <a:cubicBezTo>
                  <a:pt x="618536" y="83544"/>
                  <a:pt x="623074" y="84602"/>
                  <a:pt x="627248" y="85771"/>
                </a:cubicBezTo>
                <a:cubicBezTo>
                  <a:pt x="631424" y="86938"/>
                  <a:pt x="634904" y="88468"/>
                  <a:pt x="637687" y="90361"/>
                </a:cubicBezTo>
                <a:cubicBezTo>
                  <a:pt x="640472" y="92254"/>
                  <a:pt x="641864" y="95037"/>
                  <a:pt x="641864" y="98710"/>
                </a:cubicBezTo>
                <a:cubicBezTo>
                  <a:pt x="641864" y="101381"/>
                  <a:pt x="641195" y="103579"/>
                  <a:pt x="639858" y="105306"/>
                </a:cubicBezTo>
                <a:cubicBezTo>
                  <a:pt x="638523" y="107030"/>
                  <a:pt x="636825" y="108337"/>
                  <a:pt x="634764" y="109228"/>
                </a:cubicBezTo>
                <a:cubicBezTo>
                  <a:pt x="632705" y="110118"/>
                  <a:pt x="630450" y="110731"/>
                  <a:pt x="628000" y="111065"/>
                </a:cubicBezTo>
                <a:cubicBezTo>
                  <a:pt x="625552" y="111398"/>
                  <a:pt x="623214" y="111565"/>
                  <a:pt x="620986" y="111565"/>
                </a:cubicBezTo>
                <a:cubicBezTo>
                  <a:pt x="618091" y="111565"/>
                  <a:pt x="615279" y="111288"/>
                  <a:pt x="612551" y="110734"/>
                </a:cubicBezTo>
                <a:cubicBezTo>
                  <a:pt x="609822" y="110178"/>
                  <a:pt x="607372" y="109263"/>
                  <a:pt x="605201" y="107989"/>
                </a:cubicBezTo>
                <a:cubicBezTo>
                  <a:pt x="603029" y="106713"/>
                  <a:pt x="601276" y="104994"/>
                  <a:pt x="599941" y="102831"/>
                </a:cubicBezTo>
                <a:cubicBezTo>
                  <a:pt x="598605" y="100668"/>
                  <a:pt x="597881" y="98034"/>
                  <a:pt x="597769" y="94928"/>
                </a:cubicBezTo>
                <a:close/>
                <a:moveTo>
                  <a:pt x="732556" y="70788"/>
                </a:moveTo>
                <a:lnTo>
                  <a:pt x="682951" y="70788"/>
                </a:lnTo>
                <a:cubicBezTo>
                  <a:pt x="683174" y="67436"/>
                  <a:pt x="683898" y="64280"/>
                  <a:pt x="685123" y="61320"/>
                </a:cubicBezTo>
                <a:cubicBezTo>
                  <a:pt x="686348" y="58359"/>
                  <a:pt x="688018" y="55761"/>
                  <a:pt x="690133" y="53527"/>
                </a:cubicBezTo>
                <a:cubicBezTo>
                  <a:pt x="692248" y="51293"/>
                  <a:pt x="694781" y="49533"/>
                  <a:pt x="697733" y="48249"/>
                </a:cubicBezTo>
                <a:cubicBezTo>
                  <a:pt x="700684" y="46964"/>
                  <a:pt x="703996" y="46322"/>
                  <a:pt x="707669" y="46322"/>
                </a:cubicBezTo>
                <a:cubicBezTo>
                  <a:pt x="711232" y="46322"/>
                  <a:pt x="714489" y="46964"/>
                  <a:pt x="717441" y="48249"/>
                </a:cubicBezTo>
                <a:cubicBezTo>
                  <a:pt x="720392" y="49533"/>
                  <a:pt x="722953" y="51266"/>
                  <a:pt x="725124" y="53445"/>
                </a:cubicBezTo>
                <a:cubicBezTo>
                  <a:pt x="727296" y="55623"/>
                  <a:pt x="729021" y="58220"/>
                  <a:pt x="730300" y="61236"/>
                </a:cubicBezTo>
                <a:cubicBezTo>
                  <a:pt x="731582" y="64252"/>
                  <a:pt x="732333" y="67436"/>
                  <a:pt x="732556" y="70788"/>
                </a:cubicBezTo>
                <a:moveTo>
                  <a:pt x="746252" y="94765"/>
                </a:moveTo>
                <a:lnTo>
                  <a:pt x="732222" y="94765"/>
                </a:lnTo>
                <a:cubicBezTo>
                  <a:pt x="730997" y="100421"/>
                  <a:pt x="728464" y="104635"/>
                  <a:pt x="724622" y="107408"/>
                </a:cubicBezTo>
                <a:cubicBezTo>
                  <a:pt x="720781" y="110179"/>
                  <a:pt x="715854" y="111565"/>
                  <a:pt x="709841" y="111565"/>
                </a:cubicBezTo>
                <a:cubicBezTo>
                  <a:pt x="705165" y="111565"/>
                  <a:pt x="701101" y="110790"/>
                  <a:pt x="697649" y="109240"/>
                </a:cubicBezTo>
                <a:cubicBezTo>
                  <a:pt x="694198" y="107691"/>
                  <a:pt x="691359" y="105616"/>
                  <a:pt x="689131" y="103017"/>
                </a:cubicBezTo>
                <a:cubicBezTo>
                  <a:pt x="686904" y="100416"/>
                  <a:pt x="685289" y="97428"/>
                  <a:pt x="684287" y="94054"/>
                </a:cubicBezTo>
                <a:cubicBezTo>
                  <a:pt x="683284" y="90678"/>
                  <a:pt x="682839" y="87109"/>
                  <a:pt x="682951" y="83347"/>
                </a:cubicBezTo>
                <a:lnTo>
                  <a:pt x="747587" y="83347"/>
                </a:lnTo>
                <a:cubicBezTo>
                  <a:pt x="747810" y="78099"/>
                  <a:pt x="747337" y="72571"/>
                  <a:pt x="746168" y="66764"/>
                </a:cubicBezTo>
                <a:cubicBezTo>
                  <a:pt x="744999" y="60957"/>
                  <a:pt x="742883" y="55596"/>
                  <a:pt x="739819" y="50683"/>
                </a:cubicBezTo>
                <a:cubicBezTo>
                  <a:pt x="736758" y="45769"/>
                  <a:pt x="732694" y="41721"/>
                  <a:pt x="727627" y="38539"/>
                </a:cubicBezTo>
                <a:cubicBezTo>
                  <a:pt x="722561" y="35355"/>
                  <a:pt x="716186" y="33763"/>
                  <a:pt x="708503" y="33763"/>
                </a:cubicBezTo>
                <a:cubicBezTo>
                  <a:pt x="702602" y="33763"/>
                  <a:pt x="697174" y="34877"/>
                  <a:pt x="692218" y="37104"/>
                </a:cubicBezTo>
                <a:cubicBezTo>
                  <a:pt x="687263" y="39332"/>
                  <a:pt x="682977" y="42450"/>
                  <a:pt x="679358" y="46460"/>
                </a:cubicBezTo>
                <a:cubicBezTo>
                  <a:pt x="675739" y="50468"/>
                  <a:pt x="672927" y="55200"/>
                  <a:pt x="670922" y="60658"/>
                </a:cubicBezTo>
                <a:cubicBezTo>
                  <a:pt x="668919" y="66113"/>
                  <a:pt x="667917" y="72125"/>
                  <a:pt x="667917" y="78694"/>
                </a:cubicBezTo>
                <a:cubicBezTo>
                  <a:pt x="668140" y="85264"/>
                  <a:pt x="669114" y="91333"/>
                  <a:pt x="670841" y="96900"/>
                </a:cubicBezTo>
                <a:cubicBezTo>
                  <a:pt x="672567" y="102468"/>
                  <a:pt x="675155" y="107257"/>
                  <a:pt x="678606" y="111267"/>
                </a:cubicBezTo>
                <a:cubicBezTo>
                  <a:pt x="682058" y="115275"/>
                  <a:pt x="686318" y="118392"/>
                  <a:pt x="691384" y="120620"/>
                </a:cubicBezTo>
                <a:cubicBezTo>
                  <a:pt x="696451" y="122847"/>
                  <a:pt x="702436" y="123961"/>
                  <a:pt x="709339" y="123961"/>
                </a:cubicBezTo>
                <a:cubicBezTo>
                  <a:pt x="719139" y="123961"/>
                  <a:pt x="727268" y="121514"/>
                  <a:pt x="733726" y="116621"/>
                </a:cubicBezTo>
                <a:cubicBezTo>
                  <a:pt x="740184" y="111726"/>
                  <a:pt x="744359" y="104441"/>
                  <a:pt x="746252" y="94765"/>
                </a:cubicBezTo>
                <a:close/>
                <a:moveTo>
                  <a:pt x="761785" y="35769"/>
                </a:moveTo>
                <a:lnTo>
                  <a:pt x="761785" y="122167"/>
                </a:lnTo>
                <a:lnTo>
                  <a:pt x="775981" y="122167"/>
                </a:lnTo>
                <a:lnTo>
                  <a:pt x="775981" y="83712"/>
                </a:lnTo>
                <a:cubicBezTo>
                  <a:pt x="775981" y="78139"/>
                  <a:pt x="776537" y="73208"/>
                  <a:pt x="777650" y="68918"/>
                </a:cubicBezTo>
                <a:cubicBezTo>
                  <a:pt x="778765" y="64626"/>
                  <a:pt x="780547" y="60975"/>
                  <a:pt x="782997" y="57966"/>
                </a:cubicBezTo>
                <a:cubicBezTo>
                  <a:pt x="785447" y="54956"/>
                  <a:pt x="788676" y="52671"/>
                  <a:pt x="792684" y="51111"/>
                </a:cubicBezTo>
                <a:cubicBezTo>
                  <a:pt x="796692" y="49549"/>
                  <a:pt x="801535" y="48769"/>
                  <a:pt x="807213" y="48769"/>
                </a:cubicBezTo>
                <a:lnTo>
                  <a:pt x="807213" y="33763"/>
                </a:lnTo>
                <a:cubicBezTo>
                  <a:pt x="799532" y="33540"/>
                  <a:pt x="793185" y="35100"/>
                  <a:pt x="788173" y="38442"/>
                </a:cubicBezTo>
                <a:cubicBezTo>
                  <a:pt x="783162" y="41784"/>
                  <a:pt x="778932" y="46964"/>
                  <a:pt x="775481" y="53983"/>
                </a:cubicBezTo>
                <a:lnTo>
                  <a:pt x="775147" y="53983"/>
                </a:lnTo>
                <a:lnTo>
                  <a:pt x="775147" y="35769"/>
                </a:lnTo>
                <a:lnTo>
                  <a:pt x="761785" y="35769"/>
                </a:lnTo>
                <a:close/>
                <a:moveTo>
                  <a:pt x="805709" y="103573"/>
                </a:moveTo>
                <a:lnTo>
                  <a:pt x="805709" y="122169"/>
                </a:lnTo>
                <a:lnTo>
                  <a:pt x="815565" y="122169"/>
                </a:lnTo>
                <a:cubicBezTo>
                  <a:pt x="815677" y="123510"/>
                  <a:pt x="815593" y="124962"/>
                  <a:pt x="815315" y="126525"/>
                </a:cubicBezTo>
                <a:cubicBezTo>
                  <a:pt x="815036" y="128089"/>
                  <a:pt x="814507" y="129625"/>
                  <a:pt x="813727" y="131132"/>
                </a:cubicBezTo>
                <a:cubicBezTo>
                  <a:pt x="812947" y="132641"/>
                  <a:pt x="811917" y="134038"/>
                  <a:pt x="810636" y="135322"/>
                </a:cubicBezTo>
                <a:cubicBezTo>
                  <a:pt x="809356" y="136607"/>
                  <a:pt x="807770" y="137584"/>
                  <a:pt x="805878" y="138256"/>
                </a:cubicBezTo>
                <a:lnTo>
                  <a:pt x="805878" y="146633"/>
                </a:lnTo>
                <a:cubicBezTo>
                  <a:pt x="812336" y="144733"/>
                  <a:pt x="817012" y="141493"/>
                  <a:pt x="819907" y="136912"/>
                </a:cubicBezTo>
                <a:cubicBezTo>
                  <a:pt x="822802" y="132334"/>
                  <a:pt x="824250" y="126861"/>
                  <a:pt x="824250" y="120495"/>
                </a:cubicBezTo>
                <a:lnTo>
                  <a:pt x="824250" y="103573"/>
                </a:lnTo>
                <a:lnTo>
                  <a:pt x="805709" y="103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Invalid">
            <a:extLst xmlns:a="http://schemas.openxmlformats.org/drawingml/2006/main">
              <a:ext uri="{FF2B5EF4-FFF2-40B4-BE49-F238E27FC236}">
                <a16:creationId xmlns:a16="http://schemas.microsoft.com/office/drawing/2014/main" id="{7855E167-3952-4D68-9331-86CBB2A0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717" y="2945973"/>
            <a:ext cx="457639" cy="121025"/>
          </a:xfrm>
          <a:custGeom xmlns:a="http://schemas.openxmlformats.org/drawingml/2006/main">
            <a:pathLst>
              <a:path w="457639" h="121025">
                <a:moveTo>
                  <a:pt x="0" y="0"/>
                </a:moveTo>
                <a:lnTo>
                  <a:pt x="0" y="119231"/>
                </a:lnTo>
                <a:lnTo>
                  <a:pt x="15867" y="119231"/>
                </a:lnTo>
                <a:lnTo>
                  <a:pt x="15867" y="0"/>
                </a:lnTo>
                <a:lnTo>
                  <a:pt x="0" y="0"/>
                </a:lnTo>
                <a:close/>
                <a:moveTo>
                  <a:pt x="40251" y="32833"/>
                </a:moveTo>
                <a:lnTo>
                  <a:pt x="40251" y="119231"/>
                </a:lnTo>
                <a:lnTo>
                  <a:pt x="54449" y="119231"/>
                </a:lnTo>
                <a:lnTo>
                  <a:pt x="54449" y="70449"/>
                </a:lnTo>
                <a:cubicBezTo>
                  <a:pt x="54449" y="66552"/>
                  <a:pt x="54978" y="62960"/>
                  <a:pt x="56034" y="59674"/>
                </a:cubicBezTo>
                <a:cubicBezTo>
                  <a:pt x="57093" y="56388"/>
                  <a:pt x="58680" y="53520"/>
                  <a:pt x="60795" y="51070"/>
                </a:cubicBezTo>
                <a:cubicBezTo>
                  <a:pt x="62910" y="48620"/>
                  <a:pt x="65555" y="46727"/>
                  <a:pt x="68729" y="45392"/>
                </a:cubicBezTo>
                <a:cubicBezTo>
                  <a:pt x="71902" y="44055"/>
                  <a:pt x="75661" y="43386"/>
                  <a:pt x="80003" y="43386"/>
                </a:cubicBezTo>
                <a:cubicBezTo>
                  <a:pt x="85459" y="43386"/>
                  <a:pt x="89746" y="44946"/>
                  <a:pt x="92863" y="48065"/>
                </a:cubicBezTo>
                <a:cubicBezTo>
                  <a:pt x="95981" y="51183"/>
                  <a:pt x="97540" y="55415"/>
                  <a:pt x="97540" y="60760"/>
                </a:cubicBezTo>
                <a:lnTo>
                  <a:pt x="97540" y="119231"/>
                </a:lnTo>
                <a:lnTo>
                  <a:pt x="111738" y="119231"/>
                </a:lnTo>
                <a:lnTo>
                  <a:pt x="111738" y="62411"/>
                </a:lnTo>
                <a:cubicBezTo>
                  <a:pt x="111738" y="57732"/>
                  <a:pt x="111265" y="53471"/>
                  <a:pt x="110318" y="49628"/>
                </a:cubicBezTo>
                <a:cubicBezTo>
                  <a:pt x="109372" y="45784"/>
                  <a:pt x="107729" y="42471"/>
                  <a:pt x="105389" y="39686"/>
                </a:cubicBezTo>
                <a:cubicBezTo>
                  <a:pt x="103051" y="36899"/>
                  <a:pt x="99990" y="34726"/>
                  <a:pt x="96204" y="33167"/>
                </a:cubicBezTo>
                <a:cubicBezTo>
                  <a:pt x="92419" y="31607"/>
                  <a:pt x="87686" y="30827"/>
                  <a:pt x="82006" y="30827"/>
                </a:cubicBezTo>
                <a:cubicBezTo>
                  <a:pt x="69201" y="30827"/>
                  <a:pt x="59848" y="36063"/>
                  <a:pt x="53947" y="46536"/>
                </a:cubicBezTo>
                <a:lnTo>
                  <a:pt x="53613" y="46536"/>
                </a:lnTo>
                <a:lnTo>
                  <a:pt x="53613" y="32833"/>
                </a:lnTo>
                <a:lnTo>
                  <a:pt x="40251" y="32833"/>
                </a:lnTo>
                <a:close/>
                <a:moveTo>
                  <a:pt x="172033" y="119231"/>
                </a:moveTo>
                <a:lnTo>
                  <a:pt x="203599" y="32947"/>
                </a:lnTo>
                <a:lnTo>
                  <a:pt x="188736" y="32947"/>
                </a:lnTo>
                <a:lnTo>
                  <a:pt x="165185" y="104877"/>
                </a:lnTo>
                <a:lnTo>
                  <a:pt x="164851" y="104877"/>
                </a:lnTo>
                <a:lnTo>
                  <a:pt x="140632" y="32947"/>
                </a:lnTo>
                <a:lnTo>
                  <a:pt x="124768" y="32947"/>
                </a:lnTo>
                <a:lnTo>
                  <a:pt x="156833" y="119231"/>
                </a:lnTo>
                <a:lnTo>
                  <a:pt x="172033" y="119231"/>
                </a:lnTo>
                <a:close/>
                <a:moveTo>
                  <a:pt x="293123" y="118854"/>
                </a:moveTo>
                <a:cubicBezTo>
                  <a:pt x="290673" y="120301"/>
                  <a:pt x="287276" y="121025"/>
                  <a:pt x="282934" y="121025"/>
                </a:cubicBezTo>
                <a:cubicBezTo>
                  <a:pt x="279260" y="121025"/>
                  <a:pt x="276338" y="119995"/>
                  <a:pt x="274167" y="117936"/>
                </a:cubicBezTo>
                <a:cubicBezTo>
                  <a:pt x="271995" y="115875"/>
                  <a:pt x="270910" y="112506"/>
                  <a:pt x="270910" y="107829"/>
                </a:cubicBezTo>
                <a:cubicBezTo>
                  <a:pt x="267012" y="112506"/>
                  <a:pt x="262474" y="115875"/>
                  <a:pt x="257295" y="117936"/>
                </a:cubicBezTo>
                <a:cubicBezTo>
                  <a:pt x="252119" y="119995"/>
                  <a:pt x="246524" y="121025"/>
                  <a:pt x="240511" y="121025"/>
                </a:cubicBezTo>
                <a:cubicBezTo>
                  <a:pt x="236613" y="121025"/>
                  <a:pt x="232910" y="120580"/>
                  <a:pt x="229402" y="119689"/>
                </a:cubicBezTo>
                <a:cubicBezTo>
                  <a:pt x="225895" y="118799"/>
                  <a:pt x="222861" y="117408"/>
                  <a:pt x="220301" y="115515"/>
                </a:cubicBezTo>
                <a:cubicBezTo>
                  <a:pt x="217740" y="113622"/>
                  <a:pt x="215708" y="111146"/>
                  <a:pt x="214205" y="108086"/>
                </a:cubicBezTo>
                <a:cubicBezTo>
                  <a:pt x="212701" y="105024"/>
                  <a:pt x="211949" y="101323"/>
                  <a:pt x="211949" y="96982"/>
                </a:cubicBezTo>
                <a:cubicBezTo>
                  <a:pt x="211949" y="92084"/>
                  <a:pt x="212784" y="88077"/>
                  <a:pt x="214455" y="84961"/>
                </a:cubicBezTo>
                <a:cubicBezTo>
                  <a:pt x="216125" y="81845"/>
                  <a:pt x="218323" y="79313"/>
                  <a:pt x="221050" y="77366"/>
                </a:cubicBezTo>
                <a:cubicBezTo>
                  <a:pt x="223779" y="75417"/>
                  <a:pt x="226896" y="73942"/>
                  <a:pt x="230403" y="72939"/>
                </a:cubicBezTo>
                <a:cubicBezTo>
                  <a:pt x="233912" y="71937"/>
                  <a:pt x="237504" y="71102"/>
                  <a:pt x="241178" y="70434"/>
                </a:cubicBezTo>
                <a:cubicBezTo>
                  <a:pt x="245076" y="69656"/>
                  <a:pt x="248778" y="69072"/>
                  <a:pt x="252285" y="68683"/>
                </a:cubicBezTo>
                <a:cubicBezTo>
                  <a:pt x="255792" y="68292"/>
                  <a:pt x="258881" y="67735"/>
                  <a:pt x="261554" y="67011"/>
                </a:cubicBezTo>
                <a:cubicBezTo>
                  <a:pt x="264227" y="66287"/>
                  <a:pt x="266342" y="65231"/>
                  <a:pt x="267900" y="63841"/>
                </a:cubicBezTo>
                <a:cubicBezTo>
                  <a:pt x="269460" y="62449"/>
                  <a:pt x="270239" y="60417"/>
                  <a:pt x="270239" y="57745"/>
                </a:cubicBezTo>
                <a:cubicBezTo>
                  <a:pt x="270239" y="54629"/>
                  <a:pt x="269655" y="52124"/>
                  <a:pt x="268486" y="50232"/>
                </a:cubicBezTo>
                <a:cubicBezTo>
                  <a:pt x="267317" y="48339"/>
                  <a:pt x="265813" y="46892"/>
                  <a:pt x="263975" y="45891"/>
                </a:cubicBezTo>
                <a:cubicBezTo>
                  <a:pt x="262139" y="44889"/>
                  <a:pt x="260078" y="44221"/>
                  <a:pt x="257795" y="43888"/>
                </a:cubicBezTo>
                <a:cubicBezTo>
                  <a:pt x="255513" y="43554"/>
                  <a:pt x="253259" y="43386"/>
                  <a:pt x="251034" y="43386"/>
                </a:cubicBezTo>
                <a:cubicBezTo>
                  <a:pt x="245021" y="43386"/>
                  <a:pt x="240010" y="44524"/>
                  <a:pt x="236002" y="46799"/>
                </a:cubicBezTo>
                <a:cubicBezTo>
                  <a:pt x="231994" y="49074"/>
                  <a:pt x="229823" y="53373"/>
                  <a:pt x="229488" y="59697"/>
                </a:cubicBezTo>
                <a:lnTo>
                  <a:pt x="215290" y="59697"/>
                </a:lnTo>
                <a:cubicBezTo>
                  <a:pt x="215513" y="54357"/>
                  <a:pt x="216626" y="49851"/>
                  <a:pt x="218629" y="46179"/>
                </a:cubicBezTo>
                <a:cubicBezTo>
                  <a:pt x="220634" y="42508"/>
                  <a:pt x="223306" y="39532"/>
                  <a:pt x="226647" y="37252"/>
                </a:cubicBezTo>
                <a:cubicBezTo>
                  <a:pt x="229987" y="34972"/>
                  <a:pt x="233800" y="33331"/>
                  <a:pt x="238087" y="32331"/>
                </a:cubicBezTo>
                <a:cubicBezTo>
                  <a:pt x="242375" y="31328"/>
                  <a:pt x="246969" y="30827"/>
                  <a:pt x="251867" y="30827"/>
                </a:cubicBezTo>
                <a:cubicBezTo>
                  <a:pt x="255765" y="30827"/>
                  <a:pt x="259634" y="31106"/>
                  <a:pt x="263476" y="31663"/>
                </a:cubicBezTo>
                <a:cubicBezTo>
                  <a:pt x="267317" y="32219"/>
                  <a:pt x="270797" y="33359"/>
                  <a:pt x="273914" y="35086"/>
                </a:cubicBezTo>
                <a:cubicBezTo>
                  <a:pt x="277032" y="36810"/>
                  <a:pt x="279537" y="39231"/>
                  <a:pt x="281430" y="42349"/>
                </a:cubicBezTo>
                <a:cubicBezTo>
                  <a:pt x="283323" y="45465"/>
                  <a:pt x="284269" y="49527"/>
                  <a:pt x="284269" y="54536"/>
                </a:cubicBezTo>
                <a:lnTo>
                  <a:pt x="284269" y="98944"/>
                </a:lnTo>
                <a:cubicBezTo>
                  <a:pt x="284269" y="102285"/>
                  <a:pt x="284464" y="104734"/>
                  <a:pt x="284853" y="106292"/>
                </a:cubicBezTo>
                <a:cubicBezTo>
                  <a:pt x="285244" y="107850"/>
                  <a:pt x="286553" y="108629"/>
                  <a:pt x="288780" y="108629"/>
                </a:cubicBezTo>
                <a:cubicBezTo>
                  <a:pt x="290005" y="108629"/>
                  <a:pt x="291453" y="108362"/>
                  <a:pt x="293123" y="107829"/>
                </a:cubicBezTo>
                <a:lnTo>
                  <a:pt x="293123" y="118854"/>
                </a:lnTo>
                <a:moveTo>
                  <a:pt x="270074" y="74591"/>
                </a:moveTo>
                <a:cubicBezTo>
                  <a:pt x="268292" y="75926"/>
                  <a:pt x="265953" y="76900"/>
                  <a:pt x="263058" y="77511"/>
                </a:cubicBezTo>
                <a:cubicBezTo>
                  <a:pt x="260164" y="78123"/>
                  <a:pt x="257131" y="78623"/>
                  <a:pt x="253957" y="79012"/>
                </a:cubicBezTo>
                <a:cubicBezTo>
                  <a:pt x="250783" y="79401"/>
                  <a:pt x="247581" y="79846"/>
                  <a:pt x="244351" y="80348"/>
                </a:cubicBezTo>
                <a:cubicBezTo>
                  <a:pt x="241123" y="80847"/>
                  <a:pt x="238229" y="81653"/>
                  <a:pt x="235669" y="82766"/>
                </a:cubicBezTo>
                <a:cubicBezTo>
                  <a:pt x="233108" y="83879"/>
                  <a:pt x="231020" y="85464"/>
                  <a:pt x="229404" y="87522"/>
                </a:cubicBezTo>
                <a:cubicBezTo>
                  <a:pt x="227790" y="89579"/>
                  <a:pt x="226983" y="92388"/>
                  <a:pt x="226983" y="95947"/>
                </a:cubicBezTo>
                <a:cubicBezTo>
                  <a:pt x="226983" y="98283"/>
                  <a:pt x="227456" y="100259"/>
                  <a:pt x="228403" y="101873"/>
                </a:cubicBezTo>
                <a:cubicBezTo>
                  <a:pt x="229349" y="103485"/>
                  <a:pt x="230574" y="104792"/>
                  <a:pt x="232078" y="105792"/>
                </a:cubicBezTo>
                <a:cubicBezTo>
                  <a:pt x="233581" y="106793"/>
                  <a:pt x="235335" y="107516"/>
                  <a:pt x="237338" y="107961"/>
                </a:cubicBezTo>
                <a:cubicBezTo>
                  <a:pt x="239343" y="108406"/>
                  <a:pt x="241458" y="108629"/>
                  <a:pt x="243684" y="108629"/>
                </a:cubicBezTo>
                <a:cubicBezTo>
                  <a:pt x="248361" y="108629"/>
                  <a:pt x="252370" y="107989"/>
                  <a:pt x="255710" y="106710"/>
                </a:cubicBezTo>
                <a:cubicBezTo>
                  <a:pt x="259051" y="105430"/>
                  <a:pt x="261778" y="103818"/>
                  <a:pt x="263894" y="101873"/>
                </a:cubicBezTo>
                <a:cubicBezTo>
                  <a:pt x="266009" y="99926"/>
                  <a:pt x="267568" y="97812"/>
                  <a:pt x="268570" y="95532"/>
                </a:cubicBezTo>
                <a:cubicBezTo>
                  <a:pt x="269573" y="93250"/>
                  <a:pt x="270074" y="91108"/>
                  <a:pt x="270074" y="89107"/>
                </a:cubicBezTo>
                <a:lnTo>
                  <a:pt x="270074" y="74591"/>
                </a:lnTo>
                <a:close/>
                <a:moveTo>
                  <a:pt x="307152" y="0"/>
                </a:moveTo>
                <a:lnTo>
                  <a:pt x="307152" y="119231"/>
                </a:lnTo>
                <a:lnTo>
                  <a:pt x="321349" y="119231"/>
                </a:lnTo>
                <a:lnTo>
                  <a:pt x="321349" y="0"/>
                </a:lnTo>
                <a:lnTo>
                  <a:pt x="307152" y="0"/>
                </a:lnTo>
                <a:close/>
                <a:moveTo>
                  <a:pt x="358429" y="17452"/>
                </a:moveTo>
                <a:lnTo>
                  <a:pt x="358429" y="0"/>
                </a:lnTo>
                <a:lnTo>
                  <a:pt x="344231" y="0"/>
                </a:lnTo>
                <a:lnTo>
                  <a:pt x="344231" y="17452"/>
                </a:lnTo>
                <a:lnTo>
                  <a:pt x="358429" y="17452"/>
                </a:lnTo>
                <a:moveTo>
                  <a:pt x="344231" y="32881"/>
                </a:moveTo>
                <a:lnTo>
                  <a:pt x="344231" y="119231"/>
                </a:lnTo>
                <a:lnTo>
                  <a:pt x="358429" y="119231"/>
                </a:lnTo>
                <a:lnTo>
                  <a:pt x="358429" y="32881"/>
                </a:lnTo>
                <a:lnTo>
                  <a:pt x="344231" y="32881"/>
                </a:lnTo>
                <a:close/>
                <a:moveTo>
                  <a:pt x="390831" y="76759"/>
                </a:moveTo>
                <a:cubicBezTo>
                  <a:pt x="390831" y="72532"/>
                  <a:pt x="391276" y="68416"/>
                  <a:pt x="392167" y="64412"/>
                </a:cubicBezTo>
                <a:cubicBezTo>
                  <a:pt x="393059" y="60407"/>
                  <a:pt x="394506" y="56848"/>
                  <a:pt x="396509" y="53733"/>
                </a:cubicBezTo>
                <a:cubicBezTo>
                  <a:pt x="398514" y="50617"/>
                  <a:pt x="401187" y="48114"/>
                  <a:pt x="404527" y="46223"/>
                </a:cubicBezTo>
                <a:cubicBezTo>
                  <a:pt x="407867" y="44332"/>
                  <a:pt x="411932" y="43386"/>
                  <a:pt x="416719" y="43386"/>
                </a:cubicBezTo>
                <a:cubicBezTo>
                  <a:pt x="421618" y="43386"/>
                  <a:pt x="425793" y="44305"/>
                  <a:pt x="429245" y="46141"/>
                </a:cubicBezTo>
                <a:cubicBezTo>
                  <a:pt x="432698" y="47976"/>
                  <a:pt x="435509" y="50396"/>
                  <a:pt x="437679" y="53399"/>
                </a:cubicBezTo>
                <a:cubicBezTo>
                  <a:pt x="439850" y="56402"/>
                  <a:pt x="441437" y="59878"/>
                  <a:pt x="442439" y="63828"/>
                </a:cubicBezTo>
                <a:cubicBezTo>
                  <a:pt x="443442" y="67777"/>
                  <a:pt x="443943" y="71864"/>
                  <a:pt x="443943" y="76092"/>
                </a:cubicBezTo>
                <a:cubicBezTo>
                  <a:pt x="443943" y="80096"/>
                  <a:pt x="443470" y="84046"/>
                  <a:pt x="442523" y="87940"/>
                </a:cubicBezTo>
                <a:cubicBezTo>
                  <a:pt x="441577" y="91832"/>
                  <a:pt x="440046" y="95308"/>
                  <a:pt x="437931" y="98368"/>
                </a:cubicBezTo>
                <a:cubicBezTo>
                  <a:pt x="435816" y="101427"/>
                  <a:pt x="433088" y="103901"/>
                  <a:pt x="429747" y="105792"/>
                </a:cubicBezTo>
                <a:cubicBezTo>
                  <a:pt x="426407" y="107683"/>
                  <a:pt x="422343" y="108629"/>
                  <a:pt x="417555" y="108629"/>
                </a:cubicBezTo>
                <a:cubicBezTo>
                  <a:pt x="412990" y="108629"/>
                  <a:pt x="409009" y="107739"/>
                  <a:pt x="405613" y="105960"/>
                </a:cubicBezTo>
                <a:cubicBezTo>
                  <a:pt x="402216" y="104180"/>
                  <a:pt x="399433" y="101788"/>
                  <a:pt x="397261" y="98784"/>
                </a:cubicBezTo>
                <a:cubicBezTo>
                  <a:pt x="395090" y="95780"/>
                  <a:pt x="393475" y="92360"/>
                  <a:pt x="392417" y="88523"/>
                </a:cubicBezTo>
                <a:cubicBezTo>
                  <a:pt x="391360" y="84685"/>
                  <a:pt x="390831" y="80764"/>
                  <a:pt x="390831" y="76759"/>
                </a:cubicBezTo>
                <a:moveTo>
                  <a:pt x="457639" y="119187"/>
                </a:moveTo>
                <a:lnTo>
                  <a:pt x="457639" y="0"/>
                </a:lnTo>
                <a:lnTo>
                  <a:pt x="443441" y="0"/>
                </a:lnTo>
                <a:lnTo>
                  <a:pt x="443441" y="44357"/>
                </a:lnTo>
                <a:lnTo>
                  <a:pt x="443107" y="44357"/>
                </a:lnTo>
                <a:cubicBezTo>
                  <a:pt x="441547" y="41797"/>
                  <a:pt x="439626" y="39654"/>
                  <a:pt x="437345" y="37927"/>
                </a:cubicBezTo>
                <a:cubicBezTo>
                  <a:pt x="435063" y="36201"/>
                  <a:pt x="432641" y="34810"/>
                  <a:pt x="430079" y="33753"/>
                </a:cubicBezTo>
                <a:cubicBezTo>
                  <a:pt x="427518" y="32694"/>
                  <a:pt x="424957" y="31943"/>
                  <a:pt x="422395" y="31497"/>
                </a:cubicBezTo>
                <a:cubicBezTo>
                  <a:pt x="419835" y="31051"/>
                  <a:pt x="417441" y="30827"/>
                  <a:pt x="415213" y="30827"/>
                </a:cubicBezTo>
                <a:cubicBezTo>
                  <a:pt x="408645" y="30827"/>
                  <a:pt x="402883" y="32024"/>
                  <a:pt x="397926" y="34418"/>
                </a:cubicBezTo>
                <a:cubicBezTo>
                  <a:pt x="392972" y="36812"/>
                  <a:pt x="388853" y="40042"/>
                  <a:pt x="385569" y="44108"/>
                </a:cubicBezTo>
                <a:cubicBezTo>
                  <a:pt x="382284" y="48172"/>
                  <a:pt x="379834" y="52932"/>
                  <a:pt x="378219" y="58390"/>
                </a:cubicBezTo>
                <a:cubicBezTo>
                  <a:pt x="376605" y="63845"/>
                  <a:pt x="375798" y="69635"/>
                  <a:pt x="375798" y="75758"/>
                </a:cubicBezTo>
                <a:cubicBezTo>
                  <a:pt x="375798" y="81883"/>
                  <a:pt x="376633" y="87674"/>
                  <a:pt x="378303" y="93131"/>
                </a:cubicBezTo>
                <a:cubicBezTo>
                  <a:pt x="379973" y="98587"/>
                  <a:pt x="382450" y="103375"/>
                  <a:pt x="385734" y="107495"/>
                </a:cubicBezTo>
                <a:cubicBezTo>
                  <a:pt x="389020" y="111615"/>
                  <a:pt x="393140" y="114900"/>
                  <a:pt x="398095" y="117350"/>
                </a:cubicBezTo>
                <a:cubicBezTo>
                  <a:pt x="403049" y="119800"/>
                  <a:pt x="408867" y="121025"/>
                  <a:pt x="415550" y="121025"/>
                </a:cubicBezTo>
                <a:cubicBezTo>
                  <a:pt x="421562" y="121025"/>
                  <a:pt x="427074" y="119968"/>
                  <a:pt x="432084" y="117855"/>
                </a:cubicBezTo>
                <a:cubicBezTo>
                  <a:pt x="437095" y="115739"/>
                  <a:pt x="440769" y="112289"/>
                  <a:pt x="443107" y="107502"/>
                </a:cubicBezTo>
                <a:lnTo>
                  <a:pt x="443441" y="107502"/>
                </a:lnTo>
                <a:lnTo>
                  <a:pt x="443441" y="119187"/>
                </a:lnTo>
                <a:lnTo>
                  <a:pt x="457639" y="119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40194-9107-45B7-9EB3-8E529AF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66" y="1723928"/>
            <a:ext cx="992634" cy="717589"/>
          </a:xfrm>
          <a:custGeom xmlns:a="http://schemas.openxmlformats.org/drawingml/2006/main">
            <a:pathLst>
              <a:path w="992634" h="717589">
                <a:moveTo>
                  <a:pt x="0" y="717589"/>
                </a:moveTo>
                <a:lnTo>
                  <a:pt x="992634" y="717589"/>
                </a:lnTo>
                <a:lnTo>
                  <a:pt x="992634" y="0"/>
                </a:lnTo>
                <a:lnTo>
                  <a:pt x="0" y="0"/>
                </a:lnTo>
                <a:lnTo>
                  <a:pt x="0" y="717589"/>
                </a:lnTo>
                <a:close/>
              </a:path>
            </a:pathLst>
          </a:custGeom>
          <a:solidFill xmlns:a="http://schemas.openxmlformats.org/drawingml/2006/main">
            <a:srgbClr val="FFF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05F0F-AF75-4B30-A934-93FB5DB1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68" y="1723930"/>
            <a:ext cx="992635" cy="717587"/>
          </a:xfrm>
          <a:custGeom xmlns:a="http://schemas.openxmlformats.org/drawingml/2006/main">
            <a:pathLst>
              <a:path w="992635" h="717587" fill="none">
                <a:moveTo>
                  <a:pt x="0" y="0"/>
                </a:moveTo>
                <a:lnTo>
                  <a:pt x="992635" y="0"/>
                </a:lnTo>
                <a:lnTo>
                  <a:pt x="992635" y="717587"/>
                </a:lnTo>
                <a:lnTo>
                  <a:pt x="0" y="7175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69" name="Text Attacker">
            <a:extLst xmlns:a="http://schemas.openxmlformats.org/drawingml/2006/main">
              <a:ext uri="{FF2B5EF4-FFF2-40B4-BE49-F238E27FC236}">
                <a16:creationId xmlns:a16="http://schemas.microsoft.com/office/drawing/2014/main" id="{EEF3B78A-F940-45EA-A52E-D5BF20A2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868" y="1822262"/>
            <a:ext cx="625825" cy="121025"/>
          </a:xfrm>
          <a:custGeom xmlns:a="http://schemas.openxmlformats.org/drawingml/2006/main">
            <a:pathLst>
              <a:path w="625825" h="121025">
                <a:moveTo>
                  <a:pt x="34573" y="69973"/>
                </a:moveTo>
                <a:lnTo>
                  <a:pt x="54783" y="14361"/>
                </a:lnTo>
                <a:lnTo>
                  <a:pt x="55117" y="14361"/>
                </a:lnTo>
                <a:lnTo>
                  <a:pt x="74991" y="69973"/>
                </a:lnTo>
                <a:lnTo>
                  <a:pt x="34573" y="69973"/>
                </a:lnTo>
                <a:moveTo>
                  <a:pt x="46432" y="0"/>
                </a:moveTo>
                <a:lnTo>
                  <a:pt x="0" y="119231"/>
                </a:lnTo>
                <a:lnTo>
                  <a:pt x="16201" y="119231"/>
                </a:lnTo>
                <a:lnTo>
                  <a:pt x="29563" y="83347"/>
                </a:lnTo>
                <a:lnTo>
                  <a:pt x="80004" y="83347"/>
                </a:lnTo>
                <a:lnTo>
                  <a:pt x="93029" y="119231"/>
                </a:lnTo>
                <a:lnTo>
                  <a:pt x="110568" y="119231"/>
                </a:lnTo>
                <a:lnTo>
                  <a:pt x="63968" y="0"/>
                </a:lnTo>
                <a:lnTo>
                  <a:pt x="46432" y="0"/>
                </a:lnTo>
                <a:close/>
                <a:moveTo>
                  <a:pt x="139630" y="32784"/>
                </a:moveTo>
                <a:lnTo>
                  <a:pt x="139630" y="7014"/>
                </a:lnTo>
                <a:lnTo>
                  <a:pt x="125432" y="7014"/>
                </a:lnTo>
                <a:lnTo>
                  <a:pt x="125432" y="32784"/>
                </a:lnTo>
                <a:lnTo>
                  <a:pt x="110734" y="32784"/>
                </a:lnTo>
                <a:lnTo>
                  <a:pt x="110734" y="45344"/>
                </a:lnTo>
                <a:lnTo>
                  <a:pt x="125432" y="45344"/>
                </a:lnTo>
                <a:lnTo>
                  <a:pt x="125432" y="100341"/>
                </a:lnTo>
                <a:cubicBezTo>
                  <a:pt x="125432" y="104352"/>
                  <a:pt x="125822" y="107584"/>
                  <a:pt x="126602" y="110036"/>
                </a:cubicBezTo>
                <a:cubicBezTo>
                  <a:pt x="127381" y="112487"/>
                  <a:pt x="128578" y="114383"/>
                  <a:pt x="130193" y="115721"/>
                </a:cubicBezTo>
                <a:cubicBezTo>
                  <a:pt x="131807" y="117059"/>
                  <a:pt x="133922" y="117978"/>
                  <a:pt x="136538" y="118479"/>
                </a:cubicBezTo>
                <a:cubicBezTo>
                  <a:pt x="139155" y="118980"/>
                  <a:pt x="142301" y="119231"/>
                  <a:pt x="145976" y="119231"/>
                </a:cubicBezTo>
                <a:lnTo>
                  <a:pt x="156832" y="119231"/>
                </a:lnTo>
                <a:lnTo>
                  <a:pt x="156832" y="106672"/>
                </a:lnTo>
                <a:lnTo>
                  <a:pt x="150318" y="106672"/>
                </a:lnTo>
                <a:cubicBezTo>
                  <a:pt x="148091" y="106672"/>
                  <a:pt x="146281" y="106588"/>
                  <a:pt x="144890" y="106422"/>
                </a:cubicBezTo>
                <a:cubicBezTo>
                  <a:pt x="143498" y="106254"/>
                  <a:pt x="142413" y="105892"/>
                  <a:pt x="141633" y="105336"/>
                </a:cubicBezTo>
                <a:cubicBezTo>
                  <a:pt x="140855" y="104779"/>
                  <a:pt x="140326" y="103999"/>
                  <a:pt x="140048" y="102997"/>
                </a:cubicBezTo>
                <a:cubicBezTo>
                  <a:pt x="139769" y="101992"/>
                  <a:pt x="139630" y="100655"/>
                  <a:pt x="139630" y="98985"/>
                </a:cubicBezTo>
                <a:lnTo>
                  <a:pt x="139630" y="45344"/>
                </a:lnTo>
                <a:lnTo>
                  <a:pt x="156832" y="45344"/>
                </a:lnTo>
                <a:lnTo>
                  <a:pt x="156832" y="32784"/>
                </a:lnTo>
                <a:lnTo>
                  <a:pt x="139630" y="32784"/>
                </a:lnTo>
                <a:close/>
                <a:moveTo>
                  <a:pt x="192242" y="32784"/>
                </a:moveTo>
                <a:lnTo>
                  <a:pt x="192242" y="7014"/>
                </a:lnTo>
                <a:lnTo>
                  <a:pt x="178044" y="7014"/>
                </a:lnTo>
                <a:lnTo>
                  <a:pt x="178044" y="32784"/>
                </a:lnTo>
                <a:lnTo>
                  <a:pt x="163346" y="32784"/>
                </a:lnTo>
                <a:lnTo>
                  <a:pt x="163346" y="45344"/>
                </a:lnTo>
                <a:lnTo>
                  <a:pt x="178044" y="45344"/>
                </a:lnTo>
                <a:lnTo>
                  <a:pt x="178044" y="100341"/>
                </a:lnTo>
                <a:cubicBezTo>
                  <a:pt x="178044" y="104352"/>
                  <a:pt x="178434" y="107584"/>
                  <a:pt x="179214" y="110036"/>
                </a:cubicBezTo>
                <a:cubicBezTo>
                  <a:pt x="179993" y="112487"/>
                  <a:pt x="181190" y="114383"/>
                  <a:pt x="182805" y="115721"/>
                </a:cubicBezTo>
                <a:cubicBezTo>
                  <a:pt x="184419" y="117059"/>
                  <a:pt x="186534" y="117978"/>
                  <a:pt x="189150" y="118479"/>
                </a:cubicBezTo>
                <a:cubicBezTo>
                  <a:pt x="191767" y="118980"/>
                  <a:pt x="194913" y="119231"/>
                  <a:pt x="198588" y="119231"/>
                </a:cubicBezTo>
                <a:lnTo>
                  <a:pt x="209444" y="119231"/>
                </a:lnTo>
                <a:lnTo>
                  <a:pt x="209444" y="106672"/>
                </a:lnTo>
                <a:lnTo>
                  <a:pt x="202930" y="106672"/>
                </a:lnTo>
                <a:cubicBezTo>
                  <a:pt x="200703" y="106672"/>
                  <a:pt x="198893" y="106588"/>
                  <a:pt x="197502" y="106422"/>
                </a:cubicBezTo>
                <a:cubicBezTo>
                  <a:pt x="196110" y="106254"/>
                  <a:pt x="195025" y="105892"/>
                  <a:pt x="194245" y="105336"/>
                </a:cubicBezTo>
                <a:cubicBezTo>
                  <a:pt x="193467" y="104779"/>
                  <a:pt x="192938" y="103999"/>
                  <a:pt x="192660" y="102997"/>
                </a:cubicBezTo>
                <a:cubicBezTo>
                  <a:pt x="192381" y="101992"/>
                  <a:pt x="192242" y="100655"/>
                  <a:pt x="192242" y="98985"/>
                </a:cubicBezTo>
                <a:lnTo>
                  <a:pt x="192242" y="45344"/>
                </a:lnTo>
                <a:lnTo>
                  <a:pt x="209444" y="45344"/>
                </a:lnTo>
                <a:lnTo>
                  <a:pt x="209444" y="32784"/>
                </a:lnTo>
                <a:lnTo>
                  <a:pt x="192242" y="32784"/>
                </a:lnTo>
                <a:close/>
                <a:moveTo>
                  <a:pt x="301639" y="118854"/>
                </a:moveTo>
                <a:cubicBezTo>
                  <a:pt x="299189" y="120301"/>
                  <a:pt x="295793" y="121025"/>
                  <a:pt x="291450" y="121025"/>
                </a:cubicBezTo>
                <a:cubicBezTo>
                  <a:pt x="287777" y="121025"/>
                  <a:pt x="284855" y="119995"/>
                  <a:pt x="282683" y="117936"/>
                </a:cubicBezTo>
                <a:cubicBezTo>
                  <a:pt x="280512" y="115875"/>
                  <a:pt x="279426" y="112506"/>
                  <a:pt x="279426" y="107829"/>
                </a:cubicBezTo>
                <a:cubicBezTo>
                  <a:pt x="275529" y="112506"/>
                  <a:pt x="270991" y="115875"/>
                  <a:pt x="265812" y="117936"/>
                </a:cubicBezTo>
                <a:cubicBezTo>
                  <a:pt x="260635" y="119995"/>
                  <a:pt x="255040" y="121025"/>
                  <a:pt x="249027" y="121025"/>
                </a:cubicBezTo>
                <a:cubicBezTo>
                  <a:pt x="245130" y="121025"/>
                  <a:pt x="241427" y="120580"/>
                  <a:pt x="237918" y="119689"/>
                </a:cubicBezTo>
                <a:cubicBezTo>
                  <a:pt x="234412" y="118799"/>
                  <a:pt x="231378" y="117408"/>
                  <a:pt x="228818" y="115515"/>
                </a:cubicBezTo>
                <a:cubicBezTo>
                  <a:pt x="226257" y="113622"/>
                  <a:pt x="224225" y="111146"/>
                  <a:pt x="222721" y="108086"/>
                </a:cubicBezTo>
                <a:cubicBezTo>
                  <a:pt x="221218" y="105024"/>
                  <a:pt x="220466" y="101323"/>
                  <a:pt x="220466" y="96982"/>
                </a:cubicBezTo>
                <a:cubicBezTo>
                  <a:pt x="220466" y="92084"/>
                  <a:pt x="221301" y="88077"/>
                  <a:pt x="222971" y="84961"/>
                </a:cubicBezTo>
                <a:cubicBezTo>
                  <a:pt x="224641" y="81845"/>
                  <a:pt x="226840" y="79313"/>
                  <a:pt x="229567" y="77366"/>
                </a:cubicBezTo>
                <a:cubicBezTo>
                  <a:pt x="232295" y="75417"/>
                  <a:pt x="235413" y="73942"/>
                  <a:pt x="238920" y="72939"/>
                </a:cubicBezTo>
                <a:cubicBezTo>
                  <a:pt x="242428" y="71937"/>
                  <a:pt x="246020" y="71102"/>
                  <a:pt x="249695" y="70434"/>
                </a:cubicBezTo>
                <a:cubicBezTo>
                  <a:pt x="253593" y="69656"/>
                  <a:pt x="257295" y="69072"/>
                  <a:pt x="260802" y="68683"/>
                </a:cubicBezTo>
                <a:cubicBezTo>
                  <a:pt x="264308" y="68292"/>
                  <a:pt x="267398" y="67735"/>
                  <a:pt x="270071" y="67011"/>
                </a:cubicBezTo>
                <a:cubicBezTo>
                  <a:pt x="272743" y="66287"/>
                  <a:pt x="274859" y="65231"/>
                  <a:pt x="276417" y="63841"/>
                </a:cubicBezTo>
                <a:cubicBezTo>
                  <a:pt x="277976" y="62449"/>
                  <a:pt x="278756" y="60417"/>
                  <a:pt x="278756" y="57745"/>
                </a:cubicBezTo>
                <a:cubicBezTo>
                  <a:pt x="278756" y="54629"/>
                  <a:pt x="278172" y="52124"/>
                  <a:pt x="277003" y="50232"/>
                </a:cubicBezTo>
                <a:cubicBezTo>
                  <a:pt x="275834" y="48339"/>
                  <a:pt x="274330" y="46892"/>
                  <a:pt x="272492" y="45891"/>
                </a:cubicBezTo>
                <a:cubicBezTo>
                  <a:pt x="270655" y="44889"/>
                  <a:pt x="268595" y="44221"/>
                  <a:pt x="266312" y="43888"/>
                </a:cubicBezTo>
                <a:cubicBezTo>
                  <a:pt x="264030" y="43554"/>
                  <a:pt x="261776" y="43386"/>
                  <a:pt x="259550" y="43386"/>
                </a:cubicBezTo>
                <a:cubicBezTo>
                  <a:pt x="253537" y="43386"/>
                  <a:pt x="248527" y="44524"/>
                  <a:pt x="244519" y="46799"/>
                </a:cubicBezTo>
                <a:cubicBezTo>
                  <a:pt x="240511" y="49074"/>
                  <a:pt x="238340" y="53373"/>
                  <a:pt x="238005" y="59697"/>
                </a:cubicBezTo>
                <a:lnTo>
                  <a:pt x="223807" y="59697"/>
                </a:lnTo>
                <a:cubicBezTo>
                  <a:pt x="224030" y="54357"/>
                  <a:pt x="225143" y="49851"/>
                  <a:pt x="227146" y="46179"/>
                </a:cubicBezTo>
                <a:cubicBezTo>
                  <a:pt x="229151" y="42508"/>
                  <a:pt x="231823" y="39532"/>
                  <a:pt x="235163" y="37252"/>
                </a:cubicBezTo>
                <a:cubicBezTo>
                  <a:pt x="238504" y="34972"/>
                  <a:pt x="242317" y="33331"/>
                  <a:pt x="246604" y="32331"/>
                </a:cubicBezTo>
                <a:cubicBezTo>
                  <a:pt x="250892" y="31328"/>
                  <a:pt x="255485" y="30827"/>
                  <a:pt x="260384" y="30827"/>
                </a:cubicBezTo>
                <a:cubicBezTo>
                  <a:pt x="264281" y="30827"/>
                  <a:pt x="268151" y="31106"/>
                  <a:pt x="271992" y="31663"/>
                </a:cubicBezTo>
                <a:cubicBezTo>
                  <a:pt x="275834" y="32219"/>
                  <a:pt x="279313" y="33359"/>
                  <a:pt x="282431" y="35086"/>
                </a:cubicBezTo>
                <a:cubicBezTo>
                  <a:pt x="285549" y="36810"/>
                  <a:pt x="288054" y="39231"/>
                  <a:pt x="289947" y="42349"/>
                </a:cubicBezTo>
                <a:cubicBezTo>
                  <a:pt x="291839" y="45465"/>
                  <a:pt x="292786" y="49527"/>
                  <a:pt x="292786" y="54536"/>
                </a:cubicBezTo>
                <a:lnTo>
                  <a:pt x="292786" y="98944"/>
                </a:lnTo>
                <a:cubicBezTo>
                  <a:pt x="292786" y="102285"/>
                  <a:pt x="292980" y="104734"/>
                  <a:pt x="293369" y="106292"/>
                </a:cubicBezTo>
                <a:cubicBezTo>
                  <a:pt x="293760" y="107850"/>
                  <a:pt x="295069" y="108629"/>
                  <a:pt x="297297" y="108629"/>
                </a:cubicBezTo>
                <a:cubicBezTo>
                  <a:pt x="298522" y="108629"/>
                  <a:pt x="299969" y="108362"/>
                  <a:pt x="301639" y="107829"/>
                </a:cubicBezTo>
                <a:lnTo>
                  <a:pt x="301639" y="118854"/>
                </a:lnTo>
                <a:moveTo>
                  <a:pt x="278590" y="74591"/>
                </a:moveTo>
                <a:cubicBezTo>
                  <a:pt x="276808" y="75926"/>
                  <a:pt x="274469" y="76900"/>
                  <a:pt x="271574" y="77511"/>
                </a:cubicBezTo>
                <a:cubicBezTo>
                  <a:pt x="268681" y="78123"/>
                  <a:pt x="265647" y="78623"/>
                  <a:pt x="262473" y="79012"/>
                </a:cubicBezTo>
                <a:cubicBezTo>
                  <a:pt x="259300" y="79401"/>
                  <a:pt x="256098" y="79846"/>
                  <a:pt x="252868" y="80348"/>
                </a:cubicBezTo>
                <a:cubicBezTo>
                  <a:pt x="249640" y="80847"/>
                  <a:pt x="246746" y="81653"/>
                  <a:pt x="244185" y="82766"/>
                </a:cubicBezTo>
                <a:cubicBezTo>
                  <a:pt x="241625" y="83879"/>
                  <a:pt x="239537" y="85464"/>
                  <a:pt x="237921" y="87522"/>
                </a:cubicBezTo>
                <a:cubicBezTo>
                  <a:pt x="236307" y="89579"/>
                  <a:pt x="235500" y="92388"/>
                  <a:pt x="235500" y="95947"/>
                </a:cubicBezTo>
                <a:cubicBezTo>
                  <a:pt x="235500" y="98283"/>
                  <a:pt x="235973" y="100259"/>
                  <a:pt x="236919" y="101873"/>
                </a:cubicBezTo>
                <a:cubicBezTo>
                  <a:pt x="237866" y="103485"/>
                  <a:pt x="239091" y="104792"/>
                  <a:pt x="240594" y="105792"/>
                </a:cubicBezTo>
                <a:cubicBezTo>
                  <a:pt x="242098" y="106793"/>
                  <a:pt x="243851" y="107516"/>
                  <a:pt x="245854" y="107961"/>
                </a:cubicBezTo>
                <a:cubicBezTo>
                  <a:pt x="247859" y="108406"/>
                  <a:pt x="249975" y="108629"/>
                  <a:pt x="252200" y="108629"/>
                </a:cubicBezTo>
                <a:cubicBezTo>
                  <a:pt x="256878" y="108629"/>
                  <a:pt x="260887" y="107989"/>
                  <a:pt x="264227" y="106710"/>
                </a:cubicBezTo>
                <a:cubicBezTo>
                  <a:pt x="267567" y="105430"/>
                  <a:pt x="270295" y="103818"/>
                  <a:pt x="272410" y="101873"/>
                </a:cubicBezTo>
                <a:cubicBezTo>
                  <a:pt x="274526" y="99926"/>
                  <a:pt x="276084" y="97812"/>
                  <a:pt x="277087" y="95532"/>
                </a:cubicBezTo>
                <a:cubicBezTo>
                  <a:pt x="278089" y="93250"/>
                  <a:pt x="278590" y="91108"/>
                  <a:pt x="278590" y="89107"/>
                </a:cubicBezTo>
                <a:lnTo>
                  <a:pt x="278590" y="74591"/>
                </a:lnTo>
                <a:close/>
                <a:moveTo>
                  <a:pt x="373458" y="60512"/>
                </a:moveTo>
                <a:lnTo>
                  <a:pt x="388158" y="60512"/>
                </a:lnTo>
                <a:cubicBezTo>
                  <a:pt x="387600" y="55398"/>
                  <a:pt x="386264" y="50979"/>
                  <a:pt x="384149" y="47255"/>
                </a:cubicBezTo>
                <a:cubicBezTo>
                  <a:pt x="382034" y="43529"/>
                  <a:pt x="379333" y="40444"/>
                  <a:pt x="376047" y="37999"/>
                </a:cubicBezTo>
                <a:cubicBezTo>
                  <a:pt x="372763" y="35552"/>
                  <a:pt x="368977" y="33745"/>
                  <a:pt x="364691" y="32578"/>
                </a:cubicBezTo>
                <a:cubicBezTo>
                  <a:pt x="360404" y="31411"/>
                  <a:pt x="355811" y="30827"/>
                  <a:pt x="350911" y="30827"/>
                </a:cubicBezTo>
                <a:cubicBezTo>
                  <a:pt x="344118" y="30827"/>
                  <a:pt x="338160" y="32024"/>
                  <a:pt x="333038" y="34418"/>
                </a:cubicBezTo>
                <a:cubicBezTo>
                  <a:pt x="327917" y="36812"/>
                  <a:pt x="323658" y="40097"/>
                  <a:pt x="320262" y="44273"/>
                </a:cubicBezTo>
                <a:cubicBezTo>
                  <a:pt x="316866" y="48449"/>
                  <a:pt x="314333" y="53349"/>
                  <a:pt x="312662" y="58973"/>
                </a:cubicBezTo>
                <a:cubicBezTo>
                  <a:pt x="310992" y="64595"/>
                  <a:pt x="310157" y="70636"/>
                  <a:pt x="310157" y="77096"/>
                </a:cubicBezTo>
                <a:cubicBezTo>
                  <a:pt x="310157" y="83554"/>
                  <a:pt x="311020" y="89483"/>
                  <a:pt x="312746" y="94885"/>
                </a:cubicBezTo>
                <a:cubicBezTo>
                  <a:pt x="314473" y="100286"/>
                  <a:pt x="317034" y="104935"/>
                  <a:pt x="320430" y="108833"/>
                </a:cubicBezTo>
                <a:cubicBezTo>
                  <a:pt x="323827" y="112729"/>
                  <a:pt x="328057" y="115735"/>
                  <a:pt x="333122" y="117852"/>
                </a:cubicBezTo>
                <a:cubicBezTo>
                  <a:pt x="338189" y="119967"/>
                  <a:pt x="344007" y="121025"/>
                  <a:pt x="350577" y="121025"/>
                </a:cubicBezTo>
                <a:cubicBezTo>
                  <a:pt x="361600" y="121025"/>
                  <a:pt x="370313" y="118127"/>
                  <a:pt x="376715" y="112332"/>
                </a:cubicBezTo>
                <a:cubicBezTo>
                  <a:pt x="383118" y="106536"/>
                  <a:pt x="387099" y="98289"/>
                  <a:pt x="388657" y="87588"/>
                </a:cubicBezTo>
                <a:lnTo>
                  <a:pt x="374128" y="87588"/>
                </a:lnTo>
                <a:cubicBezTo>
                  <a:pt x="373236" y="94267"/>
                  <a:pt x="370813" y="99444"/>
                  <a:pt x="366860" y="103119"/>
                </a:cubicBezTo>
                <a:cubicBezTo>
                  <a:pt x="362908" y="106792"/>
                  <a:pt x="357424" y="108629"/>
                  <a:pt x="350409" y="108629"/>
                </a:cubicBezTo>
                <a:cubicBezTo>
                  <a:pt x="345956" y="108629"/>
                  <a:pt x="342114" y="107739"/>
                  <a:pt x="338884" y="105960"/>
                </a:cubicBezTo>
                <a:cubicBezTo>
                  <a:pt x="335656" y="104180"/>
                  <a:pt x="333040" y="101816"/>
                  <a:pt x="331035" y="98868"/>
                </a:cubicBezTo>
                <a:cubicBezTo>
                  <a:pt x="329032" y="95920"/>
                  <a:pt x="327557" y="92555"/>
                  <a:pt x="326611" y="88773"/>
                </a:cubicBezTo>
                <a:cubicBezTo>
                  <a:pt x="325664" y="84991"/>
                  <a:pt x="325191" y="81098"/>
                  <a:pt x="325191" y="77093"/>
                </a:cubicBezTo>
                <a:cubicBezTo>
                  <a:pt x="325191" y="72754"/>
                  <a:pt x="325636" y="68555"/>
                  <a:pt x="326526" y="64496"/>
                </a:cubicBezTo>
                <a:cubicBezTo>
                  <a:pt x="327417" y="60435"/>
                  <a:pt x="328891" y="56848"/>
                  <a:pt x="330951" y="53733"/>
                </a:cubicBezTo>
                <a:cubicBezTo>
                  <a:pt x="333012" y="50617"/>
                  <a:pt x="335767" y="48114"/>
                  <a:pt x="339218" y="46223"/>
                </a:cubicBezTo>
                <a:cubicBezTo>
                  <a:pt x="342671" y="44332"/>
                  <a:pt x="346958" y="43386"/>
                  <a:pt x="352081" y="43386"/>
                </a:cubicBezTo>
                <a:cubicBezTo>
                  <a:pt x="358093" y="43386"/>
                  <a:pt x="362881" y="44883"/>
                  <a:pt x="366444" y="47877"/>
                </a:cubicBezTo>
                <a:cubicBezTo>
                  <a:pt x="370007" y="50869"/>
                  <a:pt x="372345" y="55081"/>
                  <a:pt x="373458" y="60512"/>
                </a:cubicBezTo>
                <a:close/>
                <a:moveTo>
                  <a:pt x="405359" y="0"/>
                </a:moveTo>
                <a:lnTo>
                  <a:pt x="405359" y="119231"/>
                </a:lnTo>
                <a:lnTo>
                  <a:pt x="419557" y="119231"/>
                </a:lnTo>
                <a:lnTo>
                  <a:pt x="419557" y="86495"/>
                </a:lnTo>
                <a:lnTo>
                  <a:pt x="432917" y="74134"/>
                </a:lnTo>
                <a:lnTo>
                  <a:pt x="462480" y="119231"/>
                </a:lnTo>
                <a:lnTo>
                  <a:pt x="480518" y="119231"/>
                </a:lnTo>
                <a:lnTo>
                  <a:pt x="443774" y="64292"/>
                </a:lnTo>
                <a:lnTo>
                  <a:pt x="478013" y="32897"/>
                </a:lnTo>
                <a:lnTo>
                  <a:pt x="458973" y="32897"/>
                </a:lnTo>
                <a:lnTo>
                  <a:pt x="419557" y="70638"/>
                </a:lnTo>
                <a:lnTo>
                  <a:pt x="419557" y="0"/>
                </a:lnTo>
                <a:lnTo>
                  <a:pt x="405359" y="0"/>
                </a:lnTo>
                <a:close/>
                <a:moveTo>
                  <a:pt x="551168" y="67852"/>
                </a:moveTo>
                <a:lnTo>
                  <a:pt x="501563" y="67852"/>
                </a:lnTo>
                <a:cubicBezTo>
                  <a:pt x="501786" y="64500"/>
                  <a:pt x="502510" y="61344"/>
                  <a:pt x="503735" y="58384"/>
                </a:cubicBezTo>
                <a:cubicBezTo>
                  <a:pt x="504960" y="55423"/>
                  <a:pt x="506630" y="52825"/>
                  <a:pt x="508745" y="50591"/>
                </a:cubicBezTo>
                <a:cubicBezTo>
                  <a:pt x="510860" y="48357"/>
                  <a:pt x="513394" y="46597"/>
                  <a:pt x="516345" y="45313"/>
                </a:cubicBezTo>
                <a:cubicBezTo>
                  <a:pt x="519296" y="44029"/>
                  <a:pt x="522608" y="43386"/>
                  <a:pt x="526282" y="43386"/>
                </a:cubicBezTo>
                <a:cubicBezTo>
                  <a:pt x="529844" y="43386"/>
                  <a:pt x="533101" y="44029"/>
                  <a:pt x="536053" y="45313"/>
                </a:cubicBezTo>
                <a:cubicBezTo>
                  <a:pt x="539004" y="46597"/>
                  <a:pt x="541565" y="48330"/>
                  <a:pt x="543736" y="50509"/>
                </a:cubicBezTo>
                <a:cubicBezTo>
                  <a:pt x="545908" y="52688"/>
                  <a:pt x="547633" y="55285"/>
                  <a:pt x="548913" y="58300"/>
                </a:cubicBezTo>
                <a:cubicBezTo>
                  <a:pt x="550194" y="61316"/>
                  <a:pt x="550945" y="64500"/>
                  <a:pt x="551168" y="67852"/>
                </a:cubicBezTo>
                <a:moveTo>
                  <a:pt x="564864" y="91829"/>
                </a:moveTo>
                <a:lnTo>
                  <a:pt x="550834" y="91829"/>
                </a:lnTo>
                <a:cubicBezTo>
                  <a:pt x="549609" y="97485"/>
                  <a:pt x="547076" y="101699"/>
                  <a:pt x="543234" y="104472"/>
                </a:cubicBezTo>
                <a:cubicBezTo>
                  <a:pt x="539393" y="107243"/>
                  <a:pt x="534466" y="108629"/>
                  <a:pt x="528453" y="108629"/>
                </a:cubicBezTo>
                <a:cubicBezTo>
                  <a:pt x="523777" y="108629"/>
                  <a:pt x="519713" y="107854"/>
                  <a:pt x="516261" y="106305"/>
                </a:cubicBezTo>
                <a:cubicBezTo>
                  <a:pt x="512810" y="104755"/>
                  <a:pt x="509971" y="102681"/>
                  <a:pt x="507744" y="100081"/>
                </a:cubicBezTo>
                <a:cubicBezTo>
                  <a:pt x="505516" y="97480"/>
                  <a:pt x="503901" y="94492"/>
                  <a:pt x="502899" y="91118"/>
                </a:cubicBezTo>
                <a:cubicBezTo>
                  <a:pt x="501896" y="87742"/>
                  <a:pt x="501451" y="84173"/>
                  <a:pt x="501563" y="80411"/>
                </a:cubicBezTo>
                <a:lnTo>
                  <a:pt x="566199" y="80411"/>
                </a:lnTo>
                <a:cubicBezTo>
                  <a:pt x="566422" y="75163"/>
                  <a:pt x="565949" y="69635"/>
                  <a:pt x="564780" y="63828"/>
                </a:cubicBezTo>
                <a:cubicBezTo>
                  <a:pt x="563611" y="58021"/>
                  <a:pt x="561495" y="52660"/>
                  <a:pt x="558431" y="47747"/>
                </a:cubicBezTo>
                <a:cubicBezTo>
                  <a:pt x="555370" y="42833"/>
                  <a:pt x="551306" y="38785"/>
                  <a:pt x="546239" y="35603"/>
                </a:cubicBezTo>
                <a:cubicBezTo>
                  <a:pt x="541173" y="32419"/>
                  <a:pt x="534798" y="30827"/>
                  <a:pt x="527115" y="30827"/>
                </a:cubicBezTo>
                <a:cubicBezTo>
                  <a:pt x="521214" y="30827"/>
                  <a:pt x="515786" y="31941"/>
                  <a:pt x="510830" y="34168"/>
                </a:cubicBezTo>
                <a:cubicBezTo>
                  <a:pt x="505875" y="36396"/>
                  <a:pt x="501589" y="39514"/>
                  <a:pt x="497970" y="43524"/>
                </a:cubicBezTo>
                <a:cubicBezTo>
                  <a:pt x="494351" y="47532"/>
                  <a:pt x="491539" y="52265"/>
                  <a:pt x="489534" y="57722"/>
                </a:cubicBezTo>
                <a:cubicBezTo>
                  <a:pt x="487531" y="63177"/>
                  <a:pt x="486530" y="69189"/>
                  <a:pt x="486530" y="75758"/>
                </a:cubicBezTo>
                <a:cubicBezTo>
                  <a:pt x="486752" y="82328"/>
                  <a:pt x="487726" y="88397"/>
                  <a:pt x="489453" y="93965"/>
                </a:cubicBezTo>
                <a:cubicBezTo>
                  <a:pt x="491179" y="99532"/>
                  <a:pt x="493767" y="104321"/>
                  <a:pt x="497218" y="108331"/>
                </a:cubicBezTo>
                <a:cubicBezTo>
                  <a:pt x="500670" y="112339"/>
                  <a:pt x="504930" y="115456"/>
                  <a:pt x="509996" y="117684"/>
                </a:cubicBezTo>
                <a:cubicBezTo>
                  <a:pt x="515063" y="119911"/>
                  <a:pt x="521048" y="121025"/>
                  <a:pt x="527951" y="121025"/>
                </a:cubicBezTo>
                <a:cubicBezTo>
                  <a:pt x="537751" y="121025"/>
                  <a:pt x="545880" y="118578"/>
                  <a:pt x="552338" y="113685"/>
                </a:cubicBezTo>
                <a:cubicBezTo>
                  <a:pt x="558796" y="108790"/>
                  <a:pt x="562971" y="101505"/>
                  <a:pt x="564864" y="91829"/>
                </a:cubicBezTo>
                <a:close/>
                <a:moveTo>
                  <a:pt x="580397" y="32833"/>
                </a:moveTo>
                <a:lnTo>
                  <a:pt x="580397" y="119231"/>
                </a:lnTo>
                <a:lnTo>
                  <a:pt x="594593" y="119231"/>
                </a:lnTo>
                <a:lnTo>
                  <a:pt x="594593" y="80776"/>
                </a:lnTo>
                <a:cubicBezTo>
                  <a:pt x="594593" y="75203"/>
                  <a:pt x="595149" y="70272"/>
                  <a:pt x="596262" y="65982"/>
                </a:cubicBezTo>
                <a:cubicBezTo>
                  <a:pt x="597377" y="61690"/>
                  <a:pt x="599159" y="58040"/>
                  <a:pt x="601609" y="55031"/>
                </a:cubicBezTo>
                <a:cubicBezTo>
                  <a:pt x="604059" y="52020"/>
                  <a:pt x="607288" y="49735"/>
                  <a:pt x="611296" y="48175"/>
                </a:cubicBezTo>
                <a:cubicBezTo>
                  <a:pt x="615304" y="46614"/>
                  <a:pt x="620147" y="45833"/>
                  <a:pt x="625825" y="45833"/>
                </a:cubicBezTo>
                <a:lnTo>
                  <a:pt x="625825" y="30827"/>
                </a:lnTo>
                <a:cubicBezTo>
                  <a:pt x="618144" y="30605"/>
                  <a:pt x="611797" y="32164"/>
                  <a:pt x="606785" y="35506"/>
                </a:cubicBezTo>
                <a:cubicBezTo>
                  <a:pt x="601775" y="38848"/>
                  <a:pt x="597544" y="44029"/>
                  <a:pt x="594093" y="51047"/>
                </a:cubicBezTo>
                <a:lnTo>
                  <a:pt x="593759" y="51047"/>
                </a:lnTo>
                <a:lnTo>
                  <a:pt x="593759" y="32833"/>
                </a:lnTo>
                <a:lnTo>
                  <a:pt x="580397" y="32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Controlled">
            <a:extLst xmlns:a="http://schemas.openxmlformats.org/drawingml/2006/main">
              <a:ext uri="{FF2B5EF4-FFF2-40B4-BE49-F238E27FC236}">
                <a16:creationId xmlns:a16="http://schemas.microsoft.com/office/drawing/2014/main" id="{1DCA0E1C-2C1E-4F10-B2FF-D4E02932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811" y="2020849"/>
            <a:ext cx="754938" cy="124776"/>
          </a:xfrm>
          <a:custGeom xmlns:a="http://schemas.openxmlformats.org/drawingml/2006/main">
            <a:pathLst>
              <a:path w="754938" h="124776">
                <a:moveTo>
                  <a:pt x="89691" y="38763"/>
                </a:moveTo>
                <a:lnTo>
                  <a:pt x="105558" y="38763"/>
                </a:lnTo>
                <a:cubicBezTo>
                  <a:pt x="104668" y="32416"/>
                  <a:pt x="102775" y="26820"/>
                  <a:pt x="99880" y="21976"/>
                </a:cubicBezTo>
                <a:cubicBezTo>
                  <a:pt x="96985" y="17132"/>
                  <a:pt x="93366" y="13094"/>
                  <a:pt x="89023" y="9863"/>
                </a:cubicBezTo>
                <a:cubicBezTo>
                  <a:pt x="84680" y="6631"/>
                  <a:pt x="79725" y="4180"/>
                  <a:pt x="74157" y="2508"/>
                </a:cubicBezTo>
                <a:cubicBezTo>
                  <a:pt x="68590" y="836"/>
                  <a:pt x="62688" y="0"/>
                  <a:pt x="56453" y="0"/>
                </a:cubicBezTo>
                <a:cubicBezTo>
                  <a:pt x="47322" y="0"/>
                  <a:pt x="39221" y="1643"/>
                  <a:pt x="32150" y="4929"/>
                </a:cubicBezTo>
                <a:cubicBezTo>
                  <a:pt x="25080" y="8213"/>
                  <a:pt x="19179" y="12695"/>
                  <a:pt x="14448" y="18375"/>
                </a:cubicBezTo>
                <a:cubicBezTo>
                  <a:pt x="9716" y="24053"/>
                  <a:pt x="6125" y="30706"/>
                  <a:pt x="3675" y="38335"/>
                </a:cubicBezTo>
                <a:cubicBezTo>
                  <a:pt x="1225" y="45964"/>
                  <a:pt x="0" y="54121"/>
                  <a:pt x="0" y="62806"/>
                </a:cubicBezTo>
                <a:cubicBezTo>
                  <a:pt x="0" y="71492"/>
                  <a:pt x="1141" y="79621"/>
                  <a:pt x="3423" y="87193"/>
                </a:cubicBezTo>
                <a:cubicBezTo>
                  <a:pt x="5706" y="94766"/>
                  <a:pt x="9131" y="101336"/>
                  <a:pt x="13696" y="106903"/>
                </a:cubicBezTo>
                <a:cubicBezTo>
                  <a:pt x="18261" y="112471"/>
                  <a:pt x="23995" y="116842"/>
                  <a:pt x="30898" y="120016"/>
                </a:cubicBezTo>
                <a:cubicBezTo>
                  <a:pt x="37802" y="123189"/>
                  <a:pt x="45875" y="124776"/>
                  <a:pt x="55117" y="124776"/>
                </a:cubicBezTo>
                <a:cubicBezTo>
                  <a:pt x="70371" y="124776"/>
                  <a:pt x="82396" y="120598"/>
                  <a:pt x="91192" y="112243"/>
                </a:cubicBezTo>
                <a:cubicBezTo>
                  <a:pt x="99989" y="103885"/>
                  <a:pt x="105168" y="92191"/>
                  <a:pt x="106728" y="77159"/>
                </a:cubicBezTo>
                <a:lnTo>
                  <a:pt x="90860" y="77159"/>
                </a:lnTo>
                <a:cubicBezTo>
                  <a:pt x="90526" y="82058"/>
                  <a:pt x="89523" y="86623"/>
                  <a:pt x="87853" y="90855"/>
                </a:cubicBezTo>
                <a:cubicBezTo>
                  <a:pt x="86183" y="95086"/>
                  <a:pt x="83872" y="98733"/>
                  <a:pt x="80921" y="101796"/>
                </a:cubicBezTo>
                <a:cubicBezTo>
                  <a:pt x="77972" y="104858"/>
                  <a:pt x="74464" y="107252"/>
                  <a:pt x="70398" y="108978"/>
                </a:cubicBezTo>
                <a:cubicBezTo>
                  <a:pt x="66334" y="110702"/>
                  <a:pt x="61686" y="111565"/>
                  <a:pt x="56453" y="111565"/>
                </a:cubicBezTo>
                <a:cubicBezTo>
                  <a:pt x="49327" y="111565"/>
                  <a:pt x="43203" y="110229"/>
                  <a:pt x="38080" y="107558"/>
                </a:cubicBezTo>
                <a:cubicBezTo>
                  <a:pt x="32959" y="104886"/>
                  <a:pt x="28756" y="101295"/>
                  <a:pt x="25470" y="96786"/>
                </a:cubicBezTo>
                <a:cubicBezTo>
                  <a:pt x="22186" y="92277"/>
                  <a:pt x="19764" y="86988"/>
                  <a:pt x="18204" y="80921"/>
                </a:cubicBezTo>
                <a:cubicBezTo>
                  <a:pt x="16646" y="74854"/>
                  <a:pt x="15867" y="68425"/>
                  <a:pt x="15867" y="61634"/>
                </a:cubicBezTo>
                <a:cubicBezTo>
                  <a:pt x="15867" y="55400"/>
                  <a:pt x="16646" y="49389"/>
                  <a:pt x="18204" y="43600"/>
                </a:cubicBezTo>
                <a:cubicBezTo>
                  <a:pt x="19764" y="37812"/>
                  <a:pt x="22186" y="32663"/>
                  <a:pt x="25470" y="28154"/>
                </a:cubicBezTo>
                <a:cubicBezTo>
                  <a:pt x="28756" y="23644"/>
                  <a:pt x="32931" y="20054"/>
                  <a:pt x="37996" y="17384"/>
                </a:cubicBezTo>
                <a:cubicBezTo>
                  <a:pt x="43063" y="14711"/>
                  <a:pt x="49160" y="13375"/>
                  <a:pt x="56287" y="13375"/>
                </a:cubicBezTo>
                <a:cubicBezTo>
                  <a:pt x="64638" y="13375"/>
                  <a:pt x="71847" y="15491"/>
                  <a:pt x="77914" y="19723"/>
                </a:cubicBezTo>
                <a:cubicBezTo>
                  <a:pt x="83983" y="23954"/>
                  <a:pt x="87908" y="30300"/>
                  <a:pt x="89691" y="38763"/>
                </a:cubicBezTo>
                <a:close/>
                <a:moveTo>
                  <a:pt x="134453" y="79028"/>
                </a:moveTo>
                <a:cubicBezTo>
                  <a:pt x="134453" y="73798"/>
                  <a:pt x="135148" y="69154"/>
                  <a:pt x="136540" y="65095"/>
                </a:cubicBezTo>
                <a:cubicBezTo>
                  <a:pt x="137931" y="61034"/>
                  <a:pt x="139852" y="57613"/>
                  <a:pt x="142302" y="54832"/>
                </a:cubicBezTo>
                <a:cubicBezTo>
                  <a:pt x="144752" y="52050"/>
                  <a:pt x="147619" y="49937"/>
                  <a:pt x="150903" y="48491"/>
                </a:cubicBezTo>
                <a:cubicBezTo>
                  <a:pt x="154188" y="47045"/>
                  <a:pt x="157667" y="46322"/>
                  <a:pt x="161342" y="46322"/>
                </a:cubicBezTo>
                <a:cubicBezTo>
                  <a:pt x="165017" y="46322"/>
                  <a:pt x="168497" y="47045"/>
                  <a:pt x="171781" y="48491"/>
                </a:cubicBezTo>
                <a:cubicBezTo>
                  <a:pt x="175065" y="49937"/>
                  <a:pt x="177932" y="52050"/>
                  <a:pt x="180382" y="54832"/>
                </a:cubicBezTo>
                <a:cubicBezTo>
                  <a:pt x="182832" y="57613"/>
                  <a:pt x="184753" y="61034"/>
                  <a:pt x="186144" y="65095"/>
                </a:cubicBezTo>
                <a:cubicBezTo>
                  <a:pt x="187536" y="69154"/>
                  <a:pt x="188232" y="73798"/>
                  <a:pt x="188232" y="79028"/>
                </a:cubicBezTo>
                <a:cubicBezTo>
                  <a:pt x="188232" y="84255"/>
                  <a:pt x="187536" y="88900"/>
                  <a:pt x="186144" y="92960"/>
                </a:cubicBezTo>
                <a:cubicBezTo>
                  <a:pt x="184753" y="97021"/>
                  <a:pt x="182832" y="100414"/>
                  <a:pt x="180382" y="103139"/>
                </a:cubicBezTo>
                <a:cubicBezTo>
                  <a:pt x="177932" y="105864"/>
                  <a:pt x="175065" y="107950"/>
                  <a:pt x="171781" y="109396"/>
                </a:cubicBezTo>
                <a:cubicBezTo>
                  <a:pt x="168497" y="110842"/>
                  <a:pt x="165017" y="111565"/>
                  <a:pt x="161342" y="111565"/>
                </a:cubicBezTo>
                <a:cubicBezTo>
                  <a:pt x="157667" y="111565"/>
                  <a:pt x="154188" y="110842"/>
                  <a:pt x="150903" y="109396"/>
                </a:cubicBezTo>
                <a:cubicBezTo>
                  <a:pt x="147619" y="107950"/>
                  <a:pt x="144752" y="105864"/>
                  <a:pt x="142302" y="103139"/>
                </a:cubicBezTo>
                <a:cubicBezTo>
                  <a:pt x="139852" y="100414"/>
                  <a:pt x="137931" y="97021"/>
                  <a:pt x="136540" y="92960"/>
                </a:cubicBezTo>
                <a:cubicBezTo>
                  <a:pt x="135148" y="88900"/>
                  <a:pt x="134453" y="84255"/>
                  <a:pt x="134453" y="79028"/>
                </a:cubicBezTo>
                <a:moveTo>
                  <a:pt x="119419" y="79030"/>
                </a:moveTo>
                <a:cubicBezTo>
                  <a:pt x="119419" y="85376"/>
                  <a:pt x="120309" y="91278"/>
                  <a:pt x="122090" y="96735"/>
                </a:cubicBezTo>
                <a:cubicBezTo>
                  <a:pt x="123872" y="102190"/>
                  <a:pt x="126544" y="106951"/>
                  <a:pt x="130107" y="111017"/>
                </a:cubicBezTo>
                <a:cubicBezTo>
                  <a:pt x="133670" y="115081"/>
                  <a:pt x="138068" y="118255"/>
                  <a:pt x="143301" y="120538"/>
                </a:cubicBezTo>
                <a:cubicBezTo>
                  <a:pt x="148536" y="122820"/>
                  <a:pt x="154549" y="123961"/>
                  <a:pt x="161342" y="123961"/>
                </a:cubicBezTo>
                <a:cubicBezTo>
                  <a:pt x="168245" y="123961"/>
                  <a:pt x="174285" y="122820"/>
                  <a:pt x="179462" y="120538"/>
                </a:cubicBezTo>
                <a:cubicBezTo>
                  <a:pt x="184641" y="118255"/>
                  <a:pt x="189012" y="115081"/>
                  <a:pt x="192574" y="111017"/>
                </a:cubicBezTo>
                <a:cubicBezTo>
                  <a:pt x="196137" y="106951"/>
                  <a:pt x="198809" y="102190"/>
                  <a:pt x="200590" y="96735"/>
                </a:cubicBezTo>
                <a:cubicBezTo>
                  <a:pt x="202372" y="91278"/>
                  <a:pt x="203263" y="85376"/>
                  <a:pt x="203263" y="79030"/>
                </a:cubicBezTo>
                <a:cubicBezTo>
                  <a:pt x="203263" y="72683"/>
                  <a:pt x="202372" y="66753"/>
                  <a:pt x="200590" y="61241"/>
                </a:cubicBezTo>
                <a:cubicBezTo>
                  <a:pt x="198809" y="55728"/>
                  <a:pt x="196137" y="50939"/>
                  <a:pt x="192574" y="46875"/>
                </a:cubicBezTo>
                <a:cubicBezTo>
                  <a:pt x="189012" y="42811"/>
                  <a:pt x="184641" y="39610"/>
                  <a:pt x="179462" y="37272"/>
                </a:cubicBezTo>
                <a:cubicBezTo>
                  <a:pt x="174285" y="34933"/>
                  <a:pt x="168245" y="33763"/>
                  <a:pt x="161342" y="33763"/>
                </a:cubicBezTo>
                <a:cubicBezTo>
                  <a:pt x="154549" y="33763"/>
                  <a:pt x="148536" y="34933"/>
                  <a:pt x="143301" y="37272"/>
                </a:cubicBezTo>
                <a:cubicBezTo>
                  <a:pt x="138068" y="39610"/>
                  <a:pt x="133670" y="42811"/>
                  <a:pt x="130107" y="46875"/>
                </a:cubicBezTo>
                <a:cubicBezTo>
                  <a:pt x="126544" y="50939"/>
                  <a:pt x="123872" y="55728"/>
                  <a:pt x="122090" y="61241"/>
                </a:cubicBezTo>
                <a:cubicBezTo>
                  <a:pt x="120309" y="66753"/>
                  <a:pt x="119419" y="72683"/>
                  <a:pt x="119419" y="79030"/>
                </a:cubicBezTo>
                <a:close/>
                <a:moveTo>
                  <a:pt x="219966" y="35769"/>
                </a:moveTo>
                <a:lnTo>
                  <a:pt x="219966" y="122167"/>
                </a:lnTo>
                <a:lnTo>
                  <a:pt x="234164" y="122167"/>
                </a:lnTo>
                <a:lnTo>
                  <a:pt x="234164" y="73385"/>
                </a:lnTo>
                <a:cubicBezTo>
                  <a:pt x="234164" y="69488"/>
                  <a:pt x="234692" y="65896"/>
                  <a:pt x="235749" y="62610"/>
                </a:cubicBezTo>
                <a:cubicBezTo>
                  <a:pt x="236808" y="59324"/>
                  <a:pt x="238395" y="56456"/>
                  <a:pt x="240510" y="54006"/>
                </a:cubicBezTo>
                <a:cubicBezTo>
                  <a:pt x="242625" y="51556"/>
                  <a:pt x="245270" y="49663"/>
                  <a:pt x="248443" y="48328"/>
                </a:cubicBezTo>
                <a:cubicBezTo>
                  <a:pt x="251617" y="46991"/>
                  <a:pt x="255375" y="46322"/>
                  <a:pt x="259718" y="46322"/>
                </a:cubicBezTo>
                <a:cubicBezTo>
                  <a:pt x="265174" y="46322"/>
                  <a:pt x="269460" y="47882"/>
                  <a:pt x="272578" y="51001"/>
                </a:cubicBezTo>
                <a:cubicBezTo>
                  <a:pt x="275696" y="54119"/>
                  <a:pt x="277255" y="58350"/>
                  <a:pt x="277255" y="63696"/>
                </a:cubicBezTo>
                <a:lnTo>
                  <a:pt x="277255" y="122167"/>
                </a:lnTo>
                <a:lnTo>
                  <a:pt x="291453" y="122167"/>
                </a:lnTo>
                <a:lnTo>
                  <a:pt x="291453" y="65347"/>
                </a:lnTo>
                <a:cubicBezTo>
                  <a:pt x="291453" y="60668"/>
                  <a:pt x="290979" y="56407"/>
                  <a:pt x="290033" y="52564"/>
                </a:cubicBezTo>
                <a:cubicBezTo>
                  <a:pt x="289087" y="48720"/>
                  <a:pt x="287444" y="45406"/>
                  <a:pt x="285104" y="42622"/>
                </a:cubicBezTo>
                <a:cubicBezTo>
                  <a:pt x="282766" y="39835"/>
                  <a:pt x="279705" y="37662"/>
                  <a:pt x="275919" y="36103"/>
                </a:cubicBezTo>
                <a:cubicBezTo>
                  <a:pt x="272134" y="34543"/>
                  <a:pt x="267401" y="33763"/>
                  <a:pt x="261721" y="33763"/>
                </a:cubicBezTo>
                <a:cubicBezTo>
                  <a:pt x="248916" y="33763"/>
                  <a:pt x="239563" y="38999"/>
                  <a:pt x="233662" y="49472"/>
                </a:cubicBezTo>
                <a:lnTo>
                  <a:pt x="233328" y="49472"/>
                </a:lnTo>
                <a:lnTo>
                  <a:pt x="233328" y="35769"/>
                </a:lnTo>
                <a:lnTo>
                  <a:pt x="219966" y="35769"/>
                </a:lnTo>
                <a:close/>
                <a:moveTo>
                  <a:pt x="332542" y="35720"/>
                </a:moveTo>
                <a:lnTo>
                  <a:pt x="332542" y="9949"/>
                </a:lnTo>
                <a:lnTo>
                  <a:pt x="318344" y="9949"/>
                </a:lnTo>
                <a:lnTo>
                  <a:pt x="318344" y="35720"/>
                </a:lnTo>
                <a:lnTo>
                  <a:pt x="303647" y="35720"/>
                </a:lnTo>
                <a:lnTo>
                  <a:pt x="303647" y="48279"/>
                </a:lnTo>
                <a:lnTo>
                  <a:pt x="318344" y="48279"/>
                </a:lnTo>
                <a:lnTo>
                  <a:pt x="318344" y="103277"/>
                </a:lnTo>
                <a:cubicBezTo>
                  <a:pt x="318344" y="107288"/>
                  <a:pt x="318734" y="110520"/>
                  <a:pt x="319514" y="112972"/>
                </a:cubicBezTo>
                <a:cubicBezTo>
                  <a:pt x="320294" y="115423"/>
                  <a:pt x="321491" y="117318"/>
                  <a:pt x="323105" y="118657"/>
                </a:cubicBezTo>
                <a:cubicBezTo>
                  <a:pt x="324719" y="119994"/>
                  <a:pt x="326834" y="120914"/>
                  <a:pt x="329450" y="121415"/>
                </a:cubicBezTo>
                <a:cubicBezTo>
                  <a:pt x="332067" y="121916"/>
                  <a:pt x="335213" y="122167"/>
                  <a:pt x="338888" y="122167"/>
                </a:cubicBezTo>
                <a:lnTo>
                  <a:pt x="349744" y="122167"/>
                </a:lnTo>
                <a:lnTo>
                  <a:pt x="349744" y="109607"/>
                </a:lnTo>
                <a:lnTo>
                  <a:pt x="343230" y="109607"/>
                </a:lnTo>
                <a:cubicBezTo>
                  <a:pt x="341003" y="109607"/>
                  <a:pt x="339194" y="109524"/>
                  <a:pt x="337802" y="109358"/>
                </a:cubicBezTo>
                <a:cubicBezTo>
                  <a:pt x="336411" y="109189"/>
                  <a:pt x="335325" y="108828"/>
                  <a:pt x="334545" y="108272"/>
                </a:cubicBezTo>
                <a:cubicBezTo>
                  <a:pt x="333767" y="107715"/>
                  <a:pt x="333238" y="106935"/>
                  <a:pt x="332960" y="105932"/>
                </a:cubicBezTo>
                <a:cubicBezTo>
                  <a:pt x="332681" y="104928"/>
                  <a:pt x="332542" y="103591"/>
                  <a:pt x="332542" y="101921"/>
                </a:cubicBezTo>
                <a:lnTo>
                  <a:pt x="332542" y="48279"/>
                </a:lnTo>
                <a:lnTo>
                  <a:pt x="349744" y="48279"/>
                </a:lnTo>
                <a:lnTo>
                  <a:pt x="349744" y="35720"/>
                </a:lnTo>
                <a:lnTo>
                  <a:pt x="332542" y="35720"/>
                </a:lnTo>
                <a:close/>
                <a:moveTo>
                  <a:pt x="364944" y="35769"/>
                </a:moveTo>
                <a:lnTo>
                  <a:pt x="364944" y="122167"/>
                </a:lnTo>
                <a:lnTo>
                  <a:pt x="379139" y="122167"/>
                </a:lnTo>
                <a:lnTo>
                  <a:pt x="379139" y="83712"/>
                </a:lnTo>
                <a:cubicBezTo>
                  <a:pt x="379139" y="78139"/>
                  <a:pt x="379696" y="73208"/>
                  <a:pt x="380809" y="68918"/>
                </a:cubicBezTo>
                <a:cubicBezTo>
                  <a:pt x="381923" y="64626"/>
                  <a:pt x="383705" y="60975"/>
                  <a:pt x="386155" y="57966"/>
                </a:cubicBezTo>
                <a:cubicBezTo>
                  <a:pt x="388605" y="54956"/>
                  <a:pt x="391834" y="52671"/>
                  <a:pt x="395842" y="51111"/>
                </a:cubicBezTo>
                <a:cubicBezTo>
                  <a:pt x="399850" y="49549"/>
                  <a:pt x="404693" y="48769"/>
                  <a:pt x="410372" y="48769"/>
                </a:cubicBezTo>
                <a:lnTo>
                  <a:pt x="410372" y="33763"/>
                </a:lnTo>
                <a:cubicBezTo>
                  <a:pt x="402690" y="33540"/>
                  <a:pt x="396344" y="35100"/>
                  <a:pt x="391331" y="38442"/>
                </a:cubicBezTo>
                <a:cubicBezTo>
                  <a:pt x="386321" y="41784"/>
                  <a:pt x="382090" y="46964"/>
                  <a:pt x="378640" y="53983"/>
                </a:cubicBezTo>
                <a:lnTo>
                  <a:pt x="378306" y="53983"/>
                </a:lnTo>
                <a:lnTo>
                  <a:pt x="378306" y="35769"/>
                </a:lnTo>
                <a:lnTo>
                  <a:pt x="364944" y="35769"/>
                </a:lnTo>
                <a:close/>
                <a:moveTo>
                  <a:pt x="428412" y="79028"/>
                </a:moveTo>
                <a:cubicBezTo>
                  <a:pt x="428412" y="73798"/>
                  <a:pt x="429108" y="69154"/>
                  <a:pt x="430499" y="65095"/>
                </a:cubicBezTo>
                <a:cubicBezTo>
                  <a:pt x="431891" y="61034"/>
                  <a:pt x="433812" y="57613"/>
                  <a:pt x="436262" y="54832"/>
                </a:cubicBezTo>
                <a:cubicBezTo>
                  <a:pt x="438712" y="52050"/>
                  <a:pt x="441579" y="49937"/>
                  <a:pt x="444863" y="48491"/>
                </a:cubicBezTo>
                <a:cubicBezTo>
                  <a:pt x="448147" y="47045"/>
                  <a:pt x="451627" y="46322"/>
                  <a:pt x="455302" y="46322"/>
                </a:cubicBezTo>
                <a:cubicBezTo>
                  <a:pt x="458977" y="46322"/>
                  <a:pt x="462456" y="47045"/>
                  <a:pt x="465741" y="48491"/>
                </a:cubicBezTo>
                <a:cubicBezTo>
                  <a:pt x="469025" y="49937"/>
                  <a:pt x="471892" y="52050"/>
                  <a:pt x="474342" y="54832"/>
                </a:cubicBezTo>
                <a:cubicBezTo>
                  <a:pt x="476792" y="57613"/>
                  <a:pt x="478713" y="61034"/>
                  <a:pt x="480104" y="65095"/>
                </a:cubicBezTo>
                <a:cubicBezTo>
                  <a:pt x="481496" y="69154"/>
                  <a:pt x="482191" y="73798"/>
                  <a:pt x="482191" y="79028"/>
                </a:cubicBezTo>
                <a:cubicBezTo>
                  <a:pt x="482191" y="84255"/>
                  <a:pt x="481496" y="88900"/>
                  <a:pt x="480104" y="92960"/>
                </a:cubicBezTo>
                <a:cubicBezTo>
                  <a:pt x="478713" y="97021"/>
                  <a:pt x="476792" y="100414"/>
                  <a:pt x="474342" y="103139"/>
                </a:cubicBezTo>
                <a:cubicBezTo>
                  <a:pt x="471892" y="105864"/>
                  <a:pt x="469025" y="107950"/>
                  <a:pt x="465741" y="109396"/>
                </a:cubicBezTo>
                <a:cubicBezTo>
                  <a:pt x="462456" y="110842"/>
                  <a:pt x="458977" y="111565"/>
                  <a:pt x="455302" y="111565"/>
                </a:cubicBezTo>
                <a:cubicBezTo>
                  <a:pt x="451627" y="111565"/>
                  <a:pt x="448147" y="110842"/>
                  <a:pt x="444863" y="109396"/>
                </a:cubicBezTo>
                <a:cubicBezTo>
                  <a:pt x="441579" y="107950"/>
                  <a:pt x="438712" y="105864"/>
                  <a:pt x="436262" y="103139"/>
                </a:cubicBezTo>
                <a:cubicBezTo>
                  <a:pt x="433812" y="100414"/>
                  <a:pt x="431891" y="97021"/>
                  <a:pt x="430499" y="92960"/>
                </a:cubicBezTo>
                <a:cubicBezTo>
                  <a:pt x="429108" y="88900"/>
                  <a:pt x="428412" y="84255"/>
                  <a:pt x="428412" y="79028"/>
                </a:cubicBezTo>
                <a:moveTo>
                  <a:pt x="413378" y="79030"/>
                </a:moveTo>
                <a:cubicBezTo>
                  <a:pt x="413378" y="85376"/>
                  <a:pt x="414269" y="91278"/>
                  <a:pt x="416049" y="96735"/>
                </a:cubicBezTo>
                <a:cubicBezTo>
                  <a:pt x="417831" y="102190"/>
                  <a:pt x="420504" y="106951"/>
                  <a:pt x="424067" y="111017"/>
                </a:cubicBezTo>
                <a:cubicBezTo>
                  <a:pt x="427630" y="115081"/>
                  <a:pt x="432028" y="118255"/>
                  <a:pt x="437261" y="120538"/>
                </a:cubicBezTo>
                <a:cubicBezTo>
                  <a:pt x="442495" y="122820"/>
                  <a:pt x="448509" y="123961"/>
                  <a:pt x="455302" y="123961"/>
                </a:cubicBezTo>
                <a:cubicBezTo>
                  <a:pt x="462205" y="123961"/>
                  <a:pt x="468245" y="122820"/>
                  <a:pt x="473422" y="120538"/>
                </a:cubicBezTo>
                <a:cubicBezTo>
                  <a:pt x="478600" y="118255"/>
                  <a:pt x="482971" y="115081"/>
                  <a:pt x="486534" y="111017"/>
                </a:cubicBezTo>
                <a:cubicBezTo>
                  <a:pt x="490097" y="106951"/>
                  <a:pt x="492769" y="102190"/>
                  <a:pt x="494549" y="96735"/>
                </a:cubicBezTo>
                <a:cubicBezTo>
                  <a:pt x="496331" y="91278"/>
                  <a:pt x="497223" y="85376"/>
                  <a:pt x="497223" y="79030"/>
                </a:cubicBezTo>
                <a:cubicBezTo>
                  <a:pt x="497223" y="72683"/>
                  <a:pt x="496331" y="66753"/>
                  <a:pt x="494549" y="61241"/>
                </a:cubicBezTo>
                <a:cubicBezTo>
                  <a:pt x="492769" y="55728"/>
                  <a:pt x="490097" y="50939"/>
                  <a:pt x="486534" y="46875"/>
                </a:cubicBezTo>
                <a:cubicBezTo>
                  <a:pt x="482971" y="42811"/>
                  <a:pt x="478600" y="39610"/>
                  <a:pt x="473422" y="37272"/>
                </a:cubicBezTo>
                <a:cubicBezTo>
                  <a:pt x="468245" y="34933"/>
                  <a:pt x="462205" y="33763"/>
                  <a:pt x="455302" y="33763"/>
                </a:cubicBezTo>
                <a:cubicBezTo>
                  <a:pt x="448509" y="33763"/>
                  <a:pt x="442495" y="34933"/>
                  <a:pt x="437261" y="37272"/>
                </a:cubicBezTo>
                <a:cubicBezTo>
                  <a:pt x="432028" y="39610"/>
                  <a:pt x="427630" y="42811"/>
                  <a:pt x="424067" y="46875"/>
                </a:cubicBezTo>
                <a:cubicBezTo>
                  <a:pt x="420504" y="50939"/>
                  <a:pt x="417831" y="55728"/>
                  <a:pt x="416049" y="61241"/>
                </a:cubicBezTo>
                <a:cubicBezTo>
                  <a:pt x="414269" y="66753"/>
                  <a:pt x="413378" y="72683"/>
                  <a:pt x="413378" y="79030"/>
                </a:cubicBezTo>
                <a:close/>
                <a:moveTo>
                  <a:pt x="514762" y="2936"/>
                </a:moveTo>
                <a:lnTo>
                  <a:pt x="514762" y="122167"/>
                </a:lnTo>
                <a:lnTo>
                  <a:pt x="528960" y="122167"/>
                </a:lnTo>
                <a:lnTo>
                  <a:pt x="528960" y="2936"/>
                </a:lnTo>
                <a:lnTo>
                  <a:pt x="514762" y="2936"/>
                </a:lnTo>
                <a:close/>
                <a:moveTo>
                  <a:pt x="551841" y="2936"/>
                </a:moveTo>
                <a:lnTo>
                  <a:pt x="551841" y="122167"/>
                </a:lnTo>
                <a:lnTo>
                  <a:pt x="566038" y="122167"/>
                </a:lnTo>
                <a:lnTo>
                  <a:pt x="566038" y="2936"/>
                </a:lnTo>
                <a:lnTo>
                  <a:pt x="551841" y="2936"/>
                </a:lnTo>
                <a:close/>
                <a:moveTo>
                  <a:pt x="648046" y="70788"/>
                </a:moveTo>
                <a:lnTo>
                  <a:pt x="598441" y="70788"/>
                </a:lnTo>
                <a:cubicBezTo>
                  <a:pt x="598664" y="67436"/>
                  <a:pt x="599387" y="64280"/>
                  <a:pt x="600612" y="61320"/>
                </a:cubicBezTo>
                <a:cubicBezTo>
                  <a:pt x="601837" y="58359"/>
                  <a:pt x="603508" y="55761"/>
                  <a:pt x="605623" y="53527"/>
                </a:cubicBezTo>
                <a:cubicBezTo>
                  <a:pt x="607738" y="51293"/>
                  <a:pt x="610271" y="49533"/>
                  <a:pt x="613223" y="48249"/>
                </a:cubicBezTo>
                <a:cubicBezTo>
                  <a:pt x="616174" y="46964"/>
                  <a:pt x="619486" y="46322"/>
                  <a:pt x="623159" y="46322"/>
                </a:cubicBezTo>
                <a:cubicBezTo>
                  <a:pt x="626722" y="46322"/>
                  <a:pt x="629979" y="46964"/>
                  <a:pt x="632930" y="48249"/>
                </a:cubicBezTo>
                <a:cubicBezTo>
                  <a:pt x="635882" y="49533"/>
                  <a:pt x="638443" y="51266"/>
                  <a:pt x="640614" y="53445"/>
                </a:cubicBezTo>
                <a:cubicBezTo>
                  <a:pt x="642786" y="55623"/>
                  <a:pt x="644511" y="58220"/>
                  <a:pt x="645790" y="61236"/>
                </a:cubicBezTo>
                <a:cubicBezTo>
                  <a:pt x="647071" y="64252"/>
                  <a:pt x="647823" y="67436"/>
                  <a:pt x="648046" y="70788"/>
                </a:cubicBezTo>
                <a:moveTo>
                  <a:pt x="661742" y="94765"/>
                </a:moveTo>
                <a:lnTo>
                  <a:pt x="647712" y="94765"/>
                </a:lnTo>
                <a:cubicBezTo>
                  <a:pt x="646487" y="100421"/>
                  <a:pt x="643954" y="104635"/>
                  <a:pt x="640112" y="107408"/>
                </a:cubicBezTo>
                <a:cubicBezTo>
                  <a:pt x="636271" y="110179"/>
                  <a:pt x="631344" y="111565"/>
                  <a:pt x="625331" y="111565"/>
                </a:cubicBezTo>
                <a:cubicBezTo>
                  <a:pt x="620655" y="111565"/>
                  <a:pt x="616591" y="110790"/>
                  <a:pt x="613139" y="109240"/>
                </a:cubicBezTo>
                <a:cubicBezTo>
                  <a:pt x="609688" y="107691"/>
                  <a:pt x="606849" y="105616"/>
                  <a:pt x="604621" y="103017"/>
                </a:cubicBezTo>
                <a:cubicBezTo>
                  <a:pt x="602394" y="100416"/>
                  <a:pt x="600779" y="97428"/>
                  <a:pt x="599777" y="94054"/>
                </a:cubicBezTo>
                <a:cubicBezTo>
                  <a:pt x="598774" y="90678"/>
                  <a:pt x="598329" y="87109"/>
                  <a:pt x="598441" y="83347"/>
                </a:cubicBezTo>
                <a:lnTo>
                  <a:pt x="663077" y="83347"/>
                </a:lnTo>
                <a:cubicBezTo>
                  <a:pt x="663300" y="78099"/>
                  <a:pt x="662826" y="72571"/>
                  <a:pt x="661658" y="66764"/>
                </a:cubicBezTo>
                <a:cubicBezTo>
                  <a:pt x="660489" y="60957"/>
                  <a:pt x="658372" y="55596"/>
                  <a:pt x="655309" y="50683"/>
                </a:cubicBezTo>
                <a:cubicBezTo>
                  <a:pt x="652247" y="45769"/>
                  <a:pt x="648183" y="41721"/>
                  <a:pt x="643117" y="38539"/>
                </a:cubicBezTo>
                <a:cubicBezTo>
                  <a:pt x="638050" y="35355"/>
                  <a:pt x="631676" y="33763"/>
                  <a:pt x="623993" y="33763"/>
                </a:cubicBezTo>
                <a:cubicBezTo>
                  <a:pt x="618092" y="33763"/>
                  <a:pt x="612664" y="34877"/>
                  <a:pt x="607708" y="37104"/>
                </a:cubicBezTo>
                <a:cubicBezTo>
                  <a:pt x="602753" y="39332"/>
                  <a:pt x="598467" y="42450"/>
                  <a:pt x="594848" y="46460"/>
                </a:cubicBezTo>
                <a:cubicBezTo>
                  <a:pt x="591229" y="50468"/>
                  <a:pt x="588417" y="55200"/>
                  <a:pt x="586412" y="60658"/>
                </a:cubicBezTo>
                <a:cubicBezTo>
                  <a:pt x="584409" y="66113"/>
                  <a:pt x="583407" y="72125"/>
                  <a:pt x="583407" y="78694"/>
                </a:cubicBezTo>
                <a:cubicBezTo>
                  <a:pt x="583630" y="85264"/>
                  <a:pt x="584604" y="91333"/>
                  <a:pt x="586330" y="96900"/>
                </a:cubicBezTo>
                <a:cubicBezTo>
                  <a:pt x="588057" y="102468"/>
                  <a:pt x="590645" y="107257"/>
                  <a:pt x="594096" y="111267"/>
                </a:cubicBezTo>
                <a:cubicBezTo>
                  <a:pt x="597548" y="115275"/>
                  <a:pt x="601808" y="118392"/>
                  <a:pt x="606874" y="120620"/>
                </a:cubicBezTo>
                <a:cubicBezTo>
                  <a:pt x="611941" y="122847"/>
                  <a:pt x="617926" y="123961"/>
                  <a:pt x="624829" y="123961"/>
                </a:cubicBezTo>
                <a:cubicBezTo>
                  <a:pt x="634629" y="123961"/>
                  <a:pt x="642758" y="121514"/>
                  <a:pt x="649216" y="116621"/>
                </a:cubicBezTo>
                <a:cubicBezTo>
                  <a:pt x="655674" y="111726"/>
                  <a:pt x="659849" y="104441"/>
                  <a:pt x="661742" y="94765"/>
                </a:cubicBezTo>
                <a:close/>
                <a:moveTo>
                  <a:pt x="688130" y="79695"/>
                </a:moveTo>
                <a:cubicBezTo>
                  <a:pt x="688130" y="75468"/>
                  <a:pt x="688575" y="71352"/>
                  <a:pt x="689466" y="67348"/>
                </a:cubicBezTo>
                <a:cubicBezTo>
                  <a:pt x="690358" y="63343"/>
                  <a:pt x="691805" y="59784"/>
                  <a:pt x="693808" y="56669"/>
                </a:cubicBezTo>
                <a:cubicBezTo>
                  <a:pt x="695813" y="53553"/>
                  <a:pt x="698486" y="51050"/>
                  <a:pt x="701826" y="49159"/>
                </a:cubicBezTo>
                <a:cubicBezTo>
                  <a:pt x="705166" y="47268"/>
                  <a:pt x="709230" y="46322"/>
                  <a:pt x="714018" y="46322"/>
                </a:cubicBezTo>
                <a:cubicBezTo>
                  <a:pt x="718917" y="46322"/>
                  <a:pt x="723092" y="47241"/>
                  <a:pt x="726544" y="49077"/>
                </a:cubicBezTo>
                <a:cubicBezTo>
                  <a:pt x="729997" y="50912"/>
                  <a:pt x="732808" y="53332"/>
                  <a:pt x="734978" y="56335"/>
                </a:cubicBezTo>
                <a:cubicBezTo>
                  <a:pt x="737149" y="59338"/>
                  <a:pt x="738736" y="62814"/>
                  <a:pt x="739738" y="66764"/>
                </a:cubicBezTo>
                <a:cubicBezTo>
                  <a:pt x="740741" y="70713"/>
                  <a:pt x="741242" y="74800"/>
                  <a:pt x="741242" y="79028"/>
                </a:cubicBezTo>
                <a:cubicBezTo>
                  <a:pt x="741242" y="83032"/>
                  <a:pt x="740769" y="86982"/>
                  <a:pt x="739822" y="90876"/>
                </a:cubicBezTo>
                <a:cubicBezTo>
                  <a:pt x="738876" y="94768"/>
                  <a:pt x="737345" y="98244"/>
                  <a:pt x="735230" y="101304"/>
                </a:cubicBezTo>
                <a:cubicBezTo>
                  <a:pt x="733115" y="104363"/>
                  <a:pt x="730387" y="106837"/>
                  <a:pt x="727046" y="108728"/>
                </a:cubicBezTo>
                <a:cubicBezTo>
                  <a:pt x="723706" y="110619"/>
                  <a:pt x="719642" y="111565"/>
                  <a:pt x="714854" y="111565"/>
                </a:cubicBezTo>
                <a:cubicBezTo>
                  <a:pt x="710289" y="111565"/>
                  <a:pt x="706308" y="110675"/>
                  <a:pt x="702912" y="108896"/>
                </a:cubicBezTo>
                <a:cubicBezTo>
                  <a:pt x="699515" y="107116"/>
                  <a:pt x="696732" y="104724"/>
                  <a:pt x="694560" y="101720"/>
                </a:cubicBezTo>
                <a:cubicBezTo>
                  <a:pt x="692389" y="98716"/>
                  <a:pt x="690774" y="95296"/>
                  <a:pt x="689716" y="91459"/>
                </a:cubicBezTo>
                <a:cubicBezTo>
                  <a:pt x="688659" y="87621"/>
                  <a:pt x="688130" y="83700"/>
                  <a:pt x="688130" y="79695"/>
                </a:cubicBezTo>
                <a:moveTo>
                  <a:pt x="754938" y="122123"/>
                </a:moveTo>
                <a:lnTo>
                  <a:pt x="754938" y="2936"/>
                </a:lnTo>
                <a:lnTo>
                  <a:pt x="740740" y="2936"/>
                </a:lnTo>
                <a:lnTo>
                  <a:pt x="740740" y="47293"/>
                </a:lnTo>
                <a:lnTo>
                  <a:pt x="740406" y="47293"/>
                </a:lnTo>
                <a:cubicBezTo>
                  <a:pt x="738846" y="44733"/>
                  <a:pt x="736925" y="42589"/>
                  <a:pt x="734644" y="40863"/>
                </a:cubicBezTo>
                <a:cubicBezTo>
                  <a:pt x="732362" y="39137"/>
                  <a:pt x="729940" y="37746"/>
                  <a:pt x="727378" y="36689"/>
                </a:cubicBezTo>
                <a:cubicBezTo>
                  <a:pt x="724817" y="35630"/>
                  <a:pt x="722256" y="34878"/>
                  <a:pt x="719694" y="34433"/>
                </a:cubicBezTo>
                <a:cubicBezTo>
                  <a:pt x="717134" y="33986"/>
                  <a:pt x="714740" y="33763"/>
                  <a:pt x="712512" y="33763"/>
                </a:cubicBezTo>
                <a:cubicBezTo>
                  <a:pt x="705944" y="33763"/>
                  <a:pt x="700181" y="34960"/>
                  <a:pt x="695225" y="37354"/>
                </a:cubicBezTo>
                <a:cubicBezTo>
                  <a:pt x="690271" y="39748"/>
                  <a:pt x="686152" y="42978"/>
                  <a:pt x="682868" y="47043"/>
                </a:cubicBezTo>
                <a:cubicBezTo>
                  <a:pt x="679583" y="51107"/>
                  <a:pt x="677133" y="55868"/>
                  <a:pt x="675518" y="61325"/>
                </a:cubicBezTo>
                <a:cubicBezTo>
                  <a:pt x="673904" y="66781"/>
                  <a:pt x="673096" y="72570"/>
                  <a:pt x="673096" y="78694"/>
                </a:cubicBezTo>
                <a:cubicBezTo>
                  <a:pt x="673096" y="84819"/>
                  <a:pt x="673932" y="90610"/>
                  <a:pt x="675602" y="96067"/>
                </a:cubicBezTo>
                <a:cubicBezTo>
                  <a:pt x="677272" y="101523"/>
                  <a:pt x="679749" y="106310"/>
                  <a:pt x="683033" y="110431"/>
                </a:cubicBezTo>
                <a:cubicBezTo>
                  <a:pt x="686319" y="114551"/>
                  <a:pt x="690439" y="117836"/>
                  <a:pt x="695394" y="120286"/>
                </a:cubicBezTo>
                <a:cubicBezTo>
                  <a:pt x="700348" y="122736"/>
                  <a:pt x="706166" y="123961"/>
                  <a:pt x="712849" y="123961"/>
                </a:cubicBezTo>
                <a:cubicBezTo>
                  <a:pt x="718861" y="123961"/>
                  <a:pt x="724373" y="122904"/>
                  <a:pt x="729383" y="120790"/>
                </a:cubicBezTo>
                <a:cubicBezTo>
                  <a:pt x="734394" y="118675"/>
                  <a:pt x="738068" y="115224"/>
                  <a:pt x="740406" y="110438"/>
                </a:cubicBezTo>
                <a:lnTo>
                  <a:pt x="740740" y="110438"/>
                </a:lnTo>
                <a:lnTo>
                  <a:pt x="740740" y="122123"/>
                </a:lnTo>
                <a:lnTo>
                  <a:pt x="754938" y="1221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Data">
            <a:extLst xmlns:a="http://schemas.openxmlformats.org/drawingml/2006/main">
              <a:ext uri="{FF2B5EF4-FFF2-40B4-BE49-F238E27FC236}">
                <a16:creationId xmlns:a16="http://schemas.microsoft.com/office/drawing/2014/main" id="{E1118F4F-889E-4D2C-BABE-37B76BA1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23" y="2225306"/>
            <a:ext cx="334041" cy="121025"/>
          </a:xfrm>
          <a:custGeom xmlns:a="http://schemas.openxmlformats.org/drawingml/2006/main">
            <a:pathLst>
              <a:path w="334041" h="121025">
                <a:moveTo>
                  <a:pt x="15867" y="105856"/>
                </a:moveTo>
                <a:lnTo>
                  <a:pt x="15867" y="13375"/>
                </a:lnTo>
                <a:lnTo>
                  <a:pt x="42591" y="13375"/>
                </a:lnTo>
                <a:cubicBezTo>
                  <a:pt x="49939" y="13375"/>
                  <a:pt x="56119" y="14404"/>
                  <a:pt x="61129" y="16464"/>
                </a:cubicBezTo>
                <a:cubicBezTo>
                  <a:pt x="66140" y="18523"/>
                  <a:pt x="70232" y="21527"/>
                  <a:pt x="73405" y="25478"/>
                </a:cubicBezTo>
                <a:cubicBezTo>
                  <a:pt x="76579" y="29428"/>
                  <a:pt x="78862" y="34213"/>
                  <a:pt x="80253" y="39834"/>
                </a:cubicBezTo>
                <a:cubicBezTo>
                  <a:pt x="81645" y="45454"/>
                  <a:pt x="82341" y="51825"/>
                  <a:pt x="82341" y="58948"/>
                </a:cubicBezTo>
                <a:cubicBezTo>
                  <a:pt x="82341" y="66293"/>
                  <a:pt x="81589" y="72553"/>
                  <a:pt x="80085" y="77728"/>
                </a:cubicBezTo>
                <a:cubicBezTo>
                  <a:pt x="78583" y="82903"/>
                  <a:pt x="76663" y="87216"/>
                  <a:pt x="74323" y="90667"/>
                </a:cubicBezTo>
                <a:cubicBezTo>
                  <a:pt x="71985" y="94116"/>
                  <a:pt x="69341" y="96842"/>
                  <a:pt x="66389" y="98845"/>
                </a:cubicBezTo>
                <a:cubicBezTo>
                  <a:pt x="63440" y="100848"/>
                  <a:pt x="60461" y="102378"/>
                  <a:pt x="57454" y="103435"/>
                </a:cubicBezTo>
                <a:cubicBezTo>
                  <a:pt x="54449" y="104492"/>
                  <a:pt x="51610" y="105159"/>
                  <a:pt x="48937" y="105438"/>
                </a:cubicBezTo>
                <a:cubicBezTo>
                  <a:pt x="46264" y="105717"/>
                  <a:pt x="44038" y="105856"/>
                  <a:pt x="42257" y="105856"/>
                </a:cubicBezTo>
                <a:lnTo>
                  <a:pt x="15867" y="105856"/>
                </a:lnTo>
                <a:moveTo>
                  <a:pt x="0" y="0"/>
                </a:moveTo>
                <a:lnTo>
                  <a:pt x="0" y="119231"/>
                </a:lnTo>
                <a:lnTo>
                  <a:pt x="40919" y="119231"/>
                </a:lnTo>
                <a:cubicBezTo>
                  <a:pt x="50830" y="119231"/>
                  <a:pt x="59404" y="117839"/>
                  <a:pt x="66642" y="115056"/>
                </a:cubicBezTo>
                <a:cubicBezTo>
                  <a:pt x="73880" y="112273"/>
                  <a:pt x="79836" y="108238"/>
                  <a:pt x="84512" y="102951"/>
                </a:cubicBezTo>
                <a:cubicBezTo>
                  <a:pt x="89189" y="97662"/>
                  <a:pt x="92641" y="91148"/>
                  <a:pt x="94867" y="83411"/>
                </a:cubicBezTo>
                <a:cubicBezTo>
                  <a:pt x="97094" y="75674"/>
                  <a:pt x="98208" y="66795"/>
                  <a:pt x="98208" y="56776"/>
                </a:cubicBezTo>
                <a:cubicBezTo>
                  <a:pt x="98208" y="37628"/>
                  <a:pt x="93253" y="23379"/>
                  <a:pt x="83342" y="14027"/>
                </a:cubicBezTo>
                <a:cubicBezTo>
                  <a:pt x="73434" y="4676"/>
                  <a:pt x="59293" y="0"/>
                  <a:pt x="40919" y="0"/>
                </a:cubicBezTo>
                <a:lnTo>
                  <a:pt x="0" y="0"/>
                </a:lnTo>
                <a:close/>
                <a:moveTo>
                  <a:pt x="191740" y="118854"/>
                </a:moveTo>
                <a:cubicBezTo>
                  <a:pt x="189290" y="120301"/>
                  <a:pt x="185893" y="121025"/>
                  <a:pt x="181551" y="121025"/>
                </a:cubicBezTo>
                <a:cubicBezTo>
                  <a:pt x="177877" y="121025"/>
                  <a:pt x="174955" y="119995"/>
                  <a:pt x="172784" y="117936"/>
                </a:cubicBezTo>
                <a:cubicBezTo>
                  <a:pt x="170612" y="115875"/>
                  <a:pt x="169527" y="112506"/>
                  <a:pt x="169527" y="107829"/>
                </a:cubicBezTo>
                <a:cubicBezTo>
                  <a:pt x="165629" y="112506"/>
                  <a:pt x="161091" y="115875"/>
                  <a:pt x="155912" y="117936"/>
                </a:cubicBezTo>
                <a:cubicBezTo>
                  <a:pt x="150735" y="119995"/>
                  <a:pt x="145141" y="121025"/>
                  <a:pt x="139128" y="121025"/>
                </a:cubicBezTo>
                <a:cubicBezTo>
                  <a:pt x="135230" y="121025"/>
                  <a:pt x="131527" y="120580"/>
                  <a:pt x="128019" y="119689"/>
                </a:cubicBezTo>
                <a:cubicBezTo>
                  <a:pt x="124512" y="118799"/>
                  <a:pt x="121478" y="117408"/>
                  <a:pt x="118918" y="115515"/>
                </a:cubicBezTo>
                <a:cubicBezTo>
                  <a:pt x="116357" y="113622"/>
                  <a:pt x="114325" y="111146"/>
                  <a:pt x="112822" y="108086"/>
                </a:cubicBezTo>
                <a:cubicBezTo>
                  <a:pt x="111318" y="105024"/>
                  <a:pt x="110566" y="101323"/>
                  <a:pt x="110566" y="96982"/>
                </a:cubicBezTo>
                <a:cubicBezTo>
                  <a:pt x="110566" y="92084"/>
                  <a:pt x="111401" y="88077"/>
                  <a:pt x="113072" y="84961"/>
                </a:cubicBezTo>
                <a:cubicBezTo>
                  <a:pt x="114742" y="81845"/>
                  <a:pt x="116940" y="79313"/>
                  <a:pt x="119667" y="77366"/>
                </a:cubicBezTo>
                <a:cubicBezTo>
                  <a:pt x="122396" y="75417"/>
                  <a:pt x="125513" y="73942"/>
                  <a:pt x="129020" y="72939"/>
                </a:cubicBezTo>
                <a:cubicBezTo>
                  <a:pt x="132529" y="71937"/>
                  <a:pt x="136120" y="71102"/>
                  <a:pt x="139795" y="70434"/>
                </a:cubicBezTo>
                <a:cubicBezTo>
                  <a:pt x="143693" y="69656"/>
                  <a:pt x="147395" y="69072"/>
                  <a:pt x="150902" y="68683"/>
                </a:cubicBezTo>
                <a:cubicBezTo>
                  <a:pt x="154409" y="68292"/>
                  <a:pt x="157498" y="67735"/>
                  <a:pt x="160171" y="67011"/>
                </a:cubicBezTo>
                <a:cubicBezTo>
                  <a:pt x="162844" y="66287"/>
                  <a:pt x="164959" y="65231"/>
                  <a:pt x="166517" y="63841"/>
                </a:cubicBezTo>
                <a:cubicBezTo>
                  <a:pt x="168077" y="62449"/>
                  <a:pt x="168856" y="60417"/>
                  <a:pt x="168856" y="57745"/>
                </a:cubicBezTo>
                <a:cubicBezTo>
                  <a:pt x="168856" y="54629"/>
                  <a:pt x="168272" y="52124"/>
                  <a:pt x="167103" y="50232"/>
                </a:cubicBezTo>
                <a:cubicBezTo>
                  <a:pt x="165934" y="48339"/>
                  <a:pt x="164430" y="46892"/>
                  <a:pt x="162592" y="45891"/>
                </a:cubicBezTo>
                <a:cubicBezTo>
                  <a:pt x="160755" y="44889"/>
                  <a:pt x="158695" y="44221"/>
                  <a:pt x="156412" y="43888"/>
                </a:cubicBezTo>
                <a:cubicBezTo>
                  <a:pt x="154130" y="43554"/>
                  <a:pt x="151876" y="43386"/>
                  <a:pt x="149651" y="43386"/>
                </a:cubicBezTo>
                <a:cubicBezTo>
                  <a:pt x="143638" y="43386"/>
                  <a:pt x="138627" y="44524"/>
                  <a:pt x="134619" y="46799"/>
                </a:cubicBezTo>
                <a:cubicBezTo>
                  <a:pt x="130611" y="49074"/>
                  <a:pt x="128440" y="53373"/>
                  <a:pt x="128105" y="59697"/>
                </a:cubicBezTo>
                <a:lnTo>
                  <a:pt x="113907" y="59697"/>
                </a:lnTo>
                <a:cubicBezTo>
                  <a:pt x="114130" y="54357"/>
                  <a:pt x="115243" y="49851"/>
                  <a:pt x="117246" y="46179"/>
                </a:cubicBezTo>
                <a:cubicBezTo>
                  <a:pt x="119251" y="42508"/>
                  <a:pt x="121923" y="39532"/>
                  <a:pt x="125264" y="37252"/>
                </a:cubicBezTo>
                <a:cubicBezTo>
                  <a:pt x="128604" y="34972"/>
                  <a:pt x="132417" y="33331"/>
                  <a:pt x="136704" y="32331"/>
                </a:cubicBezTo>
                <a:cubicBezTo>
                  <a:pt x="140992" y="31328"/>
                  <a:pt x="145586" y="30827"/>
                  <a:pt x="150484" y="30827"/>
                </a:cubicBezTo>
                <a:cubicBezTo>
                  <a:pt x="154382" y="30827"/>
                  <a:pt x="158251" y="31106"/>
                  <a:pt x="162093" y="31663"/>
                </a:cubicBezTo>
                <a:cubicBezTo>
                  <a:pt x="165934" y="32219"/>
                  <a:pt x="169414" y="33359"/>
                  <a:pt x="172531" y="35086"/>
                </a:cubicBezTo>
                <a:cubicBezTo>
                  <a:pt x="175649" y="36810"/>
                  <a:pt x="178154" y="39231"/>
                  <a:pt x="180047" y="42349"/>
                </a:cubicBezTo>
                <a:cubicBezTo>
                  <a:pt x="181940" y="45465"/>
                  <a:pt x="182886" y="49527"/>
                  <a:pt x="182886" y="54536"/>
                </a:cubicBezTo>
                <a:lnTo>
                  <a:pt x="182886" y="98944"/>
                </a:lnTo>
                <a:cubicBezTo>
                  <a:pt x="182886" y="102285"/>
                  <a:pt x="183081" y="104734"/>
                  <a:pt x="183470" y="106292"/>
                </a:cubicBezTo>
                <a:cubicBezTo>
                  <a:pt x="183860" y="107850"/>
                  <a:pt x="185170" y="108629"/>
                  <a:pt x="187397" y="108629"/>
                </a:cubicBezTo>
                <a:cubicBezTo>
                  <a:pt x="188622" y="108629"/>
                  <a:pt x="190070" y="108362"/>
                  <a:pt x="191740" y="107829"/>
                </a:cubicBezTo>
                <a:lnTo>
                  <a:pt x="191740" y="118854"/>
                </a:lnTo>
                <a:moveTo>
                  <a:pt x="168691" y="74591"/>
                </a:moveTo>
                <a:cubicBezTo>
                  <a:pt x="166908" y="75926"/>
                  <a:pt x="164570" y="76900"/>
                  <a:pt x="161675" y="77511"/>
                </a:cubicBezTo>
                <a:cubicBezTo>
                  <a:pt x="158781" y="78123"/>
                  <a:pt x="155748" y="78623"/>
                  <a:pt x="152574" y="79012"/>
                </a:cubicBezTo>
                <a:cubicBezTo>
                  <a:pt x="149400" y="79401"/>
                  <a:pt x="146198" y="79846"/>
                  <a:pt x="142968" y="80348"/>
                </a:cubicBezTo>
                <a:cubicBezTo>
                  <a:pt x="139740" y="80847"/>
                  <a:pt x="136846" y="81653"/>
                  <a:pt x="134286" y="82766"/>
                </a:cubicBezTo>
                <a:cubicBezTo>
                  <a:pt x="131725" y="83879"/>
                  <a:pt x="129637" y="85464"/>
                  <a:pt x="128021" y="87522"/>
                </a:cubicBezTo>
                <a:cubicBezTo>
                  <a:pt x="126407" y="89579"/>
                  <a:pt x="125600" y="92388"/>
                  <a:pt x="125600" y="95947"/>
                </a:cubicBezTo>
                <a:cubicBezTo>
                  <a:pt x="125600" y="98283"/>
                  <a:pt x="126073" y="100259"/>
                  <a:pt x="127020" y="101873"/>
                </a:cubicBezTo>
                <a:cubicBezTo>
                  <a:pt x="127966" y="103485"/>
                  <a:pt x="129191" y="104792"/>
                  <a:pt x="130695" y="105792"/>
                </a:cubicBezTo>
                <a:cubicBezTo>
                  <a:pt x="132198" y="106793"/>
                  <a:pt x="133952" y="107516"/>
                  <a:pt x="135955" y="107961"/>
                </a:cubicBezTo>
                <a:cubicBezTo>
                  <a:pt x="137960" y="108406"/>
                  <a:pt x="140075" y="108629"/>
                  <a:pt x="142301" y="108629"/>
                </a:cubicBezTo>
                <a:cubicBezTo>
                  <a:pt x="146978" y="108629"/>
                  <a:pt x="150987" y="107989"/>
                  <a:pt x="154327" y="106710"/>
                </a:cubicBezTo>
                <a:cubicBezTo>
                  <a:pt x="157667" y="105430"/>
                  <a:pt x="160395" y="103818"/>
                  <a:pt x="162511" y="101873"/>
                </a:cubicBezTo>
                <a:cubicBezTo>
                  <a:pt x="164626" y="99926"/>
                  <a:pt x="166185" y="97812"/>
                  <a:pt x="167187" y="95532"/>
                </a:cubicBezTo>
                <a:cubicBezTo>
                  <a:pt x="168190" y="93250"/>
                  <a:pt x="168691" y="91108"/>
                  <a:pt x="168691" y="89107"/>
                </a:cubicBezTo>
                <a:lnTo>
                  <a:pt x="168691" y="74591"/>
                </a:lnTo>
                <a:close/>
                <a:moveTo>
                  <a:pt x="224642" y="32784"/>
                </a:moveTo>
                <a:lnTo>
                  <a:pt x="224642" y="7014"/>
                </a:lnTo>
                <a:lnTo>
                  <a:pt x="210445" y="7014"/>
                </a:lnTo>
                <a:lnTo>
                  <a:pt x="210445" y="32784"/>
                </a:lnTo>
                <a:lnTo>
                  <a:pt x="195747" y="32784"/>
                </a:lnTo>
                <a:lnTo>
                  <a:pt x="195747" y="45344"/>
                </a:lnTo>
                <a:lnTo>
                  <a:pt x="210445" y="45344"/>
                </a:lnTo>
                <a:lnTo>
                  <a:pt x="210445" y="100341"/>
                </a:lnTo>
                <a:cubicBezTo>
                  <a:pt x="210445" y="104352"/>
                  <a:pt x="210834" y="107584"/>
                  <a:pt x="211614" y="110036"/>
                </a:cubicBezTo>
                <a:cubicBezTo>
                  <a:pt x="212394" y="112487"/>
                  <a:pt x="213591" y="114383"/>
                  <a:pt x="215205" y="115721"/>
                </a:cubicBezTo>
                <a:cubicBezTo>
                  <a:pt x="216819" y="117059"/>
                  <a:pt x="218935" y="117978"/>
                  <a:pt x="221551" y="118479"/>
                </a:cubicBezTo>
                <a:cubicBezTo>
                  <a:pt x="224168" y="118980"/>
                  <a:pt x="227313" y="119231"/>
                  <a:pt x="230988" y="119231"/>
                </a:cubicBezTo>
                <a:lnTo>
                  <a:pt x="241845" y="119231"/>
                </a:lnTo>
                <a:lnTo>
                  <a:pt x="241845" y="106672"/>
                </a:lnTo>
                <a:lnTo>
                  <a:pt x="235331" y="106672"/>
                </a:lnTo>
                <a:cubicBezTo>
                  <a:pt x="233104" y="106672"/>
                  <a:pt x="231294" y="106588"/>
                  <a:pt x="229903" y="106422"/>
                </a:cubicBezTo>
                <a:cubicBezTo>
                  <a:pt x="228511" y="106254"/>
                  <a:pt x="227425" y="105892"/>
                  <a:pt x="226646" y="105336"/>
                </a:cubicBezTo>
                <a:cubicBezTo>
                  <a:pt x="225867" y="104779"/>
                  <a:pt x="225339" y="103999"/>
                  <a:pt x="225060" y="102997"/>
                </a:cubicBezTo>
                <a:cubicBezTo>
                  <a:pt x="224782" y="101992"/>
                  <a:pt x="224642" y="100655"/>
                  <a:pt x="224642" y="98985"/>
                </a:cubicBezTo>
                <a:lnTo>
                  <a:pt x="224642" y="45344"/>
                </a:lnTo>
                <a:lnTo>
                  <a:pt x="241845" y="45344"/>
                </a:lnTo>
                <a:lnTo>
                  <a:pt x="241845" y="32784"/>
                </a:lnTo>
                <a:lnTo>
                  <a:pt x="224642" y="32784"/>
                </a:lnTo>
                <a:close/>
                <a:moveTo>
                  <a:pt x="334041" y="118854"/>
                </a:moveTo>
                <a:cubicBezTo>
                  <a:pt x="331591" y="120301"/>
                  <a:pt x="328194" y="121025"/>
                  <a:pt x="323852" y="121025"/>
                </a:cubicBezTo>
                <a:cubicBezTo>
                  <a:pt x="320178" y="121025"/>
                  <a:pt x="317256" y="119995"/>
                  <a:pt x="315085" y="117936"/>
                </a:cubicBezTo>
                <a:cubicBezTo>
                  <a:pt x="312913" y="115875"/>
                  <a:pt x="311828" y="112506"/>
                  <a:pt x="311828" y="107829"/>
                </a:cubicBezTo>
                <a:cubicBezTo>
                  <a:pt x="307930" y="112506"/>
                  <a:pt x="303392" y="115875"/>
                  <a:pt x="298213" y="117936"/>
                </a:cubicBezTo>
                <a:cubicBezTo>
                  <a:pt x="293036" y="119995"/>
                  <a:pt x="287442" y="121025"/>
                  <a:pt x="281429" y="121025"/>
                </a:cubicBezTo>
                <a:cubicBezTo>
                  <a:pt x="277531" y="121025"/>
                  <a:pt x="273828" y="120580"/>
                  <a:pt x="270320" y="119689"/>
                </a:cubicBezTo>
                <a:cubicBezTo>
                  <a:pt x="266813" y="118799"/>
                  <a:pt x="263779" y="117408"/>
                  <a:pt x="261219" y="115515"/>
                </a:cubicBezTo>
                <a:cubicBezTo>
                  <a:pt x="258658" y="113622"/>
                  <a:pt x="256626" y="111146"/>
                  <a:pt x="255123" y="108086"/>
                </a:cubicBezTo>
                <a:cubicBezTo>
                  <a:pt x="253619" y="105024"/>
                  <a:pt x="252867" y="101323"/>
                  <a:pt x="252867" y="96982"/>
                </a:cubicBezTo>
                <a:cubicBezTo>
                  <a:pt x="252867" y="92084"/>
                  <a:pt x="253702" y="88077"/>
                  <a:pt x="255372" y="84961"/>
                </a:cubicBezTo>
                <a:cubicBezTo>
                  <a:pt x="257043" y="81845"/>
                  <a:pt x="259241" y="79313"/>
                  <a:pt x="261968" y="77366"/>
                </a:cubicBezTo>
                <a:cubicBezTo>
                  <a:pt x="264697" y="75417"/>
                  <a:pt x="267814" y="73942"/>
                  <a:pt x="271321" y="72939"/>
                </a:cubicBezTo>
                <a:cubicBezTo>
                  <a:pt x="274830" y="71937"/>
                  <a:pt x="278421" y="71102"/>
                  <a:pt x="282096" y="70434"/>
                </a:cubicBezTo>
                <a:cubicBezTo>
                  <a:pt x="285994" y="69656"/>
                  <a:pt x="289696" y="69072"/>
                  <a:pt x="293203" y="68683"/>
                </a:cubicBezTo>
                <a:cubicBezTo>
                  <a:pt x="296710" y="68292"/>
                  <a:pt x="299799" y="67735"/>
                  <a:pt x="302472" y="67011"/>
                </a:cubicBezTo>
                <a:cubicBezTo>
                  <a:pt x="305144" y="66287"/>
                  <a:pt x="307260" y="65231"/>
                  <a:pt x="308818" y="63841"/>
                </a:cubicBezTo>
                <a:cubicBezTo>
                  <a:pt x="310377" y="62449"/>
                  <a:pt x="311157" y="60417"/>
                  <a:pt x="311157" y="57745"/>
                </a:cubicBezTo>
                <a:cubicBezTo>
                  <a:pt x="311157" y="54629"/>
                  <a:pt x="310573" y="52124"/>
                  <a:pt x="309404" y="50232"/>
                </a:cubicBezTo>
                <a:cubicBezTo>
                  <a:pt x="308235" y="48339"/>
                  <a:pt x="306731" y="46892"/>
                  <a:pt x="304893" y="45891"/>
                </a:cubicBezTo>
                <a:cubicBezTo>
                  <a:pt x="303056" y="44889"/>
                  <a:pt x="300996" y="44221"/>
                  <a:pt x="298713" y="43888"/>
                </a:cubicBezTo>
                <a:cubicBezTo>
                  <a:pt x="296431" y="43554"/>
                  <a:pt x="294177" y="43386"/>
                  <a:pt x="291952" y="43386"/>
                </a:cubicBezTo>
                <a:cubicBezTo>
                  <a:pt x="285939" y="43386"/>
                  <a:pt x="280928" y="44524"/>
                  <a:pt x="276920" y="46799"/>
                </a:cubicBezTo>
                <a:cubicBezTo>
                  <a:pt x="272912" y="49074"/>
                  <a:pt x="270741" y="53373"/>
                  <a:pt x="270406" y="59697"/>
                </a:cubicBezTo>
                <a:lnTo>
                  <a:pt x="256208" y="59697"/>
                </a:lnTo>
                <a:cubicBezTo>
                  <a:pt x="256431" y="54357"/>
                  <a:pt x="257544" y="49851"/>
                  <a:pt x="259547" y="46179"/>
                </a:cubicBezTo>
                <a:cubicBezTo>
                  <a:pt x="261552" y="42508"/>
                  <a:pt x="264224" y="39532"/>
                  <a:pt x="267565" y="37252"/>
                </a:cubicBezTo>
                <a:cubicBezTo>
                  <a:pt x="270905" y="34972"/>
                  <a:pt x="274718" y="33331"/>
                  <a:pt x="279005" y="32331"/>
                </a:cubicBezTo>
                <a:cubicBezTo>
                  <a:pt x="283293" y="31328"/>
                  <a:pt x="287887" y="30827"/>
                  <a:pt x="292785" y="30827"/>
                </a:cubicBezTo>
                <a:cubicBezTo>
                  <a:pt x="296683" y="30827"/>
                  <a:pt x="300552" y="31106"/>
                  <a:pt x="304394" y="31663"/>
                </a:cubicBezTo>
                <a:cubicBezTo>
                  <a:pt x="308235" y="32219"/>
                  <a:pt x="311715" y="33359"/>
                  <a:pt x="314832" y="35086"/>
                </a:cubicBezTo>
                <a:cubicBezTo>
                  <a:pt x="317950" y="36810"/>
                  <a:pt x="320455" y="39231"/>
                  <a:pt x="322348" y="42349"/>
                </a:cubicBezTo>
                <a:cubicBezTo>
                  <a:pt x="324241" y="45465"/>
                  <a:pt x="325187" y="49527"/>
                  <a:pt x="325187" y="54536"/>
                </a:cubicBezTo>
                <a:lnTo>
                  <a:pt x="325187" y="98944"/>
                </a:lnTo>
                <a:cubicBezTo>
                  <a:pt x="325187" y="102285"/>
                  <a:pt x="325382" y="104734"/>
                  <a:pt x="325771" y="106292"/>
                </a:cubicBezTo>
                <a:cubicBezTo>
                  <a:pt x="326161" y="107850"/>
                  <a:pt x="327471" y="108629"/>
                  <a:pt x="329698" y="108629"/>
                </a:cubicBezTo>
                <a:cubicBezTo>
                  <a:pt x="330923" y="108629"/>
                  <a:pt x="332371" y="108362"/>
                  <a:pt x="334041" y="107829"/>
                </a:cubicBezTo>
                <a:lnTo>
                  <a:pt x="334041" y="118854"/>
                </a:lnTo>
                <a:moveTo>
                  <a:pt x="310992" y="74591"/>
                </a:moveTo>
                <a:cubicBezTo>
                  <a:pt x="309209" y="75926"/>
                  <a:pt x="306871" y="76900"/>
                  <a:pt x="303976" y="77511"/>
                </a:cubicBezTo>
                <a:cubicBezTo>
                  <a:pt x="301082" y="78123"/>
                  <a:pt x="298049" y="78623"/>
                  <a:pt x="294875" y="79012"/>
                </a:cubicBezTo>
                <a:cubicBezTo>
                  <a:pt x="291701" y="79401"/>
                  <a:pt x="288499" y="79846"/>
                  <a:pt x="285269" y="80348"/>
                </a:cubicBezTo>
                <a:cubicBezTo>
                  <a:pt x="282041" y="80847"/>
                  <a:pt x="279147" y="81653"/>
                  <a:pt x="276586" y="82766"/>
                </a:cubicBezTo>
                <a:cubicBezTo>
                  <a:pt x="274026" y="83879"/>
                  <a:pt x="271938" y="85464"/>
                  <a:pt x="270322" y="87522"/>
                </a:cubicBezTo>
                <a:cubicBezTo>
                  <a:pt x="268708" y="89579"/>
                  <a:pt x="267901" y="92388"/>
                  <a:pt x="267901" y="95947"/>
                </a:cubicBezTo>
                <a:cubicBezTo>
                  <a:pt x="267901" y="98283"/>
                  <a:pt x="268374" y="100259"/>
                  <a:pt x="269321" y="101873"/>
                </a:cubicBezTo>
                <a:cubicBezTo>
                  <a:pt x="270267" y="103485"/>
                  <a:pt x="271492" y="104792"/>
                  <a:pt x="272996" y="105792"/>
                </a:cubicBezTo>
                <a:cubicBezTo>
                  <a:pt x="274499" y="106793"/>
                  <a:pt x="276253" y="107516"/>
                  <a:pt x="278256" y="107961"/>
                </a:cubicBezTo>
                <a:cubicBezTo>
                  <a:pt x="280261" y="108406"/>
                  <a:pt x="282376" y="108629"/>
                  <a:pt x="284602" y="108629"/>
                </a:cubicBezTo>
                <a:cubicBezTo>
                  <a:pt x="289279" y="108629"/>
                  <a:pt x="293288" y="107989"/>
                  <a:pt x="296628" y="106710"/>
                </a:cubicBezTo>
                <a:cubicBezTo>
                  <a:pt x="299968" y="105430"/>
                  <a:pt x="302696" y="103818"/>
                  <a:pt x="304811" y="101873"/>
                </a:cubicBezTo>
                <a:cubicBezTo>
                  <a:pt x="306927" y="99926"/>
                  <a:pt x="308486" y="97812"/>
                  <a:pt x="309488" y="95532"/>
                </a:cubicBezTo>
                <a:cubicBezTo>
                  <a:pt x="310490" y="93250"/>
                  <a:pt x="310992" y="91108"/>
                  <a:pt x="310992" y="89107"/>
                </a:cubicBezTo>
                <a:lnTo>
                  <a:pt x="310992" y="74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7A583-C937-43B0-8326-A9496149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291" y="1967893"/>
            <a:ext cx="426082" cy="101883"/>
          </a:xfrm>
          <a:custGeom xmlns:a="http://schemas.openxmlformats.org/drawingml/2006/main">
            <a:pathLst>
              <a:path w="426082" h="101883" fill="none">
                <a:moveTo>
                  <a:pt x="0" y="0"/>
                </a:moveTo>
                <a:lnTo>
                  <a:pt x="426082" y="101883"/>
                </a:lnTo>
              </a:path>
            </a:pathLst>
          </a:custGeom>
          <a:noFill xmlns:a="http://schemas.openxmlformats.org/drawingml/2006/main"/>
          <a:ln xmlns:a="http://schemas.openxmlformats.org/drawingml/2006/main" w="41755" cap="rnd">
            <a:solidFill>
              <a:srgbClr val="FB0507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AFE51-9919-43C6-88ED-6A8B4C7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18" y="2031486"/>
            <a:ext cx="111262" cy="76579"/>
          </a:xfrm>
          <a:custGeom xmlns:a="http://schemas.openxmlformats.org/drawingml/2006/main">
            <a:pathLst>
              <a:path w="111262" h="76579">
                <a:moveTo>
                  <a:pt x="111262" y="62704"/>
                </a:moveTo>
                <a:lnTo>
                  <a:pt x="18311" y="0"/>
                </a:lnTo>
                <a:lnTo>
                  <a:pt x="0" y="76579"/>
                </a:lnTo>
                <a:lnTo>
                  <a:pt x="111262" y="62704"/>
                </a:lnTo>
                <a:close/>
                <a:moveTo>
                  <a:pt x="111262" y="62704"/>
                </a:moveTo>
              </a:path>
            </a:pathLst>
          </a:custGeom>
          <a:solidFill xmlns:a="http://schemas.openxmlformats.org/drawingml/2006/main">
            <a:srgbClr val="FB05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50982-8421-44F9-A49D-F729F71B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17" y="2031487"/>
            <a:ext cx="111266" cy="76579"/>
          </a:xfrm>
          <a:custGeom xmlns:a="http://schemas.openxmlformats.org/drawingml/2006/main">
            <a:pathLst>
              <a:path w="111266" h="76579" fill="none">
                <a:moveTo>
                  <a:pt x="111266" y="62704"/>
                </a:moveTo>
                <a:lnTo>
                  <a:pt x="18313" y="0"/>
                </a:lnTo>
                <a:lnTo>
                  <a:pt x="0" y="76579"/>
                </a:lnTo>
                <a:lnTo>
                  <a:pt x="111266" y="62704"/>
                </a:lnTo>
                <a:close/>
                <a:moveTo>
                  <a:pt x="111266" y="62704"/>
                </a:moveTo>
              </a:path>
            </a:pathLst>
          </a:custGeom>
          <a:noFill xmlns:a="http://schemas.openxmlformats.org/drawingml/2006/main"/>
          <a:ln xmlns:a="http://schemas.openxmlformats.org/drawingml/2006/main" w="41755" cap="flat">
            <a:solidFill>
              <a:srgbClr val="FB0507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E9DA6-9EED-4691-943F-E465B182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836" y="2046930"/>
            <a:ext cx="588224" cy="772835"/>
          </a:xfrm>
          <a:custGeom xmlns:a="http://schemas.openxmlformats.org/drawingml/2006/main">
            <a:pathLst>
              <a:path w="588224" h="772835" fill="none">
                <a:moveTo>
                  <a:pt x="588224" y="7728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755" cap="rnd">
            <a:solidFill>
              <a:srgbClr val="FB0507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6AEA31-3B79-4234-BFB8-AF6FFF7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731" y="2795920"/>
            <a:ext cx="94911" cy="107383"/>
          </a:xfrm>
          <a:custGeom xmlns:a="http://schemas.openxmlformats.org/drawingml/2006/main">
            <a:pathLst>
              <a:path w="94911" h="107383">
                <a:moveTo>
                  <a:pt x="94911" y="107383"/>
                </a:moveTo>
                <a:lnTo>
                  <a:pt x="62654" y="0"/>
                </a:lnTo>
                <a:lnTo>
                  <a:pt x="0" y="47688"/>
                </a:lnTo>
                <a:lnTo>
                  <a:pt x="94911" y="107383"/>
                </a:lnTo>
                <a:close/>
                <a:moveTo>
                  <a:pt x="94911" y="107383"/>
                </a:moveTo>
              </a:path>
            </a:pathLst>
          </a:custGeom>
          <a:solidFill xmlns:a="http://schemas.openxmlformats.org/drawingml/2006/main">
            <a:srgbClr val="FB05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9665F-B7E0-45C1-9127-E33307F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731" y="2795923"/>
            <a:ext cx="94910" cy="107382"/>
          </a:xfrm>
          <a:custGeom xmlns:a="http://schemas.openxmlformats.org/drawingml/2006/main">
            <a:pathLst>
              <a:path w="94910" h="107382" fill="none">
                <a:moveTo>
                  <a:pt x="94910" y="107382"/>
                </a:moveTo>
                <a:lnTo>
                  <a:pt x="62657" y="0"/>
                </a:lnTo>
                <a:lnTo>
                  <a:pt x="0" y="47684"/>
                </a:lnTo>
                <a:lnTo>
                  <a:pt x="94910" y="107382"/>
                </a:lnTo>
                <a:close/>
                <a:moveTo>
                  <a:pt x="94910" y="107382"/>
                </a:moveTo>
              </a:path>
            </a:pathLst>
          </a:custGeom>
          <a:noFill xmlns:a="http://schemas.openxmlformats.org/drawingml/2006/main"/>
          <a:ln xmlns:a="http://schemas.openxmlformats.org/drawingml/2006/main" w="41755" cap="flat">
            <a:solidFill>
              <a:srgbClr val="FB0507"/>
            </a:solidFill>
            <a:miter/>
          </a:ln>
        </p:spPr>
      </p:sp>
      <p:sp>
        <p:nvSpPr>
          <p:cNvPr id="78" name="Text Virtual-PhysicalMappingControlledByAttacker">
            <a:extLst xmlns:a="http://schemas.openxmlformats.org/drawingml/2006/main">
              <a:ext uri="{FF2B5EF4-FFF2-40B4-BE49-F238E27FC236}">
                <a16:creationId xmlns:a16="http://schemas.microsoft.com/office/drawing/2014/main" id="{4C185B7E-B4F0-4CA6-9411-8F4F245B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67" y="3236976"/>
            <a:ext cx="3564299" cy="143580"/>
          </a:xfrm>
          <a:custGeom xmlns:a="http://schemas.openxmlformats.org/drawingml/2006/main">
            <a:pathLst>
              <a:path w="3564299" h="143580">
                <a:moveTo>
                  <a:pt x="63278" y="113289"/>
                </a:moveTo>
                <a:lnTo>
                  <a:pt x="100034" y="2575"/>
                </a:lnTo>
                <a:lnTo>
                  <a:pt x="74909" y="2575"/>
                </a:lnTo>
                <a:lnTo>
                  <a:pt x="49940" y="80416"/>
                </a:lnTo>
                <a:lnTo>
                  <a:pt x="49630" y="80416"/>
                </a:lnTo>
                <a:lnTo>
                  <a:pt x="24971" y="2575"/>
                </a:lnTo>
                <a:lnTo>
                  <a:pt x="0" y="2575"/>
                </a:lnTo>
                <a:lnTo>
                  <a:pt x="35826" y="113289"/>
                </a:lnTo>
                <a:lnTo>
                  <a:pt x="63278" y="113289"/>
                </a:lnTo>
                <a:close/>
                <a:moveTo>
                  <a:pt x="127018" y="20749"/>
                </a:moveTo>
                <a:lnTo>
                  <a:pt x="127018" y="2575"/>
                </a:lnTo>
                <a:lnTo>
                  <a:pt x="104996" y="2575"/>
                </a:lnTo>
                <a:lnTo>
                  <a:pt x="104996" y="20749"/>
                </a:lnTo>
                <a:lnTo>
                  <a:pt x="127018" y="20749"/>
                </a:lnTo>
                <a:moveTo>
                  <a:pt x="104996" y="33107"/>
                </a:moveTo>
                <a:lnTo>
                  <a:pt x="104996" y="113289"/>
                </a:lnTo>
                <a:lnTo>
                  <a:pt x="127018" y="113289"/>
                </a:lnTo>
                <a:lnTo>
                  <a:pt x="127018" y="33107"/>
                </a:lnTo>
                <a:lnTo>
                  <a:pt x="104996" y="33107"/>
                </a:lnTo>
                <a:close/>
                <a:moveTo>
                  <a:pt x="144390" y="33048"/>
                </a:moveTo>
                <a:lnTo>
                  <a:pt x="144390" y="113289"/>
                </a:lnTo>
                <a:lnTo>
                  <a:pt x="166413" y="113289"/>
                </a:lnTo>
                <a:lnTo>
                  <a:pt x="166413" y="77115"/>
                </a:lnTo>
                <a:cubicBezTo>
                  <a:pt x="166413" y="73492"/>
                  <a:pt x="166775" y="70129"/>
                  <a:pt x="167499" y="67024"/>
                </a:cubicBezTo>
                <a:cubicBezTo>
                  <a:pt x="168223" y="63919"/>
                  <a:pt x="169438" y="61202"/>
                  <a:pt x="171143" y="58874"/>
                </a:cubicBezTo>
                <a:cubicBezTo>
                  <a:pt x="172849" y="56545"/>
                  <a:pt x="175097" y="54708"/>
                  <a:pt x="177888" y="53362"/>
                </a:cubicBezTo>
                <a:cubicBezTo>
                  <a:pt x="180680" y="52016"/>
                  <a:pt x="184093" y="51344"/>
                  <a:pt x="188125" y="51344"/>
                </a:cubicBezTo>
                <a:cubicBezTo>
                  <a:pt x="189470" y="51344"/>
                  <a:pt x="190865" y="51422"/>
                  <a:pt x="192312" y="51578"/>
                </a:cubicBezTo>
                <a:cubicBezTo>
                  <a:pt x="193760" y="51732"/>
                  <a:pt x="195001" y="51913"/>
                  <a:pt x="196034" y="52120"/>
                </a:cubicBezTo>
                <a:lnTo>
                  <a:pt x="196034" y="31671"/>
                </a:lnTo>
                <a:cubicBezTo>
                  <a:pt x="194277" y="31155"/>
                  <a:pt x="192675" y="30897"/>
                  <a:pt x="191228" y="30897"/>
                </a:cubicBezTo>
                <a:cubicBezTo>
                  <a:pt x="188435" y="30897"/>
                  <a:pt x="185747" y="31310"/>
                  <a:pt x="183163" y="32137"/>
                </a:cubicBezTo>
                <a:cubicBezTo>
                  <a:pt x="180579" y="32962"/>
                  <a:pt x="178149" y="34123"/>
                  <a:pt x="175874" y="35621"/>
                </a:cubicBezTo>
                <a:cubicBezTo>
                  <a:pt x="173599" y="37118"/>
                  <a:pt x="171583" y="38925"/>
                  <a:pt x="169825" y="41042"/>
                </a:cubicBezTo>
                <a:cubicBezTo>
                  <a:pt x="168068" y="43159"/>
                  <a:pt x="166671" y="45457"/>
                  <a:pt x="165637" y="47936"/>
                </a:cubicBezTo>
                <a:lnTo>
                  <a:pt x="165327" y="47936"/>
                </a:lnTo>
                <a:lnTo>
                  <a:pt x="165327" y="33048"/>
                </a:lnTo>
                <a:lnTo>
                  <a:pt x="144390" y="33048"/>
                </a:lnTo>
                <a:close/>
                <a:moveTo>
                  <a:pt x="232635" y="33169"/>
                </a:moveTo>
                <a:lnTo>
                  <a:pt x="232635" y="9087"/>
                </a:lnTo>
                <a:lnTo>
                  <a:pt x="210612" y="9087"/>
                </a:lnTo>
                <a:lnTo>
                  <a:pt x="210612" y="33169"/>
                </a:lnTo>
                <a:lnTo>
                  <a:pt x="197275" y="33169"/>
                </a:lnTo>
                <a:lnTo>
                  <a:pt x="197275" y="47860"/>
                </a:lnTo>
                <a:lnTo>
                  <a:pt x="210612" y="47860"/>
                </a:lnTo>
                <a:lnTo>
                  <a:pt x="210612" y="95136"/>
                </a:lnTo>
                <a:cubicBezTo>
                  <a:pt x="210612" y="99167"/>
                  <a:pt x="211284" y="102422"/>
                  <a:pt x="212628" y="104902"/>
                </a:cubicBezTo>
                <a:cubicBezTo>
                  <a:pt x="213973" y="107382"/>
                  <a:pt x="215807" y="109294"/>
                  <a:pt x="218133" y="110639"/>
                </a:cubicBezTo>
                <a:cubicBezTo>
                  <a:pt x="220460" y="111981"/>
                  <a:pt x="223148" y="112884"/>
                  <a:pt x="226198" y="113348"/>
                </a:cubicBezTo>
                <a:cubicBezTo>
                  <a:pt x="229249" y="113814"/>
                  <a:pt x="232481" y="114046"/>
                  <a:pt x="235894" y="114046"/>
                </a:cubicBezTo>
                <a:cubicBezTo>
                  <a:pt x="238064" y="114046"/>
                  <a:pt x="240287" y="113996"/>
                  <a:pt x="242562" y="113895"/>
                </a:cubicBezTo>
                <a:cubicBezTo>
                  <a:pt x="244837" y="113794"/>
                  <a:pt x="246905" y="113592"/>
                  <a:pt x="248765" y="113289"/>
                </a:cubicBezTo>
                <a:lnTo>
                  <a:pt x="248765" y="96160"/>
                </a:lnTo>
                <a:cubicBezTo>
                  <a:pt x="247732" y="96367"/>
                  <a:pt x="246646" y="96522"/>
                  <a:pt x="245509" y="96626"/>
                </a:cubicBezTo>
                <a:cubicBezTo>
                  <a:pt x="244371" y="96729"/>
                  <a:pt x="243182" y="96780"/>
                  <a:pt x="241942" y="96780"/>
                </a:cubicBezTo>
                <a:cubicBezTo>
                  <a:pt x="238219" y="96780"/>
                  <a:pt x="235737" y="96161"/>
                  <a:pt x="234495" y="94923"/>
                </a:cubicBezTo>
                <a:cubicBezTo>
                  <a:pt x="233255" y="93684"/>
                  <a:pt x="232635" y="91207"/>
                  <a:pt x="232635" y="87492"/>
                </a:cubicBezTo>
                <a:lnTo>
                  <a:pt x="232635" y="47860"/>
                </a:lnTo>
                <a:lnTo>
                  <a:pt x="248765" y="47860"/>
                </a:lnTo>
                <a:lnTo>
                  <a:pt x="248765" y="33169"/>
                </a:lnTo>
                <a:lnTo>
                  <a:pt x="232635" y="33169"/>
                </a:lnTo>
                <a:close/>
                <a:moveTo>
                  <a:pt x="334532" y="113204"/>
                </a:moveTo>
                <a:lnTo>
                  <a:pt x="334532" y="33169"/>
                </a:lnTo>
                <a:lnTo>
                  <a:pt x="312509" y="33169"/>
                </a:lnTo>
                <a:lnTo>
                  <a:pt x="312509" y="75096"/>
                </a:lnTo>
                <a:cubicBezTo>
                  <a:pt x="312509" y="83243"/>
                  <a:pt x="311165" y="89096"/>
                  <a:pt x="308477" y="92655"/>
                </a:cubicBezTo>
                <a:cubicBezTo>
                  <a:pt x="305788" y="96213"/>
                  <a:pt x="301446" y="97992"/>
                  <a:pt x="295449" y="97992"/>
                </a:cubicBezTo>
                <a:cubicBezTo>
                  <a:pt x="290175" y="97992"/>
                  <a:pt x="286504" y="96368"/>
                  <a:pt x="284436" y="93119"/>
                </a:cubicBezTo>
                <a:cubicBezTo>
                  <a:pt x="282369" y="89869"/>
                  <a:pt x="281335" y="84944"/>
                  <a:pt x="281335" y="78343"/>
                </a:cubicBezTo>
                <a:lnTo>
                  <a:pt x="281335" y="33169"/>
                </a:lnTo>
                <a:lnTo>
                  <a:pt x="259313" y="33169"/>
                </a:lnTo>
                <a:lnTo>
                  <a:pt x="259313" y="82423"/>
                </a:lnTo>
                <a:cubicBezTo>
                  <a:pt x="259313" y="87378"/>
                  <a:pt x="259752" y="91896"/>
                  <a:pt x="260631" y="95976"/>
                </a:cubicBezTo>
                <a:cubicBezTo>
                  <a:pt x="261510" y="100054"/>
                  <a:pt x="263034" y="103513"/>
                  <a:pt x="265205" y="106353"/>
                </a:cubicBezTo>
                <a:cubicBezTo>
                  <a:pt x="267378" y="109193"/>
                  <a:pt x="270351" y="111387"/>
                  <a:pt x="274125" y="112936"/>
                </a:cubicBezTo>
                <a:cubicBezTo>
                  <a:pt x="277898" y="114484"/>
                  <a:pt x="282732" y="115258"/>
                  <a:pt x="288627" y="115258"/>
                </a:cubicBezTo>
                <a:cubicBezTo>
                  <a:pt x="293279" y="115258"/>
                  <a:pt x="297828" y="114221"/>
                  <a:pt x="302274" y="112148"/>
                </a:cubicBezTo>
                <a:cubicBezTo>
                  <a:pt x="306720" y="110074"/>
                  <a:pt x="310338" y="106703"/>
                  <a:pt x="313129" y="102036"/>
                </a:cubicBezTo>
                <a:lnTo>
                  <a:pt x="313596" y="102036"/>
                </a:lnTo>
                <a:lnTo>
                  <a:pt x="313596" y="113204"/>
                </a:lnTo>
                <a:lnTo>
                  <a:pt x="334532" y="113204"/>
                </a:lnTo>
                <a:close/>
                <a:moveTo>
                  <a:pt x="350352" y="57766"/>
                </a:moveTo>
                <a:cubicBezTo>
                  <a:pt x="350661" y="52596"/>
                  <a:pt x="351953" y="48306"/>
                  <a:pt x="354228" y="44895"/>
                </a:cubicBezTo>
                <a:cubicBezTo>
                  <a:pt x="356503" y="41482"/>
                  <a:pt x="359398" y="38742"/>
                  <a:pt x="362913" y="36674"/>
                </a:cubicBezTo>
                <a:cubicBezTo>
                  <a:pt x="366428" y="34605"/>
                  <a:pt x="370382" y="33132"/>
                  <a:pt x="374776" y="32253"/>
                </a:cubicBezTo>
                <a:cubicBezTo>
                  <a:pt x="379172" y="31374"/>
                  <a:pt x="383592" y="30935"/>
                  <a:pt x="388038" y="30935"/>
                </a:cubicBezTo>
                <a:cubicBezTo>
                  <a:pt x="392071" y="30935"/>
                  <a:pt x="396154" y="31220"/>
                  <a:pt x="400290" y="31789"/>
                </a:cubicBezTo>
                <a:cubicBezTo>
                  <a:pt x="404426" y="32357"/>
                  <a:pt x="408200" y="33469"/>
                  <a:pt x="411611" y="35124"/>
                </a:cubicBezTo>
                <a:cubicBezTo>
                  <a:pt x="415023" y="36777"/>
                  <a:pt x="417815" y="39077"/>
                  <a:pt x="419986" y="42024"/>
                </a:cubicBezTo>
                <a:cubicBezTo>
                  <a:pt x="422158" y="44971"/>
                  <a:pt x="423245" y="48874"/>
                  <a:pt x="423245" y="53734"/>
                </a:cubicBezTo>
                <a:lnTo>
                  <a:pt x="423245" y="95453"/>
                </a:lnTo>
                <a:cubicBezTo>
                  <a:pt x="423245" y="99072"/>
                  <a:pt x="423451" y="102536"/>
                  <a:pt x="423865" y="105844"/>
                </a:cubicBezTo>
                <a:cubicBezTo>
                  <a:pt x="424278" y="109152"/>
                  <a:pt x="425001" y="111634"/>
                  <a:pt x="426035" y="113289"/>
                </a:cubicBezTo>
                <a:lnTo>
                  <a:pt x="403702" y="113289"/>
                </a:lnTo>
                <a:cubicBezTo>
                  <a:pt x="403289" y="112049"/>
                  <a:pt x="402953" y="110783"/>
                  <a:pt x="402694" y="109491"/>
                </a:cubicBezTo>
                <a:cubicBezTo>
                  <a:pt x="402435" y="108197"/>
                  <a:pt x="402254" y="106878"/>
                  <a:pt x="402152" y="105534"/>
                </a:cubicBezTo>
                <a:cubicBezTo>
                  <a:pt x="398637" y="109153"/>
                  <a:pt x="394501" y="111687"/>
                  <a:pt x="389744" y="113135"/>
                </a:cubicBezTo>
                <a:cubicBezTo>
                  <a:pt x="384988" y="114582"/>
                  <a:pt x="380128" y="115305"/>
                  <a:pt x="375164" y="115305"/>
                </a:cubicBezTo>
                <a:cubicBezTo>
                  <a:pt x="371340" y="115305"/>
                  <a:pt x="367773" y="114840"/>
                  <a:pt x="364463" y="113909"/>
                </a:cubicBezTo>
                <a:cubicBezTo>
                  <a:pt x="361155" y="112978"/>
                  <a:pt x="358260" y="111531"/>
                  <a:pt x="355778" y="109566"/>
                </a:cubicBezTo>
                <a:cubicBezTo>
                  <a:pt x="353298" y="107602"/>
                  <a:pt x="351360" y="105121"/>
                  <a:pt x="349964" y="102124"/>
                </a:cubicBezTo>
                <a:cubicBezTo>
                  <a:pt x="348567" y="99125"/>
                  <a:pt x="347869" y="95557"/>
                  <a:pt x="347869" y="91420"/>
                </a:cubicBezTo>
                <a:cubicBezTo>
                  <a:pt x="347869" y="86872"/>
                  <a:pt x="348671" y="83124"/>
                  <a:pt x="350274" y="80177"/>
                </a:cubicBezTo>
                <a:cubicBezTo>
                  <a:pt x="351876" y="77230"/>
                  <a:pt x="353944" y="74878"/>
                  <a:pt x="356476" y="73120"/>
                </a:cubicBezTo>
                <a:cubicBezTo>
                  <a:pt x="359010" y="71363"/>
                  <a:pt x="361905" y="70044"/>
                  <a:pt x="365161" y="69166"/>
                </a:cubicBezTo>
                <a:cubicBezTo>
                  <a:pt x="368419" y="68287"/>
                  <a:pt x="371702" y="67590"/>
                  <a:pt x="375011" y="67074"/>
                </a:cubicBezTo>
                <a:cubicBezTo>
                  <a:pt x="378319" y="66556"/>
                  <a:pt x="381575" y="66142"/>
                  <a:pt x="384779" y="65831"/>
                </a:cubicBezTo>
                <a:cubicBezTo>
                  <a:pt x="387985" y="65520"/>
                  <a:pt x="390829" y="65055"/>
                  <a:pt x="393311" y="64435"/>
                </a:cubicBezTo>
                <a:cubicBezTo>
                  <a:pt x="395792" y="63815"/>
                  <a:pt x="397757" y="62911"/>
                  <a:pt x="399203" y="61723"/>
                </a:cubicBezTo>
                <a:cubicBezTo>
                  <a:pt x="400652" y="60533"/>
                  <a:pt x="401324" y="58801"/>
                  <a:pt x="401222" y="56526"/>
                </a:cubicBezTo>
                <a:cubicBezTo>
                  <a:pt x="401222" y="54147"/>
                  <a:pt x="400834" y="52260"/>
                  <a:pt x="400058" y="50866"/>
                </a:cubicBezTo>
                <a:cubicBezTo>
                  <a:pt x="399281" y="49469"/>
                  <a:pt x="398247" y="48384"/>
                  <a:pt x="396955" y="47609"/>
                </a:cubicBezTo>
                <a:cubicBezTo>
                  <a:pt x="395663" y="46833"/>
                  <a:pt x="394163" y="46316"/>
                  <a:pt x="392456" y="46057"/>
                </a:cubicBezTo>
                <a:cubicBezTo>
                  <a:pt x="390751" y="45798"/>
                  <a:pt x="388916" y="45669"/>
                  <a:pt x="386952" y="45669"/>
                </a:cubicBezTo>
                <a:cubicBezTo>
                  <a:pt x="382610" y="45669"/>
                  <a:pt x="379198" y="46600"/>
                  <a:pt x="376717" y="48461"/>
                </a:cubicBezTo>
                <a:cubicBezTo>
                  <a:pt x="374235" y="50323"/>
                  <a:pt x="372788" y="53424"/>
                  <a:pt x="372374" y="57766"/>
                </a:cubicBezTo>
                <a:lnTo>
                  <a:pt x="350352" y="57766"/>
                </a:lnTo>
                <a:moveTo>
                  <a:pt x="401222" y="74050"/>
                </a:moveTo>
                <a:cubicBezTo>
                  <a:pt x="400291" y="74878"/>
                  <a:pt x="399128" y="75525"/>
                  <a:pt x="397731" y="75991"/>
                </a:cubicBezTo>
                <a:cubicBezTo>
                  <a:pt x="396335" y="76456"/>
                  <a:pt x="394836" y="76844"/>
                  <a:pt x="393233" y="77155"/>
                </a:cubicBezTo>
                <a:cubicBezTo>
                  <a:pt x="391631" y="77464"/>
                  <a:pt x="389951" y="77722"/>
                  <a:pt x="388192" y="77929"/>
                </a:cubicBezTo>
                <a:cubicBezTo>
                  <a:pt x="386434" y="78135"/>
                  <a:pt x="384677" y="78393"/>
                  <a:pt x="382919" y="78703"/>
                </a:cubicBezTo>
                <a:cubicBezTo>
                  <a:pt x="381266" y="79013"/>
                  <a:pt x="379638" y="79428"/>
                  <a:pt x="378035" y="79945"/>
                </a:cubicBezTo>
                <a:cubicBezTo>
                  <a:pt x="376432" y="80461"/>
                  <a:pt x="375036" y="81159"/>
                  <a:pt x="373846" y="82039"/>
                </a:cubicBezTo>
                <a:cubicBezTo>
                  <a:pt x="372658" y="82918"/>
                  <a:pt x="371702" y="84030"/>
                  <a:pt x="370978" y="85374"/>
                </a:cubicBezTo>
                <a:cubicBezTo>
                  <a:pt x="370254" y="86716"/>
                  <a:pt x="369892" y="88422"/>
                  <a:pt x="369892" y="90490"/>
                </a:cubicBezTo>
                <a:cubicBezTo>
                  <a:pt x="369892" y="92454"/>
                  <a:pt x="370254" y="94109"/>
                  <a:pt x="370978" y="95453"/>
                </a:cubicBezTo>
                <a:cubicBezTo>
                  <a:pt x="371702" y="96797"/>
                  <a:pt x="372684" y="97857"/>
                  <a:pt x="373924" y="98633"/>
                </a:cubicBezTo>
                <a:cubicBezTo>
                  <a:pt x="375166" y="99408"/>
                  <a:pt x="376613" y="99951"/>
                  <a:pt x="378267" y="100261"/>
                </a:cubicBezTo>
                <a:cubicBezTo>
                  <a:pt x="379922" y="100572"/>
                  <a:pt x="381628" y="100728"/>
                  <a:pt x="383386" y="100728"/>
                </a:cubicBezTo>
                <a:cubicBezTo>
                  <a:pt x="387727" y="100728"/>
                  <a:pt x="391087" y="100004"/>
                  <a:pt x="393465" y="98558"/>
                </a:cubicBezTo>
                <a:cubicBezTo>
                  <a:pt x="395844" y="97109"/>
                  <a:pt x="397602" y="95377"/>
                  <a:pt x="398739" y="93361"/>
                </a:cubicBezTo>
                <a:cubicBezTo>
                  <a:pt x="399877" y="91344"/>
                  <a:pt x="400575" y="89302"/>
                  <a:pt x="400834" y="87234"/>
                </a:cubicBezTo>
                <a:cubicBezTo>
                  <a:pt x="401093" y="85166"/>
                  <a:pt x="401222" y="83511"/>
                  <a:pt x="401222" y="82271"/>
                </a:cubicBezTo>
                <a:lnTo>
                  <a:pt x="401222" y="74050"/>
                </a:lnTo>
                <a:close/>
                <a:moveTo>
                  <a:pt x="440923" y="2575"/>
                </a:moveTo>
                <a:lnTo>
                  <a:pt x="440923" y="113289"/>
                </a:lnTo>
                <a:lnTo>
                  <a:pt x="462946" y="113289"/>
                </a:lnTo>
                <a:lnTo>
                  <a:pt x="462946" y="2575"/>
                </a:lnTo>
                <a:lnTo>
                  <a:pt x="440923" y="2575"/>
                </a:lnTo>
                <a:close/>
                <a:moveTo>
                  <a:pt x="480161" y="61491"/>
                </a:moveTo>
                <a:lnTo>
                  <a:pt x="480161" y="80423"/>
                </a:lnTo>
                <a:lnTo>
                  <a:pt x="526845" y="80423"/>
                </a:lnTo>
                <a:lnTo>
                  <a:pt x="526845" y="61491"/>
                </a:lnTo>
                <a:lnTo>
                  <a:pt x="480161" y="61491"/>
                </a:lnTo>
                <a:close/>
                <a:moveTo>
                  <a:pt x="570114" y="54676"/>
                </a:moveTo>
                <a:lnTo>
                  <a:pt x="570114" y="21507"/>
                </a:lnTo>
                <a:lnTo>
                  <a:pt x="589034" y="21507"/>
                </a:lnTo>
                <a:cubicBezTo>
                  <a:pt x="591827" y="21507"/>
                  <a:pt x="594515" y="21713"/>
                  <a:pt x="597099" y="22127"/>
                </a:cubicBezTo>
                <a:cubicBezTo>
                  <a:pt x="599684" y="22540"/>
                  <a:pt x="601958" y="23341"/>
                  <a:pt x="603922" y="24529"/>
                </a:cubicBezTo>
                <a:cubicBezTo>
                  <a:pt x="605888" y="25717"/>
                  <a:pt x="607465" y="27396"/>
                  <a:pt x="608653" y="29567"/>
                </a:cubicBezTo>
                <a:cubicBezTo>
                  <a:pt x="609842" y="31736"/>
                  <a:pt x="610437" y="34578"/>
                  <a:pt x="610437" y="38091"/>
                </a:cubicBezTo>
                <a:cubicBezTo>
                  <a:pt x="610437" y="41605"/>
                  <a:pt x="609842" y="44447"/>
                  <a:pt x="608653" y="46618"/>
                </a:cubicBezTo>
                <a:cubicBezTo>
                  <a:pt x="607465" y="48787"/>
                  <a:pt x="605888" y="50466"/>
                  <a:pt x="603922" y="51654"/>
                </a:cubicBezTo>
                <a:cubicBezTo>
                  <a:pt x="601958" y="52842"/>
                  <a:pt x="599684" y="53642"/>
                  <a:pt x="597099" y="54056"/>
                </a:cubicBezTo>
                <a:cubicBezTo>
                  <a:pt x="594515" y="54469"/>
                  <a:pt x="591827" y="54676"/>
                  <a:pt x="589034" y="54676"/>
                </a:cubicBezTo>
                <a:lnTo>
                  <a:pt x="570114" y="54676"/>
                </a:lnTo>
                <a:moveTo>
                  <a:pt x="545765" y="2575"/>
                </a:moveTo>
                <a:lnTo>
                  <a:pt x="545765" y="113289"/>
                </a:lnTo>
                <a:lnTo>
                  <a:pt x="570114" y="113289"/>
                </a:lnTo>
                <a:lnTo>
                  <a:pt x="570114" y="73608"/>
                </a:lnTo>
                <a:lnTo>
                  <a:pt x="595706" y="73608"/>
                </a:lnTo>
                <a:cubicBezTo>
                  <a:pt x="602632" y="73608"/>
                  <a:pt x="608524" y="72599"/>
                  <a:pt x="613383" y="70583"/>
                </a:cubicBezTo>
                <a:cubicBezTo>
                  <a:pt x="618244" y="68567"/>
                  <a:pt x="622199" y="65905"/>
                  <a:pt x="625249" y="62596"/>
                </a:cubicBezTo>
                <a:cubicBezTo>
                  <a:pt x="628300" y="59288"/>
                  <a:pt x="630523" y="55488"/>
                  <a:pt x="631918" y="51197"/>
                </a:cubicBezTo>
                <a:cubicBezTo>
                  <a:pt x="633314" y="46906"/>
                  <a:pt x="634012" y="42537"/>
                  <a:pt x="634012" y="38091"/>
                </a:cubicBezTo>
                <a:cubicBezTo>
                  <a:pt x="634012" y="33541"/>
                  <a:pt x="633314" y="29147"/>
                  <a:pt x="631918" y="24907"/>
                </a:cubicBezTo>
                <a:cubicBezTo>
                  <a:pt x="630523" y="20668"/>
                  <a:pt x="628300" y="16894"/>
                  <a:pt x="625249" y="13586"/>
                </a:cubicBezTo>
                <a:cubicBezTo>
                  <a:pt x="622199" y="10278"/>
                  <a:pt x="618245" y="7615"/>
                  <a:pt x="613386" y="5599"/>
                </a:cubicBezTo>
                <a:cubicBezTo>
                  <a:pt x="608527" y="3583"/>
                  <a:pt x="602633" y="2575"/>
                  <a:pt x="595706" y="2575"/>
                </a:cubicBezTo>
                <a:lnTo>
                  <a:pt x="545765" y="2575"/>
                </a:lnTo>
                <a:close/>
                <a:moveTo>
                  <a:pt x="646886" y="2575"/>
                </a:moveTo>
                <a:lnTo>
                  <a:pt x="646886" y="113289"/>
                </a:lnTo>
                <a:lnTo>
                  <a:pt x="668908" y="113289"/>
                </a:lnTo>
                <a:lnTo>
                  <a:pt x="668908" y="71265"/>
                </a:lnTo>
                <a:cubicBezTo>
                  <a:pt x="668908" y="63097"/>
                  <a:pt x="670253" y="57231"/>
                  <a:pt x="672941" y="53665"/>
                </a:cubicBezTo>
                <a:cubicBezTo>
                  <a:pt x="675629" y="50098"/>
                  <a:pt x="679972" y="48314"/>
                  <a:pt x="685969" y="48314"/>
                </a:cubicBezTo>
                <a:cubicBezTo>
                  <a:pt x="691243" y="48314"/>
                  <a:pt x="694913" y="49943"/>
                  <a:pt x="696980" y="53199"/>
                </a:cubicBezTo>
                <a:cubicBezTo>
                  <a:pt x="699048" y="56455"/>
                  <a:pt x="700082" y="61392"/>
                  <a:pt x="700082" y="68008"/>
                </a:cubicBezTo>
                <a:lnTo>
                  <a:pt x="700082" y="113289"/>
                </a:lnTo>
                <a:lnTo>
                  <a:pt x="722105" y="113289"/>
                </a:lnTo>
                <a:lnTo>
                  <a:pt x="722105" y="63948"/>
                </a:lnTo>
                <a:cubicBezTo>
                  <a:pt x="722105" y="58983"/>
                  <a:pt x="721666" y="54457"/>
                  <a:pt x="720787" y="50371"/>
                </a:cubicBezTo>
                <a:cubicBezTo>
                  <a:pt x="719908" y="46285"/>
                  <a:pt x="718382" y="42819"/>
                  <a:pt x="716210" y="39975"/>
                </a:cubicBezTo>
                <a:cubicBezTo>
                  <a:pt x="714039" y="37130"/>
                  <a:pt x="711067" y="34907"/>
                  <a:pt x="707293" y="33304"/>
                </a:cubicBezTo>
                <a:cubicBezTo>
                  <a:pt x="703519" y="31699"/>
                  <a:pt x="698686" y="30897"/>
                  <a:pt x="692793" y="30897"/>
                </a:cubicBezTo>
                <a:cubicBezTo>
                  <a:pt x="688657" y="30897"/>
                  <a:pt x="684417" y="31960"/>
                  <a:pt x="680074" y="34085"/>
                </a:cubicBezTo>
                <a:cubicBezTo>
                  <a:pt x="675732" y="36210"/>
                  <a:pt x="672166" y="39605"/>
                  <a:pt x="669375" y="44270"/>
                </a:cubicBezTo>
                <a:lnTo>
                  <a:pt x="668908" y="44270"/>
                </a:lnTo>
                <a:lnTo>
                  <a:pt x="668908" y="2575"/>
                </a:lnTo>
                <a:lnTo>
                  <a:pt x="646886" y="2575"/>
                </a:lnTo>
                <a:close/>
                <a:moveTo>
                  <a:pt x="778403" y="123181"/>
                </a:moveTo>
                <a:lnTo>
                  <a:pt x="811901" y="33169"/>
                </a:lnTo>
                <a:lnTo>
                  <a:pt x="789105" y="33169"/>
                </a:lnTo>
                <a:lnTo>
                  <a:pt x="771578" y="88012"/>
                </a:lnTo>
                <a:lnTo>
                  <a:pt x="771268" y="88012"/>
                </a:lnTo>
                <a:lnTo>
                  <a:pt x="753122" y="33169"/>
                </a:lnTo>
                <a:lnTo>
                  <a:pt x="729703" y="33169"/>
                </a:lnTo>
                <a:lnTo>
                  <a:pt x="757775" y="108322"/>
                </a:lnTo>
                <a:cubicBezTo>
                  <a:pt x="758396" y="109871"/>
                  <a:pt x="758707" y="111524"/>
                  <a:pt x="758707" y="113280"/>
                </a:cubicBezTo>
                <a:cubicBezTo>
                  <a:pt x="758707" y="115655"/>
                  <a:pt x="758009" y="117825"/>
                  <a:pt x="756613" y="119787"/>
                </a:cubicBezTo>
                <a:cubicBezTo>
                  <a:pt x="755216" y="121750"/>
                  <a:pt x="753071" y="122887"/>
                  <a:pt x="750176" y="123198"/>
                </a:cubicBezTo>
                <a:cubicBezTo>
                  <a:pt x="748005" y="123300"/>
                  <a:pt x="745833" y="123248"/>
                  <a:pt x="743661" y="123041"/>
                </a:cubicBezTo>
                <a:cubicBezTo>
                  <a:pt x="741490" y="122835"/>
                  <a:pt x="739371" y="122628"/>
                  <a:pt x="737304" y="122421"/>
                </a:cubicBezTo>
                <a:lnTo>
                  <a:pt x="737304" y="140551"/>
                </a:lnTo>
                <a:cubicBezTo>
                  <a:pt x="739578" y="140753"/>
                  <a:pt x="741826" y="140930"/>
                  <a:pt x="744049" y="141081"/>
                </a:cubicBezTo>
                <a:cubicBezTo>
                  <a:pt x="746272" y="141233"/>
                  <a:pt x="748521" y="141308"/>
                  <a:pt x="750796" y="141308"/>
                </a:cubicBezTo>
                <a:cubicBezTo>
                  <a:pt x="758343" y="141308"/>
                  <a:pt x="764237" y="139914"/>
                  <a:pt x="768476" y="137124"/>
                </a:cubicBezTo>
                <a:cubicBezTo>
                  <a:pt x="772715" y="134337"/>
                  <a:pt x="776024" y="129689"/>
                  <a:pt x="778403" y="123181"/>
                </a:cubicBezTo>
                <a:close/>
                <a:moveTo>
                  <a:pt x="836406" y="87239"/>
                </a:moveTo>
                <a:lnTo>
                  <a:pt x="815469" y="87239"/>
                </a:lnTo>
                <a:cubicBezTo>
                  <a:pt x="815676" y="92606"/>
                  <a:pt x="816891" y="97070"/>
                  <a:pt x="819114" y="100631"/>
                </a:cubicBezTo>
                <a:cubicBezTo>
                  <a:pt x="821337" y="104190"/>
                  <a:pt x="824180" y="107053"/>
                  <a:pt x="827643" y="109221"/>
                </a:cubicBezTo>
                <a:cubicBezTo>
                  <a:pt x="831107" y="111389"/>
                  <a:pt x="835062" y="112936"/>
                  <a:pt x="839508" y="113864"/>
                </a:cubicBezTo>
                <a:cubicBezTo>
                  <a:pt x="843954" y="114793"/>
                  <a:pt x="848503" y="115258"/>
                  <a:pt x="853156" y="115258"/>
                </a:cubicBezTo>
                <a:cubicBezTo>
                  <a:pt x="857704" y="115258"/>
                  <a:pt x="862175" y="114818"/>
                  <a:pt x="866569" y="113937"/>
                </a:cubicBezTo>
                <a:cubicBezTo>
                  <a:pt x="870964" y="113059"/>
                  <a:pt x="874868" y="111533"/>
                  <a:pt x="878279" y="109361"/>
                </a:cubicBezTo>
                <a:cubicBezTo>
                  <a:pt x="881691" y="107188"/>
                  <a:pt x="884457" y="104318"/>
                  <a:pt x="886575" y="100749"/>
                </a:cubicBezTo>
                <a:cubicBezTo>
                  <a:pt x="888696" y="97180"/>
                  <a:pt x="889756" y="92758"/>
                  <a:pt x="889756" y="87482"/>
                </a:cubicBezTo>
                <a:cubicBezTo>
                  <a:pt x="889756" y="83759"/>
                  <a:pt x="889032" y="80631"/>
                  <a:pt x="887584" y="78097"/>
                </a:cubicBezTo>
                <a:cubicBezTo>
                  <a:pt x="886137" y="75561"/>
                  <a:pt x="884224" y="73440"/>
                  <a:pt x="881845" y="71733"/>
                </a:cubicBezTo>
                <a:cubicBezTo>
                  <a:pt x="879467" y="70026"/>
                  <a:pt x="876754" y="68656"/>
                  <a:pt x="873704" y="67623"/>
                </a:cubicBezTo>
                <a:cubicBezTo>
                  <a:pt x="870654" y="66588"/>
                  <a:pt x="867527" y="65708"/>
                  <a:pt x="864321" y="64984"/>
                </a:cubicBezTo>
                <a:cubicBezTo>
                  <a:pt x="861219" y="64260"/>
                  <a:pt x="858169" y="63588"/>
                  <a:pt x="855170" y="62968"/>
                </a:cubicBezTo>
                <a:cubicBezTo>
                  <a:pt x="852172" y="62346"/>
                  <a:pt x="849510" y="61648"/>
                  <a:pt x="847183" y="60873"/>
                </a:cubicBezTo>
                <a:cubicBezTo>
                  <a:pt x="844857" y="60097"/>
                  <a:pt x="842970" y="59088"/>
                  <a:pt x="841522" y="57847"/>
                </a:cubicBezTo>
                <a:cubicBezTo>
                  <a:pt x="840075" y="56605"/>
                  <a:pt x="839352" y="55001"/>
                  <a:pt x="839352" y="53036"/>
                </a:cubicBezTo>
                <a:cubicBezTo>
                  <a:pt x="839352" y="51381"/>
                  <a:pt x="839765" y="50062"/>
                  <a:pt x="840592" y="49079"/>
                </a:cubicBezTo>
                <a:cubicBezTo>
                  <a:pt x="841420" y="48096"/>
                  <a:pt x="842428" y="47347"/>
                  <a:pt x="843616" y="46831"/>
                </a:cubicBezTo>
                <a:cubicBezTo>
                  <a:pt x="844806" y="46313"/>
                  <a:pt x="846124" y="45977"/>
                  <a:pt x="847571" y="45823"/>
                </a:cubicBezTo>
                <a:cubicBezTo>
                  <a:pt x="849019" y="45666"/>
                  <a:pt x="850363" y="45588"/>
                  <a:pt x="851603" y="45588"/>
                </a:cubicBezTo>
                <a:cubicBezTo>
                  <a:pt x="855532" y="45588"/>
                  <a:pt x="858943" y="46342"/>
                  <a:pt x="861838" y="47848"/>
                </a:cubicBezTo>
                <a:cubicBezTo>
                  <a:pt x="864733" y="49353"/>
                  <a:pt x="866336" y="52235"/>
                  <a:pt x="866647" y="56493"/>
                </a:cubicBezTo>
                <a:lnTo>
                  <a:pt x="887586" y="56493"/>
                </a:lnTo>
                <a:cubicBezTo>
                  <a:pt x="887173" y="51530"/>
                  <a:pt x="885906" y="47419"/>
                  <a:pt x="883785" y="44161"/>
                </a:cubicBezTo>
                <a:cubicBezTo>
                  <a:pt x="881667" y="40903"/>
                  <a:pt x="879004" y="38292"/>
                  <a:pt x="875798" y="36328"/>
                </a:cubicBezTo>
                <a:cubicBezTo>
                  <a:pt x="872594" y="34362"/>
                  <a:pt x="868950" y="32966"/>
                  <a:pt x="864865" y="32139"/>
                </a:cubicBezTo>
                <a:cubicBezTo>
                  <a:pt x="860781" y="31311"/>
                  <a:pt x="856567" y="30897"/>
                  <a:pt x="852226" y="30897"/>
                </a:cubicBezTo>
                <a:cubicBezTo>
                  <a:pt x="847882" y="30897"/>
                  <a:pt x="843642" y="31285"/>
                  <a:pt x="839506" y="32061"/>
                </a:cubicBezTo>
                <a:cubicBezTo>
                  <a:pt x="835371" y="32836"/>
                  <a:pt x="831649" y="34180"/>
                  <a:pt x="828341" y="36094"/>
                </a:cubicBezTo>
                <a:cubicBezTo>
                  <a:pt x="825032" y="38008"/>
                  <a:pt x="822370" y="40619"/>
                  <a:pt x="820354" y="43929"/>
                </a:cubicBezTo>
                <a:cubicBezTo>
                  <a:pt x="818337" y="47239"/>
                  <a:pt x="817329" y="51481"/>
                  <a:pt x="817329" y="56654"/>
                </a:cubicBezTo>
                <a:cubicBezTo>
                  <a:pt x="817329" y="60171"/>
                  <a:pt x="818053" y="63144"/>
                  <a:pt x="819499" y="65576"/>
                </a:cubicBezTo>
                <a:cubicBezTo>
                  <a:pt x="820948" y="68005"/>
                  <a:pt x="822861" y="70022"/>
                  <a:pt x="825238" y="71627"/>
                </a:cubicBezTo>
                <a:cubicBezTo>
                  <a:pt x="827617" y="73230"/>
                  <a:pt x="830332" y="74523"/>
                  <a:pt x="833381" y="75505"/>
                </a:cubicBezTo>
                <a:cubicBezTo>
                  <a:pt x="836431" y="76488"/>
                  <a:pt x="839559" y="77342"/>
                  <a:pt x="842764" y="78066"/>
                </a:cubicBezTo>
                <a:cubicBezTo>
                  <a:pt x="850621" y="79721"/>
                  <a:pt x="856747" y="81376"/>
                  <a:pt x="861140" y="83031"/>
                </a:cubicBezTo>
                <a:cubicBezTo>
                  <a:pt x="865536" y="84686"/>
                  <a:pt x="867733" y="87168"/>
                  <a:pt x="867733" y="90478"/>
                </a:cubicBezTo>
                <a:cubicBezTo>
                  <a:pt x="867733" y="92443"/>
                  <a:pt x="867268" y="94071"/>
                  <a:pt x="866337" y="95365"/>
                </a:cubicBezTo>
                <a:cubicBezTo>
                  <a:pt x="865406" y="96659"/>
                  <a:pt x="864243" y="97694"/>
                  <a:pt x="862847" y="98470"/>
                </a:cubicBezTo>
                <a:cubicBezTo>
                  <a:pt x="861452" y="99245"/>
                  <a:pt x="859901" y="99813"/>
                  <a:pt x="858194" y="100176"/>
                </a:cubicBezTo>
                <a:cubicBezTo>
                  <a:pt x="856489" y="100538"/>
                  <a:pt x="854860" y="100718"/>
                  <a:pt x="853310" y="100718"/>
                </a:cubicBezTo>
                <a:cubicBezTo>
                  <a:pt x="851139" y="100718"/>
                  <a:pt x="849045" y="100460"/>
                  <a:pt x="847029" y="99944"/>
                </a:cubicBezTo>
                <a:cubicBezTo>
                  <a:pt x="845013" y="99427"/>
                  <a:pt x="843229" y="98626"/>
                  <a:pt x="841678" y="97542"/>
                </a:cubicBezTo>
                <a:cubicBezTo>
                  <a:pt x="840127" y="96457"/>
                  <a:pt x="838861" y="95062"/>
                  <a:pt x="837878" y="93358"/>
                </a:cubicBezTo>
                <a:cubicBezTo>
                  <a:pt x="836896" y="91654"/>
                  <a:pt x="836406" y="89615"/>
                  <a:pt x="836406" y="87239"/>
                </a:cubicBezTo>
                <a:close/>
                <a:moveTo>
                  <a:pt x="925271" y="20749"/>
                </a:moveTo>
                <a:lnTo>
                  <a:pt x="925271" y="2575"/>
                </a:lnTo>
                <a:lnTo>
                  <a:pt x="903248" y="2575"/>
                </a:lnTo>
                <a:lnTo>
                  <a:pt x="903248" y="20749"/>
                </a:lnTo>
                <a:lnTo>
                  <a:pt x="925271" y="20749"/>
                </a:lnTo>
                <a:moveTo>
                  <a:pt x="903248" y="33107"/>
                </a:moveTo>
                <a:lnTo>
                  <a:pt x="903248" y="113289"/>
                </a:lnTo>
                <a:lnTo>
                  <a:pt x="925271" y="113289"/>
                </a:lnTo>
                <a:lnTo>
                  <a:pt x="925271" y="33107"/>
                </a:lnTo>
                <a:lnTo>
                  <a:pt x="903248" y="33107"/>
                </a:lnTo>
                <a:close/>
                <a:moveTo>
                  <a:pt x="997234" y="61340"/>
                </a:moveTo>
                <a:lnTo>
                  <a:pt x="1018791" y="61340"/>
                </a:lnTo>
                <a:cubicBezTo>
                  <a:pt x="1018482" y="56162"/>
                  <a:pt x="1017241" y="51684"/>
                  <a:pt x="1015068" y="47905"/>
                </a:cubicBezTo>
                <a:cubicBezTo>
                  <a:pt x="1012897" y="44125"/>
                  <a:pt x="1010080" y="40966"/>
                  <a:pt x="1006615" y="38430"/>
                </a:cubicBezTo>
                <a:cubicBezTo>
                  <a:pt x="1003152" y="35893"/>
                  <a:pt x="999224" y="34003"/>
                  <a:pt x="994830" y="32762"/>
                </a:cubicBezTo>
                <a:cubicBezTo>
                  <a:pt x="990436" y="31519"/>
                  <a:pt x="985861" y="30897"/>
                  <a:pt x="981104" y="30897"/>
                </a:cubicBezTo>
                <a:cubicBezTo>
                  <a:pt x="974590" y="30897"/>
                  <a:pt x="968799" y="31985"/>
                  <a:pt x="963732" y="34160"/>
                </a:cubicBezTo>
                <a:cubicBezTo>
                  <a:pt x="958666" y="36334"/>
                  <a:pt x="954375" y="39364"/>
                  <a:pt x="950860" y="43248"/>
                </a:cubicBezTo>
                <a:cubicBezTo>
                  <a:pt x="947345" y="47132"/>
                  <a:pt x="944683" y="51741"/>
                  <a:pt x="942874" y="57075"/>
                </a:cubicBezTo>
                <a:cubicBezTo>
                  <a:pt x="941064" y="62408"/>
                  <a:pt x="940159" y="68181"/>
                  <a:pt x="940159" y="74396"/>
                </a:cubicBezTo>
                <a:cubicBezTo>
                  <a:pt x="940159" y="80403"/>
                  <a:pt x="941141" y="85919"/>
                  <a:pt x="943105" y="90942"/>
                </a:cubicBezTo>
                <a:cubicBezTo>
                  <a:pt x="945070" y="95964"/>
                  <a:pt x="947809" y="100287"/>
                  <a:pt x="951324" y="103913"/>
                </a:cubicBezTo>
                <a:cubicBezTo>
                  <a:pt x="954841" y="107538"/>
                  <a:pt x="959106" y="110361"/>
                  <a:pt x="964120" y="112380"/>
                </a:cubicBezTo>
                <a:cubicBezTo>
                  <a:pt x="969135" y="114400"/>
                  <a:pt x="974641" y="115409"/>
                  <a:pt x="980638" y="115409"/>
                </a:cubicBezTo>
                <a:cubicBezTo>
                  <a:pt x="991287" y="115409"/>
                  <a:pt x="1000024" y="112607"/>
                  <a:pt x="1006847" y="107001"/>
                </a:cubicBezTo>
                <a:cubicBezTo>
                  <a:pt x="1013672" y="101394"/>
                  <a:pt x="1017809" y="93266"/>
                  <a:pt x="1019257" y="82617"/>
                </a:cubicBezTo>
                <a:lnTo>
                  <a:pt x="998008" y="82617"/>
                </a:lnTo>
                <a:cubicBezTo>
                  <a:pt x="997286" y="87580"/>
                  <a:pt x="995502" y="91535"/>
                  <a:pt x="992658" y="94482"/>
                </a:cubicBezTo>
                <a:cubicBezTo>
                  <a:pt x="989815" y="97428"/>
                  <a:pt x="985757" y="98901"/>
                  <a:pt x="980484" y="98901"/>
                </a:cubicBezTo>
                <a:cubicBezTo>
                  <a:pt x="977072" y="98901"/>
                  <a:pt x="974176" y="98125"/>
                  <a:pt x="971797" y="96574"/>
                </a:cubicBezTo>
                <a:cubicBezTo>
                  <a:pt x="969419" y="95024"/>
                  <a:pt x="967532" y="93033"/>
                  <a:pt x="966136" y="90604"/>
                </a:cubicBezTo>
                <a:cubicBezTo>
                  <a:pt x="964742" y="88173"/>
                  <a:pt x="963733" y="85457"/>
                  <a:pt x="963112" y="82458"/>
                </a:cubicBezTo>
                <a:cubicBezTo>
                  <a:pt x="962492" y="79459"/>
                  <a:pt x="962182" y="76512"/>
                  <a:pt x="962182" y="73617"/>
                </a:cubicBezTo>
                <a:cubicBezTo>
                  <a:pt x="962182" y="70618"/>
                  <a:pt x="962492" y="67593"/>
                  <a:pt x="963112" y="64544"/>
                </a:cubicBezTo>
                <a:cubicBezTo>
                  <a:pt x="963733" y="61493"/>
                  <a:pt x="964794" y="58700"/>
                  <a:pt x="966292" y="56166"/>
                </a:cubicBezTo>
                <a:cubicBezTo>
                  <a:pt x="967791" y="53633"/>
                  <a:pt x="969729" y="51564"/>
                  <a:pt x="972107" y="49962"/>
                </a:cubicBezTo>
                <a:cubicBezTo>
                  <a:pt x="974486" y="48359"/>
                  <a:pt x="977433" y="47557"/>
                  <a:pt x="980948" y="47557"/>
                </a:cubicBezTo>
                <a:cubicBezTo>
                  <a:pt x="990357" y="47557"/>
                  <a:pt x="995786" y="52151"/>
                  <a:pt x="997234" y="61340"/>
                </a:cubicBezTo>
                <a:close/>
                <a:moveTo>
                  <a:pt x="1030734" y="57766"/>
                </a:moveTo>
                <a:cubicBezTo>
                  <a:pt x="1031044" y="52596"/>
                  <a:pt x="1032336" y="48306"/>
                  <a:pt x="1034611" y="44895"/>
                </a:cubicBezTo>
                <a:cubicBezTo>
                  <a:pt x="1036886" y="41482"/>
                  <a:pt x="1039781" y="38742"/>
                  <a:pt x="1043296" y="36674"/>
                </a:cubicBezTo>
                <a:cubicBezTo>
                  <a:pt x="1046811" y="34605"/>
                  <a:pt x="1050765" y="33132"/>
                  <a:pt x="1055159" y="32253"/>
                </a:cubicBezTo>
                <a:cubicBezTo>
                  <a:pt x="1059554" y="31374"/>
                  <a:pt x="1063975" y="30935"/>
                  <a:pt x="1068421" y="30935"/>
                </a:cubicBezTo>
                <a:cubicBezTo>
                  <a:pt x="1072453" y="30935"/>
                  <a:pt x="1076537" y="31220"/>
                  <a:pt x="1080672" y="31789"/>
                </a:cubicBezTo>
                <a:cubicBezTo>
                  <a:pt x="1084809" y="32357"/>
                  <a:pt x="1088583" y="33469"/>
                  <a:pt x="1091994" y="35124"/>
                </a:cubicBezTo>
                <a:cubicBezTo>
                  <a:pt x="1095406" y="36777"/>
                  <a:pt x="1098198" y="39077"/>
                  <a:pt x="1100369" y="42024"/>
                </a:cubicBezTo>
                <a:cubicBezTo>
                  <a:pt x="1102541" y="44971"/>
                  <a:pt x="1103627" y="48874"/>
                  <a:pt x="1103627" y="53734"/>
                </a:cubicBezTo>
                <a:lnTo>
                  <a:pt x="1103627" y="95453"/>
                </a:lnTo>
                <a:cubicBezTo>
                  <a:pt x="1103627" y="99072"/>
                  <a:pt x="1103834" y="102536"/>
                  <a:pt x="1104247" y="105844"/>
                </a:cubicBezTo>
                <a:cubicBezTo>
                  <a:pt x="1104661" y="109152"/>
                  <a:pt x="1105384" y="111634"/>
                  <a:pt x="1106417" y="113289"/>
                </a:cubicBezTo>
                <a:lnTo>
                  <a:pt x="1084085" y="113289"/>
                </a:lnTo>
                <a:cubicBezTo>
                  <a:pt x="1083671" y="112049"/>
                  <a:pt x="1083335" y="110783"/>
                  <a:pt x="1083077" y="109491"/>
                </a:cubicBezTo>
                <a:cubicBezTo>
                  <a:pt x="1082818" y="108197"/>
                  <a:pt x="1082637" y="106878"/>
                  <a:pt x="1082535" y="105534"/>
                </a:cubicBezTo>
                <a:cubicBezTo>
                  <a:pt x="1079020" y="109153"/>
                  <a:pt x="1074884" y="111687"/>
                  <a:pt x="1070127" y="113135"/>
                </a:cubicBezTo>
                <a:cubicBezTo>
                  <a:pt x="1065370" y="114582"/>
                  <a:pt x="1060510" y="115305"/>
                  <a:pt x="1055547" y="115305"/>
                </a:cubicBezTo>
                <a:cubicBezTo>
                  <a:pt x="1051723" y="115305"/>
                  <a:pt x="1048156" y="114840"/>
                  <a:pt x="1044846" y="113909"/>
                </a:cubicBezTo>
                <a:cubicBezTo>
                  <a:pt x="1041537" y="112978"/>
                  <a:pt x="1038642" y="111531"/>
                  <a:pt x="1036161" y="109566"/>
                </a:cubicBezTo>
                <a:cubicBezTo>
                  <a:pt x="1033681" y="107602"/>
                  <a:pt x="1031743" y="105121"/>
                  <a:pt x="1030346" y="102124"/>
                </a:cubicBezTo>
                <a:cubicBezTo>
                  <a:pt x="1028950" y="99125"/>
                  <a:pt x="1028252" y="95557"/>
                  <a:pt x="1028252" y="91420"/>
                </a:cubicBezTo>
                <a:cubicBezTo>
                  <a:pt x="1028252" y="86872"/>
                  <a:pt x="1029053" y="83124"/>
                  <a:pt x="1030656" y="80177"/>
                </a:cubicBezTo>
                <a:cubicBezTo>
                  <a:pt x="1032259" y="77230"/>
                  <a:pt x="1034327" y="74878"/>
                  <a:pt x="1036859" y="73120"/>
                </a:cubicBezTo>
                <a:cubicBezTo>
                  <a:pt x="1039393" y="71363"/>
                  <a:pt x="1042288" y="70044"/>
                  <a:pt x="1045544" y="69166"/>
                </a:cubicBezTo>
                <a:cubicBezTo>
                  <a:pt x="1048802" y="68287"/>
                  <a:pt x="1052085" y="67590"/>
                  <a:pt x="1055393" y="67074"/>
                </a:cubicBezTo>
                <a:cubicBezTo>
                  <a:pt x="1058702" y="66556"/>
                  <a:pt x="1061958" y="66142"/>
                  <a:pt x="1065162" y="65831"/>
                </a:cubicBezTo>
                <a:cubicBezTo>
                  <a:pt x="1068368" y="65520"/>
                  <a:pt x="1071212" y="65055"/>
                  <a:pt x="1073693" y="64435"/>
                </a:cubicBezTo>
                <a:cubicBezTo>
                  <a:pt x="1076175" y="63815"/>
                  <a:pt x="1078139" y="62911"/>
                  <a:pt x="1079586" y="61723"/>
                </a:cubicBezTo>
                <a:cubicBezTo>
                  <a:pt x="1081034" y="60533"/>
                  <a:pt x="1081707" y="58801"/>
                  <a:pt x="1081605" y="56526"/>
                </a:cubicBezTo>
                <a:cubicBezTo>
                  <a:pt x="1081605" y="54147"/>
                  <a:pt x="1081217" y="52260"/>
                  <a:pt x="1080440" y="50866"/>
                </a:cubicBezTo>
                <a:cubicBezTo>
                  <a:pt x="1079664" y="49469"/>
                  <a:pt x="1078630" y="48384"/>
                  <a:pt x="1077338" y="47609"/>
                </a:cubicBezTo>
                <a:cubicBezTo>
                  <a:pt x="1076046" y="46833"/>
                  <a:pt x="1074546" y="46316"/>
                  <a:pt x="1072839" y="46057"/>
                </a:cubicBezTo>
                <a:cubicBezTo>
                  <a:pt x="1071134" y="45798"/>
                  <a:pt x="1069299" y="45669"/>
                  <a:pt x="1067335" y="45669"/>
                </a:cubicBezTo>
                <a:cubicBezTo>
                  <a:pt x="1062993" y="45669"/>
                  <a:pt x="1059581" y="46600"/>
                  <a:pt x="1057100" y="48461"/>
                </a:cubicBezTo>
                <a:cubicBezTo>
                  <a:pt x="1054618" y="50323"/>
                  <a:pt x="1053170" y="53424"/>
                  <a:pt x="1052757" y="57766"/>
                </a:cubicBezTo>
                <a:lnTo>
                  <a:pt x="1030734" y="57766"/>
                </a:lnTo>
                <a:moveTo>
                  <a:pt x="1081605" y="74050"/>
                </a:moveTo>
                <a:cubicBezTo>
                  <a:pt x="1080674" y="74878"/>
                  <a:pt x="1079510" y="75525"/>
                  <a:pt x="1078114" y="75991"/>
                </a:cubicBezTo>
                <a:cubicBezTo>
                  <a:pt x="1076718" y="76456"/>
                  <a:pt x="1075218" y="76844"/>
                  <a:pt x="1073615" y="77155"/>
                </a:cubicBezTo>
                <a:cubicBezTo>
                  <a:pt x="1072014" y="77464"/>
                  <a:pt x="1070334" y="77722"/>
                  <a:pt x="1068575" y="77929"/>
                </a:cubicBezTo>
                <a:cubicBezTo>
                  <a:pt x="1066817" y="78135"/>
                  <a:pt x="1065060" y="78393"/>
                  <a:pt x="1063302" y="78703"/>
                </a:cubicBezTo>
                <a:cubicBezTo>
                  <a:pt x="1061649" y="79013"/>
                  <a:pt x="1060021" y="79428"/>
                  <a:pt x="1058418" y="79945"/>
                </a:cubicBezTo>
                <a:cubicBezTo>
                  <a:pt x="1056815" y="80461"/>
                  <a:pt x="1055419" y="81159"/>
                  <a:pt x="1054229" y="82039"/>
                </a:cubicBezTo>
                <a:cubicBezTo>
                  <a:pt x="1053041" y="82918"/>
                  <a:pt x="1052085" y="84030"/>
                  <a:pt x="1051361" y="85374"/>
                </a:cubicBezTo>
                <a:cubicBezTo>
                  <a:pt x="1050637" y="86716"/>
                  <a:pt x="1050275" y="88422"/>
                  <a:pt x="1050275" y="90490"/>
                </a:cubicBezTo>
                <a:cubicBezTo>
                  <a:pt x="1050275" y="92454"/>
                  <a:pt x="1050637" y="94109"/>
                  <a:pt x="1051361" y="95453"/>
                </a:cubicBezTo>
                <a:cubicBezTo>
                  <a:pt x="1052085" y="96797"/>
                  <a:pt x="1053067" y="97857"/>
                  <a:pt x="1054307" y="98633"/>
                </a:cubicBezTo>
                <a:cubicBezTo>
                  <a:pt x="1055549" y="99408"/>
                  <a:pt x="1056996" y="99951"/>
                  <a:pt x="1058650" y="100261"/>
                </a:cubicBezTo>
                <a:cubicBezTo>
                  <a:pt x="1060305" y="100572"/>
                  <a:pt x="1062011" y="100728"/>
                  <a:pt x="1063768" y="100728"/>
                </a:cubicBezTo>
                <a:cubicBezTo>
                  <a:pt x="1068110" y="100728"/>
                  <a:pt x="1071470" y="100004"/>
                  <a:pt x="1073847" y="98558"/>
                </a:cubicBezTo>
                <a:cubicBezTo>
                  <a:pt x="1076226" y="97109"/>
                  <a:pt x="1077985" y="95377"/>
                  <a:pt x="1079122" y="93361"/>
                </a:cubicBezTo>
                <a:cubicBezTo>
                  <a:pt x="1080260" y="91344"/>
                  <a:pt x="1080958" y="89302"/>
                  <a:pt x="1081217" y="87234"/>
                </a:cubicBezTo>
                <a:cubicBezTo>
                  <a:pt x="1081475" y="85166"/>
                  <a:pt x="1081605" y="83511"/>
                  <a:pt x="1081605" y="82271"/>
                </a:cubicBezTo>
                <a:lnTo>
                  <a:pt x="1081605" y="74050"/>
                </a:lnTo>
                <a:close/>
                <a:moveTo>
                  <a:pt x="1121307" y="2575"/>
                </a:moveTo>
                <a:lnTo>
                  <a:pt x="1121307" y="113289"/>
                </a:lnTo>
                <a:lnTo>
                  <a:pt x="1143330" y="113289"/>
                </a:lnTo>
                <a:lnTo>
                  <a:pt x="1143330" y="2575"/>
                </a:lnTo>
                <a:lnTo>
                  <a:pt x="1121307" y="2575"/>
                </a:lnTo>
                <a:close/>
                <a:moveTo>
                  <a:pt x="1206142" y="2575"/>
                </a:moveTo>
                <a:lnTo>
                  <a:pt x="1206142" y="113289"/>
                </a:lnTo>
                <a:lnTo>
                  <a:pt x="1228941" y="113289"/>
                </a:lnTo>
                <a:lnTo>
                  <a:pt x="1228941" y="35604"/>
                </a:lnTo>
                <a:lnTo>
                  <a:pt x="1229251" y="35604"/>
                </a:lnTo>
                <a:lnTo>
                  <a:pt x="1256392" y="113289"/>
                </a:lnTo>
                <a:lnTo>
                  <a:pt x="1275156" y="113289"/>
                </a:lnTo>
                <a:lnTo>
                  <a:pt x="1302297" y="34828"/>
                </a:lnTo>
                <a:lnTo>
                  <a:pt x="1302608" y="34828"/>
                </a:lnTo>
                <a:lnTo>
                  <a:pt x="1302608" y="113289"/>
                </a:lnTo>
                <a:lnTo>
                  <a:pt x="1325406" y="113289"/>
                </a:lnTo>
                <a:lnTo>
                  <a:pt x="1325406" y="2575"/>
                </a:lnTo>
                <a:lnTo>
                  <a:pt x="1291132" y="2575"/>
                </a:lnTo>
                <a:lnTo>
                  <a:pt x="1266627" y="78710"/>
                </a:lnTo>
                <a:lnTo>
                  <a:pt x="1266317" y="78710"/>
                </a:lnTo>
                <a:lnTo>
                  <a:pt x="1240416" y="2575"/>
                </a:lnTo>
                <a:lnTo>
                  <a:pt x="1206142" y="2575"/>
                </a:lnTo>
                <a:close/>
                <a:moveTo>
                  <a:pt x="1343553" y="57766"/>
                </a:moveTo>
                <a:cubicBezTo>
                  <a:pt x="1343862" y="52596"/>
                  <a:pt x="1345154" y="48306"/>
                  <a:pt x="1347429" y="44895"/>
                </a:cubicBezTo>
                <a:cubicBezTo>
                  <a:pt x="1349704" y="41482"/>
                  <a:pt x="1352599" y="38742"/>
                  <a:pt x="1356114" y="36674"/>
                </a:cubicBezTo>
                <a:cubicBezTo>
                  <a:pt x="1359629" y="34605"/>
                  <a:pt x="1363583" y="33132"/>
                  <a:pt x="1367977" y="32253"/>
                </a:cubicBezTo>
                <a:cubicBezTo>
                  <a:pt x="1372373" y="31374"/>
                  <a:pt x="1376793" y="30935"/>
                  <a:pt x="1381239" y="30935"/>
                </a:cubicBezTo>
                <a:cubicBezTo>
                  <a:pt x="1385272" y="30935"/>
                  <a:pt x="1389355" y="31220"/>
                  <a:pt x="1393490" y="31789"/>
                </a:cubicBezTo>
                <a:cubicBezTo>
                  <a:pt x="1397627" y="32357"/>
                  <a:pt x="1401401" y="33469"/>
                  <a:pt x="1404812" y="35124"/>
                </a:cubicBezTo>
                <a:cubicBezTo>
                  <a:pt x="1408224" y="36777"/>
                  <a:pt x="1411016" y="39077"/>
                  <a:pt x="1413187" y="42024"/>
                </a:cubicBezTo>
                <a:cubicBezTo>
                  <a:pt x="1415359" y="44971"/>
                  <a:pt x="1416446" y="48874"/>
                  <a:pt x="1416446" y="53734"/>
                </a:cubicBezTo>
                <a:lnTo>
                  <a:pt x="1416446" y="95453"/>
                </a:lnTo>
                <a:cubicBezTo>
                  <a:pt x="1416446" y="99072"/>
                  <a:pt x="1416652" y="102536"/>
                  <a:pt x="1417066" y="105844"/>
                </a:cubicBezTo>
                <a:cubicBezTo>
                  <a:pt x="1417479" y="109152"/>
                  <a:pt x="1418202" y="111634"/>
                  <a:pt x="1419236" y="113289"/>
                </a:cubicBezTo>
                <a:lnTo>
                  <a:pt x="1396903" y="113289"/>
                </a:lnTo>
                <a:cubicBezTo>
                  <a:pt x="1396490" y="112049"/>
                  <a:pt x="1396154" y="110783"/>
                  <a:pt x="1395895" y="109491"/>
                </a:cubicBezTo>
                <a:cubicBezTo>
                  <a:pt x="1395636" y="108197"/>
                  <a:pt x="1395455" y="106878"/>
                  <a:pt x="1395353" y="105534"/>
                </a:cubicBezTo>
                <a:cubicBezTo>
                  <a:pt x="1391838" y="109153"/>
                  <a:pt x="1387702" y="111687"/>
                  <a:pt x="1382945" y="113135"/>
                </a:cubicBezTo>
                <a:cubicBezTo>
                  <a:pt x="1378189" y="114582"/>
                  <a:pt x="1373329" y="115305"/>
                  <a:pt x="1368365" y="115305"/>
                </a:cubicBezTo>
                <a:cubicBezTo>
                  <a:pt x="1364541" y="115305"/>
                  <a:pt x="1360974" y="114840"/>
                  <a:pt x="1357664" y="113909"/>
                </a:cubicBezTo>
                <a:cubicBezTo>
                  <a:pt x="1354356" y="112978"/>
                  <a:pt x="1351461" y="111531"/>
                  <a:pt x="1348979" y="109566"/>
                </a:cubicBezTo>
                <a:cubicBezTo>
                  <a:pt x="1346499" y="107602"/>
                  <a:pt x="1344561" y="105121"/>
                  <a:pt x="1343165" y="102124"/>
                </a:cubicBezTo>
                <a:cubicBezTo>
                  <a:pt x="1341768" y="99125"/>
                  <a:pt x="1341070" y="95557"/>
                  <a:pt x="1341070" y="91420"/>
                </a:cubicBezTo>
                <a:cubicBezTo>
                  <a:pt x="1341070" y="86872"/>
                  <a:pt x="1341872" y="83124"/>
                  <a:pt x="1343475" y="80177"/>
                </a:cubicBezTo>
                <a:cubicBezTo>
                  <a:pt x="1345077" y="77230"/>
                  <a:pt x="1347145" y="74878"/>
                  <a:pt x="1349677" y="73120"/>
                </a:cubicBezTo>
                <a:cubicBezTo>
                  <a:pt x="1352211" y="71363"/>
                  <a:pt x="1355106" y="70044"/>
                  <a:pt x="1358362" y="69166"/>
                </a:cubicBezTo>
                <a:cubicBezTo>
                  <a:pt x="1361620" y="68287"/>
                  <a:pt x="1364903" y="67590"/>
                  <a:pt x="1368212" y="67074"/>
                </a:cubicBezTo>
                <a:cubicBezTo>
                  <a:pt x="1371520" y="66556"/>
                  <a:pt x="1374776" y="66142"/>
                  <a:pt x="1377980" y="65831"/>
                </a:cubicBezTo>
                <a:cubicBezTo>
                  <a:pt x="1381186" y="65520"/>
                  <a:pt x="1384030" y="65055"/>
                  <a:pt x="1386512" y="64435"/>
                </a:cubicBezTo>
                <a:cubicBezTo>
                  <a:pt x="1388993" y="63815"/>
                  <a:pt x="1390958" y="62911"/>
                  <a:pt x="1392404" y="61723"/>
                </a:cubicBezTo>
                <a:cubicBezTo>
                  <a:pt x="1393853" y="60533"/>
                  <a:pt x="1394525" y="58801"/>
                  <a:pt x="1394423" y="56526"/>
                </a:cubicBezTo>
                <a:cubicBezTo>
                  <a:pt x="1394423" y="54147"/>
                  <a:pt x="1394035" y="52260"/>
                  <a:pt x="1393259" y="50866"/>
                </a:cubicBezTo>
                <a:cubicBezTo>
                  <a:pt x="1392482" y="49469"/>
                  <a:pt x="1391448" y="48384"/>
                  <a:pt x="1390156" y="47609"/>
                </a:cubicBezTo>
                <a:cubicBezTo>
                  <a:pt x="1388864" y="46833"/>
                  <a:pt x="1387364" y="46316"/>
                  <a:pt x="1385657" y="46057"/>
                </a:cubicBezTo>
                <a:cubicBezTo>
                  <a:pt x="1383952" y="45798"/>
                  <a:pt x="1382117" y="45669"/>
                  <a:pt x="1380153" y="45669"/>
                </a:cubicBezTo>
                <a:cubicBezTo>
                  <a:pt x="1375811" y="45669"/>
                  <a:pt x="1372399" y="46600"/>
                  <a:pt x="1369918" y="48461"/>
                </a:cubicBezTo>
                <a:cubicBezTo>
                  <a:pt x="1367436" y="50323"/>
                  <a:pt x="1365989" y="53424"/>
                  <a:pt x="1365575" y="57766"/>
                </a:cubicBezTo>
                <a:lnTo>
                  <a:pt x="1343553" y="57766"/>
                </a:lnTo>
                <a:moveTo>
                  <a:pt x="1394423" y="74050"/>
                </a:moveTo>
                <a:cubicBezTo>
                  <a:pt x="1393492" y="74878"/>
                  <a:pt x="1392329" y="75525"/>
                  <a:pt x="1390932" y="75991"/>
                </a:cubicBezTo>
                <a:cubicBezTo>
                  <a:pt x="1389536" y="76456"/>
                  <a:pt x="1388037" y="76844"/>
                  <a:pt x="1386434" y="77155"/>
                </a:cubicBezTo>
                <a:cubicBezTo>
                  <a:pt x="1384832" y="77464"/>
                  <a:pt x="1383152" y="77722"/>
                  <a:pt x="1381393" y="77929"/>
                </a:cubicBezTo>
                <a:cubicBezTo>
                  <a:pt x="1379635" y="78135"/>
                  <a:pt x="1377878" y="78393"/>
                  <a:pt x="1376120" y="78703"/>
                </a:cubicBezTo>
                <a:cubicBezTo>
                  <a:pt x="1374467" y="79013"/>
                  <a:pt x="1372839" y="79428"/>
                  <a:pt x="1371236" y="79945"/>
                </a:cubicBezTo>
                <a:cubicBezTo>
                  <a:pt x="1369633" y="80461"/>
                  <a:pt x="1368237" y="81159"/>
                  <a:pt x="1367047" y="82039"/>
                </a:cubicBezTo>
                <a:cubicBezTo>
                  <a:pt x="1365859" y="82918"/>
                  <a:pt x="1364903" y="84030"/>
                  <a:pt x="1364179" y="85374"/>
                </a:cubicBezTo>
                <a:cubicBezTo>
                  <a:pt x="1363455" y="86716"/>
                  <a:pt x="1363093" y="88422"/>
                  <a:pt x="1363093" y="90490"/>
                </a:cubicBezTo>
                <a:cubicBezTo>
                  <a:pt x="1363093" y="92454"/>
                  <a:pt x="1363455" y="94109"/>
                  <a:pt x="1364179" y="95453"/>
                </a:cubicBezTo>
                <a:cubicBezTo>
                  <a:pt x="1364903" y="96797"/>
                  <a:pt x="1365885" y="97857"/>
                  <a:pt x="1367125" y="98633"/>
                </a:cubicBezTo>
                <a:cubicBezTo>
                  <a:pt x="1368367" y="99408"/>
                  <a:pt x="1369814" y="99951"/>
                  <a:pt x="1371468" y="100261"/>
                </a:cubicBezTo>
                <a:cubicBezTo>
                  <a:pt x="1373123" y="100572"/>
                  <a:pt x="1374829" y="100728"/>
                  <a:pt x="1376587" y="100728"/>
                </a:cubicBezTo>
                <a:cubicBezTo>
                  <a:pt x="1380928" y="100728"/>
                  <a:pt x="1384288" y="100004"/>
                  <a:pt x="1386666" y="98558"/>
                </a:cubicBezTo>
                <a:cubicBezTo>
                  <a:pt x="1389045" y="97109"/>
                  <a:pt x="1390803" y="95377"/>
                  <a:pt x="1391940" y="93361"/>
                </a:cubicBezTo>
                <a:cubicBezTo>
                  <a:pt x="1393078" y="91344"/>
                  <a:pt x="1393776" y="89302"/>
                  <a:pt x="1394035" y="87234"/>
                </a:cubicBezTo>
                <a:cubicBezTo>
                  <a:pt x="1394294" y="85166"/>
                  <a:pt x="1394423" y="83511"/>
                  <a:pt x="1394423" y="82271"/>
                </a:cubicBezTo>
                <a:lnTo>
                  <a:pt x="1394423" y="74050"/>
                </a:lnTo>
                <a:close/>
                <a:moveTo>
                  <a:pt x="1473985" y="98901"/>
                </a:moveTo>
                <a:cubicBezTo>
                  <a:pt x="1470468" y="98901"/>
                  <a:pt x="1467469" y="98177"/>
                  <a:pt x="1464987" y="96731"/>
                </a:cubicBezTo>
                <a:cubicBezTo>
                  <a:pt x="1462507" y="95282"/>
                  <a:pt x="1460517" y="93395"/>
                  <a:pt x="1459017" y="91068"/>
                </a:cubicBezTo>
                <a:cubicBezTo>
                  <a:pt x="1457518" y="88741"/>
                  <a:pt x="1456432" y="86026"/>
                  <a:pt x="1455760" y="82924"/>
                </a:cubicBezTo>
                <a:cubicBezTo>
                  <a:pt x="1455088" y="79821"/>
                  <a:pt x="1454752" y="76667"/>
                  <a:pt x="1454752" y="73461"/>
                </a:cubicBezTo>
                <a:cubicBezTo>
                  <a:pt x="1454752" y="70152"/>
                  <a:pt x="1455062" y="66947"/>
                  <a:pt x="1455682" y="63846"/>
                </a:cubicBezTo>
                <a:cubicBezTo>
                  <a:pt x="1456302" y="60742"/>
                  <a:pt x="1457362" y="58002"/>
                  <a:pt x="1458860" y="55625"/>
                </a:cubicBezTo>
                <a:cubicBezTo>
                  <a:pt x="1460361" y="53245"/>
                  <a:pt x="1462326" y="51306"/>
                  <a:pt x="1464755" y="49808"/>
                </a:cubicBezTo>
                <a:cubicBezTo>
                  <a:pt x="1467185" y="48307"/>
                  <a:pt x="1470209" y="47557"/>
                  <a:pt x="1473829" y="47557"/>
                </a:cubicBezTo>
                <a:cubicBezTo>
                  <a:pt x="1477345" y="47557"/>
                  <a:pt x="1480318" y="48307"/>
                  <a:pt x="1482748" y="49808"/>
                </a:cubicBezTo>
                <a:cubicBezTo>
                  <a:pt x="1485178" y="51306"/>
                  <a:pt x="1487168" y="53271"/>
                  <a:pt x="1488719" y="55703"/>
                </a:cubicBezTo>
                <a:cubicBezTo>
                  <a:pt x="1490269" y="58132"/>
                  <a:pt x="1491381" y="60898"/>
                  <a:pt x="1492053" y="64000"/>
                </a:cubicBezTo>
                <a:cubicBezTo>
                  <a:pt x="1492725" y="67101"/>
                  <a:pt x="1493061" y="70255"/>
                  <a:pt x="1493061" y="73461"/>
                </a:cubicBezTo>
                <a:cubicBezTo>
                  <a:pt x="1493061" y="76667"/>
                  <a:pt x="1492751" y="79821"/>
                  <a:pt x="1492131" y="82924"/>
                </a:cubicBezTo>
                <a:cubicBezTo>
                  <a:pt x="1491511" y="86026"/>
                  <a:pt x="1490451" y="88741"/>
                  <a:pt x="1488950" y="91068"/>
                </a:cubicBezTo>
                <a:cubicBezTo>
                  <a:pt x="1487452" y="93395"/>
                  <a:pt x="1485488" y="95282"/>
                  <a:pt x="1483058" y="96731"/>
                </a:cubicBezTo>
                <a:cubicBezTo>
                  <a:pt x="1480628" y="98177"/>
                  <a:pt x="1477604" y="98901"/>
                  <a:pt x="1473985" y="98901"/>
                </a:cubicBezTo>
                <a:moveTo>
                  <a:pt x="1433506" y="33119"/>
                </a:moveTo>
                <a:lnTo>
                  <a:pt x="1433506" y="141308"/>
                </a:lnTo>
                <a:lnTo>
                  <a:pt x="1455528" y="141308"/>
                </a:lnTo>
                <a:lnTo>
                  <a:pt x="1455528" y="103418"/>
                </a:lnTo>
                <a:lnTo>
                  <a:pt x="1455838" y="103418"/>
                </a:lnTo>
                <a:cubicBezTo>
                  <a:pt x="1458527" y="107364"/>
                  <a:pt x="1461965" y="110349"/>
                  <a:pt x="1466152" y="112373"/>
                </a:cubicBezTo>
                <a:cubicBezTo>
                  <a:pt x="1470339" y="114397"/>
                  <a:pt x="1474914" y="115409"/>
                  <a:pt x="1479877" y="115409"/>
                </a:cubicBezTo>
                <a:cubicBezTo>
                  <a:pt x="1485771" y="115409"/>
                  <a:pt x="1490915" y="114270"/>
                  <a:pt x="1495309" y="111992"/>
                </a:cubicBezTo>
                <a:cubicBezTo>
                  <a:pt x="1499703" y="109714"/>
                  <a:pt x="1503374" y="106659"/>
                  <a:pt x="1506321" y="102827"/>
                </a:cubicBezTo>
                <a:cubicBezTo>
                  <a:pt x="1509268" y="98995"/>
                  <a:pt x="1511465" y="94593"/>
                  <a:pt x="1512911" y="89622"/>
                </a:cubicBezTo>
                <a:cubicBezTo>
                  <a:pt x="1514360" y="84650"/>
                  <a:pt x="1515084" y="79472"/>
                  <a:pt x="1515084" y="74086"/>
                </a:cubicBezTo>
                <a:cubicBezTo>
                  <a:pt x="1515084" y="68389"/>
                  <a:pt x="1514360" y="62925"/>
                  <a:pt x="1512911" y="57695"/>
                </a:cubicBezTo>
                <a:cubicBezTo>
                  <a:pt x="1511465" y="52465"/>
                  <a:pt x="1509242" y="47883"/>
                  <a:pt x="1506242" y="43948"/>
                </a:cubicBezTo>
                <a:cubicBezTo>
                  <a:pt x="1503245" y="40012"/>
                  <a:pt x="1499471" y="36853"/>
                  <a:pt x="1494921" y="34470"/>
                </a:cubicBezTo>
                <a:cubicBezTo>
                  <a:pt x="1490373" y="32088"/>
                  <a:pt x="1484945" y="30897"/>
                  <a:pt x="1478637" y="30897"/>
                </a:cubicBezTo>
                <a:cubicBezTo>
                  <a:pt x="1473674" y="30897"/>
                  <a:pt x="1469124" y="31883"/>
                  <a:pt x="1464987" y="33855"/>
                </a:cubicBezTo>
                <a:cubicBezTo>
                  <a:pt x="1460852" y="35827"/>
                  <a:pt x="1457441" y="38994"/>
                  <a:pt x="1454752" y="43354"/>
                </a:cubicBezTo>
                <a:lnTo>
                  <a:pt x="1454442" y="43354"/>
                </a:lnTo>
                <a:lnTo>
                  <a:pt x="1454442" y="33119"/>
                </a:lnTo>
                <a:lnTo>
                  <a:pt x="1433506" y="33119"/>
                </a:lnTo>
                <a:close/>
                <a:moveTo>
                  <a:pt x="1568745" y="98901"/>
                </a:moveTo>
                <a:cubicBezTo>
                  <a:pt x="1565229" y="98901"/>
                  <a:pt x="1562230" y="98177"/>
                  <a:pt x="1559748" y="96731"/>
                </a:cubicBezTo>
                <a:cubicBezTo>
                  <a:pt x="1557268" y="95282"/>
                  <a:pt x="1555278" y="93395"/>
                  <a:pt x="1553777" y="91068"/>
                </a:cubicBezTo>
                <a:cubicBezTo>
                  <a:pt x="1552279" y="88741"/>
                  <a:pt x="1551193" y="86026"/>
                  <a:pt x="1550521" y="82924"/>
                </a:cubicBezTo>
                <a:cubicBezTo>
                  <a:pt x="1549849" y="79821"/>
                  <a:pt x="1549513" y="76667"/>
                  <a:pt x="1549513" y="73461"/>
                </a:cubicBezTo>
                <a:cubicBezTo>
                  <a:pt x="1549513" y="70152"/>
                  <a:pt x="1549823" y="66947"/>
                  <a:pt x="1550443" y="63846"/>
                </a:cubicBezTo>
                <a:cubicBezTo>
                  <a:pt x="1551063" y="60742"/>
                  <a:pt x="1552122" y="58002"/>
                  <a:pt x="1553621" y="55625"/>
                </a:cubicBezTo>
                <a:cubicBezTo>
                  <a:pt x="1555122" y="53245"/>
                  <a:pt x="1557087" y="51306"/>
                  <a:pt x="1559516" y="49808"/>
                </a:cubicBezTo>
                <a:cubicBezTo>
                  <a:pt x="1561946" y="48307"/>
                  <a:pt x="1564970" y="47557"/>
                  <a:pt x="1568589" y="47557"/>
                </a:cubicBezTo>
                <a:cubicBezTo>
                  <a:pt x="1572106" y="47557"/>
                  <a:pt x="1575079" y="48307"/>
                  <a:pt x="1577509" y="49808"/>
                </a:cubicBezTo>
                <a:cubicBezTo>
                  <a:pt x="1579938" y="51306"/>
                  <a:pt x="1581928" y="53271"/>
                  <a:pt x="1583479" y="55703"/>
                </a:cubicBezTo>
                <a:cubicBezTo>
                  <a:pt x="1585030" y="58132"/>
                  <a:pt x="1586142" y="60898"/>
                  <a:pt x="1586814" y="64000"/>
                </a:cubicBezTo>
                <a:cubicBezTo>
                  <a:pt x="1587486" y="67101"/>
                  <a:pt x="1587822" y="70255"/>
                  <a:pt x="1587822" y="73461"/>
                </a:cubicBezTo>
                <a:cubicBezTo>
                  <a:pt x="1587822" y="76667"/>
                  <a:pt x="1587512" y="79821"/>
                  <a:pt x="1586892" y="82924"/>
                </a:cubicBezTo>
                <a:cubicBezTo>
                  <a:pt x="1586272" y="86026"/>
                  <a:pt x="1585212" y="88741"/>
                  <a:pt x="1583711" y="91068"/>
                </a:cubicBezTo>
                <a:cubicBezTo>
                  <a:pt x="1582212" y="93395"/>
                  <a:pt x="1580248" y="95282"/>
                  <a:pt x="1577819" y="96731"/>
                </a:cubicBezTo>
                <a:cubicBezTo>
                  <a:pt x="1575389" y="98177"/>
                  <a:pt x="1572365" y="98901"/>
                  <a:pt x="1568745" y="98901"/>
                </a:cubicBezTo>
                <a:moveTo>
                  <a:pt x="1528267" y="33119"/>
                </a:moveTo>
                <a:lnTo>
                  <a:pt x="1528267" y="141308"/>
                </a:lnTo>
                <a:lnTo>
                  <a:pt x="1550289" y="141308"/>
                </a:lnTo>
                <a:lnTo>
                  <a:pt x="1550289" y="103418"/>
                </a:lnTo>
                <a:lnTo>
                  <a:pt x="1550599" y="103418"/>
                </a:lnTo>
                <a:cubicBezTo>
                  <a:pt x="1553287" y="107364"/>
                  <a:pt x="1556725" y="110349"/>
                  <a:pt x="1560912" y="112373"/>
                </a:cubicBezTo>
                <a:cubicBezTo>
                  <a:pt x="1565099" y="114397"/>
                  <a:pt x="1569675" y="115409"/>
                  <a:pt x="1574638" y="115409"/>
                </a:cubicBezTo>
                <a:cubicBezTo>
                  <a:pt x="1580532" y="115409"/>
                  <a:pt x="1585676" y="114270"/>
                  <a:pt x="1590070" y="111992"/>
                </a:cubicBezTo>
                <a:cubicBezTo>
                  <a:pt x="1594464" y="109714"/>
                  <a:pt x="1598134" y="106659"/>
                  <a:pt x="1601081" y="102827"/>
                </a:cubicBezTo>
                <a:cubicBezTo>
                  <a:pt x="1604028" y="98995"/>
                  <a:pt x="1606225" y="94593"/>
                  <a:pt x="1607672" y="89622"/>
                </a:cubicBezTo>
                <a:cubicBezTo>
                  <a:pt x="1609120" y="84650"/>
                  <a:pt x="1609844" y="79472"/>
                  <a:pt x="1609844" y="74086"/>
                </a:cubicBezTo>
                <a:cubicBezTo>
                  <a:pt x="1609844" y="68389"/>
                  <a:pt x="1609120" y="62925"/>
                  <a:pt x="1607672" y="57695"/>
                </a:cubicBezTo>
                <a:cubicBezTo>
                  <a:pt x="1606225" y="52465"/>
                  <a:pt x="1604002" y="47883"/>
                  <a:pt x="1601003" y="43948"/>
                </a:cubicBezTo>
                <a:cubicBezTo>
                  <a:pt x="1598006" y="40012"/>
                  <a:pt x="1594232" y="36853"/>
                  <a:pt x="1589682" y="34470"/>
                </a:cubicBezTo>
                <a:cubicBezTo>
                  <a:pt x="1585133" y="32088"/>
                  <a:pt x="1579706" y="30897"/>
                  <a:pt x="1573398" y="30897"/>
                </a:cubicBezTo>
                <a:cubicBezTo>
                  <a:pt x="1568435" y="30897"/>
                  <a:pt x="1563885" y="31883"/>
                  <a:pt x="1559748" y="33855"/>
                </a:cubicBezTo>
                <a:cubicBezTo>
                  <a:pt x="1555613" y="35827"/>
                  <a:pt x="1552201" y="38994"/>
                  <a:pt x="1549513" y="43354"/>
                </a:cubicBezTo>
                <a:lnTo>
                  <a:pt x="1549203" y="43354"/>
                </a:lnTo>
                <a:lnTo>
                  <a:pt x="1549203" y="33119"/>
                </a:lnTo>
                <a:lnTo>
                  <a:pt x="1528267" y="33119"/>
                </a:lnTo>
                <a:close/>
                <a:moveTo>
                  <a:pt x="1645669" y="20749"/>
                </a:moveTo>
                <a:lnTo>
                  <a:pt x="1645669" y="2575"/>
                </a:lnTo>
                <a:lnTo>
                  <a:pt x="1623646" y="2575"/>
                </a:lnTo>
                <a:lnTo>
                  <a:pt x="1623646" y="20749"/>
                </a:lnTo>
                <a:lnTo>
                  <a:pt x="1645669" y="20749"/>
                </a:lnTo>
                <a:moveTo>
                  <a:pt x="1623646" y="33107"/>
                </a:moveTo>
                <a:lnTo>
                  <a:pt x="1623646" y="113289"/>
                </a:lnTo>
                <a:lnTo>
                  <a:pt x="1645669" y="113289"/>
                </a:lnTo>
                <a:lnTo>
                  <a:pt x="1645669" y="33107"/>
                </a:lnTo>
                <a:lnTo>
                  <a:pt x="1623646" y="33107"/>
                </a:lnTo>
                <a:close/>
                <a:moveTo>
                  <a:pt x="1663041" y="33105"/>
                </a:moveTo>
                <a:lnTo>
                  <a:pt x="1663041" y="113289"/>
                </a:lnTo>
                <a:lnTo>
                  <a:pt x="1685063" y="113289"/>
                </a:lnTo>
                <a:lnTo>
                  <a:pt x="1685063" y="71265"/>
                </a:lnTo>
                <a:cubicBezTo>
                  <a:pt x="1685063" y="63097"/>
                  <a:pt x="1686407" y="57231"/>
                  <a:pt x="1689096" y="53665"/>
                </a:cubicBezTo>
                <a:cubicBezTo>
                  <a:pt x="1691784" y="50098"/>
                  <a:pt x="1696127" y="48314"/>
                  <a:pt x="1702123" y="48314"/>
                </a:cubicBezTo>
                <a:cubicBezTo>
                  <a:pt x="1707397" y="48314"/>
                  <a:pt x="1711068" y="49943"/>
                  <a:pt x="1713135" y="53199"/>
                </a:cubicBezTo>
                <a:cubicBezTo>
                  <a:pt x="1715203" y="56455"/>
                  <a:pt x="1716237" y="61392"/>
                  <a:pt x="1716237" y="68008"/>
                </a:cubicBezTo>
                <a:lnTo>
                  <a:pt x="1716237" y="113289"/>
                </a:lnTo>
                <a:lnTo>
                  <a:pt x="1738260" y="113289"/>
                </a:lnTo>
                <a:lnTo>
                  <a:pt x="1738260" y="63948"/>
                </a:lnTo>
                <a:cubicBezTo>
                  <a:pt x="1738260" y="58983"/>
                  <a:pt x="1737820" y="54457"/>
                  <a:pt x="1736941" y="50371"/>
                </a:cubicBezTo>
                <a:cubicBezTo>
                  <a:pt x="1736063" y="46285"/>
                  <a:pt x="1734537" y="42819"/>
                  <a:pt x="1732365" y="39975"/>
                </a:cubicBezTo>
                <a:cubicBezTo>
                  <a:pt x="1730194" y="37130"/>
                  <a:pt x="1727222" y="34907"/>
                  <a:pt x="1723448" y="33304"/>
                </a:cubicBezTo>
                <a:cubicBezTo>
                  <a:pt x="1719674" y="31699"/>
                  <a:pt x="1714840" y="30897"/>
                  <a:pt x="1708946" y="30897"/>
                </a:cubicBezTo>
                <a:cubicBezTo>
                  <a:pt x="1704293" y="30897"/>
                  <a:pt x="1699744" y="31960"/>
                  <a:pt x="1695298" y="34085"/>
                </a:cubicBezTo>
                <a:cubicBezTo>
                  <a:pt x="1690852" y="36210"/>
                  <a:pt x="1687234" y="39605"/>
                  <a:pt x="1684443" y="44270"/>
                </a:cubicBezTo>
                <a:lnTo>
                  <a:pt x="1683977" y="44270"/>
                </a:lnTo>
                <a:lnTo>
                  <a:pt x="1683977" y="33105"/>
                </a:lnTo>
                <a:lnTo>
                  <a:pt x="1663041" y="33105"/>
                </a:lnTo>
                <a:close/>
                <a:moveTo>
                  <a:pt x="1792386" y="94357"/>
                </a:moveTo>
                <a:cubicBezTo>
                  <a:pt x="1788973" y="94357"/>
                  <a:pt x="1786129" y="93634"/>
                  <a:pt x="1783854" y="92187"/>
                </a:cubicBezTo>
                <a:cubicBezTo>
                  <a:pt x="1781579" y="90740"/>
                  <a:pt x="1779744" y="88881"/>
                  <a:pt x="1778348" y="86609"/>
                </a:cubicBezTo>
                <a:cubicBezTo>
                  <a:pt x="1776953" y="84336"/>
                  <a:pt x="1775971" y="81779"/>
                  <a:pt x="1775401" y="78939"/>
                </a:cubicBezTo>
                <a:cubicBezTo>
                  <a:pt x="1774833" y="76098"/>
                  <a:pt x="1774549" y="73230"/>
                  <a:pt x="1774549" y="70337"/>
                </a:cubicBezTo>
                <a:cubicBezTo>
                  <a:pt x="1774549" y="67341"/>
                  <a:pt x="1774885" y="64474"/>
                  <a:pt x="1775557" y="61737"/>
                </a:cubicBezTo>
                <a:cubicBezTo>
                  <a:pt x="1776230" y="58998"/>
                  <a:pt x="1777315" y="56570"/>
                  <a:pt x="1778814" y="54453"/>
                </a:cubicBezTo>
                <a:cubicBezTo>
                  <a:pt x="1780314" y="52336"/>
                  <a:pt x="1782176" y="50657"/>
                  <a:pt x="1784399" y="49417"/>
                </a:cubicBezTo>
                <a:cubicBezTo>
                  <a:pt x="1786622" y="48177"/>
                  <a:pt x="1789284" y="47557"/>
                  <a:pt x="1792386" y="47557"/>
                </a:cubicBezTo>
                <a:cubicBezTo>
                  <a:pt x="1796005" y="47557"/>
                  <a:pt x="1799003" y="48229"/>
                  <a:pt x="1801381" y="49573"/>
                </a:cubicBezTo>
                <a:cubicBezTo>
                  <a:pt x="1803758" y="50916"/>
                  <a:pt x="1805671" y="52724"/>
                  <a:pt x="1807119" y="54997"/>
                </a:cubicBezTo>
                <a:cubicBezTo>
                  <a:pt x="1808568" y="57269"/>
                  <a:pt x="1809602" y="59877"/>
                  <a:pt x="1810222" y="62821"/>
                </a:cubicBezTo>
                <a:cubicBezTo>
                  <a:pt x="1810842" y="65765"/>
                  <a:pt x="1811152" y="68890"/>
                  <a:pt x="1811152" y="72197"/>
                </a:cubicBezTo>
                <a:cubicBezTo>
                  <a:pt x="1811152" y="75089"/>
                  <a:pt x="1810764" y="77852"/>
                  <a:pt x="1809988" y="80487"/>
                </a:cubicBezTo>
                <a:cubicBezTo>
                  <a:pt x="1809213" y="83122"/>
                  <a:pt x="1808050" y="85472"/>
                  <a:pt x="1806499" y="87539"/>
                </a:cubicBezTo>
                <a:cubicBezTo>
                  <a:pt x="1804949" y="89604"/>
                  <a:pt x="1802984" y="91257"/>
                  <a:pt x="1800604" y="92497"/>
                </a:cubicBezTo>
                <a:cubicBezTo>
                  <a:pt x="1798227" y="93737"/>
                  <a:pt x="1795487" y="94357"/>
                  <a:pt x="1792386" y="94357"/>
                </a:cubicBezTo>
                <a:moveTo>
                  <a:pt x="1832088" y="108206"/>
                </a:moveTo>
                <a:lnTo>
                  <a:pt x="1832088" y="33119"/>
                </a:lnTo>
                <a:lnTo>
                  <a:pt x="1811152" y="33119"/>
                </a:lnTo>
                <a:lnTo>
                  <a:pt x="1811152" y="43820"/>
                </a:lnTo>
                <a:lnTo>
                  <a:pt x="1810842" y="43820"/>
                </a:lnTo>
                <a:cubicBezTo>
                  <a:pt x="1808154" y="39149"/>
                  <a:pt x="1804819" y="35827"/>
                  <a:pt x="1800839" y="33855"/>
                </a:cubicBezTo>
                <a:cubicBezTo>
                  <a:pt x="1796858" y="31883"/>
                  <a:pt x="1792231" y="30897"/>
                  <a:pt x="1786957" y="30897"/>
                </a:cubicBezTo>
                <a:cubicBezTo>
                  <a:pt x="1781374" y="30897"/>
                  <a:pt x="1776436" y="31984"/>
                  <a:pt x="1772145" y="34158"/>
                </a:cubicBezTo>
                <a:cubicBezTo>
                  <a:pt x="1767855" y="36332"/>
                  <a:pt x="1764263" y="39256"/>
                  <a:pt x="1761368" y="42931"/>
                </a:cubicBezTo>
                <a:cubicBezTo>
                  <a:pt x="1758473" y="46605"/>
                  <a:pt x="1756275" y="50849"/>
                  <a:pt x="1754775" y="55662"/>
                </a:cubicBezTo>
                <a:cubicBezTo>
                  <a:pt x="1753276" y="60476"/>
                  <a:pt x="1752527" y="65471"/>
                  <a:pt x="1752527" y="70647"/>
                </a:cubicBezTo>
                <a:cubicBezTo>
                  <a:pt x="1752527" y="76133"/>
                  <a:pt x="1753173" y="81334"/>
                  <a:pt x="1754465" y="86252"/>
                </a:cubicBezTo>
                <a:cubicBezTo>
                  <a:pt x="1755757" y="91168"/>
                  <a:pt x="1757798" y="95464"/>
                  <a:pt x="1760589" y="99140"/>
                </a:cubicBezTo>
                <a:cubicBezTo>
                  <a:pt x="1763382" y="102814"/>
                  <a:pt x="1766950" y="105712"/>
                  <a:pt x="1771293" y="107834"/>
                </a:cubicBezTo>
                <a:cubicBezTo>
                  <a:pt x="1775636" y="109956"/>
                  <a:pt x="1780806" y="111017"/>
                  <a:pt x="1786803" y="111017"/>
                </a:cubicBezTo>
                <a:cubicBezTo>
                  <a:pt x="1791662" y="111017"/>
                  <a:pt x="1796289" y="110005"/>
                  <a:pt x="1800683" y="107981"/>
                </a:cubicBezTo>
                <a:cubicBezTo>
                  <a:pt x="1805078" y="105957"/>
                  <a:pt x="1808464" y="102816"/>
                  <a:pt x="1810842" y="98560"/>
                </a:cubicBezTo>
                <a:lnTo>
                  <a:pt x="1811152" y="98560"/>
                </a:lnTo>
                <a:lnTo>
                  <a:pt x="1811152" y="109136"/>
                </a:lnTo>
                <a:cubicBezTo>
                  <a:pt x="1811256" y="114839"/>
                  <a:pt x="1809886" y="119557"/>
                  <a:pt x="1807041" y="123290"/>
                </a:cubicBezTo>
                <a:cubicBezTo>
                  <a:pt x="1804198" y="127023"/>
                  <a:pt x="1799675" y="128889"/>
                  <a:pt x="1793472" y="128889"/>
                </a:cubicBezTo>
                <a:cubicBezTo>
                  <a:pt x="1789543" y="128889"/>
                  <a:pt x="1786080" y="128084"/>
                  <a:pt x="1783081" y="126475"/>
                </a:cubicBezTo>
                <a:cubicBezTo>
                  <a:pt x="1780081" y="124866"/>
                  <a:pt x="1778065" y="121985"/>
                  <a:pt x="1777032" y="117833"/>
                </a:cubicBezTo>
                <a:lnTo>
                  <a:pt x="1755163" y="117833"/>
                </a:lnTo>
                <a:cubicBezTo>
                  <a:pt x="1755474" y="122383"/>
                  <a:pt x="1756741" y="126286"/>
                  <a:pt x="1758964" y="129542"/>
                </a:cubicBezTo>
                <a:cubicBezTo>
                  <a:pt x="1761186" y="132800"/>
                  <a:pt x="1763978" y="135463"/>
                  <a:pt x="1767339" y="137531"/>
                </a:cubicBezTo>
                <a:cubicBezTo>
                  <a:pt x="1770699" y="139600"/>
                  <a:pt x="1774421" y="141125"/>
                  <a:pt x="1778504" y="142106"/>
                </a:cubicBezTo>
                <a:cubicBezTo>
                  <a:pt x="1782588" y="143089"/>
                  <a:pt x="1786596" y="143580"/>
                  <a:pt x="1790526" y="143580"/>
                </a:cubicBezTo>
                <a:cubicBezTo>
                  <a:pt x="1799726" y="143580"/>
                  <a:pt x="1807067" y="142339"/>
                  <a:pt x="1812546" y="139855"/>
                </a:cubicBezTo>
                <a:cubicBezTo>
                  <a:pt x="1818027" y="137374"/>
                  <a:pt x="1822215" y="134348"/>
                  <a:pt x="1825110" y="130780"/>
                </a:cubicBezTo>
                <a:cubicBezTo>
                  <a:pt x="1828005" y="127211"/>
                  <a:pt x="1829891" y="123358"/>
                  <a:pt x="1830770" y="119222"/>
                </a:cubicBezTo>
                <a:cubicBezTo>
                  <a:pt x="1831649" y="115085"/>
                  <a:pt x="1832088" y="111413"/>
                  <a:pt x="1832088" y="108206"/>
                </a:cubicBezTo>
                <a:close/>
                <a:moveTo>
                  <a:pt x="1969035" y="39833"/>
                </a:moveTo>
                <a:lnTo>
                  <a:pt x="1992610" y="39833"/>
                </a:lnTo>
                <a:cubicBezTo>
                  <a:pt x="1991886" y="33423"/>
                  <a:pt x="1990128" y="27738"/>
                  <a:pt x="1987335" y="22778"/>
                </a:cubicBezTo>
                <a:cubicBezTo>
                  <a:pt x="1984544" y="17816"/>
                  <a:pt x="1981003" y="13657"/>
                  <a:pt x="1976712" y="10301"/>
                </a:cubicBezTo>
                <a:cubicBezTo>
                  <a:pt x="1972421" y="6944"/>
                  <a:pt x="1967561" y="4388"/>
                  <a:pt x="1962132" y="2634"/>
                </a:cubicBezTo>
                <a:cubicBezTo>
                  <a:pt x="1956705" y="878"/>
                  <a:pt x="1950942" y="0"/>
                  <a:pt x="1944842" y="0"/>
                </a:cubicBezTo>
                <a:cubicBezTo>
                  <a:pt x="1936364" y="0"/>
                  <a:pt x="1928738" y="1497"/>
                  <a:pt x="1921965" y="4492"/>
                </a:cubicBezTo>
                <a:cubicBezTo>
                  <a:pt x="1915194" y="7486"/>
                  <a:pt x="1909481" y="11617"/>
                  <a:pt x="1904827" y="16885"/>
                </a:cubicBezTo>
                <a:cubicBezTo>
                  <a:pt x="1900175" y="22151"/>
                  <a:pt x="1896608" y="28321"/>
                  <a:pt x="1894126" y="35396"/>
                </a:cubicBezTo>
                <a:cubicBezTo>
                  <a:pt x="1891644" y="42470"/>
                  <a:pt x="1890403" y="50137"/>
                  <a:pt x="1890403" y="58398"/>
                </a:cubicBezTo>
                <a:cubicBezTo>
                  <a:pt x="1890403" y="66454"/>
                  <a:pt x="1891644" y="73966"/>
                  <a:pt x="1894126" y="80937"/>
                </a:cubicBezTo>
                <a:cubicBezTo>
                  <a:pt x="1896608" y="87907"/>
                  <a:pt x="1900175" y="93974"/>
                  <a:pt x="1904827" y="99137"/>
                </a:cubicBezTo>
                <a:cubicBezTo>
                  <a:pt x="1909481" y="104301"/>
                  <a:pt x="1915194" y="108355"/>
                  <a:pt x="1921965" y="111299"/>
                </a:cubicBezTo>
                <a:cubicBezTo>
                  <a:pt x="1928738" y="114241"/>
                  <a:pt x="1936364" y="115712"/>
                  <a:pt x="1944842" y="115712"/>
                </a:cubicBezTo>
                <a:cubicBezTo>
                  <a:pt x="1951666" y="115712"/>
                  <a:pt x="1957920" y="114680"/>
                  <a:pt x="1963606" y="112615"/>
                </a:cubicBezTo>
                <a:cubicBezTo>
                  <a:pt x="1969294" y="110548"/>
                  <a:pt x="1974257" y="107553"/>
                  <a:pt x="1978496" y="103629"/>
                </a:cubicBezTo>
                <a:cubicBezTo>
                  <a:pt x="1982735" y="99704"/>
                  <a:pt x="1986147" y="94950"/>
                  <a:pt x="1988731" y="89368"/>
                </a:cubicBezTo>
                <a:cubicBezTo>
                  <a:pt x="1991317" y="83787"/>
                  <a:pt x="1992920" y="77532"/>
                  <a:pt x="1993540" y="70604"/>
                </a:cubicBezTo>
                <a:lnTo>
                  <a:pt x="1969965" y="70604"/>
                </a:lnTo>
                <a:cubicBezTo>
                  <a:pt x="1969036" y="78048"/>
                  <a:pt x="1966477" y="84045"/>
                  <a:pt x="1962288" y="88595"/>
                </a:cubicBezTo>
                <a:cubicBezTo>
                  <a:pt x="1958101" y="93143"/>
                  <a:pt x="1952286" y="95417"/>
                  <a:pt x="1944842" y="95417"/>
                </a:cubicBezTo>
                <a:cubicBezTo>
                  <a:pt x="1939361" y="95417"/>
                  <a:pt x="1934708" y="94359"/>
                  <a:pt x="1930882" y="92241"/>
                </a:cubicBezTo>
                <a:cubicBezTo>
                  <a:pt x="1927056" y="90124"/>
                  <a:pt x="1923955" y="87310"/>
                  <a:pt x="1921577" y="83800"/>
                </a:cubicBezTo>
                <a:cubicBezTo>
                  <a:pt x="1919200" y="80288"/>
                  <a:pt x="1917468" y="76338"/>
                  <a:pt x="1916383" y="71951"/>
                </a:cubicBezTo>
                <a:cubicBezTo>
                  <a:pt x="1915297" y="67562"/>
                  <a:pt x="1914755" y="63044"/>
                  <a:pt x="1914755" y="58396"/>
                </a:cubicBezTo>
                <a:cubicBezTo>
                  <a:pt x="1914755" y="53543"/>
                  <a:pt x="1915297" y="48845"/>
                  <a:pt x="1916383" y="44301"/>
                </a:cubicBezTo>
                <a:cubicBezTo>
                  <a:pt x="1917468" y="39757"/>
                  <a:pt x="1919200" y="35704"/>
                  <a:pt x="1921577" y="32142"/>
                </a:cubicBezTo>
                <a:cubicBezTo>
                  <a:pt x="1923955" y="28579"/>
                  <a:pt x="1927056" y="25740"/>
                  <a:pt x="1930882" y="23622"/>
                </a:cubicBezTo>
                <a:cubicBezTo>
                  <a:pt x="1934708" y="21505"/>
                  <a:pt x="1939361" y="20447"/>
                  <a:pt x="1944842" y="20447"/>
                </a:cubicBezTo>
                <a:cubicBezTo>
                  <a:pt x="1947840" y="20447"/>
                  <a:pt x="1950708" y="20938"/>
                  <a:pt x="1953447" y="21921"/>
                </a:cubicBezTo>
                <a:cubicBezTo>
                  <a:pt x="1956187" y="22902"/>
                  <a:pt x="1958643" y="24272"/>
                  <a:pt x="1960814" y="26029"/>
                </a:cubicBezTo>
                <a:cubicBezTo>
                  <a:pt x="1962986" y="27787"/>
                  <a:pt x="1964796" y="29829"/>
                  <a:pt x="1966243" y="32156"/>
                </a:cubicBezTo>
                <a:cubicBezTo>
                  <a:pt x="1967691" y="34481"/>
                  <a:pt x="1968622" y="37040"/>
                  <a:pt x="1969035" y="39833"/>
                </a:cubicBezTo>
                <a:close/>
                <a:moveTo>
                  <a:pt x="2027349" y="73307"/>
                </a:moveTo>
                <a:cubicBezTo>
                  <a:pt x="2027349" y="70101"/>
                  <a:pt x="2027659" y="66947"/>
                  <a:pt x="2028279" y="63846"/>
                </a:cubicBezTo>
                <a:cubicBezTo>
                  <a:pt x="2028899" y="60742"/>
                  <a:pt x="2029958" y="58002"/>
                  <a:pt x="2031457" y="55625"/>
                </a:cubicBezTo>
                <a:cubicBezTo>
                  <a:pt x="2032957" y="53245"/>
                  <a:pt x="2034948" y="51306"/>
                  <a:pt x="2037430" y="49808"/>
                </a:cubicBezTo>
                <a:cubicBezTo>
                  <a:pt x="2039912" y="48307"/>
                  <a:pt x="2043013" y="47557"/>
                  <a:pt x="2046735" y="47557"/>
                </a:cubicBezTo>
                <a:cubicBezTo>
                  <a:pt x="2050458" y="47557"/>
                  <a:pt x="2053586" y="48307"/>
                  <a:pt x="2056118" y="49808"/>
                </a:cubicBezTo>
                <a:cubicBezTo>
                  <a:pt x="2058652" y="51306"/>
                  <a:pt x="2060668" y="53245"/>
                  <a:pt x="2062167" y="55625"/>
                </a:cubicBezTo>
                <a:cubicBezTo>
                  <a:pt x="2063667" y="58002"/>
                  <a:pt x="2064727" y="60742"/>
                  <a:pt x="2065347" y="63846"/>
                </a:cubicBezTo>
                <a:cubicBezTo>
                  <a:pt x="2065968" y="66947"/>
                  <a:pt x="2066278" y="70101"/>
                  <a:pt x="2066278" y="73307"/>
                </a:cubicBezTo>
                <a:cubicBezTo>
                  <a:pt x="2066278" y="76513"/>
                  <a:pt x="2065968" y="79641"/>
                  <a:pt x="2065347" y="82693"/>
                </a:cubicBezTo>
                <a:cubicBezTo>
                  <a:pt x="2064727" y="85742"/>
                  <a:pt x="2063667" y="88483"/>
                  <a:pt x="2062167" y="90914"/>
                </a:cubicBezTo>
                <a:cubicBezTo>
                  <a:pt x="2060668" y="93343"/>
                  <a:pt x="2058652" y="95282"/>
                  <a:pt x="2056118" y="96731"/>
                </a:cubicBezTo>
                <a:cubicBezTo>
                  <a:pt x="2053586" y="98177"/>
                  <a:pt x="2050458" y="98901"/>
                  <a:pt x="2046735" y="98901"/>
                </a:cubicBezTo>
                <a:cubicBezTo>
                  <a:pt x="2043013" y="98901"/>
                  <a:pt x="2039912" y="98177"/>
                  <a:pt x="2037430" y="96731"/>
                </a:cubicBezTo>
                <a:cubicBezTo>
                  <a:pt x="2034948" y="95282"/>
                  <a:pt x="2032957" y="93343"/>
                  <a:pt x="2031457" y="90914"/>
                </a:cubicBezTo>
                <a:cubicBezTo>
                  <a:pt x="2029958" y="88483"/>
                  <a:pt x="2028899" y="85742"/>
                  <a:pt x="2028279" y="82693"/>
                </a:cubicBezTo>
                <a:cubicBezTo>
                  <a:pt x="2027659" y="79641"/>
                  <a:pt x="2027349" y="76513"/>
                  <a:pt x="2027349" y="73307"/>
                </a:cubicBezTo>
                <a:moveTo>
                  <a:pt x="2005326" y="73309"/>
                </a:moveTo>
                <a:cubicBezTo>
                  <a:pt x="2005326" y="79730"/>
                  <a:pt x="2006308" y="85530"/>
                  <a:pt x="2008272" y="90708"/>
                </a:cubicBezTo>
                <a:cubicBezTo>
                  <a:pt x="2010236" y="95886"/>
                  <a:pt x="2013028" y="100313"/>
                  <a:pt x="2016647" y="103991"/>
                </a:cubicBezTo>
                <a:cubicBezTo>
                  <a:pt x="2020266" y="107667"/>
                  <a:pt x="2024609" y="110489"/>
                  <a:pt x="2029675" y="112458"/>
                </a:cubicBezTo>
                <a:cubicBezTo>
                  <a:pt x="2034742" y="114426"/>
                  <a:pt x="2040429" y="115409"/>
                  <a:pt x="2046735" y="115409"/>
                </a:cubicBezTo>
                <a:cubicBezTo>
                  <a:pt x="2053042" y="115409"/>
                  <a:pt x="2058755" y="114426"/>
                  <a:pt x="2063873" y="112458"/>
                </a:cubicBezTo>
                <a:cubicBezTo>
                  <a:pt x="2068991" y="110489"/>
                  <a:pt x="2073360" y="107667"/>
                  <a:pt x="2076979" y="103991"/>
                </a:cubicBezTo>
                <a:cubicBezTo>
                  <a:pt x="2080598" y="100313"/>
                  <a:pt x="2083390" y="95886"/>
                  <a:pt x="2085354" y="90708"/>
                </a:cubicBezTo>
                <a:cubicBezTo>
                  <a:pt x="2087318" y="85530"/>
                  <a:pt x="2088300" y="79730"/>
                  <a:pt x="2088300" y="73309"/>
                </a:cubicBezTo>
                <a:cubicBezTo>
                  <a:pt x="2088300" y="66888"/>
                  <a:pt x="2087318" y="61063"/>
                  <a:pt x="2085354" y="55833"/>
                </a:cubicBezTo>
                <a:cubicBezTo>
                  <a:pt x="2083390" y="50601"/>
                  <a:pt x="2080598" y="46148"/>
                  <a:pt x="2076979" y="42472"/>
                </a:cubicBezTo>
                <a:cubicBezTo>
                  <a:pt x="2073360" y="38794"/>
                  <a:pt x="2068991" y="35946"/>
                  <a:pt x="2063873" y="33926"/>
                </a:cubicBezTo>
                <a:cubicBezTo>
                  <a:pt x="2058755" y="31907"/>
                  <a:pt x="2053042" y="30897"/>
                  <a:pt x="2046735" y="30897"/>
                </a:cubicBezTo>
                <a:cubicBezTo>
                  <a:pt x="2040429" y="30897"/>
                  <a:pt x="2034742" y="31907"/>
                  <a:pt x="2029675" y="33926"/>
                </a:cubicBezTo>
                <a:cubicBezTo>
                  <a:pt x="2024609" y="35946"/>
                  <a:pt x="2020266" y="38794"/>
                  <a:pt x="2016647" y="42472"/>
                </a:cubicBezTo>
                <a:cubicBezTo>
                  <a:pt x="2013028" y="46148"/>
                  <a:pt x="2010236" y="50601"/>
                  <a:pt x="2008272" y="55833"/>
                </a:cubicBezTo>
                <a:cubicBezTo>
                  <a:pt x="2006308" y="61063"/>
                  <a:pt x="2005326" y="66888"/>
                  <a:pt x="2005326" y="73309"/>
                </a:cubicBezTo>
                <a:close/>
                <a:moveTo>
                  <a:pt x="2102571" y="33105"/>
                </a:moveTo>
                <a:lnTo>
                  <a:pt x="2102571" y="113289"/>
                </a:lnTo>
                <a:lnTo>
                  <a:pt x="2124594" y="113289"/>
                </a:lnTo>
                <a:lnTo>
                  <a:pt x="2124594" y="71265"/>
                </a:lnTo>
                <a:cubicBezTo>
                  <a:pt x="2124594" y="63097"/>
                  <a:pt x="2125938" y="57231"/>
                  <a:pt x="2128626" y="53665"/>
                </a:cubicBezTo>
                <a:cubicBezTo>
                  <a:pt x="2131315" y="50098"/>
                  <a:pt x="2135657" y="48314"/>
                  <a:pt x="2141654" y="48314"/>
                </a:cubicBezTo>
                <a:cubicBezTo>
                  <a:pt x="2146928" y="48314"/>
                  <a:pt x="2150598" y="49943"/>
                  <a:pt x="2152665" y="53199"/>
                </a:cubicBezTo>
                <a:cubicBezTo>
                  <a:pt x="2154734" y="56455"/>
                  <a:pt x="2155768" y="61392"/>
                  <a:pt x="2155768" y="68008"/>
                </a:cubicBezTo>
                <a:lnTo>
                  <a:pt x="2155768" y="113289"/>
                </a:lnTo>
                <a:lnTo>
                  <a:pt x="2177790" y="113289"/>
                </a:lnTo>
                <a:lnTo>
                  <a:pt x="2177790" y="63948"/>
                </a:lnTo>
                <a:cubicBezTo>
                  <a:pt x="2177790" y="58983"/>
                  <a:pt x="2177351" y="54457"/>
                  <a:pt x="2176472" y="50371"/>
                </a:cubicBezTo>
                <a:cubicBezTo>
                  <a:pt x="2175593" y="46285"/>
                  <a:pt x="2174068" y="42819"/>
                  <a:pt x="2171895" y="39975"/>
                </a:cubicBezTo>
                <a:cubicBezTo>
                  <a:pt x="2169724" y="37130"/>
                  <a:pt x="2166752" y="34907"/>
                  <a:pt x="2162978" y="33304"/>
                </a:cubicBezTo>
                <a:cubicBezTo>
                  <a:pt x="2159205" y="31699"/>
                  <a:pt x="2154371" y="30897"/>
                  <a:pt x="2148476" y="30897"/>
                </a:cubicBezTo>
                <a:cubicBezTo>
                  <a:pt x="2143824" y="30897"/>
                  <a:pt x="2139275" y="31960"/>
                  <a:pt x="2134829" y="34085"/>
                </a:cubicBezTo>
                <a:cubicBezTo>
                  <a:pt x="2130383" y="36210"/>
                  <a:pt x="2126765" y="39605"/>
                  <a:pt x="2123974" y="44270"/>
                </a:cubicBezTo>
                <a:lnTo>
                  <a:pt x="2123508" y="44270"/>
                </a:lnTo>
                <a:lnTo>
                  <a:pt x="2123508" y="33105"/>
                </a:lnTo>
                <a:lnTo>
                  <a:pt x="2102571" y="33105"/>
                </a:lnTo>
                <a:close/>
                <a:moveTo>
                  <a:pt x="2222455" y="33169"/>
                </a:moveTo>
                <a:lnTo>
                  <a:pt x="2222455" y="9087"/>
                </a:lnTo>
                <a:lnTo>
                  <a:pt x="2200433" y="9087"/>
                </a:lnTo>
                <a:lnTo>
                  <a:pt x="2200433" y="33169"/>
                </a:lnTo>
                <a:lnTo>
                  <a:pt x="2187095" y="33169"/>
                </a:lnTo>
                <a:lnTo>
                  <a:pt x="2187095" y="47860"/>
                </a:lnTo>
                <a:lnTo>
                  <a:pt x="2200433" y="47860"/>
                </a:lnTo>
                <a:lnTo>
                  <a:pt x="2200433" y="95136"/>
                </a:lnTo>
                <a:cubicBezTo>
                  <a:pt x="2200433" y="99167"/>
                  <a:pt x="2201105" y="102422"/>
                  <a:pt x="2202449" y="104902"/>
                </a:cubicBezTo>
                <a:cubicBezTo>
                  <a:pt x="2203793" y="107382"/>
                  <a:pt x="2205628" y="109294"/>
                  <a:pt x="2207953" y="110639"/>
                </a:cubicBezTo>
                <a:cubicBezTo>
                  <a:pt x="2210280" y="111981"/>
                  <a:pt x="2212969" y="112884"/>
                  <a:pt x="2216018" y="113348"/>
                </a:cubicBezTo>
                <a:cubicBezTo>
                  <a:pt x="2219070" y="113814"/>
                  <a:pt x="2222301" y="114046"/>
                  <a:pt x="2225714" y="114046"/>
                </a:cubicBezTo>
                <a:cubicBezTo>
                  <a:pt x="2227885" y="114046"/>
                  <a:pt x="2230108" y="113996"/>
                  <a:pt x="2232383" y="113895"/>
                </a:cubicBezTo>
                <a:cubicBezTo>
                  <a:pt x="2234658" y="113794"/>
                  <a:pt x="2236725" y="113592"/>
                  <a:pt x="2238585" y="113289"/>
                </a:cubicBezTo>
                <a:lnTo>
                  <a:pt x="2238585" y="96160"/>
                </a:lnTo>
                <a:cubicBezTo>
                  <a:pt x="2237552" y="96367"/>
                  <a:pt x="2236467" y="96522"/>
                  <a:pt x="2235329" y="96626"/>
                </a:cubicBezTo>
                <a:cubicBezTo>
                  <a:pt x="2234192" y="96729"/>
                  <a:pt x="2233003" y="96780"/>
                  <a:pt x="2231763" y="96780"/>
                </a:cubicBezTo>
                <a:cubicBezTo>
                  <a:pt x="2228039" y="96780"/>
                  <a:pt x="2225557" y="96161"/>
                  <a:pt x="2224315" y="94923"/>
                </a:cubicBezTo>
                <a:cubicBezTo>
                  <a:pt x="2223075" y="93684"/>
                  <a:pt x="2222455" y="91207"/>
                  <a:pt x="2222455" y="87492"/>
                </a:cubicBezTo>
                <a:lnTo>
                  <a:pt x="2222455" y="47860"/>
                </a:lnTo>
                <a:lnTo>
                  <a:pt x="2238585" y="47860"/>
                </a:lnTo>
                <a:lnTo>
                  <a:pt x="2238585" y="33169"/>
                </a:lnTo>
                <a:lnTo>
                  <a:pt x="2222455" y="33169"/>
                </a:lnTo>
                <a:close/>
                <a:moveTo>
                  <a:pt x="2249131" y="33048"/>
                </a:moveTo>
                <a:lnTo>
                  <a:pt x="2249131" y="113289"/>
                </a:lnTo>
                <a:lnTo>
                  <a:pt x="2271154" y="113289"/>
                </a:lnTo>
                <a:lnTo>
                  <a:pt x="2271154" y="77115"/>
                </a:lnTo>
                <a:cubicBezTo>
                  <a:pt x="2271154" y="73492"/>
                  <a:pt x="2271516" y="70129"/>
                  <a:pt x="2272240" y="67024"/>
                </a:cubicBezTo>
                <a:cubicBezTo>
                  <a:pt x="2272964" y="63919"/>
                  <a:pt x="2274179" y="61202"/>
                  <a:pt x="2275884" y="58874"/>
                </a:cubicBezTo>
                <a:cubicBezTo>
                  <a:pt x="2277590" y="56545"/>
                  <a:pt x="2279838" y="54708"/>
                  <a:pt x="2282629" y="53362"/>
                </a:cubicBezTo>
                <a:cubicBezTo>
                  <a:pt x="2285421" y="52016"/>
                  <a:pt x="2288834" y="51344"/>
                  <a:pt x="2292866" y="51344"/>
                </a:cubicBezTo>
                <a:cubicBezTo>
                  <a:pt x="2294210" y="51344"/>
                  <a:pt x="2295606" y="51422"/>
                  <a:pt x="2297052" y="51578"/>
                </a:cubicBezTo>
                <a:cubicBezTo>
                  <a:pt x="2298501" y="51732"/>
                  <a:pt x="2299742" y="51913"/>
                  <a:pt x="2300775" y="52120"/>
                </a:cubicBezTo>
                <a:lnTo>
                  <a:pt x="2300775" y="31671"/>
                </a:lnTo>
                <a:cubicBezTo>
                  <a:pt x="2299017" y="31155"/>
                  <a:pt x="2297415" y="30897"/>
                  <a:pt x="2295969" y="30897"/>
                </a:cubicBezTo>
                <a:cubicBezTo>
                  <a:pt x="2293176" y="30897"/>
                  <a:pt x="2290488" y="31310"/>
                  <a:pt x="2287904" y="32137"/>
                </a:cubicBezTo>
                <a:cubicBezTo>
                  <a:pt x="2285319" y="32962"/>
                  <a:pt x="2282890" y="34123"/>
                  <a:pt x="2280615" y="35621"/>
                </a:cubicBezTo>
                <a:cubicBezTo>
                  <a:pt x="2278340" y="37118"/>
                  <a:pt x="2276324" y="38925"/>
                  <a:pt x="2274566" y="41042"/>
                </a:cubicBezTo>
                <a:cubicBezTo>
                  <a:pt x="2272808" y="43159"/>
                  <a:pt x="2271412" y="45457"/>
                  <a:pt x="2270377" y="47936"/>
                </a:cubicBezTo>
                <a:lnTo>
                  <a:pt x="2270067" y="47936"/>
                </a:lnTo>
                <a:lnTo>
                  <a:pt x="2270067" y="33048"/>
                </a:lnTo>
                <a:lnTo>
                  <a:pt x="2249131" y="33048"/>
                </a:lnTo>
                <a:close/>
                <a:moveTo>
                  <a:pt x="2326209" y="73307"/>
                </a:moveTo>
                <a:cubicBezTo>
                  <a:pt x="2326209" y="70101"/>
                  <a:pt x="2326519" y="66947"/>
                  <a:pt x="2327139" y="63846"/>
                </a:cubicBezTo>
                <a:cubicBezTo>
                  <a:pt x="2327759" y="60742"/>
                  <a:pt x="2328818" y="58002"/>
                  <a:pt x="2330317" y="55625"/>
                </a:cubicBezTo>
                <a:cubicBezTo>
                  <a:pt x="2331817" y="53245"/>
                  <a:pt x="2333808" y="51306"/>
                  <a:pt x="2336290" y="49808"/>
                </a:cubicBezTo>
                <a:cubicBezTo>
                  <a:pt x="2338772" y="48307"/>
                  <a:pt x="2341873" y="47557"/>
                  <a:pt x="2345595" y="47557"/>
                </a:cubicBezTo>
                <a:cubicBezTo>
                  <a:pt x="2349318" y="47557"/>
                  <a:pt x="2352446" y="48307"/>
                  <a:pt x="2354978" y="49808"/>
                </a:cubicBezTo>
                <a:cubicBezTo>
                  <a:pt x="2357512" y="51306"/>
                  <a:pt x="2359528" y="53245"/>
                  <a:pt x="2361027" y="55625"/>
                </a:cubicBezTo>
                <a:cubicBezTo>
                  <a:pt x="2362527" y="58002"/>
                  <a:pt x="2363588" y="60742"/>
                  <a:pt x="2364208" y="63846"/>
                </a:cubicBezTo>
                <a:cubicBezTo>
                  <a:pt x="2364828" y="66947"/>
                  <a:pt x="2365138" y="70101"/>
                  <a:pt x="2365138" y="73307"/>
                </a:cubicBezTo>
                <a:cubicBezTo>
                  <a:pt x="2365138" y="76513"/>
                  <a:pt x="2364828" y="79641"/>
                  <a:pt x="2364208" y="82693"/>
                </a:cubicBezTo>
                <a:cubicBezTo>
                  <a:pt x="2363588" y="85742"/>
                  <a:pt x="2362527" y="88483"/>
                  <a:pt x="2361027" y="90914"/>
                </a:cubicBezTo>
                <a:cubicBezTo>
                  <a:pt x="2359528" y="93343"/>
                  <a:pt x="2357512" y="95282"/>
                  <a:pt x="2354978" y="96731"/>
                </a:cubicBezTo>
                <a:cubicBezTo>
                  <a:pt x="2352446" y="98177"/>
                  <a:pt x="2349318" y="98901"/>
                  <a:pt x="2345595" y="98901"/>
                </a:cubicBezTo>
                <a:cubicBezTo>
                  <a:pt x="2341873" y="98901"/>
                  <a:pt x="2338772" y="98177"/>
                  <a:pt x="2336290" y="96731"/>
                </a:cubicBezTo>
                <a:cubicBezTo>
                  <a:pt x="2333808" y="95282"/>
                  <a:pt x="2331817" y="93343"/>
                  <a:pt x="2330317" y="90914"/>
                </a:cubicBezTo>
                <a:cubicBezTo>
                  <a:pt x="2328818" y="88483"/>
                  <a:pt x="2327759" y="85742"/>
                  <a:pt x="2327139" y="82693"/>
                </a:cubicBezTo>
                <a:cubicBezTo>
                  <a:pt x="2326519" y="79641"/>
                  <a:pt x="2326209" y="76513"/>
                  <a:pt x="2326209" y="73307"/>
                </a:cubicBezTo>
                <a:moveTo>
                  <a:pt x="2304186" y="73309"/>
                </a:moveTo>
                <a:cubicBezTo>
                  <a:pt x="2304186" y="79730"/>
                  <a:pt x="2305168" y="85530"/>
                  <a:pt x="2307132" y="90708"/>
                </a:cubicBezTo>
                <a:cubicBezTo>
                  <a:pt x="2309097" y="95886"/>
                  <a:pt x="2311888" y="100313"/>
                  <a:pt x="2315508" y="103991"/>
                </a:cubicBezTo>
                <a:cubicBezTo>
                  <a:pt x="2319127" y="107667"/>
                  <a:pt x="2323469" y="110489"/>
                  <a:pt x="2328535" y="112458"/>
                </a:cubicBezTo>
                <a:cubicBezTo>
                  <a:pt x="2333603" y="114426"/>
                  <a:pt x="2339289" y="115409"/>
                  <a:pt x="2345595" y="115409"/>
                </a:cubicBezTo>
                <a:cubicBezTo>
                  <a:pt x="2351903" y="115409"/>
                  <a:pt x="2357615" y="114426"/>
                  <a:pt x="2362733" y="112458"/>
                </a:cubicBezTo>
                <a:cubicBezTo>
                  <a:pt x="2367851" y="110489"/>
                  <a:pt x="2372220" y="107667"/>
                  <a:pt x="2375839" y="103991"/>
                </a:cubicBezTo>
                <a:cubicBezTo>
                  <a:pt x="2379458" y="100313"/>
                  <a:pt x="2382250" y="95886"/>
                  <a:pt x="2384214" y="90708"/>
                </a:cubicBezTo>
                <a:cubicBezTo>
                  <a:pt x="2386178" y="85530"/>
                  <a:pt x="2387160" y="79730"/>
                  <a:pt x="2387160" y="73309"/>
                </a:cubicBezTo>
                <a:cubicBezTo>
                  <a:pt x="2387160" y="66888"/>
                  <a:pt x="2386178" y="61063"/>
                  <a:pt x="2384214" y="55833"/>
                </a:cubicBezTo>
                <a:cubicBezTo>
                  <a:pt x="2382250" y="50601"/>
                  <a:pt x="2379458" y="46148"/>
                  <a:pt x="2375839" y="42472"/>
                </a:cubicBezTo>
                <a:cubicBezTo>
                  <a:pt x="2372220" y="38794"/>
                  <a:pt x="2367851" y="35946"/>
                  <a:pt x="2362733" y="33926"/>
                </a:cubicBezTo>
                <a:cubicBezTo>
                  <a:pt x="2357615" y="31907"/>
                  <a:pt x="2351903" y="30897"/>
                  <a:pt x="2345595" y="30897"/>
                </a:cubicBezTo>
                <a:cubicBezTo>
                  <a:pt x="2339289" y="30897"/>
                  <a:pt x="2333603" y="31907"/>
                  <a:pt x="2328535" y="33926"/>
                </a:cubicBezTo>
                <a:cubicBezTo>
                  <a:pt x="2323469" y="35946"/>
                  <a:pt x="2319127" y="38794"/>
                  <a:pt x="2315508" y="42472"/>
                </a:cubicBezTo>
                <a:cubicBezTo>
                  <a:pt x="2311888" y="46148"/>
                  <a:pt x="2309097" y="50601"/>
                  <a:pt x="2307132" y="55833"/>
                </a:cubicBezTo>
                <a:cubicBezTo>
                  <a:pt x="2305168" y="61063"/>
                  <a:pt x="2304186" y="66888"/>
                  <a:pt x="2304186" y="73309"/>
                </a:cubicBezTo>
                <a:close/>
                <a:moveTo>
                  <a:pt x="2402052" y="2575"/>
                </a:moveTo>
                <a:lnTo>
                  <a:pt x="2402052" y="113289"/>
                </a:lnTo>
                <a:lnTo>
                  <a:pt x="2424074" y="113289"/>
                </a:lnTo>
                <a:lnTo>
                  <a:pt x="2424074" y="2575"/>
                </a:lnTo>
                <a:lnTo>
                  <a:pt x="2402052" y="2575"/>
                </a:lnTo>
                <a:close/>
                <a:moveTo>
                  <a:pt x="2442064" y="2575"/>
                </a:moveTo>
                <a:lnTo>
                  <a:pt x="2442064" y="113289"/>
                </a:lnTo>
                <a:lnTo>
                  <a:pt x="2464086" y="113289"/>
                </a:lnTo>
                <a:lnTo>
                  <a:pt x="2464086" y="2575"/>
                </a:lnTo>
                <a:lnTo>
                  <a:pt x="2442064" y="2575"/>
                </a:lnTo>
                <a:close/>
                <a:moveTo>
                  <a:pt x="2535429" y="64672"/>
                </a:moveTo>
                <a:lnTo>
                  <a:pt x="2499605" y="64672"/>
                </a:lnTo>
                <a:cubicBezTo>
                  <a:pt x="2499707" y="63116"/>
                  <a:pt x="2500043" y="61353"/>
                  <a:pt x="2500611" y="59383"/>
                </a:cubicBezTo>
                <a:cubicBezTo>
                  <a:pt x="2501180" y="57410"/>
                  <a:pt x="2502163" y="55543"/>
                  <a:pt x="2503559" y="53781"/>
                </a:cubicBezTo>
                <a:cubicBezTo>
                  <a:pt x="2504955" y="52017"/>
                  <a:pt x="2506816" y="50539"/>
                  <a:pt x="2509142" y="49346"/>
                </a:cubicBezTo>
                <a:cubicBezTo>
                  <a:pt x="2511469" y="48154"/>
                  <a:pt x="2514390" y="47557"/>
                  <a:pt x="2517905" y="47557"/>
                </a:cubicBezTo>
                <a:cubicBezTo>
                  <a:pt x="2523282" y="47557"/>
                  <a:pt x="2527288" y="49009"/>
                  <a:pt x="2529924" y="51914"/>
                </a:cubicBezTo>
                <a:cubicBezTo>
                  <a:pt x="2532561" y="54818"/>
                  <a:pt x="2534395" y="59071"/>
                  <a:pt x="2535429" y="64672"/>
                </a:cubicBezTo>
                <a:moveTo>
                  <a:pt x="2499605" y="78606"/>
                </a:moveTo>
                <a:lnTo>
                  <a:pt x="2557454" y="78606"/>
                </a:lnTo>
                <a:cubicBezTo>
                  <a:pt x="2557867" y="72390"/>
                  <a:pt x="2557350" y="66432"/>
                  <a:pt x="2555901" y="60734"/>
                </a:cubicBezTo>
                <a:cubicBezTo>
                  <a:pt x="2554455" y="55035"/>
                  <a:pt x="2552102" y="49959"/>
                  <a:pt x="2548845" y="45505"/>
                </a:cubicBezTo>
                <a:cubicBezTo>
                  <a:pt x="2545588" y="41050"/>
                  <a:pt x="2541426" y="37502"/>
                  <a:pt x="2536359" y="34861"/>
                </a:cubicBezTo>
                <a:cubicBezTo>
                  <a:pt x="2531293" y="32218"/>
                  <a:pt x="2525348" y="30897"/>
                  <a:pt x="2518525" y="30897"/>
                </a:cubicBezTo>
                <a:cubicBezTo>
                  <a:pt x="2512424" y="30897"/>
                  <a:pt x="2506867" y="31985"/>
                  <a:pt x="2501853" y="34160"/>
                </a:cubicBezTo>
                <a:cubicBezTo>
                  <a:pt x="2496839" y="36334"/>
                  <a:pt x="2492523" y="39311"/>
                  <a:pt x="2488904" y="43092"/>
                </a:cubicBezTo>
                <a:cubicBezTo>
                  <a:pt x="2485284" y="46872"/>
                  <a:pt x="2482493" y="51351"/>
                  <a:pt x="2480528" y="56531"/>
                </a:cubicBezTo>
                <a:cubicBezTo>
                  <a:pt x="2478564" y="61709"/>
                  <a:pt x="2477582" y="67302"/>
                  <a:pt x="2477582" y="73309"/>
                </a:cubicBezTo>
                <a:cubicBezTo>
                  <a:pt x="2477582" y="79522"/>
                  <a:pt x="2478538" y="85218"/>
                  <a:pt x="2480450" y="90398"/>
                </a:cubicBezTo>
                <a:cubicBezTo>
                  <a:pt x="2482364" y="95576"/>
                  <a:pt x="2485078" y="100030"/>
                  <a:pt x="2488593" y="103759"/>
                </a:cubicBezTo>
                <a:cubicBezTo>
                  <a:pt x="2492109" y="107487"/>
                  <a:pt x="2496399" y="110361"/>
                  <a:pt x="2501465" y="112380"/>
                </a:cubicBezTo>
                <a:cubicBezTo>
                  <a:pt x="2506531" y="114400"/>
                  <a:pt x="2512217" y="115409"/>
                  <a:pt x="2518525" y="115409"/>
                </a:cubicBezTo>
                <a:cubicBezTo>
                  <a:pt x="2527623" y="115409"/>
                  <a:pt x="2535378" y="113343"/>
                  <a:pt x="2541788" y="109212"/>
                </a:cubicBezTo>
                <a:cubicBezTo>
                  <a:pt x="2548199" y="105080"/>
                  <a:pt x="2552956" y="98210"/>
                  <a:pt x="2556058" y="88602"/>
                </a:cubicBezTo>
                <a:lnTo>
                  <a:pt x="2536671" y="88602"/>
                </a:lnTo>
                <a:cubicBezTo>
                  <a:pt x="2535947" y="91061"/>
                  <a:pt x="2533982" y="93393"/>
                  <a:pt x="2530776" y="95597"/>
                </a:cubicBezTo>
                <a:cubicBezTo>
                  <a:pt x="2527572" y="97799"/>
                  <a:pt x="2523747" y="98901"/>
                  <a:pt x="2519301" y="98901"/>
                </a:cubicBezTo>
                <a:cubicBezTo>
                  <a:pt x="2513098" y="98901"/>
                  <a:pt x="2508341" y="97300"/>
                  <a:pt x="2505031" y="94099"/>
                </a:cubicBezTo>
                <a:cubicBezTo>
                  <a:pt x="2501723" y="90896"/>
                  <a:pt x="2499914" y="85732"/>
                  <a:pt x="2499605" y="78606"/>
                </a:cubicBezTo>
                <a:close/>
                <a:moveTo>
                  <a:pt x="2627399" y="72997"/>
                </a:moveTo>
                <a:cubicBezTo>
                  <a:pt x="2627399" y="76305"/>
                  <a:pt x="2627089" y="79511"/>
                  <a:pt x="2626469" y="82614"/>
                </a:cubicBezTo>
                <a:cubicBezTo>
                  <a:pt x="2625849" y="85716"/>
                  <a:pt x="2624814" y="88483"/>
                  <a:pt x="2623366" y="90914"/>
                </a:cubicBezTo>
                <a:cubicBezTo>
                  <a:pt x="2621918" y="93343"/>
                  <a:pt x="2619979" y="95282"/>
                  <a:pt x="2617549" y="96731"/>
                </a:cubicBezTo>
                <a:cubicBezTo>
                  <a:pt x="2615120" y="98177"/>
                  <a:pt x="2612095" y="98901"/>
                  <a:pt x="2608476" y="98901"/>
                </a:cubicBezTo>
                <a:cubicBezTo>
                  <a:pt x="2605065" y="98901"/>
                  <a:pt x="2602144" y="98151"/>
                  <a:pt x="2599713" y="96653"/>
                </a:cubicBezTo>
                <a:cubicBezTo>
                  <a:pt x="2597283" y="95152"/>
                  <a:pt x="2595267" y="93187"/>
                  <a:pt x="2593664" y="90758"/>
                </a:cubicBezTo>
                <a:cubicBezTo>
                  <a:pt x="2592063" y="88326"/>
                  <a:pt x="2590900" y="85560"/>
                  <a:pt x="2590176" y="82458"/>
                </a:cubicBezTo>
                <a:cubicBezTo>
                  <a:pt x="2589452" y="79357"/>
                  <a:pt x="2589090" y="76254"/>
                  <a:pt x="2589090" y="73151"/>
                </a:cubicBezTo>
                <a:cubicBezTo>
                  <a:pt x="2589090" y="69842"/>
                  <a:pt x="2589426" y="66663"/>
                  <a:pt x="2590098" y="63611"/>
                </a:cubicBezTo>
                <a:cubicBezTo>
                  <a:pt x="2590770" y="60560"/>
                  <a:pt x="2591855" y="57846"/>
                  <a:pt x="2593354" y="55468"/>
                </a:cubicBezTo>
                <a:cubicBezTo>
                  <a:pt x="2594855" y="53089"/>
                  <a:pt x="2596845" y="51176"/>
                  <a:pt x="2599325" y="49730"/>
                </a:cubicBezTo>
                <a:cubicBezTo>
                  <a:pt x="2601807" y="48281"/>
                  <a:pt x="2604857" y="47557"/>
                  <a:pt x="2608476" y="47557"/>
                </a:cubicBezTo>
                <a:cubicBezTo>
                  <a:pt x="2612095" y="47557"/>
                  <a:pt x="2615094" y="48281"/>
                  <a:pt x="2617471" y="49730"/>
                </a:cubicBezTo>
                <a:cubicBezTo>
                  <a:pt x="2619850" y="51176"/>
                  <a:pt x="2621789" y="53063"/>
                  <a:pt x="2623288" y="55390"/>
                </a:cubicBezTo>
                <a:cubicBezTo>
                  <a:pt x="2624788" y="57717"/>
                  <a:pt x="2625849" y="60406"/>
                  <a:pt x="2626469" y="63458"/>
                </a:cubicBezTo>
                <a:cubicBezTo>
                  <a:pt x="2627089" y="66507"/>
                  <a:pt x="2627399" y="69687"/>
                  <a:pt x="2627399" y="72997"/>
                </a:cubicBezTo>
                <a:moveTo>
                  <a:pt x="2627709" y="103149"/>
                </a:moveTo>
                <a:lnTo>
                  <a:pt x="2627709" y="113391"/>
                </a:lnTo>
                <a:lnTo>
                  <a:pt x="2648645" y="113391"/>
                </a:lnTo>
                <a:lnTo>
                  <a:pt x="2648645" y="2575"/>
                </a:lnTo>
                <a:lnTo>
                  <a:pt x="2626622" y="2575"/>
                </a:lnTo>
                <a:lnTo>
                  <a:pt x="2626622" y="42886"/>
                </a:lnTo>
                <a:lnTo>
                  <a:pt x="2626312" y="42886"/>
                </a:lnTo>
                <a:cubicBezTo>
                  <a:pt x="2623831" y="38942"/>
                  <a:pt x="2620444" y="35957"/>
                  <a:pt x="2616153" y="33933"/>
                </a:cubicBezTo>
                <a:cubicBezTo>
                  <a:pt x="2611863" y="31909"/>
                  <a:pt x="2607340" y="30897"/>
                  <a:pt x="2602584" y="30897"/>
                </a:cubicBezTo>
                <a:cubicBezTo>
                  <a:pt x="2596689" y="30897"/>
                  <a:pt x="2591519" y="32062"/>
                  <a:pt x="2587074" y="34392"/>
                </a:cubicBezTo>
                <a:cubicBezTo>
                  <a:pt x="2582628" y="36723"/>
                  <a:pt x="2578931" y="39804"/>
                  <a:pt x="2575984" y="43636"/>
                </a:cubicBezTo>
                <a:cubicBezTo>
                  <a:pt x="2573039" y="47468"/>
                  <a:pt x="2570816" y="51896"/>
                  <a:pt x="2569315" y="56919"/>
                </a:cubicBezTo>
                <a:cubicBezTo>
                  <a:pt x="2567817" y="61942"/>
                  <a:pt x="2567067" y="67146"/>
                  <a:pt x="2567067" y="72531"/>
                </a:cubicBezTo>
                <a:cubicBezTo>
                  <a:pt x="2567067" y="78124"/>
                  <a:pt x="2567817" y="83510"/>
                  <a:pt x="2569315" y="88689"/>
                </a:cubicBezTo>
                <a:cubicBezTo>
                  <a:pt x="2570816" y="93867"/>
                  <a:pt x="2573039" y="98450"/>
                  <a:pt x="2575984" y="102439"/>
                </a:cubicBezTo>
                <a:cubicBezTo>
                  <a:pt x="2578931" y="106425"/>
                  <a:pt x="2582679" y="109584"/>
                  <a:pt x="2587227" y="111914"/>
                </a:cubicBezTo>
                <a:cubicBezTo>
                  <a:pt x="2591777" y="114244"/>
                  <a:pt x="2597051" y="115409"/>
                  <a:pt x="2603050" y="115409"/>
                </a:cubicBezTo>
                <a:cubicBezTo>
                  <a:pt x="2608322" y="115409"/>
                  <a:pt x="2613052" y="114453"/>
                  <a:pt x="2617239" y="112539"/>
                </a:cubicBezTo>
                <a:cubicBezTo>
                  <a:pt x="2621428" y="110624"/>
                  <a:pt x="2624814" y="107493"/>
                  <a:pt x="2627399" y="103149"/>
                </a:cubicBezTo>
                <a:lnTo>
                  <a:pt x="2627709" y="103149"/>
                </a:lnTo>
                <a:close/>
                <a:moveTo>
                  <a:pt x="2735031" y="47406"/>
                </a:moveTo>
                <a:lnTo>
                  <a:pt x="2735031" y="21507"/>
                </a:lnTo>
                <a:lnTo>
                  <a:pt x="2757830" y="21507"/>
                </a:lnTo>
                <a:cubicBezTo>
                  <a:pt x="2760001" y="21507"/>
                  <a:pt x="2762095" y="21688"/>
                  <a:pt x="2764111" y="22051"/>
                </a:cubicBezTo>
                <a:cubicBezTo>
                  <a:pt x="2766127" y="22412"/>
                  <a:pt x="2767911" y="23058"/>
                  <a:pt x="2769462" y="23989"/>
                </a:cubicBezTo>
                <a:cubicBezTo>
                  <a:pt x="2771012" y="24918"/>
                  <a:pt x="2772253" y="26211"/>
                  <a:pt x="2773184" y="27866"/>
                </a:cubicBezTo>
                <a:cubicBezTo>
                  <a:pt x="2774115" y="29519"/>
                  <a:pt x="2774580" y="31638"/>
                  <a:pt x="2774580" y="34224"/>
                </a:cubicBezTo>
                <a:cubicBezTo>
                  <a:pt x="2774580" y="38877"/>
                  <a:pt x="2773184" y="42237"/>
                  <a:pt x="2770392" y="44306"/>
                </a:cubicBezTo>
                <a:cubicBezTo>
                  <a:pt x="2767601" y="46372"/>
                  <a:pt x="2764034" y="47406"/>
                  <a:pt x="2759690" y="47406"/>
                </a:cubicBezTo>
                <a:lnTo>
                  <a:pt x="2735031" y="47406"/>
                </a:lnTo>
                <a:moveTo>
                  <a:pt x="2710683" y="2575"/>
                </a:moveTo>
                <a:lnTo>
                  <a:pt x="2710683" y="113289"/>
                </a:lnTo>
                <a:lnTo>
                  <a:pt x="2764345" y="113289"/>
                </a:lnTo>
                <a:cubicBezTo>
                  <a:pt x="2769307" y="113289"/>
                  <a:pt x="2774140" y="112669"/>
                  <a:pt x="2778845" y="111429"/>
                </a:cubicBezTo>
                <a:cubicBezTo>
                  <a:pt x="2783549" y="110189"/>
                  <a:pt x="2787737" y="108278"/>
                  <a:pt x="2791406" y="105697"/>
                </a:cubicBezTo>
                <a:cubicBezTo>
                  <a:pt x="2795077" y="103115"/>
                  <a:pt x="2797998" y="99783"/>
                  <a:pt x="2800169" y="95704"/>
                </a:cubicBezTo>
                <a:cubicBezTo>
                  <a:pt x="2802342" y="91622"/>
                  <a:pt x="2803428" y="86792"/>
                  <a:pt x="2803428" y="81213"/>
                </a:cubicBezTo>
                <a:cubicBezTo>
                  <a:pt x="2803428" y="74292"/>
                  <a:pt x="2801748" y="68378"/>
                  <a:pt x="2798387" y="63472"/>
                </a:cubicBezTo>
                <a:cubicBezTo>
                  <a:pt x="2795027" y="58564"/>
                  <a:pt x="2789934" y="55128"/>
                  <a:pt x="2783109" y="53166"/>
                </a:cubicBezTo>
                <a:cubicBezTo>
                  <a:pt x="2788073" y="50787"/>
                  <a:pt x="2791820" y="47735"/>
                  <a:pt x="2794352" y="44010"/>
                </a:cubicBezTo>
                <a:cubicBezTo>
                  <a:pt x="2796886" y="40285"/>
                  <a:pt x="2798153" y="35629"/>
                  <a:pt x="2798153" y="30043"/>
                </a:cubicBezTo>
                <a:cubicBezTo>
                  <a:pt x="2798153" y="24870"/>
                  <a:pt x="2797300" y="20525"/>
                  <a:pt x="2795593" y="17008"/>
                </a:cubicBezTo>
                <a:cubicBezTo>
                  <a:pt x="2793887" y="13490"/>
                  <a:pt x="2791483" y="10671"/>
                  <a:pt x="2788382" y="8550"/>
                </a:cubicBezTo>
                <a:cubicBezTo>
                  <a:pt x="2785280" y="6428"/>
                  <a:pt x="2781558" y="4902"/>
                  <a:pt x="2777214" y="3971"/>
                </a:cubicBezTo>
                <a:cubicBezTo>
                  <a:pt x="2772873" y="3040"/>
                  <a:pt x="2768065" y="2575"/>
                  <a:pt x="2762793" y="2575"/>
                </a:cubicBezTo>
                <a:lnTo>
                  <a:pt x="2710683" y="2575"/>
                </a:lnTo>
                <a:moveTo>
                  <a:pt x="2735031" y="94357"/>
                </a:moveTo>
                <a:lnTo>
                  <a:pt x="2735031" y="64066"/>
                </a:lnTo>
                <a:lnTo>
                  <a:pt x="2761553" y="64066"/>
                </a:lnTo>
                <a:cubicBezTo>
                  <a:pt x="2766825" y="64066"/>
                  <a:pt x="2771064" y="65277"/>
                  <a:pt x="2774268" y="67698"/>
                </a:cubicBezTo>
                <a:cubicBezTo>
                  <a:pt x="2777474" y="70119"/>
                  <a:pt x="2779077" y="74162"/>
                  <a:pt x="2779077" y="79829"/>
                </a:cubicBezTo>
                <a:cubicBezTo>
                  <a:pt x="2779077" y="82715"/>
                  <a:pt x="2778585" y="85085"/>
                  <a:pt x="2777602" y="86940"/>
                </a:cubicBezTo>
                <a:cubicBezTo>
                  <a:pt x="2776621" y="88794"/>
                  <a:pt x="2775303" y="90262"/>
                  <a:pt x="2773648" y="91344"/>
                </a:cubicBezTo>
                <a:cubicBezTo>
                  <a:pt x="2771995" y="92425"/>
                  <a:pt x="2770082" y="93197"/>
                  <a:pt x="2767909" y="93661"/>
                </a:cubicBezTo>
                <a:cubicBezTo>
                  <a:pt x="2765738" y="94125"/>
                  <a:pt x="2763464" y="94357"/>
                  <a:pt x="2761087" y="94357"/>
                </a:cubicBezTo>
                <a:lnTo>
                  <a:pt x="2735031" y="94357"/>
                </a:lnTo>
                <a:close/>
                <a:moveTo>
                  <a:pt x="2857090" y="123181"/>
                </a:moveTo>
                <a:lnTo>
                  <a:pt x="2890588" y="33169"/>
                </a:lnTo>
                <a:lnTo>
                  <a:pt x="2867791" y="33169"/>
                </a:lnTo>
                <a:lnTo>
                  <a:pt x="2850265" y="88012"/>
                </a:lnTo>
                <a:lnTo>
                  <a:pt x="2849955" y="88012"/>
                </a:lnTo>
                <a:lnTo>
                  <a:pt x="2831809" y="33169"/>
                </a:lnTo>
                <a:lnTo>
                  <a:pt x="2808390" y="33169"/>
                </a:lnTo>
                <a:lnTo>
                  <a:pt x="2836461" y="108322"/>
                </a:lnTo>
                <a:cubicBezTo>
                  <a:pt x="2837083" y="109871"/>
                  <a:pt x="2837394" y="111524"/>
                  <a:pt x="2837394" y="113280"/>
                </a:cubicBezTo>
                <a:cubicBezTo>
                  <a:pt x="2837394" y="115655"/>
                  <a:pt x="2836696" y="117825"/>
                  <a:pt x="2835299" y="119787"/>
                </a:cubicBezTo>
                <a:cubicBezTo>
                  <a:pt x="2833903" y="121750"/>
                  <a:pt x="2831757" y="122887"/>
                  <a:pt x="2828862" y="123198"/>
                </a:cubicBezTo>
                <a:cubicBezTo>
                  <a:pt x="2826692" y="123300"/>
                  <a:pt x="2824520" y="123248"/>
                  <a:pt x="2822347" y="123041"/>
                </a:cubicBezTo>
                <a:cubicBezTo>
                  <a:pt x="2820177" y="122835"/>
                  <a:pt x="2818058" y="122628"/>
                  <a:pt x="2815991" y="122421"/>
                </a:cubicBezTo>
                <a:lnTo>
                  <a:pt x="2815991" y="140551"/>
                </a:lnTo>
                <a:cubicBezTo>
                  <a:pt x="2818264" y="140753"/>
                  <a:pt x="2820513" y="140930"/>
                  <a:pt x="2822736" y="141081"/>
                </a:cubicBezTo>
                <a:cubicBezTo>
                  <a:pt x="2824958" y="141233"/>
                  <a:pt x="2827207" y="141308"/>
                  <a:pt x="2829482" y="141308"/>
                </a:cubicBezTo>
                <a:cubicBezTo>
                  <a:pt x="2837030" y="141308"/>
                  <a:pt x="2842923" y="139914"/>
                  <a:pt x="2847163" y="137124"/>
                </a:cubicBezTo>
                <a:cubicBezTo>
                  <a:pt x="2851402" y="134337"/>
                  <a:pt x="2854711" y="129689"/>
                  <a:pt x="2857090" y="123181"/>
                </a:cubicBezTo>
                <a:close/>
                <a:moveTo>
                  <a:pt x="2971392" y="70427"/>
                </a:moveTo>
                <a:lnTo>
                  <a:pt x="2985816" y="29865"/>
                </a:lnTo>
                <a:lnTo>
                  <a:pt x="2986126" y="29865"/>
                </a:lnTo>
                <a:lnTo>
                  <a:pt x="3000086" y="70427"/>
                </a:lnTo>
                <a:lnTo>
                  <a:pt x="2971392" y="70427"/>
                </a:lnTo>
                <a:moveTo>
                  <a:pt x="2973721" y="2575"/>
                </a:moveTo>
                <a:lnTo>
                  <a:pt x="2931846" y="113289"/>
                </a:lnTo>
                <a:lnTo>
                  <a:pt x="2956348" y="113289"/>
                </a:lnTo>
                <a:lnTo>
                  <a:pt x="2965034" y="88602"/>
                </a:lnTo>
                <a:lnTo>
                  <a:pt x="3006445" y="88602"/>
                </a:lnTo>
                <a:lnTo>
                  <a:pt x="3014820" y="113289"/>
                </a:lnTo>
                <a:lnTo>
                  <a:pt x="3040099" y="113289"/>
                </a:lnTo>
                <a:lnTo>
                  <a:pt x="2998690" y="2575"/>
                </a:lnTo>
                <a:lnTo>
                  <a:pt x="2973721" y="2575"/>
                </a:lnTo>
                <a:close/>
                <a:moveTo>
                  <a:pt x="3075303" y="33169"/>
                </a:moveTo>
                <a:lnTo>
                  <a:pt x="3075303" y="9087"/>
                </a:lnTo>
                <a:lnTo>
                  <a:pt x="3053280" y="9087"/>
                </a:lnTo>
                <a:lnTo>
                  <a:pt x="3053280" y="33169"/>
                </a:lnTo>
                <a:lnTo>
                  <a:pt x="3039943" y="33169"/>
                </a:lnTo>
                <a:lnTo>
                  <a:pt x="3039943" y="47860"/>
                </a:lnTo>
                <a:lnTo>
                  <a:pt x="3053280" y="47860"/>
                </a:lnTo>
                <a:lnTo>
                  <a:pt x="3053280" y="95136"/>
                </a:lnTo>
                <a:cubicBezTo>
                  <a:pt x="3053280" y="99167"/>
                  <a:pt x="3053952" y="102422"/>
                  <a:pt x="3055297" y="104902"/>
                </a:cubicBezTo>
                <a:cubicBezTo>
                  <a:pt x="3056641" y="107382"/>
                  <a:pt x="3058476" y="109294"/>
                  <a:pt x="3060801" y="110639"/>
                </a:cubicBezTo>
                <a:cubicBezTo>
                  <a:pt x="3063128" y="111981"/>
                  <a:pt x="3065817" y="112884"/>
                  <a:pt x="3068866" y="113348"/>
                </a:cubicBezTo>
                <a:cubicBezTo>
                  <a:pt x="3071917" y="113814"/>
                  <a:pt x="3075149" y="114046"/>
                  <a:pt x="3078562" y="114046"/>
                </a:cubicBezTo>
                <a:cubicBezTo>
                  <a:pt x="3080733" y="114046"/>
                  <a:pt x="3082955" y="113996"/>
                  <a:pt x="3085230" y="113895"/>
                </a:cubicBezTo>
                <a:cubicBezTo>
                  <a:pt x="3087505" y="113794"/>
                  <a:pt x="3089573" y="113592"/>
                  <a:pt x="3091433" y="113289"/>
                </a:cubicBezTo>
                <a:lnTo>
                  <a:pt x="3091433" y="96160"/>
                </a:lnTo>
                <a:cubicBezTo>
                  <a:pt x="3090400" y="96367"/>
                  <a:pt x="3089314" y="96522"/>
                  <a:pt x="3088177" y="96626"/>
                </a:cubicBezTo>
                <a:cubicBezTo>
                  <a:pt x="3087039" y="96729"/>
                  <a:pt x="3085851" y="96780"/>
                  <a:pt x="3084610" y="96780"/>
                </a:cubicBezTo>
                <a:cubicBezTo>
                  <a:pt x="3080887" y="96780"/>
                  <a:pt x="3078405" y="96161"/>
                  <a:pt x="3077163" y="94923"/>
                </a:cubicBezTo>
                <a:cubicBezTo>
                  <a:pt x="3075923" y="93684"/>
                  <a:pt x="3075303" y="91207"/>
                  <a:pt x="3075303" y="87492"/>
                </a:cubicBezTo>
                <a:lnTo>
                  <a:pt x="3075303" y="47860"/>
                </a:lnTo>
                <a:lnTo>
                  <a:pt x="3091433" y="47860"/>
                </a:lnTo>
                <a:lnTo>
                  <a:pt x="3091433" y="33169"/>
                </a:lnTo>
                <a:lnTo>
                  <a:pt x="3075303" y="33169"/>
                </a:lnTo>
                <a:close/>
                <a:moveTo>
                  <a:pt x="3129895" y="33169"/>
                </a:moveTo>
                <a:lnTo>
                  <a:pt x="3129895" y="9087"/>
                </a:lnTo>
                <a:lnTo>
                  <a:pt x="3107872" y="9087"/>
                </a:lnTo>
                <a:lnTo>
                  <a:pt x="3107872" y="33169"/>
                </a:lnTo>
                <a:lnTo>
                  <a:pt x="3094534" y="33169"/>
                </a:lnTo>
                <a:lnTo>
                  <a:pt x="3094534" y="47860"/>
                </a:lnTo>
                <a:lnTo>
                  <a:pt x="3107872" y="47860"/>
                </a:lnTo>
                <a:lnTo>
                  <a:pt x="3107872" y="95136"/>
                </a:lnTo>
                <a:cubicBezTo>
                  <a:pt x="3107872" y="99167"/>
                  <a:pt x="3108544" y="102422"/>
                  <a:pt x="3109888" y="104902"/>
                </a:cubicBezTo>
                <a:cubicBezTo>
                  <a:pt x="3111232" y="107382"/>
                  <a:pt x="3113067" y="109294"/>
                  <a:pt x="3115393" y="110639"/>
                </a:cubicBezTo>
                <a:cubicBezTo>
                  <a:pt x="3117720" y="111981"/>
                  <a:pt x="3120408" y="112884"/>
                  <a:pt x="3123458" y="113348"/>
                </a:cubicBezTo>
                <a:cubicBezTo>
                  <a:pt x="3126509" y="113814"/>
                  <a:pt x="3129741" y="114046"/>
                  <a:pt x="3133153" y="114046"/>
                </a:cubicBezTo>
                <a:cubicBezTo>
                  <a:pt x="3135324" y="114046"/>
                  <a:pt x="3137547" y="113996"/>
                  <a:pt x="3139822" y="113895"/>
                </a:cubicBezTo>
                <a:cubicBezTo>
                  <a:pt x="3142097" y="113794"/>
                  <a:pt x="3144165" y="113592"/>
                  <a:pt x="3146025" y="113289"/>
                </a:cubicBezTo>
                <a:lnTo>
                  <a:pt x="3146025" y="96160"/>
                </a:lnTo>
                <a:cubicBezTo>
                  <a:pt x="3144991" y="96367"/>
                  <a:pt x="3143906" y="96522"/>
                  <a:pt x="3142768" y="96626"/>
                </a:cubicBezTo>
                <a:cubicBezTo>
                  <a:pt x="3141631" y="96729"/>
                  <a:pt x="3140442" y="96780"/>
                  <a:pt x="3139202" y="96780"/>
                </a:cubicBezTo>
                <a:cubicBezTo>
                  <a:pt x="3135479" y="96780"/>
                  <a:pt x="3132996" y="96161"/>
                  <a:pt x="3131755" y="94923"/>
                </a:cubicBezTo>
                <a:cubicBezTo>
                  <a:pt x="3130515" y="93684"/>
                  <a:pt x="3129895" y="91207"/>
                  <a:pt x="3129895" y="87492"/>
                </a:cubicBezTo>
                <a:lnTo>
                  <a:pt x="3129895" y="47860"/>
                </a:lnTo>
                <a:lnTo>
                  <a:pt x="3146025" y="47860"/>
                </a:lnTo>
                <a:lnTo>
                  <a:pt x="3146025" y="33169"/>
                </a:lnTo>
                <a:lnTo>
                  <a:pt x="3129895" y="33169"/>
                </a:lnTo>
                <a:close/>
                <a:moveTo>
                  <a:pt x="3155639" y="57766"/>
                </a:moveTo>
                <a:cubicBezTo>
                  <a:pt x="3155948" y="52596"/>
                  <a:pt x="3157240" y="48306"/>
                  <a:pt x="3159515" y="44895"/>
                </a:cubicBezTo>
                <a:cubicBezTo>
                  <a:pt x="3161790" y="41482"/>
                  <a:pt x="3164685" y="38742"/>
                  <a:pt x="3168201" y="36674"/>
                </a:cubicBezTo>
                <a:cubicBezTo>
                  <a:pt x="3171716" y="34605"/>
                  <a:pt x="3175670" y="33132"/>
                  <a:pt x="3180064" y="32253"/>
                </a:cubicBezTo>
                <a:cubicBezTo>
                  <a:pt x="3184459" y="31374"/>
                  <a:pt x="3188880" y="30935"/>
                  <a:pt x="3193326" y="30935"/>
                </a:cubicBezTo>
                <a:cubicBezTo>
                  <a:pt x="3197358" y="30935"/>
                  <a:pt x="3201442" y="31220"/>
                  <a:pt x="3205577" y="31789"/>
                </a:cubicBezTo>
                <a:cubicBezTo>
                  <a:pt x="3209714" y="32357"/>
                  <a:pt x="3213487" y="33469"/>
                  <a:pt x="3216898" y="35124"/>
                </a:cubicBezTo>
                <a:cubicBezTo>
                  <a:pt x="3220311" y="36777"/>
                  <a:pt x="3223102" y="39077"/>
                  <a:pt x="3225273" y="42024"/>
                </a:cubicBezTo>
                <a:cubicBezTo>
                  <a:pt x="3227446" y="44971"/>
                  <a:pt x="3228532" y="48874"/>
                  <a:pt x="3228532" y="53734"/>
                </a:cubicBezTo>
                <a:lnTo>
                  <a:pt x="3228532" y="95453"/>
                </a:lnTo>
                <a:cubicBezTo>
                  <a:pt x="3228532" y="99072"/>
                  <a:pt x="3228739" y="102536"/>
                  <a:pt x="3229152" y="105844"/>
                </a:cubicBezTo>
                <a:cubicBezTo>
                  <a:pt x="3229565" y="109152"/>
                  <a:pt x="3230289" y="111634"/>
                  <a:pt x="3231322" y="113289"/>
                </a:cubicBezTo>
                <a:lnTo>
                  <a:pt x="3208989" y="113289"/>
                </a:lnTo>
                <a:cubicBezTo>
                  <a:pt x="3208576" y="112049"/>
                  <a:pt x="3208240" y="110783"/>
                  <a:pt x="3207981" y="109491"/>
                </a:cubicBezTo>
                <a:cubicBezTo>
                  <a:pt x="3207723" y="108197"/>
                  <a:pt x="3207542" y="106878"/>
                  <a:pt x="3207439" y="105534"/>
                </a:cubicBezTo>
                <a:cubicBezTo>
                  <a:pt x="3203924" y="109153"/>
                  <a:pt x="3199789" y="111687"/>
                  <a:pt x="3195032" y="113135"/>
                </a:cubicBezTo>
                <a:cubicBezTo>
                  <a:pt x="3190275" y="114582"/>
                  <a:pt x="3185415" y="115305"/>
                  <a:pt x="3180452" y="115305"/>
                </a:cubicBezTo>
                <a:cubicBezTo>
                  <a:pt x="3176628" y="115305"/>
                  <a:pt x="3173061" y="114840"/>
                  <a:pt x="3169751" y="113909"/>
                </a:cubicBezTo>
                <a:cubicBezTo>
                  <a:pt x="3166442" y="112978"/>
                  <a:pt x="3163547" y="111531"/>
                  <a:pt x="3161066" y="109566"/>
                </a:cubicBezTo>
                <a:cubicBezTo>
                  <a:pt x="3158585" y="107602"/>
                  <a:pt x="3156647" y="105121"/>
                  <a:pt x="3155251" y="102124"/>
                </a:cubicBezTo>
                <a:cubicBezTo>
                  <a:pt x="3153855" y="99125"/>
                  <a:pt x="3153157" y="95557"/>
                  <a:pt x="3153157" y="91420"/>
                </a:cubicBezTo>
                <a:cubicBezTo>
                  <a:pt x="3153157" y="86872"/>
                  <a:pt x="3153958" y="83124"/>
                  <a:pt x="3155561" y="80177"/>
                </a:cubicBezTo>
                <a:cubicBezTo>
                  <a:pt x="3157164" y="77230"/>
                  <a:pt x="3159231" y="74878"/>
                  <a:pt x="3161764" y="73120"/>
                </a:cubicBezTo>
                <a:cubicBezTo>
                  <a:pt x="3164297" y="71363"/>
                  <a:pt x="3167192" y="70044"/>
                  <a:pt x="3170449" y="69166"/>
                </a:cubicBezTo>
                <a:cubicBezTo>
                  <a:pt x="3173707" y="68287"/>
                  <a:pt x="3176990" y="67590"/>
                  <a:pt x="3180298" y="67074"/>
                </a:cubicBezTo>
                <a:cubicBezTo>
                  <a:pt x="3183606" y="66556"/>
                  <a:pt x="3186863" y="66142"/>
                  <a:pt x="3190067" y="65831"/>
                </a:cubicBezTo>
                <a:cubicBezTo>
                  <a:pt x="3193273" y="65520"/>
                  <a:pt x="3196117" y="65055"/>
                  <a:pt x="3198598" y="64435"/>
                </a:cubicBezTo>
                <a:cubicBezTo>
                  <a:pt x="3201080" y="63815"/>
                  <a:pt x="3203044" y="62911"/>
                  <a:pt x="3204491" y="61723"/>
                </a:cubicBezTo>
                <a:cubicBezTo>
                  <a:pt x="3205939" y="60533"/>
                  <a:pt x="3206612" y="58801"/>
                  <a:pt x="3206509" y="56526"/>
                </a:cubicBezTo>
                <a:cubicBezTo>
                  <a:pt x="3206509" y="54147"/>
                  <a:pt x="3206121" y="52260"/>
                  <a:pt x="3205345" y="50866"/>
                </a:cubicBezTo>
                <a:cubicBezTo>
                  <a:pt x="3204569" y="49469"/>
                  <a:pt x="3203535" y="48384"/>
                  <a:pt x="3202243" y="47609"/>
                </a:cubicBezTo>
                <a:cubicBezTo>
                  <a:pt x="3200950" y="46833"/>
                  <a:pt x="3199451" y="46316"/>
                  <a:pt x="3197744" y="46057"/>
                </a:cubicBezTo>
                <a:cubicBezTo>
                  <a:pt x="3196038" y="45798"/>
                  <a:pt x="3194204" y="45669"/>
                  <a:pt x="3192239" y="45669"/>
                </a:cubicBezTo>
                <a:cubicBezTo>
                  <a:pt x="3187898" y="45669"/>
                  <a:pt x="3184486" y="46600"/>
                  <a:pt x="3182004" y="48461"/>
                </a:cubicBezTo>
                <a:cubicBezTo>
                  <a:pt x="3179523" y="50323"/>
                  <a:pt x="3178075" y="53424"/>
                  <a:pt x="3177662" y="57766"/>
                </a:cubicBezTo>
                <a:lnTo>
                  <a:pt x="3155639" y="57766"/>
                </a:lnTo>
                <a:moveTo>
                  <a:pt x="3206509" y="74050"/>
                </a:moveTo>
                <a:cubicBezTo>
                  <a:pt x="3205579" y="74878"/>
                  <a:pt x="3204415" y="75525"/>
                  <a:pt x="3203019" y="75991"/>
                </a:cubicBezTo>
                <a:cubicBezTo>
                  <a:pt x="3201623" y="76456"/>
                  <a:pt x="3200123" y="76844"/>
                  <a:pt x="3198520" y="77155"/>
                </a:cubicBezTo>
                <a:cubicBezTo>
                  <a:pt x="3196919" y="77464"/>
                  <a:pt x="3195239" y="77722"/>
                  <a:pt x="3193479" y="77929"/>
                </a:cubicBezTo>
                <a:cubicBezTo>
                  <a:pt x="3191722" y="78135"/>
                  <a:pt x="3189964" y="78393"/>
                  <a:pt x="3188207" y="78703"/>
                </a:cubicBezTo>
                <a:cubicBezTo>
                  <a:pt x="3186553" y="79013"/>
                  <a:pt x="3184925" y="79428"/>
                  <a:pt x="3183322" y="79945"/>
                </a:cubicBezTo>
                <a:cubicBezTo>
                  <a:pt x="3181720" y="80461"/>
                  <a:pt x="3180323" y="81159"/>
                  <a:pt x="3179134" y="82039"/>
                </a:cubicBezTo>
                <a:cubicBezTo>
                  <a:pt x="3177946" y="82918"/>
                  <a:pt x="3176990" y="84030"/>
                  <a:pt x="3176266" y="85374"/>
                </a:cubicBezTo>
                <a:cubicBezTo>
                  <a:pt x="3175541" y="86716"/>
                  <a:pt x="3175179" y="88422"/>
                  <a:pt x="3175179" y="90490"/>
                </a:cubicBezTo>
                <a:cubicBezTo>
                  <a:pt x="3175179" y="92454"/>
                  <a:pt x="3175541" y="94109"/>
                  <a:pt x="3176266" y="95453"/>
                </a:cubicBezTo>
                <a:cubicBezTo>
                  <a:pt x="3176990" y="96797"/>
                  <a:pt x="3177972" y="97857"/>
                  <a:pt x="3179212" y="98633"/>
                </a:cubicBezTo>
                <a:cubicBezTo>
                  <a:pt x="3180453" y="99408"/>
                  <a:pt x="3181901" y="99951"/>
                  <a:pt x="3183554" y="100261"/>
                </a:cubicBezTo>
                <a:cubicBezTo>
                  <a:pt x="3185209" y="100572"/>
                  <a:pt x="3186916" y="100728"/>
                  <a:pt x="3188673" y="100728"/>
                </a:cubicBezTo>
                <a:cubicBezTo>
                  <a:pt x="3193015" y="100728"/>
                  <a:pt x="3196374" y="100004"/>
                  <a:pt x="3198752" y="98558"/>
                </a:cubicBezTo>
                <a:cubicBezTo>
                  <a:pt x="3201131" y="97109"/>
                  <a:pt x="3202889" y="95377"/>
                  <a:pt x="3204027" y="93361"/>
                </a:cubicBezTo>
                <a:cubicBezTo>
                  <a:pt x="3205164" y="91344"/>
                  <a:pt x="3205863" y="89302"/>
                  <a:pt x="3206121" y="87234"/>
                </a:cubicBezTo>
                <a:cubicBezTo>
                  <a:pt x="3206380" y="85166"/>
                  <a:pt x="3206509" y="83511"/>
                  <a:pt x="3206509" y="82271"/>
                </a:cubicBezTo>
                <a:lnTo>
                  <a:pt x="3206509" y="74050"/>
                </a:lnTo>
                <a:close/>
                <a:moveTo>
                  <a:pt x="3300183" y="61340"/>
                </a:moveTo>
                <a:lnTo>
                  <a:pt x="3321740" y="61340"/>
                </a:lnTo>
                <a:cubicBezTo>
                  <a:pt x="3321431" y="56162"/>
                  <a:pt x="3320190" y="51684"/>
                  <a:pt x="3318017" y="47905"/>
                </a:cubicBezTo>
                <a:cubicBezTo>
                  <a:pt x="3315846" y="44125"/>
                  <a:pt x="3313029" y="40966"/>
                  <a:pt x="3309564" y="38430"/>
                </a:cubicBezTo>
                <a:cubicBezTo>
                  <a:pt x="3306101" y="35893"/>
                  <a:pt x="3302173" y="34003"/>
                  <a:pt x="3297779" y="32762"/>
                </a:cubicBezTo>
                <a:cubicBezTo>
                  <a:pt x="3293385" y="31519"/>
                  <a:pt x="3288810" y="30897"/>
                  <a:pt x="3284053" y="30897"/>
                </a:cubicBezTo>
                <a:cubicBezTo>
                  <a:pt x="3277539" y="30897"/>
                  <a:pt x="3271748" y="31985"/>
                  <a:pt x="3266681" y="34160"/>
                </a:cubicBezTo>
                <a:cubicBezTo>
                  <a:pt x="3261615" y="36334"/>
                  <a:pt x="3257324" y="39364"/>
                  <a:pt x="3253809" y="43248"/>
                </a:cubicBezTo>
                <a:cubicBezTo>
                  <a:pt x="3250294" y="47132"/>
                  <a:pt x="3247632" y="51741"/>
                  <a:pt x="3245822" y="57075"/>
                </a:cubicBezTo>
                <a:cubicBezTo>
                  <a:pt x="3244013" y="62408"/>
                  <a:pt x="3243108" y="68181"/>
                  <a:pt x="3243108" y="74396"/>
                </a:cubicBezTo>
                <a:cubicBezTo>
                  <a:pt x="3243108" y="80403"/>
                  <a:pt x="3244090" y="85919"/>
                  <a:pt x="3246054" y="90942"/>
                </a:cubicBezTo>
                <a:cubicBezTo>
                  <a:pt x="3248019" y="95964"/>
                  <a:pt x="3250758" y="100287"/>
                  <a:pt x="3254273" y="103913"/>
                </a:cubicBezTo>
                <a:cubicBezTo>
                  <a:pt x="3257790" y="107538"/>
                  <a:pt x="3262055" y="110361"/>
                  <a:pt x="3267069" y="112380"/>
                </a:cubicBezTo>
                <a:cubicBezTo>
                  <a:pt x="3272084" y="114400"/>
                  <a:pt x="3277590" y="115409"/>
                  <a:pt x="3283587" y="115409"/>
                </a:cubicBezTo>
                <a:cubicBezTo>
                  <a:pt x="3294236" y="115409"/>
                  <a:pt x="3302973" y="112607"/>
                  <a:pt x="3309796" y="107001"/>
                </a:cubicBezTo>
                <a:cubicBezTo>
                  <a:pt x="3316621" y="101394"/>
                  <a:pt x="3320758" y="93266"/>
                  <a:pt x="3322206" y="82617"/>
                </a:cubicBezTo>
                <a:lnTo>
                  <a:pt x="3300957" y="82617"/>
                </a:lnTo>
                <a:cubicBezTo>
                  <a:pt x="3300235" y="87580"/>
                  <a:pt x="3298451" y="91535"/>
                  <a:pt x="3295607" y="94482"/>
                </a:cubicBezTo>
                <a:cubicBezTo>
                  <a:pt x="3292764" y="97428"/>
                  <a:pt x="3288706" y="98901"/>
                  <a:pt x="3283433" y="98901"/>
                </a:cubicBezTo>
                <a:cubicBezTo>
                  <a:pt x="3280021" y="98901"/>
                  <a:pt x="3277125" y="98125"/>
                  <a:pt x="3274746" y="96574"/>
                </a:cubicBezTo>
                <a:cubicBezTo>
                  <a:pt x="3272368" y="95024"/>
                  <a:pt x="3270481" y="93033"/>
                  <a:pt x="3269085" y="90604"/>
                </a:cubicBezTo>
                <a:cubicBezTo>
                  <a:pt x="3267691" y="88173"/>
                  <a:pt x="3266682" y="85457"/>
                  <a:pt x="3266061" y="82458"/>
                </a:cubicBezTo>
                <a:cubicBezTo>
                  <a:pt x="3265441" y="79459"/>
                  <a:pt x="3265131" y="76512"/>
                  <a:pt x="3265131" y="73617"/>
                </a:cubicBezTo>
                <a:cubicBezTo>
                  <a:pt x="3265131" y="70618"/>
                  <a:pt x="3265441" y="67593"/>
                  <a:pt x="3266061" y="64544"/>
                </a:cubicBezTo>
                <a:cubicBezTo>
                  <a:pt x="3266682" y="61493"/>
                  <a:pt x="3267743" y="58700"/>
                  <a:pt x="3269241" y="56166"/>
                </a:cubicBezTo>
                <a:cubicBezTo>
                  <a:pt x="3270740" y="53633"/>
                  <a:pt x="3272678" y="51564"/>
                  <a:pt x="3275056" y="49962"/>
                </a:cubicBezTo>
                <a:cubicBezTo>
                  <a:pt x="3277435" y="48359"/>
                  <a:pt x="3280382" y="47557"/>
                  <a:pt x="3283897" y="47557"/>
                </a:cubicBezTo>
                <a:cubicBezTo>
                  <a:pt x="3293306" y="47557"/>
                  <a:pt x="3298735" y="52151"/>
                  <a:pt x="3300183" y="61340"/>
                </a:cubicBezTo>
                <a:close/>
                <a:moveTo>
                  <a:pt x="3336628" y="2575"/>
                </a:moveTo>
                <a:lnTo>
                  <a:pt x="3336628" y="113289"/>
                </a:lnTo>
                <a:lnTo>
                  <a:pt x="3358651" y="113289"/>
                </a:lnTo>
                <a:lnTo>
                  <a:pt x="3358651" y="85684"/>
                </a:lnTo>
                <a:lnTo>
                  <a:pt x="3367182" y="77463"/>
                </a:lnTo>
                <a:lnTo>
                  <a:pt x="3389204" y="113289"/>
                </a:lnTo>
                <a:lnTo>
                  <a:pt x="3415880" y="113289"/>
                </a:lnTo>
                <a:lnTo>
                  <a:pt x="3382223" y="62584"/>
                </a:lnTo>
                <a:lnTo>
                  <a:pt x="3412467" y="33122"/>
                </a:lnTo>
                <a:lnTo>
                  <a:pt x="3386412" y="33122"/>
                </a:lnTo>
                <a:lnTo>
                  <a:pt x="3358651" y="61964"/>
                </a:lnTo>
                <a:lnTo>
                  <a:pt x="3358651" y="2575"/>
                </a:lnTo>
                <a:lnTo>
                  <a:pt x="3336628" y="2575"/>
                </a:lnTo>
                <a:close/>
                <a:moveTo>
                  <a:pt x="3477603" y="64672"/>
                </a:moveTo>
                <a:lnTo>
                  <a:pt x="3441779" y="64672"/>
                </a:lnTo>
                <a:cubicBezTo>
                  <a:pt x="3441882" y="63116"/>
                  <a:pt x="3442217" y="61353"/>
                  <a:pt x="3442785" y="59383"/>
                </a:cubicBezTo>
                <a:cubicBezTo>
                  <a:pt x="3443355" y="57410"/>
                  <a:pt x="3444338" y="55543"/>
                  <a:pt x="3445734" y="53781"/>
                </a:cubicBezTo>
                <a:cubicBezTo>
                  <a:pt x="3447130" y="52017"/>
                  <a:pt x="3448991" y="50539"/>
                  <a:pt x="3451316" y="49346"/>
                </a:cubicBezTo>
                <a:cubicBezTo>
                  <a:pt x="3453643" y="48154"/>
                  <a:pt x="3456565" y="47557"/>
                  <a:pt x="3460080" y="47557"/>
                </a:cubicBezTo>
                <a:cubicBezTo>
                  <a:pt x="3465456" y="47557"/>
                  <a:pt x="3469463" y="49009"/>
                  <a:pt x="3472099" y="51914"/>
                </a:cubicBezTo>
                <a:cubicBezTo>
                  <a:pt x="3474735" y="54818"/>
                  <a:pt x="3476570" y="59071"/>
                  <a:pt x="3477603" y="64672"/>
                </a:cubicBezTo>
                <a:moveTo>
                  <a:pt x="3441779" y="78606"/>
                </a:moveTo>
                <a:lnTo>
                  <a:pt x="3499628" y="78606"/>
                </a:lnTo>
                <a:cubicBezTo>
                  <a:pt x="3500042" y="72390"/>
                  <a:pt x="3499524" y="66432"/>
                  <a:pt x="3498076" y="60734"/>
                </a:cubicBezTo>
                <a:cubicBezTo>
                  <a:pt x="3496629" y="55035"/>
                  <a:pt x="3494277" y="49959"/>
                  <a:pt x="3491019" y="45505"/>
                </a:cubicBezTo>
                <a:cubicBezTo>
                  <a:pt x="3487763" y="41050"/>
                  <a:pt x="3483601" y="37502"/>
                  <a:pt x="3478534" y="34861"/>
                </a:cubicBezTo>
                <a:cubicBezTo>
                  <a:pt x="3473468" y="32218"/>
                  <a:pt x="3467523" y="30897"/>
                  <a:pt x="3460700" y="30897"/>
                </a:cubicBezTo>
                <a:cubicBezTo>
                  <a:pt x="3454599" y="30897"/>
                  <a:pt x="3449041" y="31985"/>
                  <a:pt x="3444028" y="34160"/>
                </a:cubicBezTo>
                <a:cubicBezTo>
                  <a:pt x="3439014" y="36334"/>
                  <a:pt x="3434697" y="39311"/>
                  <a:pt x="3431078" y="43092"/>
                </a:cubicBezTo>
                <a:cubicBezTo>
                  <a:pt x="3427459" y="46872"/>
                  <a:pt x="3424667" y="51351"/>
                  <a:pt x="3422703" y="56531"/>
                </a:cubicBezTo>
                <a:cubicBezTo>
                  <a:pt x="3420739" y="61709"/>
                  <a:pt x="3419757" y="67302"/>
                  <a:pt x="3419757" y="73309"/>
                </a:cubicBezTo>
                <a:cubicBezTo>
                  <a:pt x="3419757" y="79522"/>
                  <a:pt x="3420713" y="85218"/>
                  <a:pt x="3422625" y="90398"/>
                </a:cubicBezTo>
                <a:cubicBezTo>
                  <a:pt x="3424539" y="95576"/>
                  <a:pt x="3427253" y="100030"/>
                  <a:pt x="3430768" y="103759"/>
                </a:cubicBezTo>
                <a:cubicBezTo>
                  <a:pt x="3434283" y="107487"/>
                  <a:pt x="3438574" y="110361"/>
                  <a:pt x="3443639" y="112380"/>
                </a:cubicBezTo>
                <a:cubicBezTo>
                  <a:pt x="3448705" y="114400"/>
                  <a:pt x="3454392" y="115409"/>
                  <a:pt x="3460700" y="115409"/>
                </a:cubicBezTo>
                <a:cubicBezTo>
                  <a:pt x="3469798" y="115409"/>
                  <a:pt x="3477552" y="113343"/>
                  <a:pt x="3483962" y="109212"/>
                </a:cubicBezTo>
                <a:cubicBezTo>
                  <a:pt x="3490374" y="105080"/>
                  <a:pt x="3495131" y="98210"/>
                  <a:pt x="3498232" y="88602"/>
                </a:cubicBezTo>
                <a:lnTo>
                  <a:pt x="3478846" y="88602"/>
                </a:lnTo>
                <a:cubicBezTo>
                  <a:pt x="3478122" y="91061"/>
                  <a:pt x="3476157" y="93393"/>
                  <a:pt x="3472951" y="95597"/>
                </a:cubicBezTo>
                <a:cubicBezTo>
                  <a:pt x="3469747" y="97799"/>
                  <a:pt x="3465922" y="98901"/>
                  <a:pt x="3461476" y="98901"/>
                </a:cubicBezTo>
                <a:cubicBezTo>
                  <a:pt x="3455272" y="98901"/>
                  <a:pt x="3450516" y="97300"/>
                  <a:pt x="3447206" y="94099"/>
                </a:cubicBezTo>
                <a:cubicBezTo>
                  <a:pt x="3443897" y="90896"/>
                  <a:pt x="3442089" y="85732"/>
                  <a:pt x="3441779" y="78606"/>
                </a:cubicBezTo>
                <a:close/>
                <a:moveTo>
                  <a:pt x="3512655" y="33048"/>
                </a:moveTo>
                <a:lnTo>
                  <a:pt x="3512655" y="113289"/>
                </a:lnTo>
                <a:lnTo>
                  <a:pt x="3534677" y="113289"/>
                </a:lnTo>
                <a:lnTo>
                  <a:pt x="3534677" y="77115"/>
                </a:lnTo>
                <a:cubicBezTo>
                  <a:pt x="3534677" y="73492"/>
                  <a:pt x="3535039" y="70129"/>
                  <a:pt x="3535763" y="67024"/>
                </a:cubicBezTo>
                <a:cubicBezTo>
                  <a:pt x="3536488" y="63919"/>
                  <a:pt x="3537702" y="61202"/>
                  <a:pt x="3539408" y="58874"/>
                </a:cubicBezTo>
                <a:cubicBezTo>
                  <a:pt x="3541113" y="56545"/>
                  <a:pt x="3543361" y="54708"/>
                  <a:pt x="3546152" y="53362"/>
                </a:cubicBezTo>
                <a:cubicBezTo>
                  <a:pt x="3548945" y="52016"/>
                  <a:pt x="3552357" y="51344"/>
                  <a:pt x="3556390" y="51344"/>
                </a:cubicBezTo>
                <a:cubicBezTo>
                  <a:pt x="3557734" y="51344"/>
                  <a:pt x="3559129" y="51422"/>
                  <a:pt x="3560576" y="51578"/>
                </a:cubicBezTo>
                <a:cubicBezTo>
                  <a:pt x="3562024" y="51732"/>
                  <a:pt x="3563265" y="51913"/>
                  <a:pt x="3564299" y="52120"/>
                </a:cubicBezTo>
                <a:lnTo>
                  <a:pt x="3564299" y="31671"/>
                </a:lnTo>
                <a:cubicBezTo>
                  <a:pt x="3562541" y="31155"/>
                  <a:pt x="3560939" y="30897"/>
                  <a:pt x="3559492" y="30897"/>
                </a:cubicBezTo>
                <a:cubicBezTo>
                  <a:pt x="3556700" y="30897"/>
                  <a:pt x="3554011" y="31310"/>
                  <a:pt x="3551427" y="32137"/>
                </a:cubicBezTo>
                <a:cubicBezTo>
                  <a:pt x="3548843" y="32962"/>
                  <a:pt x="3546413" y="34123"/>
                  <a:pt x="3544138" y="35621"/>
                </a:cubicBezTo>
                <a:cubicBezTo>
                  <a:pt x="3541863" y="37118"/>
                  <a:pt x="3539847" y="38925"/>
                  <a:pt x="3538090" y="41042"/>
                </a:cubicBezTo>
                <a:cubicBezTo>
                  <a:pt x="3536332" y="43159"/>
                  <a:pt x="3534936" y="45457"/>
                  <a:pt x="3533901" y="47936"/>
                </a:cubicBezTo>
                <a:lnTo>
                  <a:pt x="3533591" y="47936"/>
                </a:lnTo>
                <a:lnTo>
                  <a:pt x="3533591" y="33048"/>
                </a:lnTo>
                <a:lnTo>
                  <a:pt x="3512655" y="33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8c11043544a2d"/>
          <a:stretch xmlns:a="http://schemas.openxmlformats.org/drawingml/2006/main"/>
        </p:blipFill>
        <p:spPr>
          <a:xfrm xmlns:a="http://schemas.openxmlformats.org/drawingml/2006/main">
            <a:off x="10183787" y="3112345"/>
            <a:ext cx="387427" cy="387427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72fc3c8ab4711"/>
          <a:stretch xmlns:a="http://schemas.openxmlformats.org/drawingml/2006/main"/>
        </p:blipFill>
        <p:spPr>
          <a:xfrm xmlns:a="http://schemas.openxmlformats.org/drawingml/2006/main">
            <a:off x="6735777" y="1819998"/>
            <a:ext cx="254516" cy="234938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4e922137641c7"/>
          <a:stretch xmlns:a="http://schemas.openxmlformats.org/drawingml/2006/main"/>
        </p:blipFill>
        <p:spPr>
          <a:xfrm xmlns:a="http://schemas.openxmlformats.org/drawingml/2006/main">
            <a:off x="8746269" y="1881948"/>
            <a:ext cx="387427" cy="387427"/>
          </a:xfrm>
          <a:prstGeom xmlns:a="http://schemas.openxmlformats.org/drawingml/2006/main" prst="rect">
            <a:avLst/>
          </a:prstGeom>
        </p:spPr>
      </p:pic>
      <p:sp>
        <p:nvSpPr>
          <p:cNvPr id="82" name="Text Attacker">
            <a:extLst xmlns:a="http://schemas.openxmlformats.org/drawingml/2006/main">
              <a:ext uri="{FF2B5EF4-FFF2-40B4-BE49-F238E27FC236}">
                <a16:creationId xmlns:a16="http://schemas.microsoft.com/office/drawing/2014/main" id="{C9848B00-4AAC-45DA-AE31-7DF34563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850" y="2564837"/>
            <a:ext cx="625824" cy="121025"/>
          </a:xfrm>
          <a:custGeom xmlns:a="http://schemas.openxmlformats.org/drawingml/2006/main">
            <a:pathLst>
              <a:path w="625824" h="121025">
                <a:moveTo>
                  <a:pt x="34573" y="69973"/>
                </a:moveTo>
                <a:lnTo>
                  <a:pt x="54783" y="14361"/>
                </a:lnTo>
                <a:lnTo>
                  <a:pt x="55117" y="14361"/>
                </a:lnTo>
                <a:lnTo>
                  <a:pt x="74991" y="69973"/>
                </a:lnTo>
                <a:lnTo>
                  <a:pt x="34573" y="69973"/>
                </a:lnTo>
                <a:moveTo>
                  <a:pt x="46432" y="0"/>
                </a:moveTo>
                <a:lnTo>
                  <a:pt x="0" y="119231"/>
                </a:lnTo>
                <a:lnTo>
                  <a:pt x="16201" y="119231"/>
                </a:lnTo>
                <a:lnTo>
                  <a:pt x="29563" y="83347"/>
                </a:lnTo>
                <a:lnTo>
                  <a:pt x="80004" y="83347"/>
                </a:lnTo>
                <a:lnTo>
                  <a:pt x="93029" y="119231"/>
                </a:lnTo>
                <a:lnTo>
                  <a:pt x="110568" y="119231"/>
                </a:lnTo>
                <a:lnTo>
                  <a:pt x="63968" y="0"/>
                </a:lnTo>
                <a:lnTo>
                  <a:pt x="46432" y="0"/>
                </a:lnTo>
                <a:close/>
                <a:moveTo>
                  <a:pt x="139631" y="32784"/>
                </a:moveTo>
                <a:lnTo>
                  <a:pt x="139631" y="7014"/>
                </a:lnTo>
                <a:lnTo>
                  <a:pt x="125433" y="7014"/>
                </a:lnTo>
                <a:lnTo>
                  <a:pt x="125433" y="32784"/>
                </a:lnTo>
                <a:lnTo>
                  <a:pt x="110736" y="32784"/>
                </a:lnTo>
                <a:lnTo>
                  <a:pt x="110736" y="45344"/>
                </a:lnTo>
                <a:lnTo>
                  <a:pt x="125433" y="45344"/>
                </a:lnTo>
                <a:lnTo>
                  <a:pt x="125433" y="100341"/>
                </a:lnTo>
                <a:cubicBezTo>
                  <a:pt x="125433" y="104352"/>
                  <a:pt x="125823" y="107584"/>
                  <a:pt x="126603" y="110036"/>
                </a:cubicBezTo>
                <a:cubicBezTo>
                  <a:pt x="127383" y="112487"/>
                  <a:pt x="128580" y="114383"/>
                  <a:pt x="130194" y="115721"/>
                </a:cubicBezTo>
                <a:cubicBezTo>
                  <a:pt x="131808" y="117059"/>
                  <a:pt x="133923" y="117978"/>
                  <a:pt x="136540" y="118479"/>
                </a:cubicBezTo>
                <a:cubicBezTo>
                  <a:pt x="139156" y="118980"/>
                  <a:pt x="142302" y="119231"/>
                  <a:pt x="145977" y="119231"/>
                </a:cubicBezTo>
                <a:lnTo>
                  <a:pt x="156834" y="119231"/>
                </a:lnTo>
                <a:lnTo>
                  <a:pt x="156834" y="106672"/>
                </a:lnTo>
                <a:lnTo>
                  <a:pt x="150319" y="106672"/>
                </a:lnTo>
                <a:cubicBezTo>
                  <a:pt x="148092" y="106672"/>
                  <a:pt x="146283" y="106588"/>
                  <a:pt x="144891" y="106422"/>
                </a:cubicBezTo>
                <a:cubicBezTo>
                  <a:pt x="143500" y="106254"/>
                  <a:pt x="142414" y="105892"/>
                  <a:pt x="141634" y="105336"/>
                </a:cubicBezTo>
                <a:cubicBezTo>
                  <a:pt x="140856" y="104779"/>
                  <a:pt x="140327" y="103999"/>
                  <a:pt x="140049" y="102997"/>
                </a:cubicBezTo>
                <a:cubicBezTo>
                  <a:pt x="139770" y="101992"/>
                  <a:pt x="139631" y="100655"/>
                  <a:pt x="139631" y="98985"/>
                </a:cubicBezTo>
                <a:lnTo>
                  <a:pt x="139631" y="45344"/>
                </a:lnTo>
                <a:lnTo>
                  <a:pt x="156834" y="45344"/>
                </a:lnTo>
                <a:lnTo>
                  <a:pt x="156834" y="32784"/>
                </a:lnTo>
                <a:lnTo>
                  <a:pt x="139631" y="32784"/>
                </a:lnTo>
                <a:close/>
                <a:moveTo>
                  <a:pt x="192243" y="32784"/>
                </a:moveTo>
                <a:lnTo>
                  <a:pt x="192243" y="7014"/>
                </a:lnTo>
                <a:lnTo>
                  <a:pt x="178045" y="7014"/>
                </a:lnTo>
                <a:lnTo>
                  <a:pt x="178045" y="32784"/>
                </a:lnTo>
                <a:lnTo>
                  <a:pt x="163348" y="32784"/>
                </a:lnTo>
                <a:lnTo>
                  <a:pt x="163348" y="45344"/>
                </a:lnTo>
                <a:lnTo>
                  <a:pt x="178045" y="45344"/>
                </a:lnTo>
                <a:lnTo>
                  <a:pt x="178045" y="100341"/>
                </a:lnTo>
                <a:cubicBezTo>
                  <a:pt x="178045" y="104352"/>
                  <a:pt x="178435" y="107584"/>
                  <a:pt x="179215" y="110036"/>
                </a:cubicBezTo>
                <a:cubicBezTo>
                  <a:pt x="179995" y="112487"/>
                  <a:pt x="181192" y="114383"/>
                  <a:pt x="182806" y="115721"/>
                </a:cubicBezTo>
                <a:cubicBezTo>
                  <a:pt x="184420" y="117059"/>
                  <a:pt x="186535" y="117978"/>
                  <a:pt x="189152" y="118479"/>
                </a:cubicBezTo>
                <a:cubicBezTo>
                  <a:pt x="191768" y="118980"/>
                  <a:pt x="194914" y="119231"/>
                  <a:pt x="198589" y="119231"/>
                </a:cubicBezTo>
                <a:lnTo>
                  <a:pt x="209446" y="119231"/>
                </a:lnTo>
                <a:lnTo>
                  <a:pt x="209446" y="106672"/>
                </a:lnTo>
                <a:lnTo>
                  <a:pt x="202931" y="106672"/>
                </a:lnTo>
                <a:cubicBezTo>
                  <a:pt x="200704" y="106672"/>
                  <a:pt x="198895" y="106588"/>
                  <a:pt x="197503" y="106422"/>
                </a:cubicBezTo>
                <a:cubicBezTo>
                  <a:pt x="196112" y="106254"/>
                  <a:pt x="195026" y="105892"/>
                  <a:pt x="194246" y="105336"/>
                </a:cubicBezTo>
                <a:cubicBezTo>
                  <a:pt x="193468" y="104779"/>
                  <a:pt x="192940" y="103999"/>
                  <a:pt x="192661" y="102997"/>
                </a:cubicBezTo>
                <a:cubicBezTo>
                  <a:pt x="192382" y="101992"/>
                  <a:pt x="192243" y="100655"/>
                  <a:pt x="192243" y="98985"/>
                </a:cubicBezTo>
                <a:lnTo>
                  <a:pt x="192243" y="45344"/>
                </a:lnTo>
                <a:lnTo>
                  <a:pt x="209446" y="45344"/>
                </a:lnTo>
                <a:lnTo>
                  <a:pt x="209446" y="32784"/>
                </a:lnTo>
                <a:lnTo>
                  <a:pt x="192243" y="32784"/>
                </a:lnTo>
                <a:close/>
                <a:moveTo>
                  <a:pt x="301641" y="118854"/>
                </a:moveTo>
                <a:cubicBezTo>
                  <a:pt x="299191" y="120301"/>
                  <a:pt x="295795" y="121025"/>
                  <a:pt x="291452" y="121025"/>
                </a:cubicBezTo>
                <a:cubicBezTo>
                  <a:pt x="287779" y="121025"/>
                  <a:pt x="284857" y="119995"/>
                  <a:pt x="282685" y="117936"/>
                </a:cubicBezTo>
                <a:cubicBezTo>
                  <a:pt x="280514" y="115875"/>
                  <a:pt x="279428" y="112506"/>
                  <a:pt x="279428" y="107829"/>
                </a:cubicBezTo>
                <a:cubicBezTo>
                  <a:pt x="275531" y="112506"/>
                  <a:pt x="270993" y="115875"/>
                  <a:pt x="265814" y="117936"/>
                </a:cubicBezTo>
                <a:cubicBezTo>
                  <a:pt x="260637" y="119995"/>
                  <a:pt x="255042" y="121025"/>
                  <a:pt x="249029" y="121025"/>
                </a:cubicBezTo>
                <a:cubicBezTo>
                  <a:pt x="245132" y="121025"/>
                  <a:pt x="241429" y="120580"/>
                  <a:pt x="237920" y="119689"/>
                </a:cubicBezTo>
                <a:cubicBezTo>
                  <a:pt x="234414" y="118799"/>
                  <a:pt x="231380" y="117408"/>
                  <a:pt x="228820" y="115515"/>
                </a:cubicBezTo>
                <a:cubicBezTo>
                  <a:pt x="226259" y="113622"/>
                  <a:pt x="224227" y="111146"/>
                  <a:pt x="222723" y="108086"/>
                </a:cubicBezTo>
                <a:cubicBezTo>
                  <a:pt x="221220" y="105024"/>
                  <a:pt x="220468" y="101323"/>
                  <a:pt x="220468" y="96982"/>
                </a:cubicBezTo>
                <a:cubicBezTo>
                  <a:pt x="220468" y="92084"/>
                  <a:pt x="221303" y="88077"/>
                  <a:pt x="222973" y="84961"/>
                </a:cubicBezTo>
                <a:cubicBezTo>
                  <a:pt x="224643" y="81845"/>
                  <a:pt x="226842" y="79313"/>
                  <a:pt x="229569" y="77366"/>
                </a:cubicBezTo>
                <a:cubicBezTo>
                  <a:pt x="232297" y="75417"/>
                  <a:pt x="235415" y="73942"/>
                  <a:pt x="238922" y="72939"/>
                </a:cubicBezTo>
                <a:cubicBezTo>
                  <a:pt x="242430" y="71937"/>
                  <a:pt x="246022" y="71102"/>
                  <a:pt x="249697" y="70434"/>
                </a:cubicBezTo>
                <a:cubicBezTo>
                  <a:pt x="253595" y="69656"/>
                  <a:pt x="257297" y="69072"/>
                  <a:pt x="260804" y="68683"/>
                </a:cubicBezTo>
                <a:cubicBezTo>
                  <a:pt x="264310" y="68292"/>
                  <a:pt x="267400" y="67735"/>
                  <a:pt x="270073" y="67011"/>
                </a:cubicBezTo>
                <a:cubicBezTo>
                  <a:pt x="272745" y="66287"/>
                  <a:pt x="274861" y="65231"/>
                  <a:pt x="276419" y="63841"/>
                </a:cubicBezTo>
                <a:cubicBezTo>
                  <a:pt x="277978" y="62449"/>
                  <a:pt x="278758" y="60417"/>
                  <a:pt x="278758" y="57745"/>
                </a:cubicBezTo>
                <a:cubicBezTo>
                  <a:pt x="278758" y="54629"/>
                  <a:pt x="278174" y="52124"/>
                  <a:pt x="277005" y="50232"/>
                </a:cubicBezTo>
                <a:cubicBezTo>
                  <a:pt x="275836" y="48339"/>
                  <a:pt x="274332" y="46892"/>
                  <a:pt x="272494" y="45891"/>
                </a:cubicBezTo>
                <a:cubicBezTo>
                  <a:pt x="270657" y="44889"/>
                  <a:pt x="268597" y="44221"/>
                  <a:pt x="266314" y="43888"/>
                </a:cubicBezTo>
                <a:cubicBezTo>
                  <a:pt x="264032" y="43554"/>
                  <a:pt x="261778" y="43386"/>
                  <a:pt x="259552" y="43386"/>
                </a:cubicBezTo>
                <a:cubicBezTo>
                  <a:pt x="253539" y="43386"/>
                  <a:pt x="248529" y="44524"/>
                  <a:pt x="244521" y="46799"/>
                </a:cubicBezTo>
                <a:cubicBezTo>
                  <a:pt x="240513" y="49074"/>
                  <a:pt x="238342" y="53373"/>
                  <a:pt x="238007" y="59697"/>
                </a:cubicBezTo>
                <a:lnTo>
                  <a:pt x="223809" y="59697"/>
                </a:lnTo>
                <a:cubicBezTo>
                  <a:pt x="224032" y="54357"/>
                  <a:pt x="225145" y="49851"/>
                  <a:pt x="227148" y="46179"/>
                </a:cubicBezTo>
                <a:cubicBezTo>
                  <a:pt x="229153" y="42508"/>
                  <a:pt x="231825" y="39532"/>
                  <a:pt x="235165" y="37252"/>
                </a:cubicBezTo>
                <a:cubicBezTo>
                  <a:pt x="238506" y="34972"/>
                  <a:pt x="242319" y="33331"/>
                  <a:pt x="246606" y="32331"/>
                </a:cubicBezTo>
                <a:cubicBezTo>
                  <a:pt x="250894" y="31328"/>
                  <a:pt x="255487" y="30827"/>
                  <a:pt x="260386" y="30827"/>
                </a:cubicBezTo>
                <a:cubicBezTo>
                  <a:pt x="264283" y="30827"/>
                  <a:pt x="268153" y="31106"/>
                  <a:pt x="271994" y="31663"/>
                </a:cubicBezTo>
                <a:cubicBezTo>
                  <a:pt x="275836" y="32219"/>
                  <a:pt x="279315" y="33359"/>
                  <a:pt x="282433" y="35086"/>
                </a:cubicBezTo>
                <a:cubicBezTo>
                  <a:pt x="285551" y="36810"/>
                  <a:pt x="288056" y="39231"/>
                  <a:pt x="289949" y="42349"/>
                </a:cubicBezTo>
                <a:cubicBezTo>
                  <a:pt x="291841" y="45465"/>
                  <a:pt x="292788" y="49527"/>
                  <a:pt x="292788" y="54536"/>
                </a:cubicBezTo>
                <a:lnTo>
                  <a:pt x="292788" y="98944"/>
                </a:lnTo>
                <a:cubicBezTo>
                  <a:pt x="292788" y="102285"/>
                  <a:pt x="292982" y="104734"/>
                  <a:pt x="293371" y="106292"/>
                </a:cubicBezTo>
                <a:cubicBezTo>
                  <a:pt x="293762" y="107850"/>
                  <a:pt x="295071" y="108629"/>
                  <a:pt x="297299" y="108629"/>
                </a:cubicBezTo>
                <a:cubicBezTo>
                  <a:pt x="298524" y="108629"/>
                  <a:pt x="299971" y="108362"/>
                  <a:pt x="301641" y="107829"/>
                </a:cubicBezTo>
                <a:lnTo>
                  <a:pt x="301641" y="118854"/>
                </a:lnTo>
                <a:moveTo>
                  <a:pt x="278592" y="74591"/>
                </a:moveTo>
                <a:cubicBezTo>
                  <a:pt x="276810" y="75926"/>
                  <a:pt x="274471" y="76900"/>
                  <a:pt x="271576" y="77511"/>
                </a:cubicBezTo>
                <a:cubicBezTo>
                  <a:pt x="268683" y="78123"/>
                  <a:pt x="265649" y="78623"/>
                  <a:pt x="262475" y="79012"/>
                </a:cubicBezTo>
                <a:cubicBezTo>
                  <a:pt x="259302" y="79401"/>
                  <a:pt x="256100" y="79846"/>
                  <a:pt x="252870" y="80348"/>
                </a:cubicBezTo>
                <a:cubicBezTo>
                  <a:pt x="249642" y="80847"/>
                  <a:pt x="246748" y="81653"/>
                  <a:pt x="244187" y="82766"/>
                </a:cubicBezTo>
                <a:cubicBezTo>
                  <a:pt x="241627" y="83879"/>
                  <a:pt x="239539" y="85464"/>
                  <a:pt x="237923" y="87522"/>
                </a:cubicBezTo>
                <a:cubicBezTo>
                  <a:pt x="236309" y="89579"/>
                  <a:pt x="235502" y="92388"/>
                  <a:pt x="235502" y="95947"/>
                </a:cubicBezTo>
                <a:cubicBezTo>
                  <a:pt x="235502" y="98283"/>
                  <a:pt x="235975" y="100259"/>
                  <a:pt x="236921" y="101873"/>
                </a:cubicBezTo>
                <a:cubicBezTo>
                  <a:pt x="237868" y="103485"/>
                  <a:pt x="239093" y="104792"/>
                  <a:pt x="240596" y="105792"/>
                </a:cubicBezTo>
                <a:cubicBezTo>
                  <a:pt x="242100" y="106793"/>
                  <a:pt x="243853" y="107516"/>
                  <a:pt x="245856" y="107961"/>
                </a:cubicBezTo>
                <a:cubicBezTo>
                  <a:pt x="247861" y="108406"/>
                  <a:pt x="249977" y="108629"/>
                  <a:pt x="252202" y="108629"/>
                </a:cubicBezTo>
                <a:cubicBezTo>
                  <a:pt x="256880" y="108629"/>
                  <a:pt x="260889" y="107989"/>
                  <a:pt x="264229" y="106710"/>
                </a:cubicBezTo>
                <a:cubicBezTo>
                  <a:pt x="267569" y="105430"/>
                  <a:pt x="270297" y="103818"/>
                  <a:pt x="272412" y="101873"/>
                </a:cubicBezTo>
                <a:cubicBezTo>
                  <a:pt x="274528" y="99926"/>
                  <a:pt x="276086" y="97812"/>
                  <a:pt x="277089" y="95532"/>
                </a:cubicBezTo>
                <a:cubicBezTo>
                  <a:pt x="278091" y="93250"/>
                  <a:pt x="278592" y="91108"/>
                  <a:pt x="278592" y="89107"/>
                </a:cubicBezTo>
                <a:lnTo>
                  <a:pt x="278592" y="74591"/>
                </a:lnTo>
                <a:close/>
                <a:moveTo>
                  <a:pt x="373458" y="60512"/>
                </a:moveTo>
                <a:lnTo>
                  <a:pt x="388158" y="60512"/>
                </a:lnTo>
                <a:cubicBezTo>
                  <a:pt x="387600" y="55398"/>
                  <a:pt x="386264" y="50979"/>
                  <a:pt x="384149" y="47255"/>
                </a:cubicBezTo>
                <a:cubicBezTo>
                  <a:pt x="382034" y="43529"/>
                  <a:pt x="379333" y="40444"/>
                  <a:pt x="376047" y="37999"/>
                </a:cubicBezTo>
                <a:cubicBezTo>
                  <a:pt x="372763" y="35552"/>
                  <a:pt x="368977" y="33745"/>
                  <a:pt x="364691" y="32578"/>
                </a:cubicBezTo>
                <a:cubicBezTo>
                  <a:pt x="360404" y="31411"/>
                  <a:pt x="355811" y="30827"/>
                  <a:pt x="350911" y="30827"/>
                </a:cubicBezTo>
                <a:cubicBezTo>
                  <a:pt x="344118" y="30827"/>
                  <a:pt x="338160" y="32024"/>
                  <a:pt x="333038" y="34418"/>
                </a:cubicBezTo>
                <a:cubicBezTo>
                  <a:pt x="327917" y="36812"/>
                  <a:pt x="323658" y="40097"/>
                  <a:pt x="320262" y="44273"/>
                </a:cubicBezTo>
                <a:cubicBezTo>
                  <a:pt x="316866" y="48449"/>
                  <a:pt x="314333" y="53349"/>
                  <a:pt x="312662" y="58973"/>
                </a:cubicBezTo>
                <a:cubicBezTo>
                  <a:pt x="310992" y="64595"/>
                  <a:pt x="310157" y="70636"/>
                  <a:pt x="310157" y="77096"/>
                </a:cubicBezTo>
                <a:cubicBezTo>
                  <a:pt x="310157" y="83554"/>
                  <a:pt x="311020" y="89483"/>
                  <a:pt x="312746" y="94885"/>
                </a:cubicBezTo>
                <a:cubicBezTo>
                  <a:pt x="314473" y="100286"/>
                  <a:pt x="317034" y="104935"/>
                  <a:pt x="320430" y="108833"/>
                </a:cubicBezTo>
                <a:cubicBezTo>
                  <a:pt x="323827" y="112729"/>
                  <a:pt x="328057" y="115735"/>
                  <a:pt x="333122" y="117852"/>
                </a:cubicBezTo>
                <a:cubicBezTo>
                  <a:pt x="338189" y="119967"/>
                  <a:pt x="344007" y="121025"/>
                  <a:pt x="350577" y="121025"/>
                </a:cubicBezTo>
                <a:cubicBezTo>
                  <a:pt x="361600" y="121025"/>
                  <a:pt x="370313" y="118127"/>
                  <a:pt x="376715" y="112332"/>
                </a:cubicBezTo>
                <a:cubicBezTo>
                  <a:pt x="383118" y="106536"/>
                  <a:pt x="387099" y="98289"/>
                  <a:pt x="388657" y="87588"/>
                </a:cubicBezTo>
                <a:lnTo>
                  <a:pt x="374128" y="87588"/>
                </a:lnTo>
                <a:cubicBezTo>
                  <a:pt x="373236" y="94267"/>
                  <a:pt x="370813" y="99444"/>
                  <a:pt x="366860" y="103119"/>
                </a:cubicBezTo>
                <a:cubicBezTo>
                  <a:pt x="362908" y="106792"/>
                  <a:pt x="357424" y="108629"/>
                  <a:pt x="350409" y="108629"/>
                </a:cubicBezTo>
                <a:cubicBezTo>
                  <a:pt x="345956" y="108629"/>
                  <a:pt x="342114" y="107739"/>
                  <a:pt x="338884" y="105960"/>
                </a:cubicBezTo>
                <a:cubicBezTo>
                  <a:pt x="335656" y="104180"/>
                  <a:pt x="333040" y="101816"/>
                  <a:pt x="331035" y="98868"/>
                </a:cubicBezTo>
                <a:cubicBezTo>
                  <a:pt x="329032" y="95920"/>
                  <a:pt x="327557" y="92555"/>
                  <a:pt x="326611" y="88773"/>
                </a:cubicBezTo>
                <a:cubicBezTo>
                  <a:pt x="325664" y="84991"/>
                  <a:pt x="325191" y="81098"/>
                  <a:pt x="325191" y="77093"/>
                </a:cubicBezTo>
                <a:cubicBezTo>
                  <a:pt x="325191" y="72754"/>
                  <a:pt x="325636" y="68555"/>
                  <a:pt x="326526" y="64496"/>
                </a:cubicBezTo>
                <a:cubicBezTo>
                  <a:pt x="327417" y="60435"/>
                  <a:pt x="328891" y="56848"/>
                  <a:pt x="330951" y="53733"/>
                </a:cubicBezTo>
                <a:cubicBezTo>
                  <a:pt x="333012" y="50617"/>
                  <a:pt x="335767" y="48114"/>
                  <a:pt x="339218" y="46223"/>
                </a:cubicBezTo>
                <a:cubicBezTo>
                  <a:pt x="342671" y="44332"/>
                  <a:pt x="346958" y="43386"/>
                  <a:pt x="352081" y="43386"/>
                </a:cubicBezTo>
                <a:cubicBezTo>
                  <a:pt x="358093" y="43386"/>
                  <a:pt x="362881" y="44883"/>
                  <a:pt x="366444" y="47877"/>
                </a:cubicBezTo>
                <a:cubicBezTo>
                  <a:pt x="370007" y="50869"/>
                  <a:pt x="372345" y="55081"/>
                  <a:pt x="373458" y="60512"/>
                </a:cubicBezTo>
                <a:close/>
                <a:moveTo>
                  <a:pt x="405358" y="0"/>
                </a:moveTo>
                <a:lnTo>
                  <a:pt x="405358" y="119231"/>
                </a:lnTo>
                <a:lnTo>
                  <a:pt x="419556" y="119231"/>
                </a:lnTo>
                <a:lnTo>
                  <a:pt x="419556" y="86495"/>
                </a:lnTo>
                <a:lnTo>
                  <a:pt x="432916" y="74134"/>
                </a:lnTo>
                <a:lnTo>
                  <a:pt x="462479" y="119231"/>
                </a:lnTo>
                <a:lnTo>
                  <a:pt x="480517" y="119231"/>
                </a:lnTo>
                <a:lnTo>
                  <a:pt x="443772" y="64292"/>
                </a:lnTo>
                <a:lnTo>
                  <a:pt x="478012" y="32897"/>
                </a:lnTo>
                <a:lnTo>
                  <a:pt x="458972" y="32897"/>
                </a:lnTo>
                <a:lnTo>
                  <a:pt x="419556" y="70638"/>
                </a:lnTo>
                <a:lnTo>
                  <a:pt x="419556" y="0"/>
                </a:lnTo>
                <a:lnTo>
                  <a:pt x="405358" y="0"/>
                </a:lnTo>
                <a:close/>
                <a:moveTo>
                  <a:pt x="551169" y="67852"/>
                </a:moveTo>
                <a:lnTo>
                  <a:pt x="501564" y="67852"/>
                </a:lnTo>
                <a:cubicBezTo>
                  <a:pt x="501787" y="64500"/>
                  <a:pt x="502511" y="61344"/>
                  <a:pt x="503736" y="58384"/>
                </a:cubicBezTo>
                <a:cubicBezTo>
                  <a:pt x="504961" y="55423"/>
                  <a:pt x="506631" y="52825"/>
                  <a:pt x="508746" y="50591"/>
                </a:cubicBezTo>
                <a:cubicBezTo>
                  <a:pt x="510862" y="48357"/>
                  <a:pt x="513395" y="46597"/>
                  <a:pt x="516346" y="45313"/>
                </a:cubicBezTo>
                <a:cubicBezTo>
                  <a:pt x="519297" y="44029"/>
                  <a:pt x="522609" y="43386"/>
                  <a:pt x="526283" y="43386"/>
                </a:cubicBezTo>
                <a:cubicBezTo>
                  <a:pt x="529846" y="43386"/>
                  <a:pt x="533103" y="44029"/>
                  <a:pt x="536054" y="45313"/>
                </a:cubicBezTo>
                <a:cubicBezTo>
                  <a:pt x="539005" y="46597"/>
                  <a:pt x="541566" y="48330"/>
                  <a:pt x="543738" y="50509"/>
                </a:cubicBezTo>
                <a:cubicBezTo>
                  <a:pt x="545909" y="52688"/>
                  <a:pt x="547634" y="55285"/>
                  <a:pt x="548914" y="58300"/>
                </a:cubicBezTo>
                <a:cubicBezTo>
                  <a:pt x="550195" y="61316"/>
                  <a:pt x="550947" y="64500"/>
                  <a:pt x="551169" y="67852"/>
                </a:cubicBezTo>
                <a:moveTo>
                  <a:pt x="564865" y="91829"/>
                </a:moveTo>
                <a:lnTo>
                  <a:pt x="550835" y="91829"/>
                </a:lnTo>
                <a:cubicBezTo>
                  <a:pt x="549610" y="97485"/>
                  <a:pt x="547077" y="101699"/>
                  <a:pt x="543236" y="104472"/>
                </a:cubicBezTo>
                <a:cubicBezTo>
                  <a:pt x="539394" y="107243"/>
                  <a:pt x="534467" y="108629"/>
                  <a:pt x="528454" y="108629"/>
                </a:cubicBezTo>
                <a:cubicBezTo>
                  <a:pt x="523778" y="108629"/>
                  <a:pt x="519714" y="107854"/>
                  <a:pt x="516262" y="106305"/>
                </a:cubicBezTo>
                <a:cubicBezTo>
                  <a:pt x="512811" y="104755"/>
                  <a:pt x="509972" y="102681"/>
                  <a:pt x="507745" y="100081"/>
                </a:cubicBezTo>
                <a:cubicBezTo>
                  <a:pt x="505517" y="97480"/>
                  <a:pt x="503902" y="94492"/>
                  <a:pt x="502900" y="91118"/>
                </a:cubicBezTo>
                <a:cubicBezTo>
                  <a:pt x="501897" y="87742"/>
                  <a:pt x="501452" y="84173"/>
                  <a:pt x="501564" y="80411"/>
                </a:cubicBezTo>
                <a:lnTo>
                  <a:pt x="566200" y="80411"/>
                </a:lnTo>
                <a:cubicBezTo>
                  <a:pt x="566423" y="75163"/>
                  <a:pt x="565950" y="69635"/>
                  <a:pt x="564781" y="63828"/>
                </a:cubicBezTo>
                <a:cubicBezTo>
                  <a:pt x="563612" y="58021"/>
                  <a:pt x="561496" y="52660"/>
                  <a:pt x="558433" y="47747"/>
                </a:cubicBezTo>
                <a:cubicBezTo>
                  <a:pt x="555371" y="42833"/>
                  <a:pt x="551307" y="38785"/>
                  <a:pt x="546240" y="35603"/>
                </a:cubicBezTo>
                <a:cubicBezTo>
                  <a:pt x="541174" y="32419"/>
                  <a:pt x="534799" y="30827"/>
                  <a:pt x="527116" y="30827"/>
                </a:cubicBezTo>
                <a:cubicBezTo>
                  <a:pt x="521215" y="30827"/>
                  <a:pt x="515787" y="31941"/>
                  <a:pt x="510831" y="34168"/>
                </a:cubicBezTo>
                <a:cubicBezTo>
                  <a:pt x="505877" y="36396"/>
                  <a:pt x="501590" y="39514"/>
                  <a:pt x="497971" y="43524"/>
                </a:cubicBezTo>
                <a:cubicBezTo>
                  <a:pt x="494352" y="47532"/>
                  <a:pt x="491540" y="52265"/>
                  <a:pt x="489535" y="57722"/>
                </a:cubicBezTo>
                <a:cubicBezTo>
                  <a:pt x="487532" y="63177"/>
                  <a:pt x="486531" y="69189"/>
                  <a:pt x="486531" y="75758"/>
                </a:cubicBezTo>
                <a:cubicBezTo>
                  <a:pt x="486753" y="82328"/>
                  <a:pt x="487728" y="88397"/>
                  <a:pt x="489454" y="93965"/>
                </a:cubicBezTo>
                <a:cubicBezTo>
                  <a:pt x="491180" y="99532"/>
                  <a:pt x="493768" y="104321"/>
                  <a:pt x="497219" y="108331"/>
                </a:cubicBezTo>
                <a:cubicBezTo>
                  <a:pt x="500672" y="112339"/>
                  <a:pt x="504931" y="115456"/>
                  <a:pt x="509998" y="117684"/>
                </a:cubicBezTo>
                <a:cubicBezTo>
                  <a:pt x="515064" y="119911"/>
                  <a:pt x="521049" y="121025"/>
                  <a:pt x="527952" y="121025"/>
                </a:cubicBezTo>
                <a:cubicBezTo>
                  <a:pt x="537752" y="121025"/>
                  <a:pt x="545881" y="118578"/>
                  <a:pt x="552339" y="113685"/>
                </a:cubicBezTo>
                <a:cubicBezTo>
                  <a:pt x="558797" y="108790"/>
                  <a:pt x="562972" y="101505"/>
                  <a:pt x="564865" y="91829"/>
                </a:cubicBezTo>
                <a:close/>
                <a:moveTo>
                  <a:pt x="580396" y="32833"/>
                </a:moveTo>
                <a:lnTo>
                  <a:pt x="580396" y="119231"/>
                </a:lnTo>
                <a:lnTo>
                  <a:pt x="594592" y="119231"/>
                </a:lnTo>
                <a:lnTo>
                  <a:pt x="594592" y="80776"/>
                </a:lnTo>
                <a:cubicBezTo>
                  <a:pt x="594592" y="75203"/>
                  <a:pt x="595148" y="70272"/>
                  <a:pt x="596261" y="65982"/>
                </a:cubicBezTo>
                <a:cubicBezTo>
                  <a:pt x="597376" y="61690"/>
                  <a:pt x="599158" y="58040"/>
                  <a:pt x="601608" y="55031"/>
                </a:cubicBezTo>
                <a:cubicBezTo>
                  <a:pt x="604058" y="52020"/>
                  <a:pt x="607287" y="49735"/>
                  <a:pt x="611295" y="48175"/>
                </a:cubicBezTo>
                <a:cubicBezTo>
                  <a:pt x="615303" y="46614"/>
                  <a:pt x="620146" y="45833"/>
                  <a:pt x="625824" y="45833"/>
                </a:cubicBezTo>
                <a:lnTo>
                  <a:pt x="625824" y="30827"/>
                </a:lnTo>
                <a:cubicBezTo>
                  <a:pt x="618143" y="30605"/>
                  <a:pt x="611796" y="32164"/>
                  <a:pt x="606784" y="35506"/>
                </a:cubicBezTo>
                <a:cubicBezTo>
                  <a:pt x="601773" y="38848"/>
                  <a:pt x="597543" y="44029"/>
                  <a:pt x="594092" y="51047"/>
                </a:cubicBezTo>
                <a:lnTo>
                  <a:pt x="593758" y="51047"/>
                </a:lnTo>
                <a:lnTo>
                  <a:pt x="593758" y="32833"/>
                </a:lnTo>
                <a:lnTo>
                  <a:pt x="580396" y="32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Controlled">
            <a:extLst xmlns:a="http://schemas.openxmlformats.org/drawingml/2006/main">
              <a:ext uri="{FF2B5EF4-FFF2-40B4-BE49-F238E27FC236}">
                <a16:creationId xmlns:a16="http://schemas.microsoft.com/office/drawing/2014/main" id="{C3D3467E-8848-44A7-8AED-4BF5646D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793" y="2763423"/>
            <a:ext cx="754936" cy="124776"/>
          </a:xfrm>
          <a:custGeom xmlns:a="http://schemas.openxmlformats.org/drawingml/2006/main">
            <a:pathLst>
              <a:path w="754936" h="124776">
                <a:moveTo>
                  <a:pt x="89691" y="38763"/>
                </a:moveTo>
                <a:lnTo>
                  <a:pt x="105558" y="38763"/>
                </a:lnTo>
                <a:cubicBezTo>
                  <a:pt x="104668" y="32416"/>
                  <a:pt x="102775" y="26820"/>
                  <a:pt x="99880" y="21976"/>
                </a:cubicBezTo>
                <a:cubicBezTo>
                  <a:pt x="96985" y="17132"/>
                  <a:pt x="93366" y="13094"/>
                  <a:pt x="89023" y="9863"/>
                </a:cubicBezTo>
                <a:cubicBezTo>
                  <a:pt x="84680" y="6631"/>
                  <a:pt x="79725" y="4180"/>
                  <a:pt x="74157" y="2508"/>
                </a:cubicBezTo>
                <a:cubicBezTo>
                  <a:pt x="68590" y="836"/>
                  <a:pt x="62688" y="0"/>
                  <a:pt x="56453" y="0"/>
                </a:cubicBezTo>
                <a:cubicBezTo>
                  <a:pt x="47322" y="0"/>
                  <a:pt x="39221" y="1643"/>
                  <a:pt x="32150" y="4929"/>
                </a:cubicBezTo>
                <a:cubicBezTo>
                  <a:pt x="25080" y="8213"/>
                  <a:pt x="19179" y="12695"/>
                  <a:pt x="14448" y="18375"/>
                </a:cubicBezTo>
                <a:cubicBezTo>
                  <a:pt x="9716" y="24053"/>
                  <a:pt x="6125" y="30706"/>
                  <a:pt x="3675" y="38335"/>
                </a:cubicBezTo>
                <a:cubicBezTo>
                  <a:pt x="1225" y="45964"/>
                  <a:pt x="0" y="54121"/>
                  <a:pt x="0" y="62806"/>
                </a:cubicBezTo>
                <a:cubicBezTo>
                  <a:pt x="0" y="71492"/>
                  <a:pt x="1141" y="79621"/>
                  <a:pt x="3423" y="87193"/>
                </a:cubicBezTo>
                <a:cubicBezTo>
                  <a:pt x="5706" y="94766"/>
                  <a:pt x="9131" y="101336"/>
                  <a:pt x="13696" y="106903"/>
                </a:cubicBezTo>
                <a:cubicBezTo>
                  <a:pt x="18261" y="112471"/>
                  <a:pt x="23995" y="116842"/>
                  <a:pt x="30898" y="120016"/>
                </a:cubicBezTo>
                <a:cubicBezTo>
                  <a:pt x="37802" y="123189"/>
                  <a:pt x="45875" y="124776"/>
                  <a:pt x="55117" y="124776"/>
                </a:cubicBezTo>
                <a:cubicBezTo>
                  <a:pt x="70371" y="124776"/>
                  <a:pt x="82396" y="120598"/>
                  <a:pt x="91192" y="112243"/>
                </a:cubicBezTo>
                <a:cubicBezTo>
                  <a:pt x="99989" y="103885"/>
                  <a:pt x="105168" y="92191"/>
                  <a:pt x="106728" y="77159"/>
                </a:cubicBezTo>
                <a:lnTo>
                  <a:pt x="90860" y="77159"/>
                </a:lnTo>
                <a:cubicBezTo>
                  <a:pt x="90526" y="82058"/>
                  <a:pt x="89523" y="86623"/>
                  <a:pt x="87853" y="90855"/>
                </a:cubicBezTo>
                <a:cubicBezTo>
                  <a:pt x="86183" y="95086"/>
                  <a:pt x="83872" y="98733"/>
                  <a:pt x="80921" y="101796"/>
                </a:cubicBezTo>
                <a:cubicBezTo>
                  <a:pt x="77972" y="104858"/>
                  <a:pt x="74464" y="107252"/>
                  <a:pt x="70398" y="108978"/>
                </a:cubicBezTo>
                <a:cubicBezTo>
                  <a:pt x="66334" y="110702"/>
                  <a:pt x="61686" y="111565"/>
                  <a:pt x="56453" y="111565"/>
                </a:cubicBezTo>
                <a:cubicBezTo>
                  <a:pt x="49327" y="111565"/>
                  <a:pt x="43203" y="110229"/>
                  <a:pt x="38080" y="107558"/>
                </a:cubicBezTo>
                <a:cubicBezTo>
                  <a:pt x="32959" y="104886"/>
                  <a:pt x="28756" y="101295"/>
                  <a:pt x="25470" y="96786"/>
                </a:cubicBezTo>
                <a:cubicBezTo>
                  <a:pt x="22186" y="92277"/>
                  <a:pt x="19764" y="86988"/>
                  <a:pt x="18204" y="80921"/>
                </a:cubicBezTo>
                <a:cubicBezTo>
                  <a:pt x="16646" y="74854"/>
                  <a:pt x="15867" y="68425"/>
                  <a:pt x="15867" y="61634"/>
                </a:cubicBezTo>
                <a:cubicBezTo>
                  <a:pt x="15867" y="55400"/>
                  <a:pt x="16646" y="49389"/>
                  <a:pt x="18204" y="43600"/>
                </a:cubicBezTo>
                <a:cubicBezTo>
                  <a:pt x="19764" y="37812"/>
                  <a:pt x="22186" y="32663"/>
                  <a:pt x="25470" y="28154"/>
                </a:cubicBezTo>
                <a:cubicBezTo>
                  <a:pt x="28756" y="23644"/>
                  <a:pt x="32931" y="20054"/>
                  <a:pt x="37996" y="17384"/>
                </a:cubicBezTo>
                <a:cubicBezTo>
                  <a:pt x="43063" y="14711"/>
                  <a:pt x="49160" y="13375"/>
                  <a:pt x="56287" y="13375"/>
                </a:cubicBezTo>
                <a:cubicBezTo>
                  <a:pt x="64638" y="13375"/>
                  <a:pt x="71847" y="15491"/>
                  <a:pt x="77914" y="19723"/>
                </a:cubicBezTo>
                <a:cubicBezTo>
                  <a:pt x="83983" y="23954"/>
                  <a:pt x="87908" y="30300"/>
                  <a:pt x="89691" y="38763"/>
                </a:cubicBezTo>
                <a:close/>
                <a:moveTo>
                  <a:pt x="134453" y="79028"/>
                </a:moveTo>
                <a:cubicBezTo>
                  <a:pt x="134453" y="73798"/>
                  <a:pt x="135149" y="69154"/>
                  <a:pt x="136540" y="65095"/>
                </a:cubicBezTo>
                <a:cubicBezTo>
                  <a:pt x="137932" y="61034"/>
                  <a:pt x="139853" y="57613"/>
                  <a:pt x="142303" y="54832"/>
                </a:cubicBezTo>
                <a:cubicBezTo>
                  <a:pt x="144753" y="52050"/>
                  <a:pt x="147620" y="49937"/>
                  <a:pt x="150904" y="48491"/>
                </a:cubicBezTo>
                <a:cubicBezTo>
                  <a:pt x="154188" y="47045"/>
                  <a:pt x="157668" y="46322"/>
                  <a:pt x="161343" y="46322"/>
                </a:cubicBezTo>
                <a:cubicBezTo>
                  <a:pt x="165018" y="46322"/>
                  <a:pt x="168497" y="47045"/>
                  <a:pt x="171782" y="48491"/>
                </a:cubicBezTo>
                <a:cubicBezTo>
                  <a:pt x="175066" y="49937"/>
                  <a:pt x="177933" y="52050"/>
                  <a:pt x="180383" y="54832"/>
                </a:cubicBezTo>
                <a:cubicBezTo>
                  <a:pt x="182833" y="57613"/>
                  <a:pt x="184754" y="61034"/>
                  <a:pt x="186145" y="65095"/>
                </a:cubicBezTo>
                <a:cubicBezTo>
                  <a:pt x="187537" y="69154"/>
                  <a:pt x="188232" y="73798"/>
                  <a:pt x="188232" y="79028"/>
                </a:cubicBezTo>
                <a:cubicBezTo>
                  <a:pt x="188232" y="84255"/>
                  <a:pt x="187537" y="88900"/>
                  <a:pt x="186145" y="92960"/>
                </a:cubicBezTo>
                <a:cubicBezTo>
                  <a:pt x="184754" y="97021"/>
                  <a:pt x="182833" y="100414"/>
                  <a:pt x="180383" y="103139"/>
                </a:cubicBezTo>
                <a:cubicBezTo>
                  <a:pt x="177933" y="105864"/>
                  <a:pt x="175066" y="107950"/>
                  <a:pt x="171782" y="109396"/>
                </a:cubicBezTo>
                <a:cubicBezTo>
                  <a:pt x="168497" y="110842"/>
                  <a:pt x="165018" y="111565"/>
                  <a:pt x="161343" y="111565"/>
                </a:cubicBezTo>
                <a:cubicBezTo>
                  <a:pt x="157668" y="111565"/>
                  <a:pt x="154188" y="110842"/>
                  <a:pt x="150904" y="109396"/>
                </a:cubicBezTo>
                <a:cubicBezTo>
                  <a:pt x="147620" y="107950"/>
                  <a:pt x="144753" y="105864"/>
                  <a:pt x="142303" y="103139"/>
                </a:cubicBezTo>
                <a:cubicBezTo>
                  <a:pt x="139853" y="100414"/>
                  <a:pt x="137932" y="97021"/>
                  <a:pt x="136540" y="92960"/>
                </a:cubicBezTo>
                <a:cubicBezTo>
                  <a:pt x="135149" y="88900"/>
                  <a:pt x="134453" y="84255"/>
                  <a:pt x="134453" y="79028"/>
                </a:cubicBezTo>
                <a:moveTo>
                  <a:pt x="119419" y="79030"/>
                </a:moveTo>
                <a:cubicBezTo>
                  <a:pt x="119419" y="85376"/>
                  <a:pt x="120310" y="91278"/>
                  <a:pt x="122090" y="96735"/>
                </a:cubicBezTo>
                <a:cubicBezTo>
                  <a:pt x="123872" y="102190"/>
                  <a:pt x="126545" y="106951"/>
                  <a:pt x="130108" y="111017"/>
                </a:cubicBezTo>
                <a:cubicBezTo>
                  <a:pt x="133671" y="115081"/>
                  <a:pt x="138069" y="118255"/>
                  <a:pt x="143302" y="120538"/>
                </a:cubicBezTo>
                <a:cubicBezTo>
                  <a:pt x="148536" y="122820"/>
                  <a:pt x="154550" y="123961"/>
                  <a:pt x="161343" y="123961"/>
                </a:cubicBezTo>
                <a:cubicBezTo>
                  <a:pt x="168246" y="123961"/>
                  <a:pt x="174286" y="122820"/>
                  <a:pt x="179463" y="120538"/>
                </a:cubicBezTo>
                <a:cubicBezTo>
                  <a:pt x="184641" y="118255"/>
                  <a:pt x="189012" y="115081"/>
                  <a:pt x="192575" y="111017"/>
                </a:cubicBezTo>
                <a:cubicBezTo>
                  <a:pt x="196138" y="106951"/>
                  <a:pt x="198810" y="102190"/>
                  <a:pt x="200590" y="96735"/>
                </a:cubicBezTo>
                <a:cubicBezTo>
                  <a:pt x="202372" y="91278"/>
                  <a:pt x="203264" y="85376"/>
                  <a:pt x="203264" y="79030"/>
                </a:cubicBezTo>
                <a:cubicBezTo>
                  <a:pt x="203264" y="72683"/>
                  <a:pt x="202372" y="66753"/>
                  <a:pt x="200590" y="61241"/>
                </a:cubicBezTo>
                <a:cubicBezTo>
                  <a:pt x="198810" y="55728"/>
                  <a:pt x="196138" y="50939"/>
                  <a:pt x="192575" y="46875"/>
                </a:cubicBezTo>
                <a:cubicBezTo>
                  <a:pt x="189012" y="42811"/>
                  <a:pt x="184641" y="39610"/>
                  <a:pt x="179463" y="37272"/>
                </a:cubicBezTo>
                <a:cubicBezTo>
                  <a:pt x="174286" y="34933"/>
                  <a:pt x="168246" y="33763"/>
                  <a:pt x="161343" y="33763"/>
                </a:cubicBezTo>
                <a:cubicBezTo>
                  <a:pt x="154550" y="33763"/>
                  <a:pt x="148536" y="34933"/>
                  <a:pt x="143302" y="37272"/>
                </a:cubicBezTo>
                <a:cubicBezTo>
                  <a:pt x="138069" y="39610"/>
                  <a:pt x="133671" y="42811"/>
                  <a:pt x="130108" y="46875"/>
                </a:cubicBezTo>
                <a:cubicBezTo>
                  <a:pt x="126545" y="50939"/>
                  <a:pt x="123872" y="55728"/>
                  <a:pt x="122090" y="61241"/>
                </a:cubicBezTo>
                <a:cubicBezTo>
                  <a:pt x="120310" y="66753"/>
                  <a:pt x="119419" y="72683"/>
                  <a:pt x="119419" y="79030"/>
                </a:cubicBezTo>
                <a:close/>
                <a:moveTo>
                  <a:pt x="219966" y="35769"/>
                </a:moveTo>
                <a:lnTo>
                  <a:pt x="219966" y="122167"/>
                </a:lnTo>
                <a:lnTo>
                  <a:pt x="234164" y="122167"/>
                </a:lnTo>
                <a:lnTo>
                  <a:pt x="234164" y="73385"/>
                </a:lnTo>
                <a:cubicBezTo>
                  <a:pt x="234164" y="69488"/>
                  <a:pt x="234693" y="65896"/>
                  <a:pt x="235749" y="62610"/>
                </a:cubicBezTo>
                <a:cubicBezTo>
                  <a:pt x="236808" y="59324"/>
                  <a:pt x="238395" y="56456"/>
                  <a:pt x="240510" y="54006"/>
                </a:cubicBezTo>
                <a:cubicBezTo>
                  <a:pt x="242625" y="51556"/>
                  <a:pt x="245270" y="49663"/>
                  <a:pt x="248444" y="48328"/>
                </a:cubicBezTo>
                <a:cubicBezTo>
                  <a:pt x="251618" y="46991"/>
                  <a:pt x="255376" y="46322"/>
                  <a:pt x="259718" y="46322"/>
                </a:cubicBezTo>
                <a:cubicBezTo>
                  <a:pt x="265174" y="46322"/>
                  <a:pt x="269461" y="47882"/>
                  <a:pt x="272578" y="51001"/>
                </a:cubicBezTo>
                <a:cubicBezTo>
                  <a:pt x="275696" y="54119"/>
                  <a:pt x="277255" y="58350"/>
                  <a:pt x="277255" y="63696"/>
                </a:cubicBezTo>
                <a:lnTo>
                  <a:pt x="277255" y="122167"/>
                </a:lnTo>
                <a:lnTo>
                  <a:pt x="291453" y="122167"/>
                </a:lnTo>
                <a:lnTo>
                  <a:pt x="291453" y="65347"/>
                </a:lnTo>
                <a:cubicBezTo>
                  <a:pt x="291453" y="60668"/>
                  <a:pt x="290980" y="56407"/>
                  <a:pt x="290033" y="52564"/>
                </a:cubicBezTo>
                <a:cubicBezTo>
                  <a:pt x="289087" y="48720"/>
                  <a:pt x="287444" y="45406"/>
                  <a:pt x="285104" y="42622"/>
                </a:cubicBezTo>
                <a:cubicBezTo>
                  <a:pt x="282767" y="39835"/>
                  <a:pt x="279705" y="37662"/>
                  <a:pt x="275920" y="36103"/>
                </a:cubicBezTo>
                <a:cubicBezTo>
                  <a:pt x="272134" y="34543"/>
                  <a:pt x="267401" y="33763"/>
                  <a:pt x="261722" y="33763"/>
                </a:cubicBezTo>
                <a:cubicBezTo>
                  <a:pt x="248916" y="33763"/>
                  <a:pt x="239563" y="38999"/>
                  <a:pt x="233662" y="49472"/>
                </a:cubicBezTo>
                <a:lnTo>
                  <a:pt x="233328" y="49472"/>
                </a:lnTo>
                <a:lnTo>
                  <a:pt x="233328" y="35769"/>
                </a:lnTo>
                <a:lnTo>
                  <a:pt x="219966" y="35769"/>
                </a:lnTo>
                <a:close/>
                <a:moveTo>
                  <a:pt x="332540" y="35720"/>
                </a:moveTo>
                <a:lnTo>
                  <a:pt x="332540" y="9949"/>
                </a:lnTo>
                <a:lnTo>
                  <a:pt x="318342" y="9949"/>
                </a:lnTo>
                <a:lnTo>
                  <a:pt x="318342" y="35720"/>
                </a:lnTo>
                <a:lnTo>
                  <a:pt x="303645" y="35720"/>
                </a:lnTo>
                <a:lnTo>
                  <a:pt x="303645" y="48279"/>
                </a:lnTo>
                <a:lnTo>
                  <a:pt x="318342" y="48279"/>
                </a:lnTo>
                <a:lnTo>
                  <a:pt x="318342" y="103277"/>
                </a:lnTo>
                <a:cubicBezTo>
                  <a:pt x="318342" y="107288"/>
                  <a:pt x="318732" y="110520"/>
                  <a:pt x="319512" y="112972"/>
                </a:cubicBezTo>
                <a:cubicBezTo>
                  <a:pt x="320292" y="115423"/>
                  <a:pt x="321489" y="117318"/>
                  <a:pt x="323103" y="118657"/>
                </a:cubicBezTo>
                <a:cubicBezTo>
                  <a:pt x="324717" y="119994"/>
                  <a:pt x="326832" y="120914"/>
                  <a:pt x="329449" y="121415"/>
                </a:cubicBezTo>
                <a:cubicBezTo>
                  <a:pt x="332065" y="121916"/>
                  <a:pt x="335211" y="122167"/>
                  <a:pt x="338886" y="122167"/>
                </a:cubicBezTo>
                <a:lnTo>
                  <a:pt x="349743" y="122167"/>
                </a:lnTo>
                <a:lnTo>
                  <a:pt x="349743" y="109607"/>
                </a:lnTo>
                <a:lnTo>
                  <a:pt x="343229" y="109607"/>
                </a:lnTo>
                <a:cubicBezTo>
                  <a:pt x="341001" y="109607"/>
                  <a:pt x="339192" y="109524"/>
                  <a:pt x="337800" y="109358"/>
                </a:cubicBezTo>
                <a:cubicBezTo>
                  <a:pt x="336409" y="109189"/>
                  <a:pt x="335323" y="108828"/>
                  <a:pt x="334543" y="108272"/>
                </a:cubicBezTo>
                <a:cubicBezTo>
                  <a:pt x="333765" y="107715"/>
                  <a:pt x="333237" y="106935"/>
                  <a:pt x="332958" y="105932"/>
                </a:cubicBezTo>
                <a:cubicBezTo>
                  <a:pt x="332679" y="104928"/>
                  <a:pt x="332540" y="103591"/>
                  <a:pt x="332540" y="101921"/>
                </a:cubicBezTo>
                <a:lnTo>
                  <a:pt x="332540" y="48279"/>
                </a:lnTo>
                <a:lnTo>
                  <a:pt x="349743" y="48279"/>
                </a:lnTo>
                <a:lnTo>
                  <a:pt x="349743" y="35720"/>
                </a:lnTo>
                <a:lnTo>
                  <a:pt x="332540" y="35720"/>
                </a:lnTo>
                <a:close/>
                <a:moveTo>
                  <a:pt x="364942" y="35769"/>
                </a:moveTo>
                <a:lnTo>
                  <a:pt x="364942" y="122167"/>
                </a:lnTo>
                <a:lnTo>
                  <a:pt x="379138" y="122167"/>
                </a:lnTo>
                <a:lnTo>
                  <a:pt x="379138" y="83712"/>
                </a:lnTo>
                <a:cubicBezTo>
                  <a:pt x="379138" y="78139"/>
                  <a:pt x="379694" y="73208"/>
                  <a:pt x="380807" y="68918"/>
                </a:cubicBezTo>
                <a:cubicBezTo>
                  <a:pt x="381921" y="64626"/>
                  <a:pt x="383704" y="60975"/>
                  <a:pt x="386154" y="57966"/>
                </a:cubicBezTo>
                <a:cubicBezTo>
                  <a:pt x="388604" y="54956"/>
                  <a:pt x="391833" y="52671"/>
                  <a:pt x="395841" y="51111"/>
                </a:cubicBezTo>
                <a:cubicBezTo>
                  <a:pt x="399849" y="49549"/>
                  <a:pt x="404692" y="48769"/>
                  <a:pt x="410370" y="48769"/>
                </a:cubicBezTo>
                <a:lnTo>
                  <a:pt x="410370" y="33763"/>
                </a:lnTo>
                <a:cubicBezTo>
                  <a:pt x="402689" y="33540"/>
                  <a:pt x="396342" y="35100"/>
                  <a:pt x="391330" y="38442"/>
                </a:cubicBezTo>
                <a:cubicBezTo>
                  <a:pt x="386319" y="41784"/>
                  <a:pt x="382089" y="46964"/>
                  <a:pt x="378638" y="53983"/>
                </a:cubicBezTo>
                <a:lnTo>
                  <a:pt x="378304" y="53983"/>
                </a:lnTo>
                <a:lnTo>
                  <a:pt x="378304" y="35769"/>
                </a:lnTo>
                <a:lnTo>
                  <a:pt x="364942" y="35769"/>
                </a:lnTo>
                <a:close/>
                <a:moveTo>
                  <a:pt x="428411" y="79028"/>
                </a:moveTo>
                <a:cubicBezTo>
                  <a:pt x="428411" y="73798"/>
                  <a:pt x="429107" y="69154"/>
                  <a:pt x="430498" y="65095"/>
                </a:cubicBezTo>
                <a:cubicBezTo>
                  <a:pt x="431890" y="61034"/>
                  <a:pt x="433810" y="57613"/>
                  <a:pt x="436260" y="54832"/>
                </a:cubicBezTo>
                <a:cubicBezTo>
                  <a:pt x="438710" y="52050"/>
                  <a:pt x="441578" y="49937"/>
                  <a:pt x="444862" y="48491"/>
                </a:cubicBezTo>
                <a:cubicBezTo>
                  <a:pt x="448146" y="47045"/>
                  <a:pt x="451626" y="46322"/>
                  <a:pt x="455301" y="46322"/>
                </a:cubicBezTo>
                <a:cubicBezTo>
                  <a:pt x="458976" y="46322"/>
                  <a:pt x="462455" y="47045"/>
                  <a:pt x="465739" y="48491"/>
                </a:cubicBezTo>
                <a:cubicBezTo>
                  <a:pt x="469024" y="49937"/>
                  <a:pt x="471891" y="52050"/>
                  <a:pt x="474341" y="54832"/>
                </a:cubicBezTo>
                <a:cubicBezTo>
                  <a:pt x="476791" y="57613"/>
                  <a:pt x="478711" y="61034"/>
                  <a:pt x="480103" y="65095"/>
                </a:cubicBezTo>
                <a:cubicBezTo>
                  <a:pt x="481494" y="69154"/>
                  <a:pt x="482190" y="73798"/>
                  <a:pt x="482190" y="79028"/>
                </a:cubicBezTo>
                <a:cubicBezTo>
                  <a:pt x="482190" y="84255"/>
                  <a:pt x="481494" y="88900"/>
                  <a:pt x="480103" y="92960"/>
                </a:cubicBezTo>
                <a:cubicBezTo>
                  <a:pt x="478711" y="97021"/>
                  <a:pt x="476791" y="100414"/>
                  <a:pt x="474341" y="103139"/>
                </a:cubicBezTo>
                <a:cubicBezTo>
                  <a:pt x="471891" y="105864"/>
                  <a:pt x="469024" y="107950"/>
                  <a:pt x="465739" y="109396"/>
                </a:cubicBezTo>
                <a:cubicBezTo>
                  <a:pt x="462455" y="110842"/>
                  <a:pt x="458976" y="111565"/>
                  <a:pt x="455301" y="111565"/>
                </a:cubicBezTo>
                <a:cubicBezTo>
                  <a:pt x="451626" y="111565"/>
                  <a:pt x="448146" y="110842"/>
                  <a:pt x="444862" y="109396"/>
                </a:cubicBezTo>
                <a:cubicBezTo>
                  <a:pt x="441578" y="107950"/>
                  <a:pt x="438710" y="105864"/>
                  <a:pt x="436260" y="103139"/>
                </a:cubicBezTo>
                <a:cubicBezTo>
                  <a:pt x="433810" y="100414"/>
                  <a:pt x="431890" y="97021"/>
                  <a:pt x="430498" y="92960"/>
                </a:cubicBezTo>
                <a:cubicBezTo>
                  <a:pt x="429107" y="88900"/>
                  <a:pt x="428411" y="84255"/>
                  <a:pt x="428411" y="79028"/>
                </a:cubicBezTo>
                <a:moveTo>
                  <a:pt x="413377" y="79030"/>
                </a:moveTo>
                <a:cubicBezTo>
                  <a:pt x="413377" y="85376"/>
                  <a:pt x="414267" y="91278"/>
                  <a:pt x="416048" y="96735"/>
                </a:cubicBezTo>
                <a:cubicBezTo>
                  <a:pt x="417830" y="102190"/>
                  <a:pt x="420503" y="106951"/>
                  <a:pt x="424066" y="111017"/>
                </a:cubicBezTo>
                <a:cubicBezTo>
                  <a:pt x="427629" y="115081"/>
                  <a:pt x="432027" y="118255"/>
                  <a:pt x="437260" y="120538"/>
                </a:cubicBezTo>
                <a:cubicBezTo>
                  <a:pt x="442494" y="122820"/>
                  <a:pt x="448508" y="123961"/>
                  <a:pt x="455301" y="123961"/>
                </a:cubicBezTo>
                <a:cubicBezTo>
                  <a:pt x="462204" y="123961"/>
                  <a:pt x="468244" y="122820"/>
                  <a:pt x="473421" y="120538"/>
                </a:cubicBezTo>
                <a:cubicBezTo>
                  <a:pt x="478599" y="118255"/>
                  <a:pt x="482970" y="115081"/>
                  <a:pt x="486533" y="111017"/>
                </a:cubicBezTo>
                <a:cubicBezTo>
                  <a:pt x="490096" y="106951"/>
                  <a:pt x="492767" y="102190"/>
                  <a:pt x="494548" y="96735"/>
                </a:cubicBezTo>
                <a:cubicBezTo>
                  <a:pt x="496330" y="91278"/>
                  <a:pt x="497221" y="85376"/>
                  <a:pt x="497221" y="79030"/>
                </a:cubicBezTo>
                <a:cubicBezTo>
                  <a:pt x="497221" y="72683"/>
                  <a:pt x="496330" y="66753"/>
                  <a:pt x="494548" y="61241"/>
                </a:cubicBezTo>
                <a:cubicBezTo>
                  <a:pt x="492767" y="55728"/>
                  <a:pt x="490096" y="50939"/>
                  <a:pt x="486533" y="46875"/>
                </a:cubicBezTo>
                <a:cubicBezTo>
                  <a:pt x="482970" y="42811"/>
                  <a:pt x="478599" y="39610"/>
                  <a:pt x="473421" y="37272"/>
                </a:cubicBezTo>
                <a:cubicBezTo>
                  <a:pt x="468244" y="34933"/>
                  <a:pt x="462204" y="33763"/>
                  <a:pt x="455301" y="33763"/>
                </a:cubicBezTo>
                <a:cubicBezTo>
                  <a:pt x="448508" y="33763"/>
                  <a:pt x="442494" y="34933"/>
                  <a:pt x="437260" y="37272"/>
                </a:cubicBezTo>
                <a:cubicBezTo>
                  <a:pt x="432027" y="39610"/>
                  <a:pt x="427629" y="42811"/>
                  <a:pt x="424066" y="46875"/>
                </a:cubicBezTo>
                <a:cubicBezTo>
                  <a:pt x="420503" y="50939"/>
                  <a:pt x="417830" y="55728"/>
                  <a:pt x="416048" y="61241"/>
                </a:cubicBezTo>
                <a:cubicBezTo>
                  <a:pt x="414267" y="66753"/>
                  <a:pt x="413377" y="72683"/>
                  <a:pt x="413377" y="79030"/>
                </a:cubicBezTo>
                <a:close/>
                <a:moveTo>
                  <a:pt x="514760" y="2936"/>
                </a:moveTo>
                <a:lnTo>
                  <a:pt x="514760" y="122167"/>
                </a:lnTo>
                <a:lnTo>
                  <a:pt x="528958" y="122167"/>
                </a:lnTo>
                <a:lnTo>
                  <a:pt x="528958" y="2936"/>
                </a:lnTo>
                <a:lnTo>
                  <a:pt x="514760" y="2936"/>
                </a:lnTo>
                <a:close/>
                <a:moveTo>
                  <a:pt x="551839" y="2936"/>
                </a:moveTo>
                <a:lnTo>
                  <a:pt x="551839" y="122167"/>
                </a:lnTo>
                <a:lnTo>
                  <a:pt x="566037" y="122167"/>
                </a:lnTo>
                <a:lnTo>
                  <a:pt x="566037" y="2936"/>
                </a:lnTo>
                <a:lnTo>
                  <a:pt x="551839" y="2936"/>
                </a:lnTo>
                <a:close/>
                <a:moveTo>
                  <a:pt x="648044" y="70788"/>
                </a:moveTo>
                <a:lnTo>
                  <a:pt x="598439" y="70788"/>
                </a:lnTo>
                <a:cubicBezTo>
                  <a:pt x="598662" y="67436"/>
                  <a:pt x="599386" y="64280"/>
                  <a:pt x="600611" y="61320"/>
                </a:cubicBezTo>
                <a:cubicBezTo>
                  <a:pt x="601836" y="58359"/>
                  <a:pt x="603506" y="55761"/>
                  <a:pt x="605621" y="53527"/>
                </a:cubicBezTo>
                <a:cubicBezTo>
                  <a:pt x="607736" y="51293"/>
                  <a:pt x="610270" y="49533"/>
                  <a:pt x="613221" y="48249"/>
                </a:cubicBezTo>
                <a:cubicBezTo>
                  <a:pt x="616172" y="46964"/>
                  <a:pt x="619484" y="46322"/>
                  <a:pt x="623158" y="46322"/>
                </a:cubicBezTo>
                <a:cubicBezTo>
                  <a:pt x="626720" y="46322"/>
                  <a:pt x="629978" y="46964"/>
                  <a:pt x="632929" y="48249"/>
                </a:cubicBezTo>
                <a:cubicBezTo>
                  <a:pt x="635880" y="49533"/>
                  <a:pt x="638441" y="51266"/>
                  <a:pt x="640613" y="53445"/>
                </a:cubicBezTo>
                <a:cubicBezTo>
                  <a:pt x="642784" y="55623"/>
                  <a:pt x="644509" y="58220"/>
                  <a:pt x="645789" y="61236"/>
                </a:cubicBezTo>
                <a:cubicBezTo>
                  <a:pt x="647070" y="64252"/>
                  <a:pt x="647822" y="67436"/>
                  <a:pt x="648044" y="70788"/>
                </a:cubicBezTo>
                <a:moveTo>
                  <a:pt x="661740" y="94765"/>
                </a:moveTo>
                <a:lnTo>
                  <a:pt x="647710" y="94765"/>
                </a:lnTo>
                <a:cubicBezTo>
                  <a:pt x="646485" y="100421"/>
                  <a:pt x="643952" y="104635"/>
                  <a:pt x="640111" y="107408"/>
                </a:cubicBezTo>
                <a:cubicBezTo>
                  <a:pt x="636269" y="110179"/>
                  <a:pt x="631342" y="111565"/>
                  <a:pt x="625329" y="111565"/>
                </a:cubicBezTo>
                <a:cubicBezTo>
                  <a:pt x="620653" y="111565"/>
                  <a:pt x="616589" y="110790"/>
                  <a:pt x="613137" y="109240"/>
                </a:cubicBezTo>
                <a:cubicBezTo>
                  <a:pt x="609686" y="107691"/>
                  <a:pt x="606847" y="105616"/>
                  <a:pt x="604620" y="103017"/>
                </a:cubicBezTo>
                <a:cubicBezTo>
                  <a:pt x="602392" y="100416"/>
                  <a:pt x="600777" y="97428"/>
                  <a:pt x="599775" y="94054"/>
                </a:cubicBezTo>
                <a:cubicBezTo>
                  <a:pt x="598772" y="90678"/>
                  <a:pt x="598327" y="87109"/>
                  <a:pt x="598439" y="83347"/>
                </a:cubicBezTo>
                <a:lnTo>
                  <a:pt x="663075" y="83347"/>
                </a:lnTo>
                <a:cubicBezTo>
                  <a:pt x="663298" y="78099"/>
                  <a:pt x="662825" y="72571"/>
                  <a:pt x="661656" y="66764"/>
                </a:cubicBezTo>
                <a:cubicBezTo>
                  <a:pt x="660487" y="60957"/>
                  <a:pt x="658371" y="55596"/>
                  <a:pt x="655307" y="50683"/>
                </a:cubicBezTo>
                <a:cubicBezTo>
                  <a:pt x="652246" y="45769"/>
                  <a:pt x="648182" y="41721"/>
                  <a:pt x="643115" y="38539"/>
                </a:cubicBezTo>
                <a:cubicBezTo>
                  <a:pt x="638049" y="35355"/>
                  <a:pt x="631674" y="33763"/>
                  <a:pt x="623991" y="33763"/>
                </a:cubicBezTo>
                <a:cubicBezTo>
                  <a:pt x="618090" y="33763"/>
                  <a:pt x="612662" y="34877"/>
                  <a:pt x="607706" y="37104"/>
                </a:cubicBezTo>
                <a:cubicBezTo>
                  <a:pt x="602752" y="39332"/>
                  <a:pt x="598465" y="42450"/>
                  <a:pt x="594846" y="46460"/>
                </a:cubicBezTo>
                <a:cubicBezTo>
                  <a:pt x="591227" y="50468"/>
                  <a:pt x="588415" y="55200"/>
                  <a:pt x="586410" y="60658"/>
                </a:cubicBezTo>
                <a:cubicBezTo>
                  <a:pt x="584407" y="66113"/>
                  <a:pt x="583406" y="72125"/>
                  <a:pt x="583406" y="78694"/>
                </a:cubicBezTo>
                <a:cubicBezTo>
                  <a:pt x="583628" y="85264"/>
                  <a:pt x="584603" y="91333"/>
                  <a:pt x="586329" y="96900"/>
                </a:cubicBezTo>
                <a:cubicBezTo>
                  <a:pt x="588055" y="102468"/>
                  <a:pt x="590643" y="107257"/>
                  <a:pt x="594094" y="111267"/>
                </a:cubicBezTo>
                <a:cubicBezTo>
                  <a:pt x="597547" y="115275"/>
                  <a:pt x="601806" y="118392"/>
                  <a:pt x="606872" y="120620"/>
                </a:cubicBezTo>
                <a:cubicBezTo>
                  <a:pt x="611939" y="122847"/>
                  <a:pt x="617924" y="123961"/>
                  <a:pt x="624827" y="123961"/>
                </a:cubicBezTo>
                <a:cubicBezTo>
                  <a:pt x="634627" y="123961"/>
                  <a:pt x="642756" y="121514"/>
                  <a:pt x="649214" y="116621"/>
                </a:cubicBezTo>
                <a:cubicBezTo>
                  <a:pt x="655672" y="111726"/>
                  <a:pt x="659847" y="104441"/>
                  <a:pt x="661740" y="94765"/>
                </a:cubicBezTo>
                <a:close/>
                <a:moveTo>
                  <a:pt x="688128" y="79695"/>
                </a:moveTo>
                <a:cubicBezTo>
                  <a:pt x="688128" y="75468"/>
                  <a:pt x="688573" y="71352"/>
                  <a:pt x="689464" y="67348"/>
                </a:cubicBezTo>
                <a:cubicBezTo>
                  <a:pt x="690356" y="63343"/>
                  <a:pt x="691803" y="59784"/>
                  <a:pt x="693806" y="56669"/>
                </a:cubicBezTo>
                <a:cubicBezTo>
                  <a:pt x="695811" y="53553"/>
                  <a:pt x="698484" y="51050"/>
                  <a:pt x="701824" y="49159"/>
                </a:cubicBezTo>
                <a:cubicBezTo>
                  <a:pt x="705164" y="47268"/>
                  <a:pt x="709228" y="46322"/>
                  <a:pt x="714016" y="46322"/>
                </a:cubicBezTo>
                <a:cubicBezTo>
                  <a:pt x="718915" y="46322"/>
                  <a:pt x="723090" y="47241"/>
                  <a:pt x="726542" y="49077"/>
                </a:cubicBezTo>
                <a:cubicBezTo>
                  <a:pt x="729995" y="50912"/>
                  <a:pt x="732806" y="53332"/>
                  <a:pt x="734976" y="56335"/>
                </a:cubicBezTo>
                <a:cubicBezTo>
                  <a:pt x="737147" y="59338"/>
                  <a:pt x="738734" y="62814"/>
                  <a:pt x="739736" y="66764"/>
                </a:cubicBezTo>
                <a:cubicBezTo>
                  <a:pt x="740739" y="70713"/>
                  <a:pt x="741240" y="74800"/>
                  <a:pt x="741240" y="79028"/>
                </a:cubicBezTo>
                <a:cubicBezTo>
                  <a:pt x="741240" y="83032"/>
                  <a:pt x="740767" y="86982"/>
                  <a:pt x="739820" y="90876"/>
                </a:cubicBezTo>
                <a:cubicBezTo>
                  <a:pt x="738874" y="94768"/>
                  <a:pt x="737343" y="98244"/>
                  <a:pt x="735228" y="101304"/>
                </a:cubicBezTo>
                <a:cubicBezTo>
                  <a:pt x="733113" y="104363"/>
                  <a:pt x="730385" y="106837"/>
                  <a:pt x="727044" y="108728"/>
                </a:cubicBezTo>
                <a:cubicBezTo>
                  <a:pt x="723704" y="110619"/>
                  <a:pt x="719640" y="111565"/>
                  <a:pt x="714852" y="111565"/>
                </a:cubicBezTo>
                <a:cubicBezTo>
                  <a:pt x="710287" y="111565"/>
                  <a:pt x="706306" y="110675"/>
                  <a:pt x="702910" y="108896"/>
                </a:cubicBezTo>
                <a:cubicBezTo>
                  <a:pt x="699513" y="107116"/>
                  <a:pt x="696730" y="104724"/>
                  <a:pt x="694558" y="101720"/>
                </a:cubicBezTo>
                <a:cubicBezTo>
                  <a:pt x="692387" y="98716"/>
                  <a:pt x="690772" y="95296"/>
                  <a:pt x="689713" y="91459"/>
                </a:cubicBezTo>
                <a:cubicBezTo>
                  <a:pt x="688657" y="87621"/>
                  <a:pt x="688128" y="83700"/>
                  <a:pt x="688128" y="79695"/>
                </a:cubicBezTo>
                <a:moveTo>
                  <a:pt x="754936" y="122123"/>
                </a:moveTo>
                <a:lnTo>
                  <a:pt x="754936" y="2936"/>
                </a:lnTo>
                <a:lnTo>
                  <a:pt x="740738" y="2936"/>
                </a:lnTo>
                <a:lnTo>
                  <a:pt x="740738" y="47293"/>
                </a:lnTo>
                <a:lnTo>
                  <a:pt x="740404" y="47293"/>
                </a:lnTo>
                <a:cubicBezTo>
                  <a:pt x="738844" y="44733"/>
                  <a:pt x="736923" y="42589"/>
                  <a:pt x="734642" y="40863"/>
                </a:cubicBezTo>
                <a:cubicBezTo>
                  <a:pt x="732360" y="39137"/>
                  <a:pt x="729938" y="37746"/>
                  <a:pt x="727376" y="36689"/>
                </a:cubicBezTo>
                <a:cubicBezTo>
                  <a:pt x="724815" y="35630"/>
                  <a:pt x="722254" y="34878"/>
                  <a:pt x="719692" y="34433"/>
                </a:cubicBezTo>
                <a:cubicBezTo>
                  <a:pt x="717132" y="33986"/>
                  <a:pt x="714738" y="33763"/>
                  <a:pt x="712510" y="33763"/>
                </a:cubicBezTo>
                <a:cubicBezTo>
                  <a:pt x="705942" y="33763"/>
                  <a:pt x="700179" y="34960"/>
                  <a:pt x="695223" y="37354"/>
                </a:cubicBezTo>
                <a:cubicBezTo>
                  <a:pt x="690269" y="39748"/>
                  <a:pt x="686150" y="42978"/>
                  <a:pt x="682866" y="47043"/>
                </a:cubicBezTo>
                <a:cubicBezTo>
                  <a:pt x="679581" y="51107"/>
                  <a:pt x="677131" y="55868"/>
                  <a:pt x="675516" y="61325"/>
                </a:cubicBezTo>
                <a:cubicBezTo>
                  <a:pt x="673902" y="66781"/>
                  <a:pt x="673094" y="72570"/>
                  <a:pt x="673094" y="78694"/>
                </a:cubicBezTo>
                <a:cubicBezTo>
                  <a:pt x="673094" y="84819"/>
                  <a:pt x="673930" y="90610"/>
                  <a:pt x="675600" y="96067"/>
                </a:cubicBezTo>
                <a:cubicBezTo>
                  <a:pt x="677270" y="101523"/>
                  <a:pt x="679747" y="106310"/>
                  <a:pt x="683031" y="110431"/>
                </a:cubicBezTo>
                <a:cubicBezTo>
                  <a:pt x="686317" y="114551"/>
                  <a:pt x="690437" y="117836"/>
                  <a:pt x="695392" y="120286"/>
                </a:cubicBezTo>
                <a:cubicBezTo>
                  <a:pt x="700346" y="122736"/>
                  <a:pt x="706164" y="123961"/>
                  <a:pt x="712847" y="123961"/>
                </a:cubicBezTo>
                <a:cubicBezTo>
                  <a:pt x="718859" y="123961"/>
                  <a:pt x="724371" y="122904"/>
                  <a:pt x="729381" y="120790"/>
                </a:cubicBezTo>
                <a:cubicBezTo>
                  <a:pt x="734392" y="118675"/>
                  <a:pt x="738066" y="115224"/>
                  <a:pt x="740404" y="110438"/>
                </a:cubicBezTo>
                <a:lnTo>
                  <a:pt x="740738" y="110438"/>
                </a:lnTo>
                <a:lnTo>
                  <a:pt x="740738" y="122123"/>
                </a:lnTo>
                <a:lnTo>
                  <a:pt x="754936" y="1221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352E8-AA30-4770-AB85-1A7CBB8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8389" y="1085696"/>
            <a:ext cx="1033186" cy="1772303"/>
          </a:xfrm>
          <a:custGeom xmlns:a="http://schemas.openxmlformats.org/drawingml/2006/main">
            <a:pathLst>
              <a:path w="1033186" h="1772303">
                <a:moveTo>
                  <a:pt x="0" y="1772303"/>
                </a:moveTo>
                <a:lnTo>
                  <a:pt x="1033186" y="1772303"/>
                </a:lnTo>
                <a:lnTo>
                  <a:pt x="1033186" y="0"/>
                </a:lnTo>
                <a:lnTo>
                  <a:pt x="0" y="0"/>
                </a:lnTo>
                <a:lnTo>
                  <a:pt x="0" y="1772303"/>
                </a:lnTo>
                <a:close/>
              </a:path>
            </a:pathLst>
          </a:custGeom>
          <a:solidFill xmlns:a="http://schemas.openxmlformats.org/drawingml/2006/main">
            <a:srgbClr val="D5EA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01B8B-050F-4BFC-BF83-4DEF30BE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8389" y="1085695"/>
            <a:ext cx="1033185" cy="1772300"/>
          </a:xfrm>
          <a:custGeom xmlns:a="http://schemas.openxmlformats.org/drawingml/2006/main">
            <a:pathLst>
              <a:path w="1033185" h="1772300" fill="none">
                <a:moveTo>
                  <a:pt x="0" y="0"/>
                </a:moveTo>
                <a:lnTo>
                  <a:pt x="1033185" y="0"/>
                </a:lnTo>
                <a:lnTo>
                  <a:pt x="1033185" y="1772300"/>
                </a:lnTo>
                <a:lnTo>
                  <a:pt x="0" y="17723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86" name="Text GPU">
            <a:extLst xmlns:a="http://schemas.openxmlformats.org/drawingml/2006/main">
              <a:ext uri="{FF2B5EF4-FFF2-40B4-BE49-F238E27FC236}">
                <a16:creationId xmlns:a16="http://schemas.microsoft.com/office/drawing/2014/main" id="{E8895CA2-7007-49A6-95AB-A961F6DF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560" y="1818274"/>
            <a:ext cx="312042" cy="115864"/>
          </a:xfrm>
          <a:custGeom xmlns:a="http://schemas.openxmlformats.org/drawingml/2006/main">
            <a:pathLst>
              <a:path w="312042" h="115864">
                <a:moveTo>
                  <a:pt x="88247" y="99596"/>
                </a:moveTo>
                <a:lnTo>
                  <a:pt x="92125" y="113384"/>
                </a:lnTo>
                <a:lnTo>
                  <a:pt x="101430" y="113384"/>
                </a:lnTo>
                <a:lnTo>
                  <a:pt x="101430" y="55130"/>
                </a:lnTo>
                <a:lnTo>
                  <a:pt x="52886" y="55130"/>
                </a:lnTo>
                <a:lnTo>
                  <a:pt x="52886" y="67549"/>
                </a:lnTo>
                <a:lnTo>
                  <a:pt x="88247" y="67549"/>
                </a:lnTo>
                <a:cubicBezTo>
                  <a:pt x="88453" y="72603"/>
                  <a:pt x="87781" y="77321"/>
                  <a:pt x="86230" y="81706"/>
                </a:cubicBezTo>
                <a:cubicBezTo>
                  <a:pt x="84680" y="86088"/>
                  <a:pt x="82379" y="89905"/>
                  <a:pt x="79327" y="93155"/>
                </a:cubicBezTo>
                <a:cubicBezTo>
                  <a:pt x="76278" y="96403"/>
                  <a:pt x="72530" y="98956"/>
                  <a:pt x="68084" y="100813"/>
                </a:cubicBezTo>
                <a:cubicBezTo>
                  <a:pt x="63638" y="102668"/>
                  <a:pt x="58520" y="103596"/>
                  <a:pt x="52730" y="103596"/>
                </a:cubicBezTo>
                <a:cubicBezTo>
                  <a:pt x="46527" y="103596"/>
                  <a:pt x="41073" y="102381"/>
                  <a:pt x="36368" y="99951"/>
                </a:cubicBezTo>
                <a:cubicBezTo>
                  <a:pt x="31664" y="97522"/>
                  <a:pt x="27709" y="94266"/>
                  <a:pt x="24503" y="90183"/>
                </a:cubicBezTo>
                <a:cubicBezTo>
                  <a:pt x="21298" y="86100"/>
                  <a:pt x="18869" y="81396"/>
                  <a:pt x="17214" y="76073"/>
                </a:cubicBezTo>
                <a:cubicBezTo>
                  <a:pt x="15561" y="70749"/>
                  <a:pt x="14734" y="65192"/>
                  <a:pt x="14734" y="59404"/>
                </a:cubicBezTo>
                <a:cubicBezTo>
                  <a:pt x="14734" y="53511"/>
                  <a:pt x="15457" y="47748"/>
                  <a:pt x="16904" y="42114"/>
                </a:cubicBezTo>
                <a:cubicBezTo>
                  <a:pt x="18352" y="36480"/>
                  <a:pt x="20601" y="31467"/>
                  <a:pt x="23651" y="27073"/>
                </a:cubicBezTo>
                <a:cubicBezTo>
                  <a:pt x="26702" y="22679"/>
                  <a:pt x="30631" y="19139"/>
                  <a:pt x="35438" y="16452"/>
                </a:cubicBezTo>
                <a:cubicBezTo>
                  <a:pt x="40247" y="13764"/>
                  <a:pt x="46011" y="12419"/>
                  <a:pt x="52730" y="12419"/>
                </a:cubicBezTo>
                <a:cubicBezTo>
                  <a:pt x="56867" y="12419"/>
                  <a:pt x="60770" y="12911"/>
                  <a:pt x="64440" y="13894"/>
                </a:cubicBezTo>
                <a:cubicBezTo>
                  <a:pt x="68111" y="14875"/>
                  <a:pt x="71394" y="16349"/>
                  <a:pt x="74289" y="18314"/>
                </a:cubicBezTo>
                <a:cubicBezTo>
                  <a:pt x="77184" y="20279"/>
                  <a:pt x="79614" y="22785"/>
                  <a:pt x="81578" y="25835"/>
                </a:cubicBezTo>
                <a:cubicBezTo>
                  <a:pt x="83542" y="28885"/>
                  <a:pt x="84886" y="32529"/>
                  <a:pt x="85610" y="36768"/>
                </a:cubicBezTo>
                <a:lnTo>
                  <a:pt x="100344" y="36768"/>
                </a:lnTo>
                <a:cubicBezTo>
                  <a:pt x="99311" y="30254"/>
                  <a:pt x="97372" y="24697"/>
                  <a:pt x="94527" y="20096"/>
                </a:cubicBezTo>
                <a:cubicBezTo>
                  <a:pt x="91684" y="15496"/>
                  <a:pt x="88169" y="11695"/>
                  <a:pt x="83982" y="8695"/>
                </a:cubicBezTo>
                <a:cubicBezTo>
                  <a:pt x="79795" y="5692"/>
                  <a:pt x="75039" y="3493"/>
                  <a:pt x="69712" y="2097"/>
                </a:cubicBezTo>
                <a:cubicBezTo>
                  <a:pt x="64388" y="699"/>
                  <a:pt x="58727" y="0"/>
                  <a:pt x="52730" y="0"/>
                </a:cubicBezTo>
                <a:cubicBezTo>
                  <a:pt x="43943" y="0"/>
                  <a:pt x="36266" y="1629"/>
                  <a:pt x="29700" y="4887"/>
                </a:cubicBezTo>
                <a:cubicBezTo>
                  <a:pt x="23135" y="8143"/>
                  <a:pt x="17655" y="12512"/>
                  <a:pt x="13259" y="17992"/>
                </a:cubicBezTo>
                <a:cubicBezTo>
                  <a:pt x="8866" y="23473"/>
                  <a:pt x="5557" y="29859"/>
                  <a:pt x="3334" y="37149"/>
                </a:cubicBezTo>
                <a:cubicBezTo>
                  <a:pt x="1111" y="44438"/>
                  <a:pt x="0" y="52115"/>
                  <a:pt x="0" y="60180"/>
                </a:cubicBezTo>
                <a:cubicBezTo>
                  <a:pt x="0" y="67418"/>
                  <a:pt x="1189" y="74399"/>
                  <a:pt x="3566" y="81121"/>
                </a:cubicBezTo>
                <a:cubicBezTo>
                  <a:pt x="5945" y="87842"/>
                  <a:pt x="9409" y="93787"/>
                  <a:pt x="13958" y="98957"/>
                </a:cubicBezTo>
                <a:cubicBezTo>
                  <a:pt x="18508" y="104127"/>
                  <a:pt x="24039" y="108238"/>
                  <a:pt x="30551" y="111289"/>
                </a:cubicBezTo>
                <a:cubicBezTo>
                  <a:pt x="37066" y="114339"/>
                  <a:pt x="44459" y="115864"/>
                  <a:pt x="52730" y="115864"/>
                </a:cubicBezTo>
                <a:cubicBezTo>
                  <a:pt x="59244" y="115864"/>
                  <a:pt x="65707" y="114598"/>
                  <a:pt x="72117" y="112068"/>
                </a:cubicBezTo>
                <a:cubicBezTo>
                  <a:pt x="78527" y="109537"/>
                  <a:pt x="83903" y="105380"/>
                  <a:pt x="88247" y="99596"/>
                </a:cubicBezTo>
                <a:close/>
                <a:moveTo>
                  <a:pt x="137876" y="55736"/>
                </a:moveTo>
                <a:lnTo>
                  <a:pt x="137876" y="15146"/>
                </a:lnTo>
                <a:lnTo>
                  <a:pt x="166723" y="15146"/>
                </a:lnTo>
                <a:cubicBezTo>
                  <a:pt x="175098" y="15146"/>
                  <a:pt x="181223" y="16875"/>
                  <a:pt x="185099" y="20335"/>
                </a:cubicBezTo>
                <a:cubicBezTo>
                  <a:pt x="188977" y="23795"/>
                  <a:pt x="190916" y="28830"/>
                  <a:pt x="190916" y="35441"/>
                </a:cubicBezTo>
                <a:cubicBezTo>
                  <a:pt x="190916" y="42051"/>
                  <a:pt x="188977" y="47112"/>
                  <a:pt x="185099" y="50624"/>
                </a:cubicBezTo>
                <a:cubicBezTo>
                  <a:pt x="181223" y="54134"/>
                  <a:pt x="175098" y="55838"/>
                  <a:pt x="166723" y="55736"/>
                </a:cubicBezTo>
                <a:lnTo>
                  <a:pt x="137876" y="55736"/>
                </a:lnTo>
                <a:moveTo>
                  <a:pt x="123142" y="2726"/>
                </a:moveTo>
                <a:lnTo>
                  <a:pt x="123142" y="113440"/>
                </a:lnTo>
                <a:lnTo>
                  <a:pt x="137876" y="113440"/>
                </a:lnTo>
                <a:lnTo>
                  <a:pt x="137876" y="68155"/>
                </a:lnTo>
                <a:lnTo>
                  <a:pt x="171686" y="68155"/>
                </a:lnTo>
                <a:cubicBezTo>
                  <a:pt x="182853" y="68259"/>
                  <a:pt x="191305" y="65417"/>
                  <a:pt x="197043" y="59629"/>
                </a:cubicBezTo>
                <a:cubicBezTo>
                  <a:pt x="202781" y="53840"/>
                  <a:pt x="205650" y="45778"/>
                  <a:pt x="205650" y="35441"/>
                </a:cubicBezTo>
                <a:cubicBezTo>
                  <a:pt x="205650" y="25104"/>
                  <a:pt x="202781" y="17067"/>
                  <a:pt x="197043" y="11331"/>
                </a:cubicBezTo>
                <a:cubicBezTo>
                  <a:pt x="191305" y="5594"/>
                  <a:pt x="182853" y="2726"/>
                  <a:pt x="171686" y="2726"/>
                </a:cubicBezTo>
                <a:lnTo>
                  <a:pt x="123142" y="2726"/>
                </a:lnTo>
                <a:close/>
                <a:moveTo>
                  <a:pt x="312042" y="73399"/>
                </a:moveTo>
                <a:lnTo>
                  <a:pt x="312042" y="2726"/>
                </a:lnTo>
                <a:lnTo>
                  <a:pt x="297308" y="2726"/>
                </a:lnTo>
                <a:lnTo>
                  <a:pt x="297308" y="73380"/>
                </a:lnTo>
                <a:cubicBezTo>
                  <a:pt x="297308" y="83298"/>
                  <a:pt x="294852" y="90813"/>
                  <a:pt x="289941" y="95926"/>
                </a:cubicBezTo>
                <a:cubicBezTo>
                  <a:pt x="285030" y="101039"/>
                  <a:pt x="277870" y="103596"/>
                  <a:pt x="268463" y="103596"/>
                </a:cubicBezTo>
                <a:cubicBezTo>
                  <a:pt x="258536" y="103596"/>
                  <a:pt x="250936" y="101039"/>
                  <a:pt x="245664" y="95926"/>
                </a:cubicBezTo>
                <a:cubicBezTo>
                  <a:pt x="240391" y="90813"/>
                  <a:pt x="237755" y="83298"/>
                  <a:pt x="237755" y="73380"/>
                </a:cubicBezTo>
                <a:lnTo>
                  <a:pt x="237755" y="2726"/>
                </a:lnTo>
                <a:lnTo>
                  <a:pt x="223021" y="2726"/>
                </a:lnTo>
                <a:lnTo>
                  <a:pt x="223021" y="73399"/>
                </a:lnTo>
                <a:cubicBezTo>
                  <a:pt x="223021" y="88174"/>
                  <a:pt x="227028" y="98946"/>
                  <a:pt x="235041" y="105714"/>
                </a:cubicBezTo>
                <a:cubicBezTo>
                  <a:pt x="243054" y="112480"/>
                  <a:pt x="254194" y="115864"/>
                  <a:pt x="268463" y="115864"/>
                </a:cubicBezTo>
                <a:cubicBezTo>
                  <a:pt x="282420" y="115864"/>
                  <a:pt x="293173" y="112325"/>
                  <a:pt x="300720" y="105248"/>
                </a:cubicBezTo>
                <a:cubicBezTo>
                  <a:pt x="308268" y="98170"/>
                  <a:pt x="312042" y="87554"/>
                  <a:pt x="312042" y="73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Memory">
            <a:extLst xmlns:a="http://schemas.openxmlformats.org/drawingml/2006/main">
              <a:ext uri="{FF2B5EF4-FFF2-40B4-BE49-F238E27FC236}">
                <a16:creationId xmlns:a16="http://schemas.microsoft.com/office/drawing/2014/main" id="{C6EA0218-468A-4477-BFCE-A16302AB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55" y="2010259"/>
            <a:ext cx="555226" cy="142823"/>
          </a:xfrm>
          <a:custGeom xmlns:a="http://schemas.openxmlformats.org/drawingml/2006/main">
            <a:pathLst>
              <a:path w="555226" h="142823">
                <a:moveTo>
                  <a:pt x="0" y="0"/>
                </a:moveTo>
                <a:lnTo>
                  <a:pt x="0" y="110714"/>
                </a:lnTo>
                <a:lnTo>
                  <a:pt x="13958" y="110714"/>
                </a:lnTo>
                <a:lnTo>
                  <a:pt x="13958" y="18608"/>
                </a:lnTo>
                <a:lnTo>
                  <a:pt x="14268" y="18608"/>
                </a:lnTo>
                <a:lnTo>
                  <a:pt x="48854" y="110714"/>
                </a:lnTo>
                <a:lnTo>
                  <a:pt x="61415" y="110714"/>
                </a:lnTo>
                <a:lnTo>
                  <a:pt x="96002" y="18608"/>
                </a:lnTo>
                <a:lnTo>
                  <a:pt x="96312" y="18608"/>
                </a:lnTo>
                <a:lnTo>
                  <a:pt x="96312" y="110714"/>
                </a:lnTo>
                <a:lnTo>
                  <a:pt x="110269" y="110714"/>
                </a:lnTo>
                <a:lnTo>
                  <a:pt x="110269" y="0"/>
                </a:lnTo>
                <a:lnTo>
                  <a:pt x="90107" y="0"/>
                </a:lnTo>
                <a:lnTo>
                  <a:pt x="55057" y="93037"/>
                </a:lnTo>
                <a:lnTo>
                  <a:pt x="20163" y="0"/>
                </a:lnTo>
                <a:lnTo>
                  <a:pt x="0" y="0"/>
                </a:lnTo>
                <a:close/>
                <a:moveTo>
                  <a:pt x="188279" y="63006"/>
                </a:moveTo>
                <a:lnTo>
                  <a:pt x="142217" y="63006"/>
                </a:lnTo>
                <a:cubicBezTo>
                  <a:pt x="142424" y="59893"/>
                  <a:pt x="143096" y="56962"/>
                  <a:pt x="144234" y="54214"/>
                </a:cubicBezTo>
                <a:cubicBezTo>
                  <a:pt x="145371" y="51464"/>
                  <a:pt x="146922" y="49052"/>
                  <a:pt x="148886" y="46977"/>
                </a:cubicBezTo>
                <a:cubicBezTo>
                  <a:pt x="150850" y="44903"/>
                  <a:pt x="153203" y="43269"/>
                  <a:pt x="155943" y="42076"/>
                </a:cubicBezTo>
                <a:cubicBezTo>
                  <a:pt x="158683" y="40884"/>
                  <a:pt x="161759" y="40287"/>
                  <a:pt x="165170" y="40287"/>
                </a:cubicBezTo>
                <a:cubicBezTo>
                  <a:pt x="168478" y="40287"/>
                  <a:pt x="171503" y="40884"/>
                  <a:pt x="174243" y="42076"/>
                </a:cubicBezTo>
                <a:cubicBezTo>
                  <a:pt x="176984" y="43269"/>
                  <a:pt x="179362" y="44877"/>
                  <a:pt x="181378" y="46902"/>
                </a:cubicBezTo>
                <a:cubicBezTo>
                  <a:pt x="183394" y="48924"/>
                  <a:pt x="184996" y="51336"/>
                  <a:pt x="186184" y="54136"/>
                </a:cubicBezTo>
                <a:cubicBezTo>
                  <a:pt x="187374" y="56936"/>
                  <a:pt x="188072" y="59893"/>
                  <a:pt x="188279" y="63006"/>
                </a:cubicBezTo>
                <a:moveTo>
                  <a:pt x="200996" y="85270"/>
                </a:moveTo>
                <a:lnTo>
                  <a:pt x="187969" y="85270"/>
                </a:lnTo>
                <a:cubicBezTo>
                  <a:pt x="186831" y="90522"/>
                  <a:pt x="184479" y="94435"/>
                  <a:pt x="180912" y="97010"/>
                </a:cubicBezTo>
                <a:cubicBezTo>
                  <a:pt x="177345" y="99583"/>
                  <a:pt x="172770" y="100870"/>
                  <a:pt x="167186" y="100870"/>
                </a:cubicBezTo>
                <a:cubicBezTo>
                  <a:pt x="162844" y="100870"/>
                  <a:pt x="159071" y="100150"/>
                  <a:pt x="155865" y="98711"/>
                </a:cubicBezTo>
                <a:cubicBezTo>
                  <a:pt x="152661" y="97273"/>
                  <a:pt x="150024" y="95346"/>
                  <a:pt x="147956" y="92932"/>
                </a:cubicBezTo>
                <a:cubicBezTo>
                  <a:pt x="145888" y="90517"/>
                  <a:pt x="144388" y="87743"/>
                  <a:pt x="143457" y="84609"/>
                </a:cubicBezTo>
                <a:cubicBezTo>
                  <a:pt x="142527" y="81475"/>
                  <a:pt x="142113" y="78161"/>
                  <a:pt x="142217" y="74668"/>
                </a:cubicBezTo>
                <a:lnTo>
                  <a:pt x="202236" y="74668"/>
                </a:lnTo>
                <a:cubicBezTo>
                  <a:pt x="202443" y="69794"/>
                  <a:pt x="202004" y="64661"/>
                  <a:pt x="200918" y="59269"/>
                </a:cubicBezTo>
                <a:cubicBezTo>
                  <a:pt x="199833" y="53876"/>
                  <a:pt x="197868" y="48899"/>
                  <a:pt x="195023" y="44336"/>
                </a:cubicBezTo>
                <a:cubicBezTo>
                  <a:pt x="192180" y="39774"/>
                  <a:pt x="188407" y="36015"/>
                  <a:pt x="183702" y="33060"/>
                </a:cubicBezTo>
                <a:cubicBezTo>
                  <a:pt x="178997" y="30103"/>
                  <a:pt x="173078" y="28625"/>
                  <a:pt x="165944" y="28625"/>
                </a:cubicBezTo>
                <a:cubicBezTo>
                  <a:pt x="160465" y="28625"/>
                  <a:pt x="155424" y="29659"/>
                  <a:pt x="150822" y="31728"/>
                </a:cubicBezTo>
                <a:cubicBezTo>
                  <a:pt x="146221" y="33796"/>
                  <a:pt x="142241" y="36692"/>
                  <a:pt x="138881" y="40415"/>
                </a:cubicBezTo>
                <a:cubicBezTo>
                  <a:pt x="135520" y="44137"/>
                  <a:pt x="132909" y="48531"/>
                  <a:pt x="131047" y="53599"/>
                </a:cubicBezTo>
                <a:cubicBezTo>
                  <a:pt x="129187" y="58665"/>
                  <a:pt x="128257" y="64247"/>
                  <a:pt x="128257" y="70347"/>
                </a:cubicBezTo>
                <a:cubicBezTo>
                  <a:pt x="128464" y="76447"/>
                  <a:pt x="129369" y="82083"/>
                  <a:pt x="130972" y="87253"/>
                </a:cubicBezTo>
                <a:cubicBezTo>
                  <a:pt x="132575" y="92423"/>
                  <a:pt x="134978" y="96869"/>
                  <a:pt x="138182" y="100593"/>
                </a:cubicBezTo>
                <a:cubicBezTo>
                  <a:pt x="141388" y="104314"/>
                  <a:pt x="145343" y="107209"/>
                  <a:pt x="150048" y="109278"/>
                </a:cubicBezTo>
                <a:cubicBezTo>
                  <a:pt x="154753" y="111346"/>
                  <a:pt x="160310" y="112380"/>
                  <a:pt x="166720" y="112380"/>
                </a:cubicBezTo>
                <a:cubicBezTo>
                  <a:pt x="175820" y="112380"/>
                  <a:pt x="183368" y="110108"/>
                  <a:pt x="189365" y="105565"/>
                </a:cubicBezTo>
                <a:cubicBezTo>
                  <a:pt x="195362" y="101019"/>
                  <a:pt x="199239" y="94254"/>
                  <a:pt x="200996" y="85270"/>
                </a:cubicBezTo>
                <a:close/>
                <a:moveTo>
                  <a:pt x="215883" y="30488"/>
                </a:moveTo>
                <a:lnTo>
                  <a:pt x="215883" y="110714"/>
                </a:lnTo>
                <a:lnTo>
                  <a:pt x="229067" y="110714"/>
                </a:lnTo>
                <a:lnTo>
                  <a:pt x="229067" y="60765"/>
                </a:lnTo>
                <a:cubicBezTo>
                  <a:pt x="229067" y="59212"/>
                  <a:pt x="229454" y="57273"/>
                  <a:pt x="230229" y="54948"/>
                </a:cubicBezTo>
                <a:cubicBezTo>
                  <a:pt x="231005" y="52621"/>
                  <a:pt x="232246" y="50372"/>
                  <a:pt x="233951" y="48201"/>
                </a:cubicBezTo>
                <a:cubicBezTo>
                  <a:pt x="235658" y="46028"/>
                  <a:pt x="237881" y="44167"/>
                  <a:pt x="240620" y="42616"/>
                </a:cubicBezTo>
                <a:cubicBezTo>
                  <a:pt x="243360" y="41063"/>
                  <a:pt x="246643" y="40287"/>
                  <a:pt x="250469" y="40287"/>
                </a:cubicBezTo>
                <a:cubicBezTo>
                  <a:pt x="253468" y="40287"/>
                  <a:pt x="255924" y="40727"/>
                  <a:pt x="257836" y="41605"/>
                </a:cubicBezTo>
                <a:cubicBezTo>
                  <a:pt x="259748" y="42484"/>
                  <a:pt x="261273" y="43725"/>
                  <a:pt x="262411" y="45328"/>
                </a:cubicBezTo>
                <a:cubicBezTo>
                  <a:pt x="263548" y="46931"/>
                  <a:pt x="264350" y="48818"/>
                  <a:pt x="264815" y="50991"/>
                </a:cubicBezTo>
                <a:cubicBezTo>
                  <a:pt x="265280" y="53163"/>
                  <a:pt x="265513" y="55542"/>
                  <a:pt x="265513" y="58126"/>
                </a:cubicBezTo>
                <a:lnTo>
                  <a:pt x="265513" y="110714"/>
                </a:lnTo>
                <a:lnTo>
                  <a:pt x="278694" y="110714"/>
                </a:lnTo>
                <a:lnTo>
                  <a:pt x="278694" y="60765"/>
                </a:lnTo>
                <a:cubicBezTo>
                  <a:pt x="278694" y="54560"/>
                  <a:pt x="280555" y="49595"/>
                  <a:pt x="284277" y="45872"/>
                </a:cubicBezTo>
                <a:cubicBezTo>
                  <a:pt x="288000" y="42149"/>
                  <a:pt x="293118" y="40287"/>
                  <a:pt x="299631" y="40287"/>
                </a:cubicBezTo>
                <a:cubicBezTo>
                  <a:pt x="302837" y="40287"/>
                  <a:pt x="305448" y="40753"/>
                  <a:pt x="307464" y="41683"/>
                </a:cubicBezTo>
                <a:cubicBezTo>
                  <a:pt x="309480" y="42614"/>
                  <a:pt x="311057" y="43881"/>
                  <a:pt x="312195" y="45484"/>
                </a:cubicBezTo>
                <a:cubicBezTo>
                  <a:pt x="313332" y="47087"/>
                  <a:pt x="314107" y="48975"/>
                  <a:pt x="314521" y="51147"/>
                </a:cubicBezTo>
                <a:cubicBezTo>
                  <a:pt x="314934" y="53318"/>
                  <a:pt x="315141" y="55644"/>
                  <a:pt x="315141" y="58126"/>
                </a:cubicBezTo>
                <a:lnTo>
                  <a:pt x="315141" y="110714"/>
                </a:lnTo>
                <a:lnTo>
                  <a:pt x="328325" y="110714"/>
                </a:lnTo>
                <a:lnTo>
                  <a:pt x="328325" y="51902"/>
                </a:lnTo>
                <a:cubicBezTo>
                  <a:pt x="328325" y="47764"/>
                  <a:pt x="327679" y="44220"/>
                  <a:pt x="326386" y="41272"/>
                </a:cubicBezTo>
                <a:cubicBezTo>
                  <a:pt x="325094" y="38323"/>
                  <a:pt x="323285" y="35918"/>
                  <a:pt x="320958" y="34056"/>
                </a:cubicBezTo>
                <a:cubicBezTo>
                  <a:pt x="318631" y="32195"/>
                  <a:pt x="315839" y="30824"/>
                  <a:pt x="312583" y="29946"/>
                </a:cubicBezTo>
                <a:cubicBezTo>
                  <a:pt x="309326" y="29065"/>
                  <a:pt x="305682" y="28625"/>
                  <a:pt x="301649" y="28625"/>
                </a:cubicBezTo>
                <a:cubicBezTo>
                  <a:pt x="296375" y="28625"/>
                  <a:pt x="291541" y="29815"/>
                  <a:pt x="287148" y="32194"/>
                </a:cubicBezTo>
                <a:cubicBezTo>
                  <a:pt x="282754" y="34571"/>
                  <a:pt x="279213" y="37932"/>
                  <a:pt x="276524" y="42275"/>
                </a:cubicBezTo>
                <a:cubicBezTo>
                  <a:pt x="274869" y="37312"/>
                  <a:pt x="272026" y="33796"/>
                  <a:pt x="267993" y="31728"/>
                </a:cubicBezTo>
                <a:cubicBezTo>
                  <a:pt x="263962" y="29659"/>
                  <a:pt x="259465" y="28625"/>
                  <a:pt x="254502" y="28625"/>
                </a:cubicBezTo>
                <a:cubicBezTo>
                  <a:pt x="243231" y="28625"/>
                  <a:pt x="234597" y="33177"/>
                  <a:pt x="228600" y="42280"/>
                </a:cubicBezTo>
                <a:lnTo>
                  <a:pt x="228290" y="42280"/>
                </a:lnTo>
                <a:lnTo>
                  <a:pt x="228290" y="30488"/>
                </a:lnTo>
                <a:lnTo>
                  <a:pt x="215883" y="30488"/>
                </a:lnTo>
                <a:close/>
                <a:moveTo>
                  <a:pt x="357794" y="70657"/>
                </a:moveTo>
                <a:cubicBezTo>
                  <a:pt x="357794" y="65800"/>
                  <a:pt x="358440" y="61488"/>
                  <a:pt x="359732" y="57719"/>
                </a:cubicBezTo>
                <a:cubicBezTo>
                  <a:pt x="361024" y="53948"/>
                  <a:pt x="362808" y="50772"/>
                  <a:pt x="365083" y="48189"/>
                </a:cubicBezTo>
                <a:cubicBezTo>
                  <a:pt x="367358" y="45606"/>
                  <a:pt x="370020" y="43644"/>
                  <a:pt x="373070" y="42301"/>
                </a:cubicBezTo>
                <a:cubicBezTo>
                  <a:pt x="376119" y="40959"/>
                  <a:pt x="379350" y="40287"/>
                  <a:pt x="382763" y="40287"/>
                </a:cubicBezTo>
                <a:cubicBezTo>
                  <a:pt x="386175" y="40287"/>
                  <a:pt x="389406" y="40959"/>
                  <a:pt x="392456" y="42301"/>
                </a:cubicBezTo>
                <a:cubicBezTo>
                  <a:pt x="395506" y="43644"/>
                  <a:pt x="398168" y="45606"/>
                  <a:pt x="400443" y="48189"/>
                </a:cubicBezTo>
                <a:cubicBezTo>
                  <a:pt x="402718" y="50772"/>
                  <a:pt x="404502" y="53948"/>
                  <a:pt x="405794" y="57719"/>
                </a:cubicBezTo>
                <a:cubicBezTo>
                  <a:pt x="407086" y="61488"/>
                  <a:pt x="407732" y="65800"/>
                  <a:pt x="407732" y="70657"/>
                </a:cubicBezTo>
                <a:cubicBezTo>
                  <a:pt x="407732" y="75511"/>
                  <a:pt x="407086" y="79824"/>
                  <a:pt x="405794" y="83594"/>
                </a:cubicBezTo>
                <a:cubicBezTo>
                  <a:pt x="404502" y="87365"/>
                  <a:pt x="402718" y="90515"/>
                  <a:pt x="400443" y="93046"/>
                </a:cubicBezTo>
                <a:cubicBezTo>
                  <a:pt x="398168" y="95577"/>
                  <a:pt x="395506" y="97513"/>
                  <a:pt x="392456" y="98856"/>
                </a:cubicBezTo>
                <a:cubicBezTo>
                  <a:pt x="389406" y="100198"/>
                  <a:pt x="386175" y="100870"/>
                  <a:pt x="382763" y="100870"/>
                </a:cubicBezTo>
                <a:cubicBezTo>
                  <a:pt x="379350" y="100870"/>
                  <a:pt x="376119" y="100198"/>
                  <a:pt x="373070" y="98856"/>
                </a:cubicBezTo>
                <a:cubicBezTo>
                  <a:pt x="370020" y="97513"/>
                  <a:pt x="367358" y="95577"/>
                  <a:pt x="365083" y="93046"/>
                </a:cubicBezTo>
                <a:cubicBezTo>
                  <a:pt x="362808" y="90515"/>
                  <a:pt x="361024" y="87365"/>
                  <a:pt x="359732" y="83594"/>
                </a:cubicBezTo>
                <a:cubicBezTo>
                  <a:pt x="358440" y="79824"/>
                  <a:pt x="357794" y="75511"/>
                  <a:pt x="357794" y="70657"/>
                </a:cubicBezTo>
                <a:moveTo>
                  <a:pt x="343834" y="70659"/>
                </a:moveTo>
                <a:cubicBezTo>
                  <a:pt x="343834" y="76551"/>
                  <a:pt x="344661" y="82032"/>
                  <a:pt x="346314" y="87099"/>
                </a:cubicBezTo>
                <a:cubicBezTo>
                  <a:pt x="347969" y="92165"/>
                  <a:pt x="350451" y="96585"/>
                  <a:pt x="353759" y="100361"/>
                </a:cubicBezTo>
                <a:cubicBezTo>
                  <a:pt x="357067" y="104135"/>
                  <a:pt x="361151" y="107082"/>
                  <a:pt x="366010" y="109202"/>
                </a:cubicBezTo>
                <a:cubicBezTo>
                  <a:pt x="370871" y="111321"/>
                  <a:pt x="376455" y="112380"/>
                  <a:pt x="382763" y="112380"/>
                </a:cubicBezTo>
                <a:cubicBezTo>
                  <a:pt x="389173" y="112380"/>
                  <a:pt x="394782" y="111321"/>
                  <a:pt x="399589" y="109202"/>
                </a:cubicBezTo>
                <a:cubicBezTo>
                  <a:pt x="404397" y="107082"/>
                  <a:pt x="408456" y="104135"/>
                  <a:pt x="411764" y="100361"/>
                </a:cubicBezTo>
                <a:cubicBezTo>
                  <a:pt x="415073" y="96585"/>
                  <a:pt x="417554" y="92165"/>
                  <a:pt x="419207" y="87099"/>
                </a:cubicBezTo>
                <a:cubicBezTo>
                  <a:pt x="420862" y="82032"/>
                  <a:pt x="421689" y="76551"/>
                  <a:pt x="421689" y="70659"/>
                </a:cubicBezTo>
                <a:cubicBezTo>
                  <a:pt x="421689" y="64765"/>
                  <a:pt x="420862" y="59259"/>
                  <a:pt x="419207" y="54141"/>
                </a:cubicBezTo>
                <a:cubicBezTo>
                  <a:pt x="417554" y="49021"/>
                  <a:pt x="415073" y="44575"/>
                  <a:pt x="411764" y="40801"/>
                </a:cubicBezTo>
                <a:cubicBezTo>
                  <a:pt x="408456" y="37027"/>
                  <a:pt x="404397" y="34055"/>
                  <a:pt x="399589" y="31884"/>
                </a:cubicBezTo>
                <a:cubicBezTo>
                  <a:pt x="394782" y="29711"/>
                  <a:pt x="389173" y="28625"/>
                  <a:pt x="382763" y="28625"/>
                </a:cubicBezTo>
                <a:cubicBezTo>
                  <a:pt x="376455" y="28625"/>
                  <a:pt x="370871" y="29711"/>
                  <a:pt x="366010" y="31884"/>
                </a:cubicBezTo>
                <a:cubicBezTo>
                  <a:pt x="361151" y="34055"/>
                  <a:pt x="357067" y="37027"/>
                  <a:pt x="353759" y="40801"/>
                </a:cubicBezTo>
                <a:cubicBezTo>
                  <a:pt x="350451" y="44575"/>
                  <a:pt x="347969" y="49021"/>
                  <a:pt x="346314" y="54141"/>
                </a:cubicBezTo>
                <a:cubicBezTo>
                  <a:pt x="344661" y="59259"/>
                  <a:pt x="343834" y="64765"/>
                  <a:pt x="343834" y="70659"/>
                </a:cubicBezTo>
                <a:close/>
                <a:moveTo>
                  <a:pt x="436734" y="30488"/>
                </a:moveTo>
                <a:lnTo>
                  <a:pt x="436734" y="110714"/>
                </a:lnTo>
                <a:lnTo>
                  <a:pt x="449916" y="110714"/>
                </a:lnTo>
                <a:lnTo>
                  <a:pt x="449916" y="75006"/>
                </a:lnTo>
                <a:cubicBezTo>
                  <a:pt x="449916" y="69831"/>
                  <a:pt x="450432" y="65252"/>
                  <a:pt x="451466" y="61269"/>
                </a:cubicBezTo>
                <a:cubicBezTo>
                  <a:pt x="452501" y="57283"/>
                  <a:pt x="454156" y="53894"/>
                  <a:pt x="456431" y="51100"/>
                </a:cubicBezTo>
                <a:cubicBezTo>
                  <a:pt x="458706" y="48304"/>
                  <a:pt x="461704" y="46182"/>
                  <a:pt x="465426" y="44734"/>
                </a:cubicBezTo>
                <a:cubicBezTo>
                  <a:pt x="469148" y="43284"/>
                  <a:pt x="473645" y="42559"/>
                  <a:pt x="478917" y="42559"/>
                </a:cubicBezTo>
                <a:lnTo>
                  <a:pt x="478917" y="28625"/>
                </a:lnTo>
                <a:cubicBezTo>
                  <a:pt x="471785" y="28418"/>
                  <a:pt x="465891" y="29867"/>
                  <a:pt x="461237" y="32970"/>
                </a:cubicBezTo>
                <a:cubicBezTo>
                  <a:pt x="456585" y="36073"/>
                  <a:pt x="452656" y="40884"/>
                  <a:pt x="449452" y="47401"/>
                </a:cubicBezTo>
                <a:lnTo>
                  <a:pt x="449142" y="47401"/>
                </a:lnTo>
                <a:lnTo>
                  <a:pt x="449142" y="30488"/>
                </a:lnTo>
                <a:lnTo>
                  <a:pt x="436734" y="30488"/>
                </a:lnTo>
                <a:close/>
                <a:moveTo>
                  <a:pt x="520329" y="121432"/>
                </a:moveTo>
                <a:cubicBezTo>
                  <a:pt x="518779" y="125359"/>
                  <a:pt x="517254" y="128666"/>
                  <a:pt x="515755" y="131352"/>
                </a:cubicBezTo>
                <a:cubicBezTo>
                  <a:pt x="514256" y="134039"/>
                  <a:pt x="512602" y="136235"/>
                  <a:pt x="510792" y="137938"/>
                </a:cubicBezTo>
                <a:cubicBezTo>
                  <a:pt x="508983" y="139644"/>
                  <a:pt x="506967" y="140884"/>
                  <a:pt x="504744" y="141659"/>
                </a:cubicBezTo>
                <a:cubicBezTo>
                  <a:pt x="502521" y="142435"/>
                  <a:pt x="499962" y="142823"/>
                  <a:pt x="497067" y="142823"/>
                </a:cubicBezTo>
                <a:cubicBezTo>
                  <a:pt x="495516" y="142823"/>
                  <a:pt x="493965" y="142720"/>
                  <a:pt x="492414" y="142513"/>
                </a:cubicBezTo>
                <a:cubicBezTo>
                  <a:pt x="490863" y="142306"/>
                  <a:pt x="489364" y="141944"/>
                  <a:pt x="487915" y="141427"/>
                </a:cubicBezTo>
                <a:lnTo>
                  <a:pt x="487915" y="129336"/>
                </a:lnTo>
                <a:cubicBezTo>
                  <a:pt x="489053" y="129843"/>
                  <a:pt x="490371" y="130273"/>
                  <a:pt x="491870" y="130628"/>
                </a:cubicBezTo>
                <a:cubicBezTo>
                  <a:pt x="493370" y="130983"/>
                  <a:pt x="494637" y="131161"/>
                  <a:pt x="495671" y="131161"/>
                </a:cubicBezTo>
                <a:cubicBezTo>
                  <a:pt x="498359" y="131161"/>
                  <a:pt x="500608" y="130515"/>
                  <a:pt x="502417" y="129223"/>
                </a:cubicBezTo>
                <a:cubicBezTo>
                  <a:pt x="504227" y="127932"/>
                  <a:pt x="505596" y="126099"/>
                  <a:pt x="506526" y="123723"/>
                </a:cubicBezTo>
                <a:lnTo>
                  <a:pt x="511954" y="110241"/>
                </a:lnTo>
                <a:lnTo>
                  <a:pt x="480160" y="30594"/>
                </a:lnTo>
                <a:lnTo>
                  <a:pt x="495050" y="30594"/>
                </a:lnTo>
                <a:lnTo>
                  <a:pt x="518469" y="96165"/>
                </a:lnTo>
                <a:lnTo>
                  <a:pt x="518779" y="96165"/>
                </a:lnTo>
                <a:lnTo>
                  <a:pt x="541266" y="30594"/>
                </a:lnTo>
                <a:lnTo>
                  <a:pt x="555226" y="30594"/>
                </a:lnTo>
                <a:lnTo>
                  <a:pt x="520329" y="121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94838-819F-4034-A073-CC97C34E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313" y="1565904"/>
            <a:ext cx="334155" cy="413108"/>
          </a:xfrm>
          <a:custGeom xmlns:a="http://schemas.openxmlformats.org/drawingml/2006/main">
            <a:pathLst>
              <a:path w="334155" h="413108" fill="none">
                <a:moveTo>
                  <a:pt x="334155" y="0"/>
                </a:moveTo>
                <a:lnTo>
                  <a:pt x="0" y="413108"/>
                </a:lnTo>
              </a:path>
            </a:pathLst>
          </a:custGeom>
          <a:noFill xmlns:a="http://schemas.openxmlformats.org/drawingml/2006/main"/>
          <a:ln xmlns:a="http://schemas.openxmlformats.org/drawingml/2006/main" w="35790" cap="rnd">
            <a:solidFill>
              <a:srgbClr val="FB0507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D0BE7-B23B-44FF-B43D-E46BFB2A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642" y="1491702"/>
            <a:ext cx="87841" cy="96712"/>
          </a:xfrm>
          <a:custGeom xmlns:a="http://schemas.openxmlformats.org/drawingml/2006/main">
            <a:pathLst>
              <a:path w="87841" h="96712">
                <a:moveTo>
                  <a:pt x="87841" y="0"/>
                </a:moveTo>
                <a:lnTo>
                  <a:pt x="0" y="51695"/>
                </a:lnTo>
                <a:lnTo>
                  <a:pt x="55654" y="96712"/>
                </a:lnTo>
                <a:lnTo>
                  <a:pt x="87841" y="0"/>
                </a:lnTo>
                <a:close/>
                <a:moveTo>
                  <a:pt x="87841" y="0"/>
                </a:moveTo>
              </a:path>
            </a:pathLst>
          </a:custGeom>
          <a:solidFill xmlns:a="http://schemas.openxmlformats.org/drawingml/2006/main">
            <a:srgbClr val="FB05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1A83D-108E-482C-A1F4-663EC1D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641" y="1491705"/>
            <a:ext cx="87847" cy="96711"/>
          </a:xfrm>
          <a:custGeom xmlns:a="http://schemas.openxmlformats.org/drawingml/2006/main">
            <a:pathLst>
              <a:path w="87847" h="96711" fill="none">
                <a:moveTo>
                  <a:pt x="87847" y="0"/>
                </a:moveTo>
                <a:lnTo>
                  <a:pt x="0" y="51693"/>
                </a:lnTo>
                <a:lnTo>
                  <a:pt x="55648" y="96711"/>
                </a:lnTo>
                <a:lnTo>
                  <a:pt x="87847" y="0"/>
                </a:lnTo>
                <a:close/>
                <a:moveTo>
                  <a:pt x="8784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35790" cap="flat">
            <a:solidFill>
              <a:srgbClr val="FB0507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89EE7-8F97-48D3-9D93-8C343529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8103" y="1976555"/>
            <a:ext cx="311762" cy="2207"/>
          </a:xfrm>
          <a:custGeom xmlns:a="http://schemas.openxmlformats.org/drawingml/2006/main">
            <a:pathLst>
              <a:path w="311762" h="2207" fill="none">
                <a:moveTo>
                  <a:pt x="311762" y="0"/>
                </a:moveTo>
                <a:lnTo>
                  <a:pt x="0" y="2207"/>
                </a:lnTo>
              </a:path>
            </a:pathLst>
          </a:custGeom>
          <a:noFill xmlns:a="http://schemas.openxmlformats.org/drawingml/2006/main"/>
          <a:ln xmlns:a="http://schemas.openxmlformats.org/drawingml/2006/main" w="35790" cap="rnd">
            <a:solidFill>
              <a:srgbClr val="FB0507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924F3-0476-4EE6-BF9A-0D02172F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7763" y="1931042"/>
            <a:ext cx="680" cy="95441"/>
          </a:xfrm>
          <a:custGeom xmlns:a="http://schemas.openxmlformats.org/drawingml/2006/main">
            <a:pathLst>
              <a:path w="680" h="95441" fill="none">
                <a:moveTo>
                  <a:pt x="680" y="954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90" cap="flat">
            <a:solidFill>
              <a:srgbClr val="FB0507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7B14C-F84F-4313-813D-BFEC8F17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610" y="1940764"/>
            <a:ext cx="95691" cy="71579"/>
          </a:xfrm>
          <a:custGeom xmlns:a="http://schemas.openxmlformats.org/drawingml/2006/main">
            <a:pathLst>
              <a:path w="95691" h="71579">
                <a:moveTo>
                  <a:pt x="95691" y="35114"/>
                </a:moveTo>
                <a:lnTo>
                  <a:pt x="0" y="0"/>
                </a:lnTo>
                <a:lnTo>
                  <a:pt x="513" y="71579"/>
                </a:lnTo>
                <a:lnTo>
                  <a:pt x="95691" y="35114"/>
                </a:lnTo>
                <a:close/>
                <a:moveTo>
                  <a:pt x="95691" y="35114"/>
                </a:moveTo>
              </a:path>
            </a:pathLst>
          </a:custGeom>
          <a:solidFill xmlns:a="http://schemas.openxmlformats.org/drawingml/2006/main">
            <a:srgbClr val="FB05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70035-72A6-4FA0-8A1C-D842D068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609" y="1940765"/>
            <a:ext cx="95697" cy="71580"/>
          </a:xfrm>
          <a:custGeom xmlns:a="http://schemas.openxmlformats.org/drawingml/2006/main">
            <a:pathLst>
              <a:path w="95697" h="71580" fill="none">
                <a:moveTo>
                  <a:pt x="95697" y="35116"/>
                </a:moveTo>
                <a:lnTo>
                  <a:pt x="0" y="0"/>
                </a:lnTo>
                <a:lnTo>
                  <a:pt x="507" y="71580"/>
                </a:lnTo>
                <a:lnTo>
                  <a:pt x="95697" y="35116"/>
                </a:lnTo>
                <a:close/>
                <a:moveTo>
                  <a:pt x="95697" y="35116"/>
                </a:moveTo>
              </a:path>
            </a:pathLst>
          </a:custGeom>
          <a:noFill xmlns:a="http://schemas.openxmlformats.org/drawingml/2006/main"/>
          <a:ln xmlns:a="http://schemas.openxmlformats.org/drawingml/2006/main" w="35790" cap="flat">
            <a:solidFill>
              <a:srgbClr val="FB0507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CF731-DE4F-4358-A8A9-20830728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313" y="1979012"/>
            <a:ext cx="344695" cy="512748"/>
          </a:xfrm>
          <a:custGeom xmlns:a="http://schemas.openxmlformats.org/drawingml/2006/main">
            <a:pathLst>
              <a:path w="344695" h="512748" fill="none">
                <a:moveTo>
                  <a:pt x="344695" y="5127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90" cap="rnd">
            <a:solidFill>
              <a:srgbClr val="FB0507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19522-24BE-4AC2-8593-21AD44C3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303" y="2471794"/>
            <a:ext cx="82950" cy="99174"/>
          </a:xfrm>
          <a:custGeom xmlns:a="http://schemas.openxmlformats.org/drawingml/2006/main">
            <a:pathLst>
              <a:path w="82950" h="99174">
                <a:moveTo>
                  <a:pt x="82950" y="99174"/>
                </a:moveTo>
                <a:lnTo>
                  <a:pt x="59412" y="0"/>
                </a:lnTo>
                <a:lnTo>
                  <a:pt x="0" y="39935"/>
                </a:lnTo>
                <a:lnTo>
                  <a:pt x="82950" y="99174"/>
                </a:lnTo>
                <a:close/>
                <a:moveTo>
                  <a:pt x="82950" y="99174"/>
                </a:moveTo>
              </a:path>
            </a:pathLst>
          </a:custGeom>
          <a:solidFill xmlns:a="http://schemas.openxmlformats.org/drawingml/2006/main">
            <a:srgbClr val="FB05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C7200-252C-4711-9C72-F43CAFD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309" y="2471795"/>
            <a:ext cx="82950" cy="99175"/>
          </a:xfrm>
          <a:custGeom xmlns:a="http://schemas.openxmlformats.org/drawingml/2006/main">
            <a:pathLst>
              <a:path w="82950" h="99175" fill="none">
                <a:moveTo>
                  <a:pt x="82950" y="99175"/>
                </a:moveTo>
                <a:lnTo>
                  <a:pt x="59406" y="0"/>
                </a:lnTo>
                <a:lnTo>
                  <a:pt x="0" y="39936"/>
                </a:lnTo>
                <a:lnTo>
                  <a:pt x="82950" y="99175"/>
                </a:lnTo>
                <a:close/>
                <a:moveTo>
                  <a:pt x="82950" y="99175"/>
                </a:moveTo>
              </a:path>
            </a:pathLst>
          </a:custGeom>
          <a:noFill xmlns:a="http://schemas.openxmlformats.org/drawingml/2006/main"/>
          <a:ln xmlns:a="http://schemas.openxmlformats.org/drawingml/2006/main" w="35790" cap="flat">
            <a:solidFill>
              <a:srgbClr val="FB0507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DC38D-6264-4139-AB21-DC978DD1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597" y="1642608"/>
            <a:ext cx="2480845" cy="127300"/>
          </a:xfrm>
          <a:custGeom xmlns:a="http://schemas.openxmlformats.org/drawingml/2006/main">
            <a:pathLst>
              <a:path w="2480845" h="127300" fill="none">
                <a:moveTo>
                  <a:pt x="2480845" y="0"/>
                </a:moveTo>
                <a:lnTo>
                  <a:pt x="0" y="127300"/>
                </a:lnTo>
              </a:path>
            </a:pathLst>
          </a:custGeom>
          <a:noFill xmlns:a="http://schemas.openxmlformats.org/drawingml/2006/main"/>
          <a:ln xmlns:a="http://schemas.openxmlformats.org/drawingml/2006/main" w="17895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F328E-F26A-4799-8FB9-67BDC27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597" y="2313370"/>
            <a:ext cx="2594461" cy="131231"/>
          </a:xfrm>
          <a:custGeom xmlns:a="http://schemas.openxmlformats.org/drawingml/2006/main">
            <a:pathLst>
              <a:path w="2594461" h="131231" fill="none">
                <a:moveTo>
                  <a:pt x="2594461" y="0"/>
                </a:moveTo>
                <a:lnTo>
                  <a:pt x="0" y="131231"/>
                </a:lnTo>
              </a:path>
            </a:pathLst>
          </a:custGeom>
          <a:noFill xmlns:a="http://schemas.openxmlformats.org/drawingml/2006/main"/>
          <a:ln xmlns:a="http://schemas.openxmlformats.org/drawingml/2006/main" w="17895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0B506-2ACA-4A60-B416-7FFBE4E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864" y="1642609"/>
            <a:ext cx="785882" cy="717589"/>
          </a:xfrm>
          <a:custGeom xmlns:a="http://schemas.openxmlformats.org/drawingml/2006/main">
            <a:pathLst>
              <a:path w="785882" h="717589">
                <a:moveTo>
                  <a:pt x="0" y="717589"/>
                </a:moveTo>
                <a:lnTo>
                  <a:pt x="785882" y="717589"/>
                </a:lnTo>
                <a:lnTo>
                  <a:pt x="785882" y="0"/>
                </a:lnTo>
                <a:lnTo>
                  <a:pt x="0" y="0"/>
                </a:lnTo>
                <a:lnTo>
                  <a:pt x="0" y="717589"/>
                </a:lnTo>
                <a:close/>
              </a:path>
            </a:pathLst>
          </a:custGeom>
          <a:solidFill xmlns:a="http://schemas.openxmlformats.org/drawingml/2006/main">
            <a:srgbClr val="FFF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67212-1DF0-4BD8-AD57-A5973D78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861" y="1642608"/>
            <a:ext cx="785881" cy="717587"/>
          </a:xfrm>
          <a:custGeom xmlns:a="http://schemas.openxmlformats.org/drawingml/2006/main">
            <a:pathLst>
              <a:path w="785881" h="717587" fill="none">
                <a:moveTo>
                  <a:pt x="0" y="0"/>
                </a:moveTo>
                <a:lnTo>
                  <a:pt x="785881" y="0"/>
                </a:lnTo>
                <a:lnTo>
                  <a:pt x="785881" y="717587"/>
                </a:lnTo>
                <a:lnTo>
                  <a:pt x="0" y="7175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65" cap="sq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E786A-B5FB-48CD-B004-4463C675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653" y="1590660"/>
            <a:ext cx="689018" cy="674116"/>
          </a:xfrm>
          <a:custGeom xmlns:a="http://schemas.openxmlformats.org/drawingml/2006/main">
            <a:pathLst>
              <a:path w="689018" h="674116">
                <a:moveTo>
                  <a:pt x="0" y="674116"/>
                </a:moveTo>
                <a:lnTo>
                  <a:pt x="689018" y="674116"/>
                </a:lnTo>
                <a:lnTo>
                  <a:pt x="689018" y="0"/>
                </a:lnTo>
                <a:lnTo>
                  <a:pt x="0" y="0"/>
                </a:lnTo>
                <a:lnTo>
                  <a:pt x="0" y="674116"/>
                </a:lnTo>
                <a:close/>
              </a:path>
            </a:pathLst>
          </a:custGeom>
          <a:solidFill xmlns:a="http://schemas.openxmlformats.org/drawingml/2006/main">
            <a:srgbClr val="FB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D3742-8F72-4DE6-8B8B-16E38A5B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655" y="1590659"/>
            <a:ext cx="689021" cy="674114"/>
          </a:xfrm>
          <a:custGeom xmlns:a="http://schemas.openxmlformats.org/drawingml/2006/main">
            <a:pathLst>
              <a:path w="689021" h="674114" fill="none">
                <a:moveTo>
                  <a:pt x="0" y="0"/>
                </a:moveTo>
                <a:lnTo>
                  <a:pt x="689021" y="0"/>
                </a:lnTo>
                <a:lnTo>
                  <a:pt x="689021" y="674114"/>
                </a:lnTo>
                <a:lnTo>
                  <a:pt x="0" y="6741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80" cap="sq">
            <a:solidFill>
              <a:srgbClr val="000000"/>
            </a:solidFill>
            <a:miter/>
          </a:ln>
        </p:spPr>
      </p:sp>
      <p:sp>
        <p:nvSpPr>
          <p:cNvPr id="104" name="Text Page">
            <a:extLst xmlns:a="http://schemas.openxmlformats.org/drawingml/2006/main">
              <a:ext uri="{FF2B5EF4-FFF2-40B4-BE49-F238E27FC236}">
                <a16:creationId xmlns:a16="http://schemas.microsoft.com/office/drawing/2014/main" id="{C426B9CF-693E-46F7-873D-04292710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213" y="1682165"/>
            <a:ext cx="340476" cy="143126"/>
          </a:xfrm>
          <a:custGeom xmlns:a="http://schemas.openxmlformats.org/drawingml/2006/main">
            <a:pathLst>
              <a:path w="340476" h="143126">
                <a:moveTo>
                  <a:pt x="14734" y="53010"/>
                </a:moveTo>
                <a:lnTo>
                  <a:pt x="14734" y="12419"/>
                </a:lnTo>
                <a:lnTo>
                  <a:pt x="43581" y="12419"/>
                </a:lnTo>
                <a:cubicBezTo>
                  <a:pt x="51956" y="12419"/>
                  <a:pt x="58081" y="14149"/>
                  <a:pt x="61957" y="17609"/>
                </a:cubicBezTo>
                <a:cubicBezTo>
                  <a:pt x="65835" y="21069"/>
                  <a:pt x="67774" y="26104"/>
                  <a:pt x="67774" y="32714"/>
                </a:cubicBezTo>
                <a:cubicBezTo>
                  <a:pt x="67774" y="39325"/>
                  <a:pt x="65835" y="44386"/>
                  <a:pt x="61957" y="47898"/>
                </a:cubicBezTo>
                <a:cubicBezTo>
                  <a:pt x="58081" y="51408"/>
                  <a:pt x="51956" y="53112"/>
                  <a:pt x="43581" y="53010"/>
                </a:cubicBezTo>
                <a:lnTo>
                  <a:pt x="14734" y="53010"/>
                </a:lnTo>
                <a:moveTo>
                  <a:pt x="0" y="0"/>
                </a:moveTo>
                <a:lnTo>
                  <a:pt x="0" y="110714"/>
                </a:lnTo>
                <a:lnTo>
                  <a:pt x="14734" y="110714"/>
                </a:lnTo>
                <a:lnTo>
                  <a:pt x="14734" y="65429"/>
                </a:lnTo>
                <a:lnTo>
                  <a:pt x="48544" y="65429"/>
                </a:lnTo>
                <a:cubicBezTo>
                  <a:pt x="59711" y="65533"/>
                  <a:pt x="68163" y="62691"/>
                  <a:pt x="73901" y="56902"/>
                </a:cubicBezTo>
                <a:cubicBezTo>
                  <a:pt x="79639" y="51114"/>
                  <a:pt x="82508" y="43051"/>
                  <a:pt x="82508" y="32714"/>
                </a:cubicBezTo>
                <a:cubicBezTo>
                  <a:pt x="82508" y="22378"/>
                  <a:pt x="79639" y="14341"/>
                  <a:pt x="73901" y="8605"/>
                </a:cubicBezTo>
                <a:cubicBezTo>
                  <a:pt x="68163" y="2868"/>
                  <a:pt x="59711" y="0"/>
                  <a:pt x="48544" y="0"/>
                </a:cubicBezTo>
                <a:lnTo>
                  <a:pt x="0" y="0"/>
                </a:lnTo>
                <a:close/>
                <a:moveTo>
                  <a:pt x="169359" y="110364"/>
                </a:moveTo>
                <a:cubicBezTo>
                  <a:pt x="167084" y="111708"/>
                  <a:pt x="163931" y="112380"/>
                  <a:pt x="159898" y="112380"/>
                </a:cubicBezTo>
                <a:cubicBezTo>
                  <a:pt x="156487" y="112380"/>
                  <a:pt x="153774" y="111424"/>
                  <a:pt x="151757" y="109512"/>
                </a:cubicBezTo>
                <a:cubicBezTo>
                  <a:pt x="149741" y="107598"/>
                  <a:pt x="148733" y="104470"/>
                  <a:pt x="148733" y="100127"/>
                </a:cubicBezTo>
                <a:cubicBezTo>
                  <a:pt x="145114" y="104470"/>
                  <a:pt x="140900" y="107598"/>
                  <a:pt x="136091" y="109512"/>
                </a:cubicBezTo>
                <a:cubicBezTo>
                  <a:pt x="131284" y="111424"/>
                  <a:pt x="126089" y="112380"/>
                  <a:pt x="120506" y="112380"/>
                </a:cubicBezTo>
                <a:cubicBezTo>
                  <a:pt x="116886" y="112380"/>
                  <a:pt x="113448" y="111967"/>
                  <a:pt x="110190" y="111140"/>
                </a:cubicBezTo>
                <a:cubicBezTo>
                  <a:pt x="106934" y="110314"/>
                  <a:pt x="104117" y="109021"/>
                  <a:pt x="101739" y="107264"/>
                </a:cubicBezTo>
                <a:cubicBezTo>
                  <a:pt x="99362" y="105506"/>
                  <a:pt x="97475" y="103207"/>
                  <a:pt x="96079" y="100366"/>
                </a:cubicBezTo>
                <a:cubicBezTo>
                  <a:pt x="94682" y="97523"/>
                  <a:pt x="93984" y="94086"/>
                  <a:pt x="93984" y="90055"/>
                </a:cubicBezTo>
                <a:cubicBezTo>
                  <a:pt x="93984" y="85506"/>
                  <a:pt x="94760" y="81785"/>
                  <a:pt x="96310" y="78892"/>
                </a:cubicBezTo>
                <a:cubicBezTo>
                  <a:pt x="97861" y="75999"/>
                  <a:pt x="99903" y="73648"/>
                  <a:pt x="102435" y="71840"/>
                </a:cubicBezTo>
                <a:cubicBezTo>
                  <a:pt x="104969" y="70030"/>
                  <a:pt x="107864" y="68660"/>
                  <a:pt x="111120" y="67729"/>
                </a:cubicBezTo>
                <a:cubicBezTo>
                  <a:pt x="114378" y="66798"/>
                  <a:pt x="117713" y="66023"/>
                  <a:pt x="121126" y="65403"/>
                </a:cubicBezTo>
                <a:cubicBezTo>
                  <a:pt x="124745" y="64680"/>
                  <a:pt x="128182" y="64138"/>
                  <a:pt x="131439" y="63777"/>
                </a:cubicBezTo>
                <a:cubicBezTo>
                  <a:pt x="134695" y="63414"/>
                  <a:pt x="137564" y="62897"/>
                  <a:pt x="140046" y="62225"/>
                </a:cubicBezTo>
                <a:cubicBezTo>
                  <a:pt x="142527" y="61553"/>
                  <a:pt x="144492" y="60571"/>
                  <a:pt x="145938" y="59281"/>
                </a:cubicBezTo>
                <a:cubicBezTo>
                  <a:pt x="147387" y="57989"/>
                  <a:pt x="148111" y="56102"/>
                  <a:pt x="148111" y="53620"/>
                </a:cubicBezTo>
                <a:cubicBezTo>
                  <a:pt x="148111" y="50727"/>
                  <a:pt x="147568" y="48401"/>
                  <a:pt x="146483" y="46644"/>
                </a:cubicBezTo>
                <a:cubicBezTo>
                  <a:pt x="145397" y="44886"/>
                  <a:pt x="144001" y="43543"/>
                  <a:pt x="142294" y="42614"/>
                </a:cubicBezTo>
                <a:cubicBezTo>
                  <a:pt x="140588" y="41683"/>
                  <a:pt x="138675" y="41063"/>
                  <a:pt x="136555" y="40753"/>
                </a:cubicBezTo>
                <a:cubicBezTo>
                  <a:pt x="134436" y="40443"/>
                  <a:pt x="132344" y="40287"/>
                  <a:pt x="130277" y="40287"/>
                </a:cubicBezTo>
                <a:cubicBezTo>
                  <a:pt x="124693" y="40287"/>
                  <a:pt x="120041" y="41344"/>
                  <a:pt x="116319" y="43456"/>
                </a:cubicBezTo>
                <a:cubicBezTo>
                  <a:pt x="112597" y="45568"/>
                  <a:pt x="110581" y="49561"/>
                  <a:pt x="110270" y="55433"/>
                </a:cubicBezTo>
                <a:lnTo>
                  <a:pt x="97087" y="55433"/>
                </a:lnTo>
                <a:cubicBezTo>
                  <a:pt x="97293" y="50474"/>
                  <a:pt x="98327" y="46290"/>
                  <a:pt x="100187" y="42881"/>
                </a:cubicBezTo>
                <a:cubicBezTo>
                  <a:pt x="102048" y="39472"/>
                  <a:pt x="104530" y="36708"/>
                  <a:pt x="107632" y="34591"/>
                </a:cubicBezTo>
                <a:cubicBezTo>
                  <a:pt x="110733" y="32474"/>
                  <a:pt x="114275" y="30951"/>
                  <a:pt x="118255" y="30021"/>
                </a:cubicBezTo>
                <a:cubicBezTo>
                  <a:pt x="122237" y="29091"/>
                  <a:pt x="126502" y="28625"/>
                  <a:pt x="131051" y="28625"/>
                </a:cubicBezTo>
                <a:cubicBezTo>
                  <a:pt x="134670" y="28625"/>
                  <a:pt x="138263" y="28884"/>
                  <a:pt x="141830" y="29401"/>
                </a:cubicBezTo>
                <a:cubicBezTo>
                  <a:pt x="145397" y="29917"/>
                  <a:pt x="148628" y="30977"/>
                  <a:pt x="151523" y="32580"/>
                </a:cubicBezTo>
                <a:cubicBezTo>
                  <a:pt x="154418" y="34181"/>
                  <a:pt x="156744" y="36429"/>
                  <a:pt x="158502" y="39324"/>
                </a:cubicBezTo>
                <a:cubicBezTo>
                  <a:pt x="160260" y="42218"/>
                  <a:pt x="161138" y="45990"/>
                  <a:pt x="161138" y="50641"/>
                </a:cubicBezTo>
                <a:lnTo>
                  <a:pt x="161138" y="91877"/>
                </a:lnTo>
                <a:cubicBezTo>
                  <a:pt x="161138" y="94979"/>
                  <a:pt x="161319" y="97253"/>
                  <a:pt x="161680" y="98700"/>
                </a:cubicBezTo>
                <a:cubicBezTo>
                  <a:pt x="162043" y="100146"/>
                  <a:pt x="163259" y="100870"/>
                  <a:pt x="165327" y="100870"/>
                </a:cubicBezTo>
                <a:cubicBezTo>
                  <a:pt x="166464" y="100870"/>
                  <a:pt x="167809" y="100622"/>
                  <a:pt x="169359" y="100127"/>
                </a:cubicBezTo>
                <a:lnTo>
                  <a:pt x="169359" y="110364"/>
                </a:lnTo>
                <a:moveTo>
                  <a:pt x="147957" y="69263"/>
                </a:moveTo>
                <a:cubicBezTo>
                  <a:pt x="146302" y="70503"/>
                  <a:pt x="144130" y="71407"/>
                  <a:pt x="141442" y="71975"/>
                </a:cubicBezTo>
                <a:cubicBezTo>
                  <a:pt x="138755" y="72543"/>
                  <a:pt x="135938" y="73007"/>
                  <a:pt x="132991" y="73369"/>
                </a:cubicBezTo>
                <a:cubicBezTo>
                  <a:pt x="130044" y="73730"/>
                  <a:pt x="127071" y="74143"/>
                  <a:pt x="124072" y="74609"/>
                </a:cubicBezTo>
                <a:cubicBezTo>
                  <a:pt x="121074" y="75072"/>
                  <a:pt x="118387" y="75821"/>
                  <a:pt x="116009" y="76854"/>
                </a:cubicBezTo>
                <a:cubicBezTo>
                  <a:pt x="113632" y="77888"/>
                  <a:pt x="111693" y="79360"/>
                  <a:pt x="110192" y="81270"/>
                </a:cubicBezTo>
                <a:cubicBezTo>
                  <a:pt x="108694" y="83181"/>
                  <a:pt x="107944" y="85789"/>
                  <a:pt x="107944" y="89094"/>
                </a:cubicBezTo>
                <a:cubicBezTo>
                  <a:pt x="107944" y="91263"/>
                  <a:pt x="108384" y="93097"/>
                  <a:pt x="109262" y="94596"/>
                </a:cubicBezTo>
                <a:cubicBezTo>
                  <a:pt x="110141" y="96093"/>
                  <a:pt x="111279" y="97306"/>
                  <a:pt x="112675" y="98236"/>
                </a:cubicBezTo>
                <a:cubicBezTo>
                  <a:pt x="114071" y="99165"/>
                  <a:pt x="115699" y="99836"/>
                  <a:pt x="117559" y="100250"/>
                </a:cubicBezTo>
                <a:cubicBezTo>
                  <a:pt x="119421" y="100663"/>
                  <a:pt x="121385" y="100870"/>
                  <a:pt x="123452" y="100870"/>
                </a:cubicBezTo>
                <a:cubicBezTo>
                  <a:pt x="127795" y="100870"/>
                  <a:pt x="131518" y="100276"/>
                  <a:pt x="134619" y="99088"/>
                </a:cubicBezTo>
                <a:cubicBezTo>
                  <a:pt x="137721" y="97900"/>
                  <a:pt x="140254" y="96402"/>
                  <a:pt x="142218" y="94596"/>
                </a:cubicBezTo>
                <a:cubicBezTo>
                  <a:pt x="144182" y="92788"/>
                  <a:pt x="145630" y="90825"/>
                  <a:pt x="146561" y="88708"/>
                </a:cubicBezTo>
                <a:cubicBezTo>
                  <a:pt x="147491" y="86589"/>
                  <a:pt x="147957" y="84601"/>
                  <a:pt x="147957" y="82742"/>
                </a:cubicBezTo>
                <a:lnTo>
                  <a:pt x="147957" y="69263"/>
                </a:lnTo>
                <a:close/>
                <a:moveTo>
                  <a:pt x="250780" y="103873"/>
                </a:moveTo>
                <a:lnTo>
                  <a:pt x="250780" y="30488"/>
                </a:lnTo>
                <a:lnTo>
                  <a:pt x="238373" y="30488"/>
                </a:lnTo>
                <a:lnTo>
                  <a:pt x="238373" y="41967"/>
                </a:lnTo>
                <a:lnTo>
                  <a:pt x="238219" y="41967"/>
                </a:lnTo>
                <a:cubicBezTo>
                  <a:pt x="235841" y="37520"/>
                  <a:pt x="232533" y="34185"/>
                  <a:pt x="228294" y="31962"/>
                </a:cubicBezTo>
                <a:cubicBezTo>
                  <a:pt x="224055" y="29737"/>
                  <a:pt x="219401" y="28625"/>
                  <a:pt x="214334" y="28625"/>
                </a:cubicBezTo>
                <a:cubicBezTo>
                  <a:pt x="207406" y="28625"/>
                  <a:pt x="201564" y="29944"/>
                  <a:pt x="196808" y="32582"/>
                </a:cubicBezTo>
                <a:cubicBezTo>
                  <a:pt x="192053" y="35218"/>
                  <a:pt x="188227" y="38579"/>
                  <a:pt x="185332" y="42666"/>
                </a:cubicBezTo>
                <a:cubicBezTo>
                  <a:pt x="182437" y="46752"/>
                  <a:pt x="180369" y="51303"/>
                  <a:pt x="179127" y="56320"/>
                </a:cubicBezTo>
                <a:cubicBezTo>
                  <a:pt x="177887" y="61336"/>
                  <a:pt x="177267" y="66222"/>
                  <a:pt x="177267" y="70978"/>
                </a:cubicBezTo>
                <a:cubicBezTo>
                  <a:pt x="177267" y="76461"/>
                  <a:pt x="178017" y="81658"/>
                  <a:pt x="179516" y="86571"/>
                </a:cubicBezTo>
                <a:cubicBezTo>
                  <a:pt x="181016" y="91484"/>
                  <a:pt x="183265" y="95777"/>
                  <a:pt x="186262" y="99450"/>
                </a:cubicBezTo>
                <a:cubicBezTo>
                  <a:pt x="189262" y="103121"/>
                  <a:pt x="192984" y="106043"/>
                  <a:pt x="197430" y="108215"/>
                </a:cubicBezTo>
                <a:cubicBezTo>
                  <a:pt x="201876" y="110386"/>
                  <a:pt x="207097" y="111472"/>
                  <a:pt x="213094" y="111472"/>
                </a:cubicBezTo>
                <a:cubicBezTo>
                  <a:pt x="218262" y="111472"/>
                  <a:pt x="223147" y="110309"/>
                  <a:pt x="227747" y="107983"/>
                </a:cubicBezTo>
                <a:cubicBezTo>
                  <a:pt x="232349" y="105656"/>
                  <a:pt x="235788" y="102011"/>
                  <a:pt x="238063" y="97048"/>
                </a:cubicBezTo>
                <a:lnTo>
                  <a:pt x="238373" y="97048"/>
                </a:lnTo>
                <a:lnTo>
                  <a:pt x="238373" y="102320"/>
                </a:lnTo>
                <a:cubicBezTo>
                  <a:pt x="238373" y="106766"/>
                  <a:pt x="237933" y="110848"/>
                  <a:pt x="237055" y="114565"/>
                </a:cubicBezTo>
                <a:cubicBezTo>
                  <a:pt x="236176" y="118282"/>
                  <a:pt x="234754" y="121456"/>
                  <a:pt x="232790" y="124087"/>
                </a:cubicBezTo>
                <a:cubicBezTo>
                  <a:pt x="230826" y="126719"/>
                  <a:pt x="228344" y="128782"/>
                  <a:pt x="225345" y="130278"/>
                </a:cubicBezTo>
                <a:cubicBezTo>
                  <a:pt x="222348" y="131775"/>
                  <a:pt x="218677" y="132524"/>
                  <a:pt x="214334" y="132524"/>
                </a:cubicBezTo>
                <a:cubicBezTo>
                  <a:pt x="212163" y="132524"/>
                  <a:pt x="209889" y="132291"/>
                  <a:pt x="207511" y="131826"/>
                </a:cubicBezTo>
                <a:cubicBezTo>
                  <a:pt x="205134" y="131360"/>
                  <a:pt x="202937" y="130610"/>
                  <a:pt x="200921" y="129575"/>
                </a:cubicBezTo>
                <a:cubicBezTo>
                  <a:pt x="198904" y="128542"/>
                  <a:pt x="197198" y="127198"/>
                  <a:pt x="195802" y="125543"/>
                </a:cubicBezTo>
                <a:cubicBezTo>
                  <a:pt x="194407" y="123889"/>
                  <a:pt x="193658" y="121874"/>
                  <a:pt x="193554" y="119496"/>
                </a:cubicBezTo>
                <a:lnTo>
                  <a:pt x="180370" y="119496"/>
                </a:lnTo>
                <a:cubicBezTo>
                  <a:pt x="180577" y="123838"/>
                  <a:pt x="181713" y="127510"/>
                  <a:pt x="183780" y="130512"/>
                </a:cubicBezTo>
                <a:cubicBezTo>
                  <a:pt x="185848" y="133516"/>
                  <a:pt x="188459" y="135954"/>
                  <a:pt x="191613" y="137825"/>
                </a:cubicBezTo>
                <a:cubicBezTo>
                  <a:pt x="194767" y="139696"/>
                  <a:pt x="198282" y="141047"/>
                  <a:pt x="202158" y="141879"/>
                </a:cubicBezTo>
                <a:cubicBezTo>
                  <a:pt x="206036" y="142710"/>
                  <a:pt x="209837" y="143126"/>
                  <a:pt x="213560" y="143126"/>
                </a:cubicBezTo>
                <a:cubicBezTo>
                  <a:pt x="226380" y="143126"/>
                  <a:pt x="235789" y="139867"/>
                  <a:pt x="241785" y="133350"/>
                </a:cubicBezTo>
                <a:cubicBezTo>
                  <a:pt x="247782" y="126834"/>
                  <a:pt x="250780" y="117008"/>
                  <a:pt x="250780" y="103873"/>
                </a:cubicBezTo>
                <a:moveTo>
                  <a:pt x="213870" y="99961"/>
                </a:moveTo>
                <a:cubicBezTo>
                  <a:pt x="209527" y="99961"/>
                  <a:pt x="205908" y="99057"/>
                  <a:pt x="203013" y="97249"/>
                </a:cubicBezTo>
                <a:cubicBezTo>
                  <a:pt x="200119" y="95441"/>
                  <a:pt x="197793" y="93064"/>
                  <a:pt x="196034" y="90119"/>
                </a:cubicBezTo>
                <a:cubicBezTo>
                  <a:pt x="194276" y="87173"/>
                  <a:pt x="193035" y="83892"/>
                  <a:pt x="192311" y="80276"/>
                </a:cubicBezTo>
                <a:cubicBezTo>
                  <a:pt x="191589" y="76660"/>
                  <a:pt x="191227" y="73044"/>
                  <a:pt x="191227" y="69426"/>
                </a:cubicBezTo>
                <a:cubicBezTo>
                  <a:pt x="191227" y="65603"/>
                  <a:pt x="191667" y="61935"/>
                  <a:pt x="192546" y="58422"/>
                </a:cubicBezTo>
                <a:cubicBezTo>
                  <a:pt x="193424" y="54908"/>
                  <a:pt x="194820" y="51808"/>
                  <a:pt x="196732" y="49121"/>
                </a:cubicBezTo>
                <a:cubicBezTo>
                  <a:pt x="198646" y="46435"/>
                  <a:pt x="201101" y="44291"/>
                  <a:pt x="204099" y="42689"/>
                </a:cubicBezTo>
                <a:cubicBezTo>
                  <a:pt x="207098" y="41088"/>
                  <a:pt x="210717" y="40287"/>
                  <a:pt x="214956" y="40287"/>
                </a:cubicBezTo>
                <a:cubicBezTo>
                  <a:pt x="219091" y="40287"/>
                  <a:pt x="222606" y="41114"/>
                  <a:pt x="225501" y="42767"/>
                </a:cubicBezTo>
                <a:cubicBezTo>
                  <a:pt x="228396" y="44421"/>
                  <a:pt x="230748" y="46617"/>
                  <a:pt x="232556" y="49356"/>
                </a:cubicBezTo>
                <a:cubicBezTo>
                  <a:pt x="234366" y="52093"/>
                  <a:pt x="235684" y="55167"/>
                  <a:pt x="236510" y="58578"/>
                </a:cubicBezTo>
                <a:cubicBezTo>
                  <a:pt x="237339" y="61987"/>
                  <a:pt x="237753" y="65449"/>
                  <a:pt x="237753" y="68962"/>
                </a:cubicBezTo>
                <a:cubicBezTo>
                  <a:pt x="237753" y="72682"/>
                  <a:pt x="237313" y="76402"/>
                  <a:pt x="236435" y="80123"/>
                </a:cubicBezTo>
                <a:cubicBezTo>
                  <a:pt x="235556" y="83841"/>
                  <a:pt x="234186" y="87173"/>
                  <a:pt x="232324" y="90119"/>
                </a:cubicBezTo>
                <a:cubicBezTo>
                  <a:pt x="230464" y="93064"/>
                  <a:pt x="228008" y="95441"/>
                  <a:pt x="224957" y="97249"/>
                </a:cubicBezTo>
                <a:cubicBezTo>
                  <a:pt x="221907" y="99057"/>
                  <a:pt x="218212" y="99961"/>
                  <a:pt x="213870" y="99961"/>
                </a:cubicBezTo>
                <a:close/>
                <a:moveTo>
                  <a:pt x="326312" y="63006"/>
                </a:moveTo>
                <a:lnTo>
                  <a:pt x="280251" y="63006"/>
                </a:lnTo>
                <a:cubicBezTo>
                  <a:pt x="280457" y="59893"/>
                  <a:pt x="281129" y="56962"/>
                  <a:pt x="282267" y="54214"/>
                </a:cubicBezTo>
                <a:cubicBezTo>
                  <a:pt x="283404" y="51464"/>
                  <a:pt x="284955" y="49052"/>
                  <a:pt x="286919" y="46977"/>
                </a:cubicBezTo>
                <a:cubicBezTo>
                  <a:pt x="288884" y="44903"/>
                  <a:pt x="291236" y="43269"/>
                  <a:pt x="293976" y="42076"/>
                </a:cubicBezTo>
                <a:cubicBezTo>
                  <a:pt x="296717" y="40884"/>
                  <a:pt x="299792" y="40287"/>
                  <a:pt x="303203" y="40287"/>
                </a:cubicBezTo>
                <a:cubicBezTo>
                  <a:pt x="306512" y="40287"/>
                  <a:pt x="309536" y="40884"/>
                  <a:pt x="312276" y="42076"/>
                </a:cubicBezTo>
                <a:cubicBezTo>
                  <a:pt x="315017" y="43269"/>
                  <a:pt x="317395" y="44877"/>
                  <a:pt x="319411" y="46902"/>
                </a:cubicBezTo>
                <a:cubicBezTo>
                  <a:pt x="321428" y="48924"/>
                  <a:pt x="323030" y="51336"/>
                  <a:pt x="324218" y="54136"/>
                </a:cubicBezTo>
                <a:cubicBezTo>
                  <a:pt x="325407" y="56936"/>
                  <a:pt x="326105" y="59893"/>
                  <a:pt x="326312" y="63006"/>
                </a:cubicBezTo>
                <a:moveTo>
                  <a:pt x="339030" y="85270"/>
                </a:moveTo>
                <a:lnTo>
                  <a:pt x="326002" y="85270"/>
                </a:lnTo>
                <a:cubicBezTo>
                  <a:pt x="324865" y="90522"/>
                  <a:pt x="322512" y="94435"/>
                  <a:pt x="318945" y="97010"/>
                </a:cubicBezTo>
                <a:cubicBezTo>
                  <a:pt x="315378" y="99583"/>
                  <a:pt x="310803" y="100870"/>
                  <a:pt x="305219" y="100870"/>
                </a:cubicBezTo>
                <a:cubicBezTo>
                  <a:pt x="300878" y="100870"/>
                  <a:pt x="297104" y="100150"/>
                  <a:pt x="293898" y="98711"/>
                </a:cubicBezTo>
                <a:cubicBezTo>
                  <a:pt x="290694" y="97273"/>
                  <a:pt x="288058" y="95346"/>
                  <a:pt x="285989" y="92932"/>
                </a:cubicBezTo>
                <a:cubicBezTo>
                  <a:pt x="283921" y="90517"/>
                  <a:pt x="282421" y="87743"/>
                  <a:pt x="281491" y="84609"/>
                </a:cubicBezTo>
                <a:cubicBezTo>
                  <a:pt x="280560" y="81475"/>
                  <a:pt x="280146" y="78161"/>
                  <a:pt x="280251" y="74668"/>
                </a:cubicBezTo>
                <a:lnTo>
                  <a:pt x="340270" y="74668"/>
                </a:lnTo>
                <a:cubicBezTo>
                  <a:pt x="340476" y="69794"/>
                  <a:pt x="340037" y="64661"/>
                  <a:pt x="338952" y="59269"/>
                </a:cubicBezTo>
                <a:cubicBezTo>
                  <a:pt x="337866" y="53876"/>
                  <a:pt x="335901" y="48899"/>
                  <a:pt x="333057" y="44336"/>
                </a:cubicBezTo>
                <a:cubicBezTo>
                  <a:pt x="330214" y="39774"/>
                  <a:pt x="326440" y="36015"/>
                  <a:pt x="321735" y="33060"/>
                </a:cubicBezTo>
                <a:cubicBezTo>
                  <a:pt x="317031" y="30103"/>
                  <a:pt x="311111" y="28625"/>
                  <a:pt x="303977" y="28625"/>
                </a:cubicBezTo>
                <a:cubicBezTo>
                  <a:pt x="298498" y="28625"/>
                  <a:pt x="293457" y="29659"/>
                  <a:pt x="288855" y="31728"/>
                </a:cubicBezTo>
                <a:cubicBezTo>
                  <a:pt x="284255" y="33796"/>
                  <a:pt x="280274" y="36692"/>
                  <a:pt x="276914" y="40415"/>
                </a:cubicBezTo>
                <a:cubicBezTo>
                  <a:pt x="273553" y="44137"/>
                  <a:pt x="270942" y="48531"/>
                  <a:pt x="269081" y="53599"/>
                </a:cubicBezTo>
                <a:cubicBezTo>
                  <a:pt x="267221" y="58665"/>
                  <a:pt x="266291" y="64247"/>
                  <a:pt x="266291" y="70347"/>
                </a:cubicBezTo>
                <a:cubicBezTo>
                  <a:pt x="266497" y="76447"/>
                  <a:pt x="267402" y="82083"/>
                  <a:pt x="269005" y="87253"/>
                </a:cubicBezTo>
                <a:cubicBezTo>
                  <a:pt x="270608" y="92423"/>
                  <a:pt x="273011" y="96869"/>
                  <a:pt x="276216" y="100593"/>
                </a:cubicBezTo>
                <a:cubicBezTo>
                  <a:pt x="279421" y="104314"/>
                  <a:pt x="283377" y="107209"/>
                  <a:pt x="288081" y="109278"/>
                </a:cubicBezTo>
                <a:cubicBezTo>
                  <a:pt x="292786" y="111346"/>
                  <a:pt x="298343" y="112380"/>
                  <a:pt x="304753" y="112380"/>
                </a:cubicBezTo>
                <a:cubicBezTo>
                  <a:pt x="313853" y="112380"/>
                  <a:pt x="321402" y="110108"/>
                  <a:pt x="327398" y="105565"/>
                </a:cubicBezTo>
                <a:cubicBezTo>
                  <a:pt x="333395" y="101019"/>
                  <a:pt x="337272" y="94254"/>
                  <a:pt x="339030" y="85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T">
            <a:extLst xmlns:a="http://schemas.openxmlformats.org/drawingml/2006/main">
              <a:ext uri="{FF2B5EF4-FFF2-40B4-BE49-F238E27FC236}">
                <a16:creationId xmlns:a16="http://schemas.microsoft.com/office/drawing/2014/main" id="{EC656FFF-9E9C-46E3-8CC2-3F25F6F1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082" y="1871423"/>
            <a:ext cx="88557" cy="110714"/>
          </a:xfrm>
          <a:custGeom xmlns:a="http://schemas.openxmlformats.org/drawingml/2006/main">
            <a:pathLst>
              <a:path w="88557" h="110714">
                <a:moveTo>
                  <a:pt x="36913" y="12419"/>
                </a:moveTo>
                <a:lnTo>
                  <a:pt x="36913" y="110714"/>
                </a:lnTo>
                <a:lnTo>
                  <a:pt x="51646" y="110714"/>
                </a:lnTo>
                <a:lnTo>
                  <a:pt x="51646" y="12419"/>
                </a:lnTo>
                <a:lnTo>
                  <a:pt x="88557" y="12419"/>
                </a:lnTo>
                <a:lnTo>
                  <a:pt x="88557" y="0"/>
                </a:lnTo>
                <a:lnTo>
                  <a:pt x="0" y="0"/>
                </a:lnTo>
                <a:lnTo>
                  <a:pt x="0" y="12419"/>
                </a:lnTo>
                <a:lnTo>
                  <a:pt x="36913" y="12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able">
            <a:extLst xmlns:a="http://schemas.openxmlformats.org/drawingml/2006/main">
              <a:ext uri="{FF2B5EF4-FFF2-40B4-BE49-F238E27FC236}">
                <a16:creationId xmlns:a16="http://schemas.microsoft.com/office/drawing/2014/main" id="{723BBB1E-81BA-458D-B7E3-D1BFA94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163" y="1871423"/>
            <a:ext cx="283869" cy="112380"/>
          </a:xfrm>
          <a:custGeom xmlns:a="http://schemas.openxmlformats.org/drawingml/2006/main">
            <a:pathLst>
              <a:path w="283869" h="112380">
                <a:moveTo>
                  <a:pt x="75375" y="110364"/>
                </a:moveTo>
                <a:cubicBezTo>
                  <a:pt x="73100" y="111708"/>
                  <a:pt x="69947" y="112380"/>
                  <a:pt x="65914" y="112380"/>
                </a:cubicBezTo>
                <a:cubicBezTo>
                  <a:pt x="62503" y="112380"/>
                  <a:pt x="59790" y="111424"/>
                  <a:pt x="57773" y="109512"/>
                </a:cubicBezTo>
                <a:cubicBezTo>
                  <a:pt x="55757" y="107598"/>
                  <a:pt x="54749" y="104470"/>
                  <a:pt x="54749" y="100127"/>
                </a:cubicBezTo>
                <a:cubicBezTo>
                  <a:pt x="51130" y="104470"/>
                  <a:pt x="46916" y="107598"/>
                  <a:pt x="42107" y="109512"/>
                </a:cubicBezTo>
                <a:cubicBezTo>
                  <a:pt x="37300" y="111424"/>
                  <a:pt x="32105" y="112380"/>
                  <a:pt x="26521" y="112380"/>
                </a:cubicBezTo>
                <a:cubicBezTo>
                  <a:pt x="22902" y="112380"/>
                  <a:pt x="19464" y="111967"/>
                  <a:pt x="16206" y="111140"/>
                </a:cubicBezTo>
                <a:cubicBezTo>
                  <a:pt x="12949" y="110314"/>
                  <a:pt x="10133" y="109021"/>
                  <a:pt x="7755" y="107264"/>
                </a:cubicBezTo>
                <a:cubicBezTo>
                  <a:pt x="5377" y="105506"/>
                  <a:pt x="3491" y="103207"/>
                  <a:pt x="2094" y="100366"/>
                </a:cubicBezTo>
                <a:cubicBezTo>
                  <a:pt x="698" y="97523"/>
                  <a:pt x="0" y="94086"/>
                  <a:pt x="0" y="90055"/>
                </a:cubicBezTo>
                <a:cubicBezTo>
                  <a:pt x="0" y="85506"/>
                  <a:pt x="775" y="81785"/>
                  <a:pt x="2326" y="78892"/>
                </a:cubicBezTo>
                <a:cubicBezTo>
                  <a:pt x="3877" y="75999"/>
                  <a:pt x="5919" y="73648"/>
                  <a:pt x="8451" y="71840"/>
                </a:cubicBezTo>
                <a:cubicBezTo>
                  <a:pt x="10984" y="70030"/>
                  <a:pt x="13880" y="68660"/>
                  <a:pt x="17136" y="67729"/>
                </a:cubicBezTo>
                <a:cubicBezTo>
                  <a:pt x="20394" y="66798"/>
                  <a:pt x="23729" y="66023"/>
                  <a:pt x="27141" y="65403"/>
                </a:cubicBezTo>
                <a:cubicBezTo>
                  <a:pt x="30761" y="64680"/>
                  <a:pt x="34198" y="64138"/>
                  <a:pt x="37455" y="63777"/>
                </a:cubicBezTo>
                <a:cubicBezTo>
                  <a:pt x="40711" y="63414"/>
                  <a:pt x="43580" y="62897"/>
                  <a:pt x="46062" y="62225"/>
                </a:cubicBezTo>
                <a:cubicBezTo>
                  <a:pt x="48543" y="61553"/>
                  <a:pt x="50507" y="60571"/>
                  <a:pt x="51954" y="59281"/>
                </a:cubicBezTo>
                <a:cubicBezTo>
                  <a:pt x="53402" y="57989"/>
                  <a:pt x="54127" y="56102"/>
                  <a:pt x="54127" y="53620"/>
                </a:cubicBezTo>
                <a:cubicBezTo>
                  <a:pt x="54127" y="50727"/>
                  <a:pt x="53584" y="48401"/>
                  <a:pt x="52498" y="46644"/>
                </a:cubicBezTo>
                <a:cubicBezTo>
                  <a:pt x="51413" y="44886"/>
                  <a:pt x="50017" y="43543"/>
                  <a:pt x="48310" y="42614"/>
                </a:cubicBezTo>
                <a:cubicBezTo>
                  <a:pt x="46604" y="41683"/>
                  <a:pt x="44691" y="41063"/>
                  <a:pt x="42571" y="40753"/>
                </a:cubicBezTo>
                <a:cubicBezTo>
                  <a:pt x="40452" y="40443"/>
                  <a:pt x="38359" y="40287"/>
                  <a:pt x="36293" y="40287"/>
                </a:cubicBezTo>
                <a:cubicBezTo>
                  <a:pt x="30709" y="40287"/>
                  <a:pt x="26057" y="41344"/>
                  <a:pt x="22335" y="43456"/>
                </a:cubicBezTo>
                <a:cubicBezTo>
                  <a:pt x="18613" y="45568"/>
                  <a:pt x="16597" y="49561"/>
                  <a:pt x="16286" y="55433"/>
                </a:cubicBezTo>
                <a:lnTo>
                  <a:pt x="3102" y="55433"/>
                </a:lnTo>
                <a:cubicBezTo>
                  <a:pt x="3309" y="50474"/>
                  <a:pt x="4343" y="46290"/>
                  <a:pt x="6203" y="42881"/>
                </a:cubicBezTo>
                <a:cubicBezTo>
                  <a:pt x="8064" y="39472"/>
                  <a:pt x="10546" y="36708"/>
                  <a:pt x="13648" y="34591"/>
                </a:cubicBezTo>
                <a:cubicBezTo>
                  <a:pt x="16749" y="32474"/>
                  <a:pt x="20290" y="30951"/>
                  <a:pt x="24271" y="30021"/>
                </a:cubicBezTo>
                <a:cubicBezTo>
                  <a:pt x="28253" y="29091"/>
                  <a:pt x="32518" y="28625"/>
                  <a:pt x="37066" y="28625"/>
                </a:cubicBezTo>
                <a:cubicBezTo>
                  <a:pt x="40686" y="28625"/>
                  <a:pt x="44279" y="28884"/>
                  <a:pt x="47846" y="29401"/>
                </a:cubicBezTo>
                <a:cubicBezTo>
                  <a:pt x="51413" y="29917"/>
                  <a:pt x="54644" y="30977"/>
                  <a:pt x="57539" y="32580"/>
                </a:cubicBezTo>
                <a:cubicBezTo>
                  <a:pt x="60434" y="34181"/>
                  <a:pt x="62760" y="36429"/>
                  <a:pt x="64518" y="39324"/>
                </a:cubicBezTo>
                <a:cubicBezTo>
                  <a:pt x="66275" y="42218"/>
                  <a:pt x="67154" y="45990"/>
                  <a:pt x="67154" y="50641"/>
                </a:cubicBezTo>
                <a:lnTo>
                  <a:pt x="67154" y="91877"/>
                </a:lnTo>
                <a:cubicBezTo>
                  <a:pt x="67154" y="94979"/>
                  <a:pt x="67335" y="97253"/>
                  <a:pt x="67696" y="98700"/>
                </a:cubicBezTo>
                <a:cubicBezTo>
                  <a:pt x="68059" y="100146"/>
                  <a:pt x="69274" y="100870"/>
                  <a:pt x="71343" y="100870"/>
                </a:cubicBezTo>
                <a:cubicBezTo>
                  <a:pt x="72480" y="100870"/>
                  <a:pt x="73824" y="100622"/>
                  <a:pt x="75375" y="100127"/>
                </a:cubicBezTo>
                <a:lnTo>
                  <a:pt x="75375" y="110364"/>
                </a:lnTo>
                <a:moveTo>
                  <a:pt x="53973" y="69263"/>
                </a:moveTo>
                <a:cubicBezTo>
                  <a:pt x="52318" y="70503"/>
                  <a:pt x="50146" y="71407"/>
                  <a:pt x="47458" y="71975"/>
                </a:cubicBezTo>
                <a:cubicBezTo>
                  <a:pt x="44771" y="72543"/>
                  <a:pt x="41954" y="73007"/>
                  <a:pt x="39007" y="73369"/>
                </a:cubicBezTo>
                <a:cubicBezTo>
                  <a:pt x="36060" y="73730"/>
                  <a:pt x="33087" y="74143"/>
                  <a:pt x="30088" y="74609"/>
                </a:cubicBezTo>
                <a:cubicBezTo>
                  <a:pt x="27090" y="75072"/>
                  <a:pt x="24403" y="75821"/>
                  <a:pt x="22025" y="76854"/>
                </a:cubicBezTo>
                <a:cubicBezTo>
                  <a:pt x="19647" y="77888"/>
                  <a:pt x="17709" y="79360"/>
                  <a:pt x="16208" y="81270"/>
                </a:cubicBezTo>
                <a:cubicBezTo>
                  <a:pt x="14709" y="83181"/>
                  <a:pt x="13960" y="85789"/>
                  <a:pt x="13960" y="89094"/>
                </a:cubicBezTo>
                <a:cubicBezTo>
                  <a:pt x="13960" y="91263"/>
                  <a:pt x="14399" y="93097"/>
                  <a:pt x="15278" y="94596"/>
                </a:cubicBezTo>
                <a:cubicBezTo>
                  <a:pt x="16157" y="96093"/>
                  <a:pt x="17294" y="97306"/>
                  <a:pt x="18691" y="98236"/>
                </a:cubicBezTo>
                <a:cubicBezTo>
                  <a:pt x="20087" y="99165"/>
                  <a:pt x="21715" y="99836"/>
                  <a:pt x="23575" y="100250"/>
                </a:cubicBezTo>
                <a:cubicBezTo>
                  <a:pt x="25437" y="100663"/>
                  <a:pt x="27401" y="100870"/>
                  <a:pt x="29468" y="100870"/>
                </a:cubicBezTo>
                <a:cubicBezTo>
                  <a:pt x="33811" y="100870"/>
                  <a:pt x="37533" y="100276"/>
                  <a:pt x="40635" y="99088"/>
                </a:cubicBezTo>
                <a:cubicBezTo>
                  <a:pt x="43737" y="97900"/>
                  <a:pt x="46270" y="96402"/>
                  <a:pt x="48234" y="94596"/>
                </a:cubicBezTo>
                <a:cubicBezTo>
                  <a:pt x="50198" y="92788"/>
                  <a:pt x="51646" y="90825"/>
                  <a:pt x="52576" y="88708"/>
                </a:cubicBezTo>
                <a:cubicBezTo>
                  <a:pt x="53507" y="86589"/>
                  <a:pt x="53973" y="84601"/>
                  <a:pt x="53973" y="82742"/>
                </a:cubicBezTo>
                <a:lnTo>
                  <a:pt x="53973" y="69263"/>
                </a:lnTo>
                <a:close/>
                <a:moveTo>
                  <a:pt x="88093" y="0"/>
                </a:moveTo>
                <a:lnTo>
                  <a:pt x="88093" y="110674"/>
                </a:lnTo>
                <a:lnTo>
                  <a:pt x="101274" y="110674"/>
                </a:lnTo>
                <a:lnTo>
                  <a:pt x="101274" y="99980"/>
                </a:lnTo>
                <a:lnTo>
                  <a:pt x="101587" y="99980"/>
                </a:lnTo>
                <a:cubicBezTo>
                  <a:pt x="103035" y="102356"/>
                  <a:pt x="104818" y="104345"/>
                  <a:pt x="106937" y="105948"/>
                </a:cubicBezTo>
                <a:cubicBezTo>
                  <a:pt x="109056" y="107549"/>
                  <a:pt x="111304" y="108816"/>
                  <a:pt x="113682" y="109746"/>
                </a:cubicBezTo>
                <a:cubicBezTo>
                  <a:pt x="116061" y="110676"/>
                  <a:pt x="118465" y="111347"/>
                  <a:pt x="120895" y="111760"/>
                </a:cubicBezTo>
                <a:cubicBezTo>
                  <a:pt x="123324" y="112174"/>
                  <a:pt x="125522" y="112380"/>
                  <a:pt x="127488" y="112380"/>
                </a:cubicBezTo>
                <a:cubicBezTo>
                  <a:pt x="133587" y="112380"/>
                  <a:pt x="138937" y="111295"/>
                  <a:pt x="143538" y="109124"/>
                </a:cubicBezTo>
                <a:cubicBezTo>
                  <a:pt x="148140" y="106952"/>
                  <a:pt x="151965" y="103978"/>
                  <a:pt x="155015" y="100205"/>
                </a:cubicBezTo>
                <a:cubicBezTo>
                  <a:pt x="158065" y="96431"/>
                  <a:pt x="160339" y="92011"/>
                  <a:pt x="161838" y="86945"/>
                </a:cubicBezTo>
                <a:cubicBezTo>
                  <a:pt x="163338" y="81878"/>
                  <a:pt x="164088" y="76500"/>
                  <a:pt x="164088" y="70813"/>
                </a:cubicBezTo>
                <a:cubicBezTo>
                  <a:pt x="164088" y="65125"/>
                  <a:pt x="163313" y="59749"/>
                  <a:pt x="161762" y="54683"/>
                </a:cubicBezTo>
                <a:cubicBezTo>
                  <a:pt x="160211" y="49615"/>
                  <a:pt x="157910" y="45143"/>
                  <a:pt x="154859" y="41267"/>
                </a:cubicBezTo>
                <a:cubicBezTo>
                  <a:pt x="151809" y="37389"/>
                  <a:pt x="147984" y="34313"/>
                  <a:pt x="143384" y="32038"/>
                </a:cubicBezTo>
                <a:cubicBezTo>
                  <a:pt x="138783" y="29763"/>
                  <a:pt x="133381" y="28625"/>
                  <a:pt x="127176" y="28625"/>
                </a:cubicBezTo>
                <a:cubicBezTo>
                  <a:pt x="121592" y="28625"/>
                  <a:pt x="116474" y="29633"/>
                  <a:pt x="111822" y="31650"/>
                </a:cubicBezTo>
                <a:cubicBezTo>
                  <a:pt x="107169" y="33666"/>
                  <a:pt x="103757" y="36897"/>
                  <a:pt x="101587" y="41343"/>
                </a:cubicBezTo>
                <a:lnTo>
                  <a:pt x="101274" y="41343"/>
                </a:lnTo>
                <a:lnTo>
                  <a:pt x="101274" y="0"/>
                </a:lnTo>
                <a:lnTo>
                  <a:pt x="88093" y="0"/>
                </a:lnTo>
                <a:moveTo>
                  <a:pt x="150128" y="69880"/>
                </a:moveTo>
                <a:cubicBezTo>
                  <a:pt x="150128" y="73806"/>
                  <a:pt x="149714" y="77627"/>
                  <a:pt x="148886" y="81346"/>
                </a:cubicBezTo>
                <a:cubicBezTo>
                  <a:pt x="148059" y="85065"/>
                  <a:pt x="146715" y="88371"/>
                  <a:pt x="144853" y="91264"/>
                </a:cubicBezTo>
                <a:cubicBezTo>
                  <a:pt x="142993" y="94156"/>
                  <a:pt x="140538" y="96480"/>
                  <a:pt x="137489" y="98236"/>
                </a:cubicBezTo>
                <a:cubicBezTo>
                  <a:pt x="134439" y="99992"/>
                  <a:pt x="130639" y="100870"/>
                  <a:pt x="126089" y="100870"/>
                </a:cubicBezTo>
                <a:cubicBezTo>
                  <a:pt x="121541" y="100870"/>
                  <a:pt x="117664" y="100018"/>
                  <a:pt x="114458" y="98314"/>
                </a:cubicBezTo>
                <a:cubicBezTo>
                  <a:pt x="111252" y="96608"/>
                  <a:pt x="108641" y="94362"/>
                  <a:pt x="106625" y="91574"/>
                </a:cubicBezTo>
                <a:cubicBezTo>
                  <a:pt x="104610" y="88785"/>
                  <a:pt x="103137" y="85557"/>
                  <a:pt x="102207" y="81890"/>
                </a:cubicBezTo>
                <a:cubicBezTo>
                  <a:pt x="101276" y="78222"/>
                  <a:pt x="100810" y="74426"/>
                  <a:pt x="100810" y="70500"/>
                </a:cubicBezTo>
                <a:cubicBezTo>
                  <a:pt x="100810" y="66782"/>
                  <a:pt x="101250" y="63115"/>
                  <a:pt x="102129" y="59501"/>
                </a:cubicBezTo>
                <a:cubicBezTo>
                  <a:pt x="103007" y="55885"/>
                  <a:pt x="104429" y="52657"/>
                  <a:pt x="106393" y="49817"/>
                </a:cubicBezTo>
                <a:cubicBezTo>
                  <a:pt x="108357" y="46976"/>
                  <a:pt x="110890" y="44677"/>
                  <a:pt x="113992" y="42921"/>
                </a:cubicBezTo>
                <a:cubicBezTo>
                  <a:pt x="117093" y="41165"/>
                  <a:pt x="120867" y="40287"/>
                  <a:pt x="125313" y="40287"/>
                </a:cubicBezTo>
                <a:cubicBezTo>
                  <a:pt x="129552" y="40287"/>
                  <a:pt x="133249" y="41114"/>
                  <a:pt x="136403" y="42767"/>
                </a:cubicBezTo>
                <a:cubicBezTo>
                  <a:pt x="139556" y="44419"/>
                  <a:pt x="142141" y="46640"/>
                  <a:pt x="144158" y="49429"/>
                </a:cubicBezTo>
                <a:cubicBezTo>
                  <a:pt x="146174" y="52218"/>
                  <a:pt x="147673" y="55395"/>
                  <a:pt x="148654" y="58959"/>
                </a:cubicBezTo>
                <a:cubicBezTo>
                  <a:pt x="149637" y="62521"/>
                  <a:pt x="150128" y="66162"/>
                  <a:pt x="150128" y="69880"/>
                </a:cubicBezTo>
                <a:close/>
                <a:moveTo>
                  <a:pt x="180369" y="0"/>
                </a:moveTo>
                <a:lnTo>
                  <a:pt x="180369" y="110714"/>
                </a:lnTo>
                <a:lnTo>
                  <a:pt x="193553" y="110714"/>
                </a:lnTo>
                <a:lnTo>
                  <a:pt x="193553" y="0"/>
                </a:lnTo>
                <a:lnTo>
                  <a:pt x="180369" y="0"/>
                </a:lnTo>
                <a:close/>
                <a:moveTo>
                  <a:pt x="269704" y="63006"/>
                </a:moveTo>
                <a:lnTo>
                  <a:pt x="223643" y="63006"/>
                </a:lnTo>
                <a:cubicBezTo>
                  <a:pt x="223849" y="59893"/>
                  <a:pt x="224522" y="56962"/>
                  <a:pt x="225659" y="54214"/>
                </a:cubicBezTo>
                <a:cubicBezTo>
                  <a:pt x="226797" y="51464"/>
                  <a:pt x="228347" y="49052"/>
                  <a:pt x="230312" y="46977"/>
                </a:cubicBezTo>
                <a:cubicBezTo>
                  <a:pt x="232276" y="44903"/>
                  <a:pt x="234628" y="43269"/>
                  <a:pt x="237368" y="42076"/>
                </a:cubicBezTo>
                <a:cubicBezTo>
                  <a:pt x="240109" y="40884"/>
                  <a:pt x="243185" y="40287"/>
                  <a:pt x="246595" y="40287"/>
                </a:cubicBezTo>
                <a:cubicBezTo>
                  <a:pt x="249904" y="40287"/>
                  <a:pt x="252928" y="40884"/>
                  <a:pt x="255669" y="42076"/>
                </a:cubicBezTo>
                <a:cubicBezTo>
                  <a:pt x="258409" y="43269"/>
                  <a:pt x="260787" y="44877"/>
                  <a:pt x="262804" y="46902"/>
                </a:cubicBezTo>
                <a:cubicBezTo>
                  <a:pt x="264820" y="48924"/>
                  <a:pt x="266422" y="51336"/>
                  <a:pt x="267610" y="54136"/>
                </a:cubicBezTo>
                <a:cubicBezTo>
                  <a:pt x="268799" y="56936"/>
                  <a:pt x="269498" y="59893"/>
                  <a:pt x="269704" y="63006"/>
                </a:cubicBezTo>
                <a:moveTo>
                  <a:pt x="282422" y="85270"/>
                </a:moveTo>
                <a:lnTo>
                  <a:pt x="269394" y="85270"/>
                </a:lnTo>
                <a:cubicBezTo>
                  <a:pt x="268257" y="90522"/>
                  <a:pt x="265904" y="94435"/>
                  <a:pt x="262337" y="97010"/>
                </a:cubicBezTo>
                <a:cubicBezTo>
                  <a:pt x="258770" y="99583"/>
                  <a:pt x="254195" y="100870"/>
                  <a:pt x="248612" y="100870"/>
                </a:cubicBezTo>
                <a:cubicBezTo>
                  <a:pt x="244270" y="100870"/>
                  <a:pt x="240496" y="100150"/>
                  <a:pt x="237290" y="98711"/>
                </a:cubicBezTo>
                <a:cubicBezTo>
                  <a:pt x="234086" y="97273"/>
                  <a:pt x="231450" y="95346"/>
                  <a:pt x="229382" y="92932"/>
                </a:cubicBezTo>
                <a:cubicBezTo>
                  <a:pt x="227313" y="90517"/>
                  <a:pt x="225814" y="87743"/>
                  <a:pt x="224883" y="84609"/>
                </a:cubicBezTo>
                <a:cubicBezTo>
                  <a:pt x="223952" y="81475"/>
                  <a:pt x="223539" y="78161"/>
                  <a:pt x="223643" y="74668"/>
                </a:cubicBezTo>
                <a:lnTo>
                  <a:pt x="283662" y="74668"/>
                </a:lnTo>
                <a:cubicBezTo>
                  <a:pt x="283869" y="69794"/>
                  <a:pt x="283429" y="64661"/>
                  <a:pt x="282344" y="59269"/>
                </a:cubicBezTo>
                <a:cubicBezTo>
                  <a:pt x="281258" y="53876"/>
                  <a:pt x="279293" y="48899"/>
                  <a:pt x="276449" y="44336"/>
                </a:cubicBezTo>
                <a:cubicBezTo>
                  <a:pt x="273606" y="39774"/>
                  <a:pt x="269832" y="36015"/>
                  <a:pt x="265127" y="33060"/>
                </a:cubicBezTo>
                <a:cubicBezTo>
                  <a:pt x="260423" y="30103"/>
                  <a:pt x="254503" y="28625"/>
                  <a:pt x="247369" y="28625"/>
                </a:cubicBezTo>
                <a:cubicBezTo>
                  <a:pt x="241890" y="28625"/>
                  <a:pt x="236849" y="29659"/>
                  <a:pt x="232247" y="31728"/>
                </a:cubicBezTo>
                <a:cubicBezTo>
                  <a:pt x="227647" y="33796"/>
                  <a:pt x="223666" y="36692"/>
                  <a:pt x="220306" y="40415"/>
                </a:cubicBezTo>
                <a:cubicBezTo>
                  <a:pt x="216946" y="44137"/>
                  <a:pt x="214335" y="48531"/>
                  <a:pt x="212473" y="53599"/>
                </a:cubicBezTo>
                <a:cubicBezTo>
                  <a:pt x="210613" y="58665"/>
                  <a:pt x="209683" y="64247"/>
                  <a:pt x="209683" y="70347"/>
                </a:cubicBezTo>
                <a:cubicBezTo>
                  <a:pt x="209889" y="76447"/>
                  <a:pt x="210794" y="82083"/>
                  <a:pt x="212397" y="87253"/>
                </a:cubicBezTo>
                <a:cubicBezTo>
                  <a:pt x="214000" y="92423"/>
                  <a:pt x="216404" y="96869"/>
                  <a:pt x="219608" y="100593"/>
                </a:cubicBezTo>
                <a:cubicBezTo>
                  <a:pt x="222814" y="104314"/>
                  <a:pt x="226769" y="107209"/>
                  <a:pt x="231473" y="109278"/>
                </a:cubicBezTo>
                <a:cubicBezTo>
                  <a:pt x="236178" y="111346"/>
                  <a:pt x="241735" y="112380"/>
                  <a:pt x="248145" y="112380"/>
                </a:cubicBezTo>
                <a:cubicBezTo>
                  <a:pt x="257245" y="112380"/>
                  <a:pt x="264794" y="110108"/>
                  <a:pt x="270790" y="105565"/>
                </a:cubicBezTo>
                <a:cubicBezTo>
                  <a:pt x="276787" y="101019"/>
                  <a:pt x="280664" y="94254"/>
                  <a:pt x="282422" y="85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B">
            <a:extLst xmlns:a="http://schemas.openxmlformats.org/drawingml/2006/main">
              <a:ext uri="{FF2B5EF4-FFF2-40B4-BE49-F238E27FC236}">
                <a16:creationId xmlns:a16="http://schemas.microsoft.com/office/drawing/2014/main" id="{3AC7BEA0-EB35-4272-9227-D21936B4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268" y="2060682"/>
            <a:ext cx="92745" cy="110714"/>
          </a:xfrm>
          <a:custGeom xmlns:a="http://schemas.openxmlformats.org/drawingml/2006/main">
            <a:pathLst>
              <a:path w="92745" h="110714">
                <a:moveTo>
                  <a:pt x="24349" y="44831"/>
                </a:moveTo>
                <a:lnTo>
                  <a:pt x="24349" y="18932"/>
                </a:lnTo>
                <a:lnTo>
                  <a:pt x="47148" y="18932"/>
                </a:lnTo>
                <a:cubicBezTo>
                  <a:pt x="49319" y="18932"/>
                  <a:pt x="51412" y="19113"/>
                  <a:pt x="53428" y="19476"/>
                </a:cubicBezTo>
                <a:cubicBezTo>
                  <a:pt x="55445" y="19838"/>
                  <a:pt x="57228" y="20484"/>
                  <a:pt x="58779" y="21414"/>
                </a:cubicBezTo>
                <a:cubicBezTo>
                  <a:pt x="60330" y="22344"/>
                  <a:pt x="61571" y="23636"/>
                  <a:pt x="62502" y="25291"/>
                </a:cubicBezTo>
                <a:cubicBezTo>
                  <a:pt x="63432" y="26944"/>
                  <a:pt x="63898" y="29064"/>
                  <a:pt x="63898" y="31650"/>
                </a:cubicBezTo>
                <a:cubicBezTo>
                  <a:pt x="63898" y="36302"/>
                  <a:pt x="62502" y="39663"/>
                  <a:pt x="59709" y="41731"/>
                </a:cubicBezTo>
                <a:cubicBezTo>
                  <a:pt x="56918" y="43798"/>
                  <a:pt x="53351" y="44831"/>
                  <a:pt x="49008" y="44831"/>
                </a:cubicBezTo>
                <a:lnTo>
                  <a:pt x="24349" y="44831"/>
                </a:lnTo>
                <a:moveTo>
                  <a:pt x="0" y="0"/>
                </a:moveTo>
                <a:lnTo>
                  <a:pt x="0" y="110714"/>
                </a:lnTo>
                <a:lnTo>
                  <a:pt x="53663" y="110714"/>
                </a:lnTo>
                <a:cubicBezTo>
                  <a:pt x="58624" y="110714"/>
                  <a:pt x="63458" y="110094"/>
                  <a:pt x="68162" y="108854"/>
                </a:cubicBezTo>
                <a:cubicBezTo>
                  <a:pt x="72867" y="107614"/>
                  <a:pt x="77054" y="105704"/>
                  <a:pt x="80724" y="103123"/>
                </a:cubicBezTo>
                <a:cubicBezTo>
                  <a:pt x="84395" y="100540"/>
                  <a:pt x="87316" y="97209"/>
                  <a:pt x="89487" y="93129"/>
                </a:cubicBezTo>
                <a:cubicBezTo>
                  <a:pt x="91659" y="89047"/>
                  <a:pt x="92745" y="84217"/>
                  <a:pt x="92745" y="78639"/>
                </a:cubicBezTo>
                <a:cubicBezTo>
                  <a:pt x="92745" y="71718"/>
                  <a:pt x="91065" y="65804"/>
                  <a:pt x="87705" y="60897"/>
                </a:cubicBezTo>
                <a:cubicBezTo>
                  <a:pt x="84344" y="55989"/>
                  <a:pt x="79252" y="52554"/>
                  <a:pt x="72427" y="50591"/>
                </a:cubicBezTo>
                <a:cubicBezTo>
                  <a:pt x="77390" y="48212"/>
                  <a:pt x="81138" y="45160"/>
                  <a:pt x="83670" y="41435"/>
                </a:cubicBezTo>
                <a:cubicBezTo>
                  <a:pt x="86204" y="37710"/>
                  <a:pt x="87470" y="33054"/>
                  <a:pt x="87470" y="27468"/>
                </a:cubicBezTo>
                <a:cubicBezTo>
                  <a:pt x="87470" y="22295"/>
                  <a:pt x="86617" y="17950"/>
                  <a:pt x="84910" y="14433"/>
                </a:cubicBezTo>
                <a:cubicBezTo>
                  <a:pt x="83204" y="10915"/>
                  <a:pt x="80801" y="8096"/>
                  <a:pt x="77699" y="5975"/>
                </a:cubicBezTo>
                <a:cubicBezTo>
                  <a:pt x="74598" y="3853"/>
                  <a:pt x="70875" y="2327"/>
                  <a:pt x="66532" y="1396"/>
                </a:cubicBezTo>
                <a:cubicBezTo>
                  <a:pt x="62190" y="465"/>
                  <a:pt x="57383" y="0"/>
                  <a:pt x="52110" y="0"/>
                </a:cubicBezTo>
                <a:lnTo>
                  <a:pt x="0" y="0"/>
                </a:lnTo>
                <a:moveTo>
                  <a:pt x="24349" y="91782"/>
                </a:moveTo>
                <a:lnTo>
                  <a:pt x="24349" y="61491"/>
                </a:lnTo>
                <a:lnTo>
                  <a:pt x="50870" y="61491"/>
                </a:lnTo>
                <a:cubicBezTo>
                  <a:pt x="56143" y="61491"/>
                  <a:pt x="60381" y="62702"/>
                  <a:pt x="63585" y="65124"/>
                </a:cubicBezTo>
                <a:cubicBezTo>
                  <a:pt x="66791" y="67544"/>
                  <a:pt x="68394" y="71587"/>
                  <a:pt x="68394" y="77254"/>
                </a:cubicBezTo>
                <a:cubicBezTo>
                  <a:pt x="68394" y="80140"/>
                  <a:pt x="67903" y="82510"/>
                  <a:pt x="66920" y="84366"/>
                </a:cubicBezTo>
                <a:cubicBezTo>
                  <a:pt x="65939" y="86219"/>
                  <a:pt x="64620" y="87687"/>
                  <a:pt x="62965" y="88770"/>
                </a:cubicBezTo>
                <a:cubicBezTo>
                  <a:pt x="61312" y="89850"/>
                  <a:pt x="59399" y="90623"/>
                  <a:pt x="57227" y="91087"/>
                </a:cubicBezTo>
                <a:cubicBezTo>
                  <a:pt x="55056" y="91550"/>
                  <a:pt x="52782" y="91782"/>
                  <a:pt x="50404" y="91782"/>
                </a:cubicBezTo>
                <a:lnTo>
                  <a:pt x="24349" y="917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RetryStep">
            <a:extLst xmlns:a="http://schemas.openxmlformats.org/drawingml/2006/main">
              <a:ext uri="{FF2B5EF4-FFF2-40B4-BE49-F238E27FC236}">
                <a16:creationId xmlns:a16="http://schemas.microsoft.com/office/drawing/2014/main" id="{117BFDA4-A7DC-4666-8492-AC840F0E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585" y="3171891"/>
            <a:ext cx="821744" cy="152341"/>
          </a:xfrm>
          <a:custGeom xmlns:a="http://schemas.openxmlformats.org/drawingml/2006/main">
            <a:pathLst>
              <a:path w="821744" h="152341">
                <a:moveTo>
                  <a:pt x="465824" y="84320"/>
                </a:moveTo>
                <a:lnTo>
                  <a:pt x="465848" y="85212"/>
                </a:lnTo>
                <a:lnTo>
                  <a:pt x="465886" y="86095"/>
                </a:lnTo>
                <a:lnTo>
                  <a:pt x="465940" y="86966"/>
                </a:lnTo>
                <a:lnTo>
                  <a:pt x="466009" y="87827"/>
                </a:lnTo>
                <a:lnTo>
                  <a:pt x="466093" y="88678"/>
                </a:lnTo>
                <a:lnTo>
                  <a:pt x="466192" y="89518"/>
                </a:lnTo>
                <a:lnTo>
                  <a:pt x="466306" y="90348"/>
                </a:lnTo>
                <a:lnTo>
                  <a:pt x="466436" y="91168"/>
                </a:lnTo>
                <a:lnTo>
                  <a:pt x="466580" y="91977"/>
                </a:lnTo>
                <a:lnTo>
                  <a:pt x="466739" y="92776"/>
                </a:lnTo>
                <a:lnTo>
                  <a:pt x="466914" y="93564"/>
                </a:lnTo>
                <a:lnTo>
                  <a:pt x="467103" y="94342"/>
                </a:lnTo>
                <a:lnTo>
                  <a:pt x="467308" y="95109"/>
                </a:lnTo>
                <a:lnTo>
                  <a:pt x="467528" y="95866"/>
                </a:lnTo>
                <a:lnTo>
                  <a:pt x="467762" y="96613"/>
                </a:lnTo>
                <a:lnTo>
                  <a:pt x="468012" y="97349"/>
                </a:lnTo>
                <a:lnTo>
                  <a:pt x="468277" y="98074"/>
                </a:lnTo>
                <a:lnTo>
                  <a:pt x="468557" y="98790"/>
                </a:lnTo>
                <a:lnTo>
                  <a:pt x="468852" y="99494"/>
                </a:lnTo>
                <a:lnTo>
                  <a:pt x="469163" y="100189"/>
                </a:lnTo>
                <a:lnTo>
                  <a:pt x="469488" y="100873"/>
                </a:lnTo>
                <a:lnTo>
                  <a:pt x="469828" y="101546"/>
                </a:lnTo>
                <a:lnTo>
                  <a:pt x="470181" y="102210"/>
                </a:lnTo>
                <a:lnTo>
                  <a:pt x="470545" y="102863"/>
                </a:lnTo>
                <a:lnTo>
                  <a:pt x="470918" y="103507"/>
                </a:lnTo>
                <a:lnTo>
                  <a:pt x="471302" y="104141"/>
                </a:lnTo>
                <a:lnTo>
                  <a:pt x="471695" y="104765"/>
                </a:lnTo>
                <a:lnTo>
                  <a:pt x="472099" y="105379"/>
                </a:lnTo>
                <a:lnTo>
                  <a:pt x="472513" y="105983"/>
                </a:lnTo>
                <a:lnTo>
                  <a:pt x="472937" y="106578"/>
                </a:lnTo>
                <a:lnTo>
                  <a:pt x="473372" y="107162"/>
                </a:lnTo>
                <a:lnTo>
                  <a:pt x="473816" y="107737"/>
                </a:lnTo>
                <a:lnTo>
                  <a:pt x="474271" y="108302"/>
                </a:lnTo>
                <a:lnTo>
                  <a:pt x="474735" y="108857"/>
                </a:lnTo>
                <a:lnTo>
                  <a:pt x="475210" y="109402"/>
                </a:lnTo>
                <a:lnTo>
                  <a:pt x="475695" y="109937"/>
                </a:lnTo>
                <a:lnTo>
                  <a:pt x="476190" y="110463"/>
                </a:lnTo>
                <a:lnTo>
                  <a:pt x="476696" y="110978"/>
                </a:lnTo>
                <a:lnTo>
                  <a:pt x="477211" y="111484"/>
                </a:lnTo>
                <a:lnTo>
                  <a:pt x="477737" y="111980"/>
                </a:lnTo>
                <a:lnTo>
                  <a:pt x="478272" y="112466"/>
                </a:lnTo>
                <a:lnTo>
                  <a:pt x="478818" y="112942"/>
                </a:lnTo>
                <a:lnTo>
                  <a:pt x="479374" y="113408"/>
                </a:lnTo>
                <a:lnTo>
                  <a:pt x="479940" y="113865"/>
                </a:lnTo>
                <a:lnTo>
                  <a:pt x="480516" y="114311"/>
                </a:lnTo>
                <a:lnTo>
                  <a:pt x="481103" y="114748"/>
                </a:lnTo>
                <a:lnTo>
                  <a:pt x="481698" y="115175"/>
                </a:lnTo>
                <a:lnTo>
                  <a:pt x="482301" y="115592"/>
                </a:lnTo>
                <a:lnTo>
                  <a:pt x="482912" y="116000"/>
                </a:lnTo>
                <a:lnTo>
                  <a:pt x="483530" y="116398"/>
                </a:lnTo>
                <a:lnTo>
                  <a:pt x="484155" y="116787"/>
                </a:lnTo>
                <a:lnTo>
                  <a:pt x="484788" y="117166"/>
                </a:lnTo>
                <a:lnTo>
                  <a:pt x="485429" y="117536"/>
                </a:lnTo>
                <a:lnTo>
                  <a:pt x="486077" y="117896"/>
                </a:lnTo>
                <a:lnTo>
                  <a:pt x="486733" y="118246"/>
                </a:lnTo>
                <a:lnTo>
                  <a:pt x="487396" y="118587"/>
                </a:lnTo>
                <a:lnTo>
                  <a:pt x="488067" y="118918"/>
                </a:lnTo>
                <a:lnTo>
                  <a:pt x="488745" y="119240"/>
                </a:lnTo>
                <a:lnTo>
                  <a:pt x="489431" y="119552"/>
                </a:lnTo>
                <a:lnTo>
                  <a:pt x="490124" y="119854"/>
                </a:lnTo>
                <a:lnTo>
                  <a:pt x="490825" y="120147"/>
                </a:lnTo>
                <a:lnTo>
                  <a:pt x="491534" y="120431"/>
                </a:lnTo>
                <a:lnTo>
                  <a:pt x="492250" y="120704"/>
                </a:lnTo>
                <a:lnTo>
                  <a:pt x="492973" y="120969"/>
                </a:lnTo>
                <a:lnTo>
                  <a:pt x="493704" y="121223"/>
                </a:lnTo>
                <a:lnTo>
                  <a:pt x="494443" y="121468"/>
                </a:lnTo>
                <a:lnTo>
                  <a:pt x="495189" y="121704"/>
                </a:lnTo>
                <a:lnTo>
                  <a:pt x="495942" y="121930"/>
                </a:lnTo>
                <a:lnTo>
                  <a:pt x="496703" y="122146"/>
                </a:lnTo>
                <a:lnTo>
                  <a:pt x="497472" y="122353"/>
                </a:lnTo>
                <a:lnTo>
                  <a:pt x="498246" y="122550"/>
                </a:lnTo>
                <a:lnTo>
                  <a:pt x="499021" y="122740"/>
                </a:lnTo>
                <a:lnTo>
                  <a:pt x="499798" y="122921"/>
                </a:lnTo>
                <a:lnTo>
                  <a:pt x="500578" y="123093"/>
                </a:lnTo>
                <a:lnTo>
                  <a:pt x="501360" y="123257"/>
                </a:lnTo>
                <a:lnTo>
                  <a:pt x="502143" y="123413"/>
                </a:lnTo>
                <a:lnTo>
                  <a:pt x="502929" y="123560"/>
                </a:lnTo>
                <a:lnTo>
                  <a:pt x="503717" y="123699"/>
                </a:lnTo>
                <a:lnTo>
                  <a:pt x="504506" y="123830"/>
                </a:lnTo>
                <a:lnTo>
                  <a:pt x="505298" y="123952"/>
                </a:lnTo>
                <a:lnTo>
                  <a:pt x="506092" y="124065"/>
                </a:lnTo>
                <a:lnTo>
                  <a:pt x="506888" y="124170"/>
                </a:lnTo>
                <a:lnTo>
                  <a:pt x="507686" y="124267"/>
                </a:lnTo>
                <a:lnTo>
                  <a:pt x="508485" y="124356"/>
                </a:lnTo>
                <a:lnTo>
                  <a:pt x="509287" y="124436"/>
                </a:lnTo>
                <a:lnTo>
                  <a:pt x="510091" y="124507"/>
                </a:lnTo>
                <a:lnTo>
                  <a:pt x="510897" y="124570"/>
                </a:lnTo>
                <a:lnTo>
                  <a:pt x="511705" y="124625"/>
                </a:lnTo>
                <a:lnTo>
                  <a:pt x="512515" y="124671"/>
                </a:lnTo>
                <a:lnTo>
                  <a:pt x="513328" y="124709"/>
                </a:lnTo>
                <a:lnTo>
                  <a:pt x="514142" y="124738"/>
                </a:lnTo>
                <a:lnTo>
                  <a:pt x="514958" y="124760"/>
                </a:lnTo>
                <a:lnTo>
                  <a:pt x="515776" y="124772"/>
                </a:lnTo>
                <a:lnTo>
                  <a:pt x="516596" y="124776"/>
                </a:lnTo>
                <a:lnTo>
                  <a:pt x="517607" y="124771"/>
                </a:lnTo>
                <a:lnTo>
                  <a:pt x="518608" y="124757"/>
                </a:lnTo>
                <a:lnTo>
                  <a:pt x="519599" y="124732"/>
                </a:lnTo>
                <a:lnTo>
                  <a:pt x="520579" y="124697"/>
                </a:lnTo>
                <a:lnTo>
                  <a:pt x="521550" y="124653"/>
                </a:lnTo>
                <a:lnTo>
                  <a:pt x="522510" y="124599"/>
                </a:lnTo>
                <a:lnTo>
                  <a:pt x="523460" y="124535"/>
                </a:lnTo>
                <a:lnTo>
                  <a:pt x="524400" y="124461"/>
                </a:lnTo>
                <a:lnTo>
                  <a:pt x="525329" y="124377"/>
                </a:lnTo>
                <a:lnTo>
                  <a:pt x="526249" y="124283"/>
                </a:lnTo>
                <a:lnTo>
                  <a:pt x="527158" y="124180"/>
                </a:lnTo>
                <a:lnTo>
                  <a:pt x="528058" y="124067"/>
                </a:lnTo>
                <a:lnTo>
                  <a:pt x="528947" y="123943"/>
                </a:lnTo>
                <a:lnTo>
                  <a:pt x="529826" y="123810"/>
                </a:lnTo>
                <a:lnTo>
                  <a:pt x="530695" y="123667"/>
                </a:lnTo>
                <a:lnTo>
                  <a:pt x="531553" y="123515"/>
                </a:lnTo>
                <a:lnTo>
                  <a:pt x="532402" y="123352"/>
                </a:lnTo>
                <a:lnTo>
                  <a:pt x="533240" y="123179"/>
                </a:lnTo>
                <a:lnTo>
                  <a:pt x="534069" y="122997"/>
                </a:lnTo>
                <a:lnTo>
                  <a:pt x="534887" y="122805"/>
                </a:lnTo>
                <a:lnTo>
                  <a:pt x="535695" y="122603"/>
                </a:lnTo>
                <a:lnTo>
                  <a:pt x="536492" y="122391"/>
                </a:lnTo>
                <a:lnTo>
                  <a:pt x="537280" y="122169"/>
                </a:lnTo>
                <a:lnTo>
                  <a:pt x="538058" y="121937"/>
                </a:lnTo>
                <a:lnTo>
                  <a:pt x="538825" y="121697"/>
                </a:lnTo>
                <a:lnTo>
                  <a:pt x="539581" y="121448"/>
                </a:lnTo>
                <a:lnTo>
                  <a:pt x="540328" y="121192"/>
                </a:lnTo>
                <a:lnTo>
                  <a:pt x="541064" y="120928"/>
                </a:lnTo>
                <a:lnTo>
                  <a:pt x="541789" y="120656"/>
                </a:lnTo>
                <a:lnTo>
                  <a:pt x="542504" y="120377"/>
                </a:lnTo>
                <a:lnTo>
                  <a:pt x="543209" y="120089"/>
                </a:lnTo>
                <a:lnTo>
                  <a:pt x="543903" y="119794"/>
                </a:lnTo>
                <a:lnTo>
                  <a:pt x="544587" y="119491"/>
                </a:lnTo>
                <a:lnTo>
                  <a:pt x="545260" y="119180"/>
                </a:lnTo>
                <a:lnTo>
                  <a:pt x="545923" y="118861"/>
                </a:lnTo>
                <a:lnTo>
                  <a:pt x="546575" y="118534"/>
                </a:lnTo>
                <a:lnTo>
                  <a:pt x="547217" y="118200"/>
                </a:lnTo>
                <a:lnTo>
                  <a:pt x="547849" y="117858"/>
                </a:lnTo>
                <a:lnTo>
                  <a:pt x="548470" y="117507"/>
                </a:lnTo>
                <a:lnTo>
                  <a:pt x="549081" y="117149"/>
                </a:lnTo>
                <a:lnTo>
                  <a:pt x="549681" y="116784"/>
                </a:lnTo>
                <a:lnTo>
                  <a:pt x="550271" y="116410"/>
                </a:lnTo>
                <a:lnTo>
                  <a:pt x="550850" y="116028"/>
                </a:lnTo>
                <a:lnTo>
                  <a:pt x="551419" y="115639"/>
                </a:lnTo>
                <a:lnTo>
                  <a:pt x="551978" y="115242"/>
                </a:lnTo>
                <a:lnTo>
                  <a:pt x="552526" y="114837"/>
                </a:lnTo>
                <a:lnTo>
                  <a:pt x="553064" y="114424"/>
                </a:lnTo>
                <a:lnTo>
                  <a:pt x="553591" y="114004"/>
                </a:lnTo>
                <a:lnTo>
                  <a:pt x="554108" y="113576"/>
                </a:lnTo>
                <a:lnTo>
                  <a:pt x="554613" y="113141"/>
                </a:lnTo>
                <a:lnTo>
                  <a:pt x="555109" y="112700"/>
                </a:lnTo>
                <a:lnTo>
                  <a:pt x="555593" y="112252"/>
                </a:lnTo>
                <a:lnTo>
                  <a:pt x="556067" y="111798"/>
                </a:lnTo>
                <a:lnTo>
                  <a:pt x="556530" y="111336"/>
                </a:lnTo>
                <a:lnTo>
                  <a:pt x="556982" y="110869"/>
                </a:lnTo>
                <a:lnTo>
                  <a:pt x="557424" y="110394"/>
                </a:lnTo>
                <a:lnTo>
                  <a:pt x="557854" y="109913"/>
                </a:lnTo>
                <a:lnTo>
                  <a:pt x="558274" y="109425"/>
                </a:lnTo>
                <a:lnTo>
                  <a:pt x="558684" y="108931"/>
                </a:lnTo>
                <a:lnTo>
                  <a:pt x="559082" y="108429"/>
                </a:lnTo>
                <a:lnTo>
                  <a:pt x="559470" y="107922"/>
                </a:lnTo>
                <a:lnTo>
                  <a:pt x="559847" y="107407"/>
                </a:lnTo>
                <a:lnTo>
                  <a:pt x="560214" y="106886"/>
                </a:lnTo>
                <a:lnTo>
                  <a:pt x="560569" y="106358"/>
                </a:lnTo>
                <a:lnTo>
                  <a:pt x="560914" y="105824"/>
                </a:lnTo>
                <a:lnTo>
                  <a:pt x="561248" y="105282"/>
                </a:lnTo>
                <a:lnTo>
                  <a:pt x="561572" y="104735"/>
                </a:lnTo>
                <a:lnTo>
                  <a:pt x="561885" y="104180"/>
                </a:lnTo>
                <a:lnTo>
                  <a:pt x="562187" y="103619"/>
                </a:lnTo>
                <a:lnTo>
                  <a:pt x="562478" y="103051"/>
                </a:lnTo>
                <a:lnTo>
                  <a:pt x="562758" y="102477"/>
                </a:lnTo>
                <a:lnTo>
                  <a:pt x="563028" y="101896"/>
                </a:lnTo>
                <a:lnTo>
                  <a:pt x="563287" y="101309"/>
                </a:lnTo>
                <a:lnTo>
                  <a:pt x="563535" y="100718"/>
                </a:lnTo>
                <a:lnTo>
                  <a:pt x="563772" y="100123"/>
                </a:lnTo>
                <a:lnTo>
                  <a:pt x="563998" y="99524"/>
                </a:lnTo>
                <a:lnTo>
                  <a:pt x="564212" y="98922"/>
                </a:lnTo>
                <a:lnTo>
                  <a:pt x="564416" y="98315"/>
                </a:lnTo>
                <a:lnTo>
                  <a:pt x="564609" y="97704"/>
                </a:lnTo>
                <a:lnTo>
                  <a:pt x="564791" y="97088"/>
                </a:lnTo>
                <a:lnTo>
                  <a:pt x="564962" y="96469"/>
                </a:lnTo>
                <a:lnTo>
                  <a:pt x="565121" y="95846"/>
                </a:lnTo>
                <a:lnTo>
                  <a:pt x="565270" y="95219"/>
                </a:lnTo>
                <a:lnTo>
                  <a:pt x="565408" y="94588"/>
                </a:lnTo>
                <a:lnTo>
                  <a:pt x="565534" y="93952"/>
                </a:lnTo>
                <a:lnTo>
                  <a:pt x="565650" y="93313"/>
                </a:lnTo>
                <a:lnTo>
                  <a:pt x="565755" y="92669"/>
                </a:lnTo>
                <a:lnTo>
                  <a:pt x="565848" y="92022"/>
                </a:lnTo>
                <a:lnTo>
                  <a:pt x="565931" y="91370"/>
                </a:lnTo>
                <a:lnTo>
                  <a:pt x="566003" y="90715"/>
                </a:lnTo>
                <a:lnTo>
                  <a:pt x="566063" y="90055"/>
                </a:lnTo>
                <a:lnTo>
                  <a:pt x="566113" y="89391"/>
                </a:lnTo>
                <a:lnTo>
                  <a:pt x="566151" y="88724"/>
                </a:lnTo>
                <a:lnTo>
                  <a:pt x="566179" y="88052"/>
                </a:lnTo>
                <a:lnTo>
                  <a:pt x="566196" y="87376"/>
                </a:lnTo>
                <a:lnTo>
                  <a:pt x="566201" y="86696"/>
                </a:lnTo>
                <a:lnTo>
                  <a:pt x="566194" y="85867"/>
                </a:lnTo>
                <a:lnTo>
                  <a:pt x="566171" y="85051"/>
                </a:lnTo>
                <a:lnTo>
                  <a:pt x="566134" y="84247"/>
                </a:lnTo>
                <a:lnTo>
                  <a:pt x="566083" y="83456"/>
                </a:lnTo>
                <a:lnTo>
                  <a:pt x="566016" y="82677"/>
                </a:lnTo>
                <a:lnTo>
                  <a:pt x="565935" y="81910"/>
                </a:lnTo>
                <a:lnTo>
                  <a:pt x="565839" y="81156"/>
                </a:lnTo>
                <a:lnTo>
                  <a:pt x="565728" y="80415"/>
                </a:lnTo>
                <a:lnTo>
                  <a:pt x="565602" y="79685"/>
                </a:lnTo>
                <a:lnTo>
                  <a:pt x="565462" y="78969"/>
                </a:lnTo>
                <a:lnTo>
                  <a:pt x="565306" y="78265"/>
                </a:lnTo>
                <a:lnTo>
                  <a:pt x="565136" y="77573"/>
                </a:lnTo>
                <a:lnTo>
                  <a:pt x="564952" y="76894"/>
                </a:lnTo>
                <a:lnTo>
                  <a:pt x="564752" y="76227"/>
                </a:lnTo>
                <a:lnTo>
                  <a:pt x="564537" y="75573"/>
                </a:lnTo>
                <a:lnTo>
                  <a:pt x="564308" y="74931"/>
                </a:lnTo>
                <a:lnTo>
                  <a:pt x="564064" y="74302"/>
                </a:lnTo>
                <a:lnTo>
                  <a:pt x="563806" y="73685"/>
                </a:lnTo>
                <a:lnTo>
                  <a:pt x="563532" y="73080"/>
                </a:lnTo>
                <a:lnTo>
                  <a:pt x="563244" y="72488"/>
                </a:lnTo>
                <a:lnTo>
                  <a:pt x="562941" y="71909"/>
                </a:lnTo>
                <a:lnTo>
                  <a:pt x="562623" y="71342"/>
                </a:lnTo>
                <a:lnTo>
                  <a:pt x="562290" y="70787"/>
                </a:lnTo>
                <a:lnTo>
                  <a:pt x="561942" y="70245"/>
                </a:lnTo>
                <a:lnTo>
                  <a:pt x="561585" y="69714"/>
                </a:lnTo>
                <a:lnTo>
                  <a:pt x="561222" y="69191"/>
                </a:lnTo>
                <a:lnTo>
                  <a:pt x="560853" y="68678"/>
                </a:lnTo>
                <a:lnTo>
                  <a:pt x="560479" y="68173"/>
                </a:lnTo>
                <a:lnTo>
                  <a:pt x="560099" y="67678"/>
                </a:lnTo>
                <a:lnTo>
                  <a:pt x="559714" y="67191"/>
                </a:lnTo>
                <a:lnTo>
                  <a:pt x="559323" y="66713"/>
                </a:lnTo>
                <a:lnTo>
                  <a:pt x="558927" y="66245"/>
                </a:lnTo>
                <a:lnTo>
                  <a:pt x="558525" y="65785"/>
                </a:lnTo>
                <a:lnTo>
                  <a:pt x="558118" y="65335"/>
                </a:lnTo>
                <a:lnTo>
                  <a:pt x="557705" y="64893"/>
                </a:lnTo>
                <a:lnTo>
                  <a:pt x="557287" y="64461"/>
                </a:lnTo>
                <a:lnTo>
                  <a:pt x="556863" y="64037"/>
                </a:lnTo>
                <a:lnTo>
                  <a:pt x="556434" y="63623"/>
                </a:lnTo>
                <a:lnTo>
                  <a:pt x="555999" y="63217"/>
                </a:lnTo>
                <a:lnTo>
                  <a:pt x="555559" y="62821"/>
                </a:lnTo>
                <a:lnTo>
                  <a:pt x="555113" y="62433"/>
                </a:lnTo>
                <a:lnTo>
                  <a:pt x="554661" y="62054"/>
                </a:lnTo>
                <a:lnTo>
                  <a:pt x="554205" y="61685"/>
                </a:lnTo>
                <a:lnTo>
                  <a:pt x="553742" y="61324"/>
                </a:lnTo>
                <a:lnTo>
                  <a:pt x="553274" y="60973"/>
                </a:lnTo>
                <a:lnTo>
                  <a:pt x="552801" y="60630"/>
                </a:lnTo>
                <a:lnTo>
                  <a:pt x="552322" y="60297"/>
                </a:lnTo>
                <a:lnTo>
                  <a:pt x="551837" y="59972"/>
                </a:lnTo>
                <a:lnTo>
                  <a:pt x="551350" y="59656"/>
                </a:lnTo>
                <a:lnTo>
                  <a:pt x="550862" y="59347"/>
                </a:lnTo>
                <a:lnTo>
                  <a:pt x="550375" y="59045"/>
                </a:lnTo>
                <a:lnTo>
                  <a:pt x="549886" y="58750"/>
                </a:lnTo>
                <a:lnTo>
                  <a:pt x="549398" y="58462"/>
                </a:lnTo>
                <a:lnTo>
                  <a:pt x="548909" y="58182"/>
                </a:lnTo>
                <a:lnTo>
                  <a:pt x="548420" y="57909"/>
                </a:lnTo>
                <a:lnTo>
                  <a:pt x="547931" y="57644"/>
                </a:lnTo>
                <a:lnTo>
                  <a:pt x="547441" y="57385"/>
                </a:lnTo>
                <a:lnTo>
                  <a:pt x="546951" y="57134"/>
                </a:lnTo>
                <a:lnTo>
                  <a:pt x="546461" y="56890"/>
                </a:lnTo>
                <a:lnTo>
                  <a:pt x="545970" y="56653"/>
                </a:lnTo>
                <a:lnTo>
                  <a:pt x="545479" y="56424"/>
                </a:lnTo>
                <a:lnTo>
                  <a:pt x="544988" y="56202"/>
                </a:lnTo>
                <a:lnTo>
                  <a:pt x="544497" y="55987"/>
                </a:lnTo>
                <a:lnTo>
                  <a:pt x="544005" y="55779"/>
                </a:lnTo>
                <a:lnTo>
                  <a:pt x="543513" y="55578"/>
                </a:lnTo>
                <a:lnTo>
                  <a:pt x="543021" y="55385"/>
                </a:lnTo>
                <a:lnTo>
                  <a:pt x="542528" y="55199"/>
                </a:lnTo>
                <a:lnTo>
                  <a:pt x="542035" y="55021"/>
                </a:lnTo>
                <a:lnTo>
                  <a:pt x="541542" y="54849"/>
                </a:lnTo>
                <a:lnTo>
                  <a:pt x="541048" y="54685"/>
                </a:lnTo>
                <a:lnTo>
                  <a:pt x="540555" y="54528"/>
                </a:lnTo>
                <a:lnTo>
                  <a:pt x="540061" y="54378"/>
                </a:lnTo>
                <a:lnTo>
                  <a:pt x="539571" y="54234"/>
                </a:lnTo>
                <a:lnTo>
                  <a:pt x="539091" y="54093"/>
                </a:lnTo>
                <a:lnTo>
                  <a:pt x="538619" y="53956"/>
                </a:lnTo>
                <a:lnTo>
                  <a:pt x="538157" y="53823"/>
                </a:lnTo>
                <a:lnTo>
                  <a:pt x="537703" y="53694"/>
                </a:lnTo>
                <a:lnTo>
                  <a:pt x="537258" y="53568"/>
                </a:lnTo>
                <a:lnTo>
                  <a:pt x="536823" y="53446"/>
                </a:lnTo>
                <a:lnTo>
                  <a:pt x="536396" y="53328"/>
                </a:lnTo>
                <a:lnTo>
                  <a:pt x="535979" y="53214"/>
                </a:lnTo>
                <a:lnTo>
                  <a:pt x="535570" y="53104"/>
                </a:lnTo>
                <a:lnTo>
                  <a:pt x="535170" y="52997"/>
                </a:lnTo>
                <a:lnTo>
                  <a:pt x="534779" y="52894"/>
                </a:lnTo>
                <a:lnTo>
                  <a:pt x="534398" y="52795"/>
                </a:lnTo>
                <a:lnTo>
                  <a:pt x="534025" y="52700"/>
                </a:lnTo>
                <a:lnTo>
                  <a:pt x="533661" y="52608"/>
                </a:lnTo>
                <a:lnTo>
                  <a:pt x="533306" y="52521"/>
                </a:lnTo>
                <a:lnTo>
                  <a:pt x="532961" y="52437"/>
                </a:lnTo>
                <a:lnTo>
                  <a:pt x="532624" y="52356"/>
                </a:lnTo>
                <a:lnTo>
                  <a:pt x="532296" y="52280"/>
                </a:lnTo>
                <a:lnTo>
                  <a:pt x="531977" y="52207"/>
                </a:lnTo>
                <a:lnTo>
                  <a:pt x="531667" y="52138"/>
                </a:lnTo>
                <a:lnTo>
                  <a:pt x="531366" y="52073"/>
                </a:lnTo>
                <a:lnTo>
                  <a:pt x="531075" y="52012"/>
                </a:lnTo>
                <a:lnTo>
                  <a:pt x="530792" y="51954"/>
                </a:lnTo>
                <a:lnTo>
                  <a:pt x="529866" y="51720"/>
                </a:lnTo>
                <a:lnTo>
                  <a:pt x="528956" y="51488"/>
                </a:lnTo>
                <a:lnTo>
                  <a:pt x="528061" y="51260"/>
                </a:lnTo>
                <a:lnTo>
                  <a:pt x="527180" y="51036"/>
                </a:lnTo>
                <a:lnTo>
                  <a:pt x="526314" y="50815"/>
                </a:lnTo>
                <a:lnTo>
                  <a:pt x="525462" y="50598"/>
                </a:lnTo>
                <a:lnTo>
                  <a:pt x="524626" y="50384"/>
                </a:lnTo>
                <a:lnTo>
                  <a:pt x="523804" y="50173"/>
                </a:lnTo>
                <a:lnTo>
                  <a:pt x="522998" y="49966"/>
                </a:lnTo>
                <a:lnTo>
                  <a:pt x="522205" y="49762"/>
                </a:lnTo>
                <a:lnTo>
                  <a:pt x="521428" y="49562"/>
                </a:lnTo>
                <a:lnTo>
                  <a:pt x="520666" y="49366"/>
                </a:lnTo>
                <a:lnTo>
                  <a:pt x="519918" y="49173"/>
                </a:lnTo>
                <a:lnTo>
                  <a:pt x="519185" y="48983"/>
                </a:lnTo>
                <a:lnTo>
                  <a:pt x="518467" y="48797"/>
                </a:lnTo>
                <a:lnTo>
                  <a:pt x="517764" y="48614"/>
                </a:lnTo>
                <a:lnTo>
                  <a:pt x="517075" y="48435"/>
                </a:lnTo>
                <a:lnTo>
                  <a:pt x="516401" y="48259"/>
                </a:lnTo>
                <a:lnTo>
                  <a:pt x="515742" y="48087"/>
                </a:lnTo>
                <a:lnTo>
                  <a:pt x="515098" y="47918"/>
                </a:lnTo>
                <a:lnTo>
                  <a:pt x="514469" y="47753"/>
                </a:lnTo>
                <a:lnTo>
                  <a:pt x="513854" y="47591"/>
                </a:lnTo>
                <a:lnTo>
                  <a:pt x="513254" y="47433"/>
                </a:lnTo>
                <a:lnTo>
                  <a:pt x="512669" y="47278"/>
                </a:lnTo>
                <a:lnTo>
                  <a:pt x="512097" y="47125"/>
                </a:lnTo>
                <a:lnTo>
                  <a:pt x="511535" y="46972"/>
                </a:lnTo>
                <a:lnTo>
                  <a:pt x="510984" y="46819"/>
                </a:lnTo>
                <a:lnTo>
                  <a:pt x="510443" y="46665"/>
                </a:lnTo>
                <a:lnTo>
                  <a:pt x="509912" y="46512"/>
                </a:lnTo>
                <a:lnTo>
                  <a:pt x="509392" y="46359"/>
                </a:lnTo>
                <a:lnTo>
                  <a:pt x="508882" y="46206"/>
                </a:lnTo>
                <a:lnTo>
                  <a:pt x="508383" y="46053"/>
                </a:lnTo>
                <a:lnTo>
                  <a:pt x="507894" y="45900"/>
                </a:lnTo>
                <a:lnTo>
                  <a:pt x="507416" y="45747"/>
                </a:lnTo>
                <a:lnTo>
                  <a:pt x="506948" y="45594"/>
                </a:lnTo>
                <a:lnTo>
                  <a:pt x="506491" y="45441"/>
                </a:lnTo>
                <a:lnTo>
                  <a:pt x="506044" y="45288"/>
                </a:lnTo>
                <a:lnTo>
                  <a:pt x="505607" y="45135"/>
                </a:lnTo>
                <a:lnTo>
                  <a:pt x="505181" y="44982"/>
                </a:lnTo>
                <a:lnTo>
                  <a:pt x="504765" y="44829"/>
                </a:lnTo>
                <a:lnTo>
                  <a:pt x="504360" y="44676"/>
                </a:lnTo>
                <a:lnTo>
                  <a:pt x="503965" y="44523"/>
                </a:lnTo>
                <a:lnTo>
                  <a:pt x="503581" y="44370"/>
                </a:lnTo>
                <a:lnTo>
                  <a:pt x="503207" y="44217"/>
                </a:lnTo>
                <a:lnTo>
                  <a:pt x="502843" y="44064"/>
                </a:lnTo>
                <a:lnTo>
                  <a:pt x="502490" y="43911"/>
                </a:lnTo>
                <a:lnTo>
                  <a:pt x="502147" y="43758"/>
                </a:lnTo>
                <a:lnTo>
                  <a:pt x="501815" y="43605"/>
                </a:lnTo>
                <a:lnTo>
                  <a:pt x="501492" y="43452"/>
                </a:lnTo>
                <a:lnTo>
                  <a:pt x="501179" y="43297"/>
                </a:lnTo>
                <a:lnTo>
                  <a:pt x="500874" y="43141"/>
                </a:lnTo>
                <a:lnTo>
                  <a:pt x="500578" y="42984"/>
                </a:lnTo>
                <a:lnTo>
                  <a:pt x="500292" y="42825"/>
                </a:lnTo>
                <a:lnTo>
                  <a:pt x="500014" y="42666"/>
                </a:lnTo>
                <a:lnTo>
                  <a:pt x="499745" y="42505"/>
                </a:lnTo>
                <a:lnTo>
                  <a:pt x="499486" y="42343"/>
                </a:lnTo>
                <a:lnTo>
                  <a:pt x="499235" y="42180"/>
                </a:lnTo>
                <a:lnTo>
                  <a:pt x="498993" y="42016"/>
                </a:lnTo>
                <a:lnTo>
                  <a:pt x="498761" y="41851"/>
                </a:lnTo>
                <a:lnTo>
                  <a:pt x="498537" y="41684"/>
                </a:lnTo>
                <a:lnTo>
                  <a:pt x="498322" y="41517"/>
                </a:lnTo>
                <a:lnTo>
                  <a:pt x="498116" y="41348"/>
                </a:lnTo>
                <a:lnTo>
                  <a:pt x="497919" y="41178"/>
                </a:lnTo>
                <a:lnTo>
                  <a:pt x="497731" y="41007"/>
                </a:lnTo>
                <a:lnTo>
                  <a:pt x="497553" y="40835"/>
                </a:lnTo>
                <a:lnTo>
                  <a:pt x="497383" y="40661"/>
                </a:lnTo>
                <a:lnTo>
                  <a:pt x="497222" y="40487"/>
                </a:lnTo>
                <a:lnTo>
                  <a:pt x="497070" y="40311"/>
                </a:lnTo>
                <a:lnTo>
                  <a:pt x="496927" y="40134"/>
                </a:lnTo>
                <a:lnTo>
                  <a:pt x="496793" y="39956"/>
                </a:lnTo>
                <a:lnTo>
                  <a:pt x="496668" y="39777"/>
                </a:lnTo>
                <a:lnTo>
                  <a:pt x="496552" y="39597"/>
                </a:lnTo>
                <a:lnTo>
                  <a:pt x="496443" y="39413"/>
                </a:lnTo>
                <a:lnTo>
                  <a:pt x="496339" y="39225"/>
                </a:lnTo>
                <a:lnTo>
                  <a:pt x="496239" y="39033"/>
                </a:lnTo>
                <a:lnTo>
                  <a:pt x="496144" y="38836"/>
                </a:lnTo>
                <a:lnTo>
                  <a:pt x="496054" y="38634"/>
                </a:lnTo>
                <a:lnTo>
                  <a:pt x="495968" y="38427"/>
                </a:lnTo>
                <a:lnTo>
                  <a:pt x="495887" y="38216"/>
                </a:lnTo>
                <a:lnTo>
                  <a:pt x="495810" y="38000"/>
                </a:lnTo>
                <a:lnTo>
                  <a:pt x="495738" y="37780"/>
                </a:lnTo>
                <a:lnTo>
                  <a:pt x="495671" y="37555"/>
                </a:lnTo>
                <a:lnTo>
                  <a:pt x="495608" y="37325"/>
                </a:lnTo>
                <a:lnTo>
                  <a:pt x="495550" y="37091"/>
                </a:lnTo>
                <a:lnTo>
                  <a:pt x="495497" y="36852"/>
                </a:lnTo>
                <a:lnTo>
                  <a:pt x="495448" y="36608"/>
                </a:lnTo>
                <a:lnTo>
                  <a:pt x="495404" y="36360"/>
                </a:lnTo>
                <a:lnTo>
                  <a:pt x="495365" y="36107"/>
                </a:lnTo>
                <a:lnTo>
                  <a:pt x="495330" y="35849"/>
                </a:lnTo>
                <a:lnTo>
                  <a:pt x="495300" y="35587"/>
                </a:lnTo>
                <a:lnTo>
                  <a:pt x="495275" y="35320"/>
                </a:lnTo>
                <a:lnTo>
                  <a:pt x="495254" y="35049"/>
                </a:lnTo>
                <a:lnTo>
                  <a:pt x="495237" y="34772"/>
                </a:lnTo>
                <a:lnTo>
                  <a:pt x="495226" y="34492"/>
                </a:lnTo>
                <a:lnTo>
                  <a:pt x="495219" y="34206"/>
                </a:lnTo>
                <a:lnTo>
                  <a:pt x="495217" y="33916"/>
                </a:lnTo>
                <a:lnTo>
                  <a:pt x="495220" y="33598"/>
                </a:lnTo>
                <a:lnTo>
                  <a:pt x="495228" y="33285"/>
                </a:lnTo>
                <a:lnTo>
                  <a:pt x="495243" y="32977"/>
                </a:lnTo>
                <a:lnTo>
                  <a:pt x="495263" y="32673"/>
                </a:lnTo>
                <a:lnTo>
                  <a:pt x="495289" y="32374"/>
                </a:lnTo>
                <a:lnTo>
                  <a:pt x="495321" y="32079"/>
                </a:lnTo>
                <a:lnTo>
                  <a:pt x="495359" y="31789"/>
                </a:lnTo>
                <a:lnTo>
                  <a:pt x="495402" y="31504"/>
                </a:lnTo>
                <a:lnTo>
                  <a:pt x="495451" y="31223"/>
                </a:lnTo>
                <a:lnTo>
                  <a:pt x="495506" y="30947"/>
                </a:lnTo>
                <a:lnTo>
                  <a:pt x="495567" y="30676"/>
                </a:lnTo>
                <a:lnTo>
                  <a:pt x="495634" y="30409"/>
                </a:lnTo>
                <a:lnTo>
                  <a:pt x="495706" y="30147"/>
                </a:lnTo>
                <a:lnTo>
                  <a:pt x="495785" y="29890"/>
                </a:lnTo>
                <a:lnTo>
                  <a:pt x="495869" y="29637"/>
                </a:lnTo>
                <a:lnTo>
                  <a:pt x="495959" y="29389"/>
                </a:lnTo>
                <a:lnTo>
                  <a:pt x="496054" y="29145"/>
                </a:lnTo>
                <a:lnTo>
                  <a:pt x="496156" y="28906"/>
                </a:lnTo>
                <a:lnTo>
                  <a:pt x="496263" y="28672"/>
                </a:lnTo>
                <a:lnTo>
                  <a:pt x="496376" y="28442"/>
                </a:lnTo>
                <a:lnTo>
                  <a:pt x="496495" y="28217"/>
                </a:lnTo>
                <a:lnTo>
                  <a:pt x="496619" y="27997"/>
                </a:lnTo>
                <a:lnTo>
                  <a:pt x="496750" y="27781"/>
                </a:lnTo>
                <a:lnTo>
                  <a:pt x="496886" y="27570"/>
                </a:lnTo>
                <a:lnTo>
                  <a:pt x="497027" y="27363"/>
                </a:lnTo>
                <a:lnTo>
                  <a:pt x="497171" y="27158"/>
                </a:lnTo>
                <a:lnTo>
                  <a:pt x="497318" y="26957"/>
                </a:lnTo>
                <a:lnTo>
                  <a:pt x="497469" y="26758"/>
                </a:lnTo>
                <a:lnTo>
                  <a:pt x="497622" y="26563"/>
                </a:lnTo>
                <a:lnTo>
                  <a:pt x="497779" y="26370"/>
                </a:lnTo>
                <a:lnTo>
                  <a:pt x="497939" y="26180"/>
                </a:lnTo>
                <a:lnTo>
                  <a:pt x="498102" y="25993"/>
                </a:lnTo>
                <a:lnTo>
                  <a:pt x="498268" y="25809"/>
                </a:lnTo>
                <a:lnTo>
                  <a:pt x="498438" y="25628"/>
                </a:lnTo>
                <a:lnTo>
                  <a:pt x="498611" y="25449"/>
                </a:lnTo>
                <a:lnTo>
                  <a:pt x="498786" y="25274"/>
                </a:lnTo>
                <a:lnTo>
                  <a:pt x="498966" y="25101"/>
                </a:lnTo>
                <a:lnTo>
                  <a:pt x="499148" y="24932"/>
                </a:lnTo>
                <a:lnTo>
                  <a:pt x="499333" y="24765"/>
                </a:lnTo>
                <a:lnTo>
                  <a:pt x="499522" y="24601"/>
                </a:lnTo>
                <a:lnTo>
                  <a:pt x="499713" y="24440"/>
                </a:lnTo>
                <a:lnTo>
                  <a:pt x="499908" y="24282"/>
                </a:lnTo>
                <a:lnTo>
                  <a:pt x="500106" y="24127"/>
                </a:lnTo>
                <a:lnTo>
                  <a:pt x="500308" y="23975"/>
                </a:lnTo>
                <a:lnTo>
                  <a:pt x="500512" y="23826"/>
                </a:lnTo>
                <a:lnTo>
                  <a:pt x="500720" y="23680"/>
                </a:lnTo>
                <a:lnTo>
                  <a:pt x="500931" y="23536"/>
                </a:lnTo>
                <a:lnTo>
                  <a:pt x="501145" y="23396"/>
                </a:lnTo>
                <a:lnTo>
                  <a:pt x="501361" y="23258"/>
                </a:lnTo>
                <a:lnTo>
                  <a:pt x="501580" y="23124"/>
                </a:lnTo>
                <a:lnTo>
                  <a:pt x="501801" y="22993"/>
                </a:lnTo>
                <a:lnTo>
                  <a:pt x="502024" y="22866"/>
                </a:lnTo>
                <a:lnTo>
                  <a:pt x="502249" y="22743"/>
                </a:lnTo>
                <a:lnTo>
                  <a:pt x="502476" y="22622"/>
                </a:lnTo>
                <a:lnTo>
                  <a:pt x="502705" y="22506"/>
                </a:lnTo>
                <a:lnTo>
                  <a:pt x="502936" y="22393"/>
                </a:lnTo>
                <a:lnTo>
                  <a:pt x="503169" y="22283"/>
                </a:lnTo>
                <a:lnTo>
                  <a:pt x="503404" y="22177"/>
                </a:lnTo>
                <a:lnTo>
                  <a:pt x="503641" y="22074"/>
                </a:lnTo>
                <a:lnTo>
                  <a:pt x="503880" y="21975"/>
                </a:lnTo>
                <a:lnTo>
                  <a:pt x="504121" y="21879"/>
                </a:lnTo>
                <a:lnTo>
                  <a:pt x="504364" y="21787"/>
                </a:lnTo>
                <a:lnTo>
                  <a:pt x="504609" y="21698"/>
                </a:lnTo>
                <a:lnTo>
                  <a:pt x="504856" y="21613"/>
                </a:lnTo>
                <a:lnTo>
                  <a:pt x="505106" y="21531"/>
                </a:lnTo>
                <a:lnTo>
                  <a:pt x="505357" y="21453"/>
                </a:lnTo>
                <a:lnTo>
                  <a:pt x="505610" y="21378"/>
                </a:lnTo>
                <a:lnTo>
                  <a:pt x="505865" y="21306"/>
                </a:lnTo>
                <a:lnTo>
                  <a:pt x="506123" y="21239"/>
                </a:lnTo>
                <a:lnTo>
                  <a:pt x="506382" y="21174"/>
                </a:lnTo>
                <a:lnTo>
                  <a:pt x="506643" y="21113"/>
                </a:lnTo>
                <a:lnTo>
                  <a:pt x="506907" y="21056"/>
                </a:lnTo>
                <a:lnTo>
                  <a:pt x="507171" y="21002"/>
                </a:lnTo>
                <a:lnTo>
                  <a:pt x="507436" y="20949"/>
                </a:lnTo>
                <a:lnTo>
                  <a:pt x="507701" y="20900"/>
                </a:lnTo>
                <a:lnTo>
                  <a:pt x="507965" y="20852"/>
                </a:lnTo>
                <a:lnTo>
                  <a:pt x="508230" y="20807"/>
                </a:lnTo>
                <a:lnTo>
                  <a:pt x="508494" y="20764"/>
                </a:lnTo>
                <a:lnTo>
                  <a:pt x="508759" y="20723"/>
                </a:lnTo>
                <a:lnTo>
                  <a:pt x="509023" y="20685"/>
                </a:lnTo>
                <a:lnTo>
                  <a:pt x="509288" y="20649"/>
                </a:lnTo>
                <a:lnTo>
                  <a:pt x="509553" y="20615"/>
                </a:lnTo>
                <a:lnTo>
                  <a:pt x="509817" y="20584"/>
                </a:lnTo>
                <a:lnTo>
                  <a:pt x="510082" y="20555"/>
                </a:lnTo>
                <a:lnTo>
                  <a:pt x="510346" y="20529"/>
                </a:lnTo>
                <a:lnTo>
                  <a:pt x="510611" y="20504"/>
                </a:lnTo>
                <a:lnTo>
                  <a:pt x="510875" y="20482"/>
                </a:lnTo>
                <a:lnTo>
                  <a:pt x="511140" y="20462"/>
                </a:lnTo>
                <a:lnTo>
                  <a:pt x="511404" y="20445"/>
                </a:lnTo>
                <a:lnTo>
                  <a:pt x="511669" y="20430"/>
                </a:lnTo>
                <a:lnTo>
                  <a:pt x="511933" y="20417"/>
                </a:lnTo>
                <a:lnTo>
                  <a:pt x="512197" y="20407"/>
                </a:lnTo>
                <a:lnTo>
                  <a:pt x="512462" y="20399"/>
                </a:lnTo>
                <a:lnTo>
                  <a:pt x="512726" y="20393"/>
                </a:lnTo>
                <a:lnTo>
                  <a:pt x="512991" y="20389"/>
                </a:lnTo>
                <a:lnTo>
                  <a:pt x="513255" y="20388"/>
                </a:lnTo>
                <a:lnTo>
                  <a:pt x="513658" y="20390"/>
                </a:lnTo>
                <a:lnTo>
                  <a:pt x="514057" y="20394"/>
                </a:lnTo>
                <a:lnTo>
                  <a:pt x="514455" y="20401"/>
                </a:lnTo>
                <a:lnTo>
                  <a:pt x="514849" y="20412"/>
                </a:lnTo>
                <a:lnTo>
                  <a:pt x="515241" y="20425"/>
                </a:lnTo>
                <a:lnTo>
                  <a:pt x="515630" y="20441"/>
                </a:lnTo>
                <a:lnTo>
                  <a:pt x="516017" y="20459"/>
                </a:lnTo>
                <a:lnTo>
                  <a:pt x="516401" y="20481"/>
                </a:lnTo>
                <a:lnTo>
                  <a:pt x="516783" y="20506"/>
                </a:lnTo>
                <a:lnTo>
                  <a:pt x="517162" y="20533"/>
                </a:lnTo>
                <a:lnTo>
                  <a:pt x="517538" y="20564"/>
                </a:lnTo>
                <a:lnTo>
                  <a:pt x="517911" y="20597"/>
                </a:lnTo>
                <a:lnTo>
                  <a:pt x="518282" y="20634"/>
                </a:lnTo>
                <a:lnTo>
                  <a:pt x="518651" y="20673"/>
                </a:lnTo>
                <a:lnTo>
                  <a:pt x="519016" y="20715"/>
                </a:lnTo>
                <a:lnTo>
                  <a:pt x="519380" y="20760"/>
                </a:lnTo>
                <a:lnTo>
                  <a:pt x="519740" y="20808"/>
                </a:lnTo>
                <a:lnTo>
                  <a:pt x="520098" y="20858"/>
                </a:lnTo>
                <a:lnTo>
                  <a:pt x="520453" y="20912"/>
                </a:lnTo>
                <a:lnTo>
                  <a:pt x="520806" y="20969"/>
                </a:lnTo>
                <a:lnTo>
                  <a:pt x="521156" y="21028"/>
                </a:lnTo>
                <a:lnTo>
                  <a:pt x="521503" y="21091"/>
                </a:lnTo>
                <a:lnTo>
                  <a:pt x="521848" y="21156"/>
                </a:lnTo>
                <a:lnTo>
                  <a:pt x="522190" y="21224"/>
                </a:lnTo>
                <a:lnTo>
                  <a:pt x="522530" y="21296"/>
                </a:lnTo>
                <a:lnTo>
                  <a:pt x="522866" y="21371"/>
                </a:lnTo>
                <a:lnTo>
                  <a:pt x="523199" y="21451"/>
                </a:lnTo>
                <a:lnTo>
                  <a:pt x="523529" y="21535"/>
                </a:lnTo>
                <a:lnTo>
                  <a:pt x="523856" y="21622"/>
                </a:lnTo>
                <a:lnTo>
                  <a:pt x="524179" y="21714"/>
                </a:lnTo>
                <a:lnTo>
                  <a:pt x="524500" y="21810"/>
                </a:lnTo>
                <a:lnTo>
                  <a:pt x="524817" y="21910"/>
                </a:lnTo>
                <a:lnTo>
                  <a:pt x="525131" y="22014"/>
                </a:lnTo>
                <a:lnTo>
                  <a:pt x="525441" y="22122"/>
                </a:lnTo>
                <a:lnTo>
                  <a:pt x="525749" y="22234"/>
                </a:lnTo>
                <a:lnTo>
                  <a:pt x="526053" y="22351"/>
                </a:lnTo>
                <a:lnTo>
                  <a:pt x="526354" y="22471"/>
                </a:lnTo>
                <a:lnTo>
                  <a:pt x="526652" y="22595"/>
                </a:lnTo>
                <a:lnTo>
                  <a:pt x="526947" y="22724"/>
                </a:lnTo>
                <a:lnTo>
                  <a:pt x="527239" y="22856"/>
                </a:lnTo>
                <a:lnTo>
                  <a:pt x="527527" y="22993"/>
                </a:lnTo>
                <a:lnTo>
                  <a:pt x="527812" y="23134"/>
                </a:lnTo>
                <a:lnTo>
                  <a:pt x="528094" y="23278"/>
                </a:lnTo>
                <a:lnTo>
                  <a:pt x="528373" y="23427"/>
                </a:lnTo>
                <a:lnTo>
                  <a:pt x="528649" y="23580"/>
                </a:lnTo>
                <a:lnTo>
                  <a:pt x="528921" y="23737"/>
                </a:lnTo>
                <a:lnTo>
                  <a:pt x="529190" y="23898"/>
                </a:lnTo>
                <a:lnTo>
                  <a:pt x="529456" y="24063"/>
                </a:lnTo>
                <a:lnTo>
                  <a:pt x="529719" y="24233"/>
                </a:lnTo>
                <a:lnTo>
                  <a:pt x="529977" y="24408"/>
                </a:lnTo>
                <a:lnTo>
                  <a:pt x="530230" y="24588"/>
                </a:lnTo>
                <a:lnTo>
                  <a:pt x="530480" y="24773"/>
                </a:lnTo>
                <a:lnTo>
                  <a:pt x="530725" y="24963"/>
                </a:lnTo>
                <a:lnTo>
                  <a:pt x="530965" y="25159"/>
                </a:lnTo>
                <a:lnTo>
                  <a:pt x="531202" y="25360"/>
                </a:lnTo>
                <a:lnTo>
                  <a:pt x="531434" y="25566"/>
                </a:lnTo>
                <a:lnTo>
                  <a:pt x="531661" y="25777"/>
                </a:lnTo>
                <a:lnTo>
                  <a:pt x="531884" y="25994"/>
                </a:lnTo>
                <a:lnTo>
                  <a:pt x="532103" y="26215"/>
                </a:lnTo>
                <a:lnTo>
                  <a:pt x="532318" y="26442"/>
                </a:lnTo>
                <a:lnTo>
                  <a:pt x="532528" y="26675"/>
                </a:lnTo>
                <a:lnTo>
                  <a:pt x="532733" y="26912"/>
                </a:lnTo>
                <a:lnTo>
                  <a:pt x="532935" y="27155"/>
                </a:lnTo>
                <a:lnTo>
                  <a:pt x="533132" y="27402"/>
                </a:lnTo>
                <a:lnTo>
                  <a:pt x="533324" y="27656"/>
                </a:lnTo>
                <a:lnTo>
                  <a:pt x="533513" y="27914"/>
                </a:lnTo>
                <a:lnTo>
                  <a:pt x="533697" y="28177"/>
                </a:lnTo>
                <a:lnTo>
                  <a:pt x="533876" y="28446"/>
                </a:lnTo>
                <a:lnTo>
                  <a:pt x="534051" y="28720"/>
                </a:lnTo>
                <a:lnTo>
                  <a:pt x="534222" y="28999"/>
                </a:lnTo>
                <a:lnTo>
                  <a:pt x="534389" y="29284"/>
                </a:lnTo>
                <a:lnTo>
                  <a:pt x="534551" y="29573"/>
                </a:lnTo>
                <a:lnTo>
                  <a:pt x="534708" y="29869"/>
                </a:lnTo>
                <a:lnTo>
                  <a:pt x="534860" y="30170"/>
                </a:lnTo>
                <a:lnTo>
                  <a:pt x="535006" y="30479"/>
                </a:lnTo>
                <a:lnTo>
                  <a:pt x="535147" y="30793"/>
                </a:lnTo>
                <a:lnTo>
                  <a:pt x="535282" y="31114"/>
                </a:lnTo>
                <a:lnTo>
                  <a:pt x="535412" y="31441"/>
                </a:lnTo>
                <a:lnTo>
                  <a:pt x="535537" y="31775"/>
                </a:lnTo>
                <a:lnTo>
                  <a:pt x="535655" y="32115"/>
                </a:lnTo>
                <a:lnTo>
                  <a:pt x="535769" y="32462"/>
                </a:lnTo>
                <a:lnTo>
                  <a:pt x="535876" y="32815"/>
                </a:lnTo>
                <a:lnTo>
                  <a:pt x="535979" y="33174"/>
                </a:lnTo>
                <a:lnTo>
                  <a:pt x="536075" y="33539"/>
                </a:lnTo>
                <a:lnTo>
                  <a:pt x="536167" y="33911"/>
                </a:lnTo>
                <a:lnTo>
                  <a:pt x="536252" y="34290"/>
                </a:lnTo>
                <a:lnTo>
                  <a:pt x="536333" y="34674"/>
                </a:lnTo>
                <a:lnTo>
                  <a:pt x="536407" y="35066"/>
                </a:lnTo>
                <a:lnTo>
                  <a:pt x="536476" y="35463"/>
                </a:lnTo>
                <a:lnTo>
                  <a:pt x="536540" y="35867"/>
                </a:lnTo>
                <a:lnTo>
                  <a:pt x="536598" y="36277"/>
                </a:lnTo>
                <a:lnTo>
                  <a:pt x="536651" y="36694"/>
                </a:lnTo>
                <a:lnTo>
                  <a:pt x="536698" y="37117"/>
                </a:lnTo>
                <a:lnTo>
                  <a:pt x="536740" y="37546"/>
                </a:lnTo>
                <a:lnTo>
                  <a:pt x="536776" y="37982"/>
                </a:lnTo>
                <a:lnTo>
                  <a:pt x="536806" y="38424"/>
                </a:lnTo>
                <a:lnTo>
                  <a:pt x="562192" y="38424"/>
                </a:lnTo>
                <a:lnTo>
                  <a:pt x="562185" y="37567"/>
                </a:lnTo>
                <a:lnTo>
                  <a:pt x="562165" y="36720"/>
                </a:lnTo>
                <a:lnTo>
                  <a:pt x="562131" y="35884"/>
                </a:lnTo>
                <a:lnTo>
                  <a:pt x="562083" y="35059"/>
                </a:lnTo>
                <a:lnTo>
                  <a:pt x="562022" y="34244"/>
                </a:lnTo>
                <a:lnTo>
                  <a:pt x="561947" y="33440"/>
                </a:lnTo>
                <a:lnTo>
                  <a:pt x="561858" y="32647"/>
                </a:lnTo>
                <a:lnTo>
                  <a:pt x="561756" y="31864"/>
                </a:lnTo>
                <a:lnTo>
                  <a:pt x="561640" y="31093"/>
                </a:lnTo>
                <a:lnTo>
                  <a:pt x="561511" y="30332"/>
                </a:lnTo>
                <a:lnTo>
                  <a:pt x="561368" y="29581"/>
                </a:lnTo>
                <a:lnTo>
                  <a:pt x="561211" y="28842"/>
                </a:lnTo>
                <a:lnTo>
                  <a:pt x="561041" y="28113"/>
                </a:lnTo>
                <a:lnTo>
                  <a:pt x="560857" y="27395"/>
                </a:lnTo>
                <a:lnTo>
                  <a:pt x="560659" y="26687"/>
                </a:lnTo>
                <a:lnTo>
                  <a:pt x="560448" y="25991"/>
                </a:lnTo>
                <a:lnTo>
                  <a:pt x="560223" y="25305"/>
                </a:lnTo>
                <a:lnTo>
                  <a:pt x="559984" y="24630"/>
                </a:lnTo>
                <a:lnTo>
                  <a:pt x="559732" y="23965"/>
                </a:lnTo>
                <a:lnTo>
                  <a:pt x="559467" y="23311"/>
                </a:lnTo>
                <a:lnTo>
                  <a:pt x="559187" y="22668"/>
                </a:lnTo>
                <a:lnTo>
                  <a:pt x="558894" y="22036"/>
                </a:lnTo>
                <a:lnTo>
                  <a:pt x="558588" y="21415"/>
                </a:lnTo>
                <a:lnTo>
                  <a:pt x="558267" y="20804"/>
                </a:lnTo>
                <a:lnTo>
                  <a:pt x="557936" y="20202"/>
                </a:lnTo>
                <a:lnTo>
                  <a:pt x="557594" y="19610"/>
                </a:lnTo>
                <a:lnTo>
                  <a:pt x="557243" y="19027"/>
                </a:lnTo>
                <a:lnTo>
                  <a:pt x="556883" y="18453"/>
                </a:lnTo>
                <a:lnTo>
                  <a:pt x="556512" y="17888"/>
                </a:lnTo>
                <a:lnTo>
                  <a:pt x="556133" y="17331"/>
                </a:lnTo>
                <a:lnTo>
                  <a:pt x="555743" y="16784"/>
                </a:lnTo>
                <a:lnTo>
                  <a:pt x="555345" y="16246"/>
                </a:lnTo>
                <a:lnTo>
                  <a:pt x="554936" y="15717"/>
                </a:lnTo>
                <a:lnTo>
                  <a:pt x="554518" y="15196"/>
                </a:lnTo>
                <a:lnTo>
                  <a:pt x="554090" y="14685"/>
                </a:lnTo>
                <a:lnTo>
                  <a:pt x="553653" y="14183"/>
                </a:lnTo>
                <a:lnTo>
                  <a:pt x="553207" y="13689"/>
                </a:lnTo>
                <a:lnTo>
                  <a:pt x="552750" y="13205"/>
                </a:lnTo>
                <a:lnTo>
                  <a:pt x="552284" y="12730"/>
                </a:lnTo>
                <a:lnTo>
                  <a:pt x="551809" y="12263"/>
                </a:lnTo>
                <a:lnTo>
                  <a:pt x="551324" y="11806"/>
                </a:lnTo>
                <a:lnTo>
                  <a:pt x="550829" y="11358"/>
                </a:lnTo>
                <a:lnTo>
                  <a:pt x="550325" y="10918"/>
                </a:lnTo>
                <a:lnTo>
                  <a:pt x="549811" y="10488"/>
                </a:lnTo>
                <a:lnTo>
                  <a:pt x="549288" y="10066"/>
                </a:lnTo>
                <a:lnTo>
                  <a:pt x="548755" y="9654"/>
                </a:lnTo>
                <a:lnTo>
                  <a:pt x="548212" y="9251"/>
                </a:lnTo>
                <a:lnTo>
                  <a:pt x="547660" y="8856"/>
                </a:lnTo>
                <a:lnTo>
                  <a:pt x="547100" y="8471"/>
                </a:lnTo>
                <a:lnTo>
                  <a:pt x="546534" y="8094"/>
                </a:lnTo>
                <a:lnTo>
                  <a:pt x="545960" y="7727"/>
                </a:lnTo>
                <a:lnTo>
                  <a:pt x="545380" y="7368"/>
                </a:lnTo>
                <a:lnTo>
                  <a:pt x="544794" y="7019"/>
                </a:lnTo>
                <a:lnTo>
                  <a:pt x="544200" y="6679"/>
                </a:lnTo>
                <a:lnTo>
                  <a:pt x="543600" y="6347"/>
                </a:lnTo>
                <a:lnTo>
                  <a:pt x="542994" y="6025"/>
                </a:lnTo>
                <a:lnTo>
                  <a:pt x="542380" y="5711"/>
                </a:lnTo>
                <a:lnTo>
                  <a:pt x="541760" y="5407"/>
                </a:lnTo>
                <a:lnTo>
                  <a:pt x="541134" y="5111"/>
                </a:lnTo>
                <a:lnTo>
                  <a:pt x="540500" y="4825"/>
                </a:lnTo>
                <a:lnTo>
                  <a:pt x="539860" y="4548"/>
                </a:lnTo>
                <a:lnTo>
                  <a:pt x="539214" y="4279"/>
                </a:lnTo>
                <a:lnTo>
                  <a:pt x="538560" y="4020"/>
                </a:lnTo>
                <a:lnTo>
                  <a:pt x="537900" y="3769"/>
                </a:lnTo>
                <a:lnTo>
                  <a:pt x="537233" y="3528"/>
                </a:lnTo>
                <a:lnTo>
                  <a:pt x="536560" y="3295"/>
                </a:lnTo>
                <a:lnTo>
                  <a:pt x="535880" y="3072"/>
                </a:lnTo>
                <a:lnTo>
                  <a:pt x="535193" y="2858"/>
                </a:lnTo>
                <a:lnTo>
                  <a:pt x="534500" y="2652"/>
                </a:lnTo>
                <a:lnTo>
                  <a:pt x="533800" y="2456"/>
                </a:lnTo>
                <a:lnTo>
                  <a:pt x="533093" y="2268"/>
                </a:lnTo>
                <a:lnTo>
                  <a:pt x="532379" y="2090"/>
                </a:lnTo>
                <a:lnTo>
                  <a:pt x="531661" y="1919"/>
                </a:lnTo>
                <a:lnTo>
                  <a:pt x="530941" y="1756"/>
                </a:lnTo>
                <a:lnTo>
                  <a:pt x="530217" y="1600"/>
                </a:lnTo>
                <a:lnTo>
                  <a:pt x="529491" y="1451"/>
                </a:lnTo>
                <a:lnTo>
                  <a:pt x="528763" y="1310"/>
                </a:lnTo>
                <a:lnTo>
                  <a:pt x="528032" y="1176"/>
                </a:lnTo>
                <a:lnTo>
                  <a:pt x="527298" y="1049"/>
                </a:lnTo>
                <a:lnTo>
                  <a:pt x="526562" y="929"/>
                </a:lnTo>
                <a:lnTo>
                  <a:pt x="525823" y="816"/>
                </a:lnTo>
                <a:lnTo>
                  <a:pt x="525081" y="711"/>
                </a:lnTo>
                <a:lnTo>
                  <a:pt x="524337" y="613"/>
                </a:lnTo>
                <a:lnTo>
                  <a:pt x="523590" y="522"/>
                </a:lnTo>
                <a:lnTo>
                  <a:pt x="522841" y="439"/>
                </a:lnTo>
                <a:lnTo>
                  <a:pt x="522089" y="363"/>
                </a:lnTo>
                <a:lnTo>
                  <a:pt x="521334" y="294"/>
                </a:lnTo>
                <a:lnTo>
                  <a:pt x="520577" y="232"/>
                </a:lnTo>
                <a:lnTo>
                  <a:pt x="519817" y="178"/>
                </a:lnTo>
                <a:lnTo>
                  <a:pt x="519055" y="131"/>
                </a:lnTo>
                <a:lnTo>
                  <a:pt x="518289" y="91"/>
                </a:lnTo>
                <a:lnTo>
                  <a:pt x="517522" y="58"/>
                </a:lnTo>
                <a:lnTo>
                  <a:pt x="516751" y="33"/>
                </a:lnTo>
                <a:lnTo>
                  <a:pt x="515979" y="15"/>
                </a:lnTo>
                <a:lnTo>
                  <a:pt x="515203" y="4"/>
                </a:lnTo>
                <a:lnTo>
                  <a:pt x="514425" y="0"/>
                </a:lnTo>
                <a:lnTo>
                  <a:pt x="513757" y="4"/>
                </a:lnTo>
                <a:lnTo>
                  <a:pt x="513089" y="15"/>
                </a:lnTo>
                <a:lnTo>
                  <a:pt x="512421" y="34"/>
                </a:lnTo>
                <a:lnTo>
                  <a:pt x="511752" y="60"/>
                </a:lnTo>
                <a:lnTo>
                  <a:pt x="511084" y="94"/>
                </a:lnTo>
                <a:lnTo>
                  <a:pt x="510416" y="136"/>
                </a:lnTo>
                <a:lnTo>
                  <a:pt x="509748" y="185"/>
                </a:lnTo>
                <a:lnTo>
                  <a:pt x="509080" y="241"/>
                </a:lnTo>
                <a:lnTo>
                  <a:pt x="508412" y="305"/>
                </a:lnTo>
                <a:lnTo>
                  <a:pt x="507744" y="377"/>
                </a:lnTo>
                <a:lnTo>
                  <a:pt x="507075" y="456"/>
                </a:lnTo>
                <a:lnTo>
                  <a:pt x="506407" y="543"/>
                </a:lnTo>
                <a:lnTo>
                  <a:pt x="505739" y="637"/>
                </a:lnTo>
                <a:lnTo>
                  <a:pt x="505071" y="739"/>
                </a:lnTo>
                <a:lnTo>
                  <a:pt x="504403" y="848"/>
                </a:lnTo>
                <a:lnTo>
                  <a:pt x="503735" y="965"/>
                </a:lnTo>
                <a:lnTo>
                  <a:pt x="503067" y="1089"/>
                </a:lnTo>
                <a:lnTo>
                  <a:pt x="502398" y="1221"/>
                </a:lnTo>
                <a:lnTo>
                  <a:pt x="501730" y="1361"/>
                </a:lnTo>
                <a:lnTo>
                  <a:pt x="501062" y="1508"/>
                </a:lnTo>
                <a:lnTo>
                  <a:pt x="500394" y="1662"/>
                </a:lnTo>
                <a:lnTo>
                  <a:pt x="499726" y="1825"/>
                </a:lnTo>
                <a:lnTo>
                  <a:pt x="499058" y="1994"/>
                </a:lnTo>
                <a:lnTo>
                  <a:pt x="498390" y="2171"/>
                </a:lnTo>
                <a:lnTo>
                  <a:pt x="497725" y="2356"/>
                </a:lnTo>
                <a:lnTo>
                  <a:pt x="497065" y="2549"/>
                </a:lnTo>
                <a:lnTo>
                  <a:pt x="496412" y="2751"/>
                </a:lnTo>
                <a:lnTo>
                  <a:pt x="495764" y="2960"/>
                </a:lnTo>
                <a:lnTo>
                  <a:pt x="495122" y="3178"/>
                </a:lnTo>
                <a:lnTo>
                  <a:pt x="494486" y="3403"/>
                </a:lnTo>
                <a:lnTo>
                  <a:pt x="493856" y="3637"/>
                </a:lnTo>
                <a:lnTo>
                  <a:pt x="493231" y="3879"/>
                </a:lnTo>
                <a:lnTo>
                  <a:pt x="492613" y="4129"/>
                </a:lnTo>
                <a:lnTo>
                  <a:pt x="492000" y="4387"/>
                </a:lnTo>
                <a:lnTo>
                  <a:pt x="491392" y="4653"/>
                </a:lnTo>
                <a:lnTo>
                  <a:pt x="490791" y="4928"/>
                </a:lnTo>
                <a:lnTo>
                  <a:pt x="490196" y="5210"/>
                </a:lnTo>
                <a:lnTo>
                  <a:pt x="489606" y="5501"/>
                </a:lnTo>
                <a:lnTo>
                  <a:pt x="489022" y="5799"/>
                </a:lnTo>
                <a:lnTo>
                  <a:pt x="488443" y="6106"/>
                </a:lnTo>
                <a:lnTo>
                  <a:pt x="487871" y="6421"/>
                </a:lnTo>
                <a:lnTo>
                  <a:pt x="487304" y="6744"/>
                </a:lnTo>
                <a:lnTo>
                  <a:pt x="486744" y="7076"/>
                </a:lnTo>
                <a:lnTo>
                  <a:pt x="486188" y="7415"/>
                </a:lnTo>
                <a:lnTo>
                  <a:pt x="485639" y="7762"/>
                </a:lnTo>
                <a:lnTo>
                  <a:pt x="485096" y="8118"/>
                </a:lnTo>
                <a:lnTo>
                  <a:pt x="484558" y="8482"/>
                </a:lnTo>
                <a:lnTo>
                  <a:pt x="484026" y="8854"/>
                </a:lnTo>
                <a:lnTo>
                  <a:pt x="483501" y="9233"/>
                </a:lnTo>
                <a:lnTo>
                  <a:pt x="482985" y="9621"/>
                </a:lnTo>
                <a:lnTo>
                  <a:pt x="482477" y="10016"/>
                </a:lnTo>
                <a:lnTo>
                  <a:pt x="481978" y="10419"/>
                </a:lnTo>
                <a:lnTo>
                  <a:pt x="481487" y="10830"/>
                </a:lnTo>
                <a:lnTo>
                  <a:pt x="481004" y="11249"/>
                </a:lnTo>
                <a:lnTo>
                  <a:pt x="480530" y="11675"/>
                </a:lnTo>
                <a:lnTo>
                  <a:pt x="480064" y="12110"/>
                </a:lnTo>
                <a:lnTo>
                  <a:pt x="479607" y="12552"/>
                </a:lnTo>
                <a:lnTo>
                  <a:pt x="479158" y="13002"/>
                </a:lnTo>
                <a:lnTo>
                  <a:pt x="478718" y="13460"/>
                </a:lnTo>
                <a:lnTo>
                  <a:pt x="478285" y="13926"/>
                </a:lnTo>
                <a:lnTo>
                  <a:pt x="477862" y="14399"/>
                </a:lnTo>
                <a:lnTo>
                  <a:pt x="477446" y="14881"/>
                </a:lnTo>
                <a:lnTo>
                  <a:pt x="477039" y="15370"/>
                </a:lnTo>
                <a:lnTo>
                  <a:pt x="476641" y="15867"/>
                </a:lnTo>
                <a:lnTo>
                  <a:pt x="476251" y="16372"/>
                </a:lnTo>
                <a:lnTo>
                  <a:pt x="475869" y="16885"/>
                </a:lnTo>
                <a:lnTo>
                  <a:pt x="475496" y="17405"/>
                </a:lnTo>
                <a:lnTo>
                  <a:pt x="475131" y="17934"/>
                </a:lnTo>
                <a:lnTo>
                  <a:pt x="474774" y="18470"/>
                </a:lnTo>
                <a:lnTo>
                  <a:pt x="474426" y="19014"/>
                </a:lnTo>
                <a:lnTo>
                  <a:pt x="474087" y="19566"/>
                </a:lnTo>
                <a:lnTo>
                  <a:pt x="473755" y="20126"/>
                </a:lnTo>
                <a:lnTo>
                  <a:pt x="473435" y="20694"/>
                </a:lnTo>
                <a:lnTo>
                  <a:pt x="473129" y="21270"/>
                </a:lnTo>
                <a:lnTo>
                  <a:pt x="472836" y="21855"/>
                </a:lnTo>
                <a:lnTo>
                  <a:pt x="472556" y="22448"/>
                </a:lnTo>
                <a:lnTo>
                  <a:pt x="472290" y="23049"/>
                </a:lnTo>
                <a:lnTo>
                  <a:pt x="472038" y="23659"/>
                </a:lnTo>
                <a:lnTo>
                  <a:pt x="471800" y="24277"/>
                </a:lnTo>
                <a:lnTo>
                  <a:pt x="471575" y="24904"/>
                </a:lnTo>
                <a:lnTo>
                  <a:pt x="471364" y="25539"/>
                </a:lnTo>
                <a:lnTo>
                  <a:pt x="471166" y="26183"/>
                </a:lnTo>
                <a:lnTo>
                  <a:pt x="470982" y="26835"/>
                </a:lnTo>
                <a:lnTo>
                  <a:pt x="470812" y="27495"/>
                </a:lnTo>
                <a:lnTo>
                  <a:pt x="470655" y="28164"/>
                </a:lnTo>
                <a:lnTo>
                  <a:pt x="470512" y="28841"/>
                </a:lnTo>
                <a:lnTo>
                  <a:pt x="470383" y="29526"/>
                </a:lnTo>
                <a:lnTo>
                  <a:pt x="470267" y="30220"/>
                </a:lnTo>
                <a:lnTo>
                  <a:pt x="470165" y="30923"/>
                </a:lnTo>
                <a:lnTo>
                  <a:pt x="470076" y="31633"/>
                </a:lnTo>
                <a:lnTo>
                  <a:pt x="470001" y="32353"/>
                </a:lnTo>
                <a:lnTo>
                  <a:pt x="469940" y="33080"/>
                </a:lnTo>
                <a:lnTo>
                  <a:pt x="469892" y="33816"/>
                </a:lnTo>
                <a:lnTo>
                  <a:pt x="469858" y="34561"/>
                </a:lnTo>
                <a:lnTo>
                  <a:pt x="469837" y="35313"/>
                </a:lnTo>
                <a:lnTo>
                  <a:pt x="469831" y="36075"/>
                </a:lnTo>
                <a:lnTo>
                  <a:pt x="469836" y="36752"/>
                </a:lnTo>
                <a:lnTo>
                  <a:pt x="469852" y="37422"/>
                </a:lnTo>
                <a:lnTo>
                  <a:pt x="469879" y="38083"/>
                </a:lnTo>
                <a:lnTo>
                  <a:pt x="469916" y="38735"/>
                </a:lnTo>
                <a:lnTo>
                  <a:pt x="469965" y="39379"/>
                </a:lnTo>
                <a:lnTo>
                  <a:pt x="470024" y="40015"/>
                </a:lnTo>
                <a:lnTo>
                  <a:pt x="470093" y="40642"/>
                </a:lnTo>
                <a:lnTo>
                  <a:pt x="470174" y="41261"/>
                </a:lnTo>
                <a:lnTo>
                  <a:pt x="470265" y="41872"/>
                </a:lnTo>
                <a:lnTo>
                  <a:pt x="470367" y="42474"/>
                </a:lnTo>
                <a:lnTo>
                  <a:pt x="470480" y="43067"/>
                </a:lnTo>
                <a:lnTo>
                  <a:pt x="470603" y="43653"/>
                </a:lnTo>
                <a:lnTo>
                  <a:pt x="470737" y="44229"/>
                </a:lnTo>
                <a:lnTo>
                  <a:pt x="470882" y="44798"/>
                </a:lnTo>
                <a:lnTo>
                  <a:pt x="471037" y="45358"/>
                </a:lnTo>
                <a:lnTo>
                  <a:pt x="471203" y="45910"/>
                </a:lnTo>
                <a:lnTo>
                  <a:pt x="471380" y="46453"/>
                </a:lnTo>
                <a:lnTo>
                  <a:pt x="471568" y="46988"/>
                </a:lnTo>
                <a:lnTo>
                  <a:pt x="471767" y="47514"/>
                </a:lnTo>
                <a:lnTo>
                  <a:pt x="471976" y="48032"/>
                </a:lnTo>
                <a:lnTo>
                  <a:pt x="472196" y="48542"/>
                </a:lnTo>
                <a:lnTo>
                  <a:pt x="472426" y="49043"/>
                </a:lnTo>
                <a:lnTo>
                  <a:pt x="472667" y="49536"/>
                </a:lnTo>
                <a:lnTo>
                  <a:pt x="472919" y="50020"/>
                </a:lnTo>
                <a:lnTo>
                  <a:pt x="473180" y="50497"/>
                </a:lnTo>
                <a:lnTo>
                  <a:pt x="473448" y="50967"/>
                </a:lnTo>
                <a:lnTo>
                  <a:pt x="473722" y="51431"/>
                </a:lnTo>
                <a:lnTo>
                  <a:pt x="474003" y="51888"/>
                </a:lnTo>
                <a:lnTo>
                  <a:pt x="474291" y="52338"/>
                </a:lnTo>
                <a:lnTo>
                  <a:pt x="474585" y="52781"/>
                </a:lnTo>
                <a:lnTo>
                  <a:pt x="474886" y="53218"/>
                </a:lnTo>
                <a:lnTo>
                  <a:pt x="475194" y="53648"/>
                </a:lnTo>
                <a:lnTo>
                  <a:pt x="475508" y="54072"/>
                </a:lnTo>
                <a:lnTo>
                  <a:pt x="475829" y="54489"/>
                </a:lnTo>
                <a:lnTo>
                  <a:pt x="476156" y="54899"/>
                </a:lnTo>
                <a:lnTo>
                  <a:pt x="476491" y="55303"/>
                </a:lnTo>
                <a:lnTo>
                  <a:pt x="476832" y="55699"/>
                </a:lnTo>
                <a:lnTo>
                  <a:pt x="477179" y="56090"/>
                </a:lnTo>
                <a:lnTo>
                  <a:pt x="477533" y="56473"/>
                </a:lnTo>
                <a:lnTo>
                  <a:pt x="477894" y="56850"/>
                </a:lnTo>
                <a:lnTo>
                  <a:pt x="478262" y="57220"/>
                </a:lnTo>
                <a:lnTo>
                  <a:pt x="478636" y="57584"/>
                </a:lnTo>
                <a:lnTo>
                  <a:pt x="479017" y="57941"/>
                </a:lnTo>
                <a:lnTo>
                  <a:pt x="479404" y="58291"/>
                </a:lnTo>
                <a:lnTo>
                  <a:pt x="479799" y="58635"/>
                </a:lnTo>
                <a:lnTo>
                  <a:pt x="480200" y="58972"/>
                </a:lnTo>
                <a:lnTo>
                  <a:pt x="480607" y="59302"/>
                </a:lnTo>
                <a:lnTo>
                  <a:pt x="481021" y="59626"/>
                </a:lnTo>
                <a:lnTo>
                  <a:pt x="481441" y="59943"/>
                </a:lnTo>
                <a:lnTo>
                  <a:pt x="481866" y="60256"/>
                </a:lnTo>
                <a:lnTo>
                  <a:pt x="482295" y="60564"/>
                </a:lnTo>
                <a:lnTo>
                  <a:pt x="482729" y="60866"/>
                </a:lnTo>
                <a:lnTo>
                  <a:pt x="483167" y="61164"/>
                </a:lnTo>
                <a:lnTo>
                  <a:pt x="483610" y="61457"/>
                </a:lnTo>
                <a:lnTo>
                  <a:pt x="484058" y="61745"/>
                </a:lnTo>
                <a:lnTo>
                  <a:pt x="484510" y="62028"/>
                </a:lnTo>
                <a:lnTo>
                  <a:pt x="484967" y="62306"/>
                </a:lnTo>
                <a:lnTo>
                  <a:pt x="485428" y="62580"/>
                </a:lnTo>
                <a:lnTo>
                  <a:pt x="485895" y="62848"/>
                </a:lnTo>
                <a:lnTo>
                  <a:pt x="486366" y="63111"/>
                </a:lnTo>
                <a:lnTo>
                  <a:pt x="486841" y="63370"/>
                </a:lnTo>
                <a:lnTo>
                  <a:pt x="487321" y="63623"/>
                </a:lnTo>
                <a:lnTo>
                  <a:pt x="487806" y="63872"/>
                </a:lnTo>
                <a:lnTo>
                  <a:pt x="488295" y="64116"/>
                </a:lnTo>
                <a:lnTo>
                  <a:pt x="488789" y="64354"/>
                </a:lnTo>
                <a:lnTo>
                  <a:pt x="489288" y="64588"/>
                </a:lnTo>
                <a:lnTo>
                  <a:pt x="489791" y="64817"/>
                </a:lnTo>
                <a:lnTo>
                  <a:pt x="490299" y="65041"/>
                </a:lnTo>
                <a:lnTo>
                  <a:pt x="490812" y="65260"/>
                </a:lnTo>
                <a:lnTo>
                  <a:pt x="491329" y="65474"/>
                </a:lnTo>
                <a:lnTo>
                  <a:pt x="491851" y="65683"/>
                </a:lnTo>
                <a:lnTo>
                  <a:pt x="492378" y="65887"/>
                </a:lnTo>
                <a:lnTo>
                  <a:pt x="492907" y="66088"/>
                </a:lnTo>
                <a:lnTo>
                  <a:pt x="493438" y="66286"/>
                </a:lnTo>
                <a:lnTo>
                  <a:pt x="493970" y="66481"/>
                </a:lnTo>
                <a:lnTo>
                  <a:pt x="494503" y="66674"/>
                </a:lnTo>
                <a:lnTo>
                  <a:pt x="495037" y="66864"/>
                </a:lnTo>
                <a:lnTo>
                  <a:pt x="495572" y="67051"/>
                </a:lnTo>
                <a:lnTo>
                  <a:pt x="496109" y="67236"/>
                </a:lnTo>
                <a:lnTo>
                  <a:pt x="496647" y="67418"/>
                </a:lnTo>
                <a:lnTo>
                  <a:pt x="497185" y="67598"/>
                </a:lnTo>
                <a:lnTo>
                  <a:pt x="497725" y="67775"/>
                </a:lnTo>
                <a:lnTo>
                  <a:pt x="498267" y="67949"/>
                </a:lnTo>
                <a:lnTo>
                  <a:pt x="498809" y="68121"/>
                </a:lnTo>
                <a:lnTo>
                  <a:pt x="499352" y="68290"/>
                </a:lnTo>
                <a:lnTo>
                  <a:pt x="499897" y="68457"/>
                </a:lnTo>
                <a:lnTo>
                  <a:pt x="500442" y="68621"/>
                </a:lnTo>
                <a:lnTo>
                  <a:pt x="500989" y="68782"/>
                </a:lnTo>
                <a:lnTo>
                  <a:pt x="501537" y="68941"/>
                </a:lnTo>
                <a:lnTo>
                  <a:pt x="502087" y="69098"/>
                </a:lnTo>
                <a:lnTo>
                  <a:pt x="502637" y="69251"/>
                </a:lnTo>
                <a:lnTo>
                  <a:pt x="503188" y="69402"/>
                </a:lnTo>
                <a:lnTo>
                  <a:pt x="503741" y="69551"/>
                </a:lnTo>
                <a:lnTo>
                  <a:pt x="504295" y="69696"/>
                </a:lnTo>
                <a:lnTo>
                  <a:pt x="504850" y="69840"/>
                </a:lnTo>
                <a:lnTo>
                  <a:pt x="505406" y="69980"/>
                </a:lnTo>
                <a:lnTo>
                  <a:pt x="505948" y="70133"/>
                </a:lnTo>
                <a:lnTo>
                  <a:pt x="506490" y="70284"/>
                </a:lnTo>
                <a:lnTo>
                  <a:pt x="507032" y="70434"/>
                </a:lnTo>
                <a:lnTo>
                  <a:pt x="507572" y="70583"/>
                </a:lnTo>
                <a:lnTo>
                  <a:pt x="508113" y="70730"/>
                </a:lnTo>
                <a:lnTo>
                  <a:pt x="508652" y="70877"/>
                </a:lnTo>
                <a:lnTo>
                  <a:pt x="509191" y="71022"/>
                </a:lnTo>
                <a:lnTo>
                  <a:pt x="509730" y="71167"/>
                </a:lnTo>
                <a:lnTo>
                  <a:pt x="510268" y="71310"/>
                </a:lnTo>
                <a:lnTo>
                  <a:pt x="510805" y="71452"/>
                </a:lnTo>
                <a:lnTo>
                  <a:pt x="511342" y="71593"/>
                </a:lnTo>
                <a:lnTo>
                  <a:pt x="511878" y="71732"/>
                </a:lnTo>
                <a:lnTo>
                  <a:pt x="512413" y="71871"/>
                </a:lnTo>
                <a:lnTo>
                  <a:pt x="512948" y="72008"/>
                </a:lnTo>
                <a:lnTo>
                  <a:pt x="513483" y="72145"/>
                </a:lnTo>
                <a:lnTo>
                  <a:pt x="514016" y="72280"/>
                </a:lnTo>
                <a:lnTo>
                  <a:pt x="514550" y="72414"/>
                </a:lnTo>
                <a:lnTo>
                  <a:pt x="515082" y="72546"/>
                </a:lnTo>
                <a:lnTo>
                  <a:pt x="515614" y="72678"/>
                </a:lnTo>
                <a:lnTo>
                  <a:pt x="516146" y="72808"/>
                </a:lnTo>
                <a:lnTo>
                  <a:pt x="516677" y="72938"/>
                </a:lnTo>
                <a:lnTo>
                  <a:pt x="517207" y="73066"/>
                </a:lnTo>
                <a:lnTo>
                  <a:pt x="517736" y="73193"/>
                </a:lnTo>
                <a:lnTo>
                  <a:pt x="518266" y="73319"/>
                </a:lnTo>
                <a:lnTo>
                  <a:pt x="518792" y="73445"/>
                </a:lnTo>
                <a:lnTo>
                  <a:pt x="519314" y="73573"/>
                </a:lnTo>
                <a:lnTo>
                  <a:pt x="519832" y="73703"/>
                </a:lnTo>
                <a:lnTo>
                  <a:pt x="520345" y="73834"/>
                </a:lnTo>
                <a:lnTo>
                  <a:pt x="520853" y="73967"/>
                </a:lnTo>
                <a:lnTo>
                  <a:pt x="521356" y="74102"/>
                </a:lnTo>
                <a:lnTo>
                  <a:pt x="521855" y="74239"/>
                </a:lnTo>
                <a:lnTo>
                  <a:pt x="522349" y="74377"/>
                </a:lnTo>
                <a:lnTo>
                  <a:pt x="522839" y="74517"/>
                </a:lnTo>
                <a:lnTo>
                  <a:pt x="523324" y="74659"/>
                </a:lnTo>
                <a:lnTo>
                  <a:pt x="523804" y="74803"/>
                </a:lnTo>
                <a:lnTo>
                  <a:pt x="524280" y="74948"/>
                </a:lnTo>
                <a:lnTo>
                  <a:pt x="524750" y="75095"/>
                </a:lnTo>
                <a:lnTo>
                  <a:pt x="525217" y="75244"/>
                </a:lnTo>
                <a:lnTo>
                  <a:pt x="525678" y="75395"/>
                </a:lnTo>
                <a:lnTo>
                  <a:pt x="526135" y="75547"/>
                </a:lnTo>
                <a:lnTo>
                  <a:pt x="526588" y="75701"/>
                </a:lnTo>
                <a:lnTo>
                  <a:pt x="527036" y="75857"/>
                </a:lnTo>
                <a:lnTo>
                  <a:pt x="527479" y="76014"/>
                </a:lnTo>
                <a:lnTo>
                  <a:pt x="527917" y="76174"/>
                </a:lnTo>
                <a:lnTo>
                  <a:pt x="528351" y="76335"/>
                </a:lnTo>
                <a:lnTo>
                  <a:pt x="528780" y="76497"/>
                </a:lnTo>
                <a:lnTo>
                  <a:pt x="529205" y="76662"/>
                </a:lnTo>
                <a:lnTo>
                  <a:pt x="529624" y="76828"/>
                </a:lnTo>
                <a:lnTo>
                  <a:pt x="530039" y="76997"/>
                </a:lnTo>
                <a:lnTo>
                  <a:pt x="530446" y="77169"/>
                </a:lnTo>
                <a:lnTo>
                  <a:pt x="530847" y="77345"/>
                </a:lnTo>
                <a:lnTo>
                  <a:pt x="531241" y="77524"/>
                </a:lnTo>
                <a:lnTo>
                  <a:pt x="531629" y="77706"/>
                </a:lnTo>
                <a:lnTo>
                  <a:pt x="532010" y="77893"/>
                </a:lnTo>
                <a:lnTo>
                  <a:pt x="532384" y="78082"/>
                </a:lnTo>
                <a:lnTo>
                  <a:pt x="532751" y="78275"/>
                </a:lnTo>
                <a:lnTo>
                  <a:pt x="533112" y="78472"/>
                </a:lnTo>
                <a:lnTo>
                  <a:pt x="533466" y="78672"/>
                </a:lnTo>
                <a:lnTo>
                  <a:pt x="533814" y="78875"/>
                </a:lnTo>
                <a:lnTo>
                  <a:pt x="534154" y="79082"/>
                </a:lnTo>
                <a:lnTo>
                  <a:pt x="534489" y="79293"/>
                </a:lnTo>
                <a:lnTo>
                  <a:pt x="534816" y="79507"/>
                </a:lnTo>
                <a:lnTo>
                  <a:pt x="535137" y="79724"/>
                </a:lnTo>
                <a:lnTo>
                  <a:pt x="535451" y="79945"/>
                </a:lnTo>
                <a:lnTo>
                  <a:pt x="535758" y="80170"/>
                </a:lnTo>
                <a:lnTo>
                  <a:pt x="536059" y="80398"/>
                </a:lnTo>
                <a:lnTo>
                  <a:pt x="536353" y="80629"/>
                </a:lnTo>
                <a:lnTo>
                  <a:pt x="536641" y="80864"/>
                </a:lnTo>
                <a:lnTo>
                  <a:pt x="536921" y="81102"/>
                </a:lnTo>
                <a:lnTo>
                  <a:pt x="537196" y="81344"/>
                </a:lnTo>
                <a:lnTo>
                  <a:pt x="537463" y="81590"/>
                </a:lnTo>
                <a:lnTo>
                  <a:pt x="537724" y="81839"/>
                </a:lnTo>
                <a:lnTo>
                  <a:pt x="537976" y="82092"/>
                </a:lnTo>
                <a:lnTo>
                  <a:pt x="538217" y="82352"/>
                </a:lnTo>
                <a:lnTo>
                  <a:pt x="538448" y="82619"/>
                </a:lnTo>
                <a:lnTo>
                  <a:pt x="538668" y="82891"/>
                </a:lnTo>
                <a:lnTo>
                  <a:pt x="538878" y="83170"/>
                </a:lnTo>
                <a:lnTo>
                  <a:pt x="539076" y="83456"/>
                </a:lnTo>
                <a:lnTo>
                  <a:pt x="539264" y="83748"/>
                </a:lnTo>
                <a:lnTo>
                  <a:pt x="539441" y="84046"/>
                </a:lnTo>
                <a:lnTo>
                  <a:pt x="539607" y="84351"/>
                </a:lnTo>
                <a:lnTo>
                  <a:pt x="539763" y="84662"/>
                </a:lnTo>
                <a:lnTo>
                  <a:pt x="539908" y="84979"/>
                </a:lnTo>
                <a:lnTo>
                  <a:pt x="540042" y="85303"/>
                </a:lnTo>
                <a:lnTo>
                  <a:pt x="540166" y="85634"/>
                </a:lnTo>
                <a:lnTo>
                  <a:pt x="540278" y="85970"/>
                </a:lnTo>
                <a:lnTo>
                  <a:pt x="540380" y="86313"/>
                </a:lnTo>
                <a:lnTo>
                  <a:pt x="540472" y="86663"/>
                </a:lnTo>
                <a:lnTo>
                  <a:pt x="540552" y="87019"/>
                </a:lnTo>
                <a:lnTo>
                  <a:pt x="540622" y="87381"/>
                </a:lnTo>
                <a:lnTo>
                  <a:pt x="540681" y="87749"/>
                </a:lnTo>
                <a:lnTo>
                  <a:pt x="540729" y="88124"/>
                </a:lnTo>
                <a:lnTo>
                  <a:pt x="540767" y="88506"/>
                </a:lnTo>
                <a:lnTo>
                  <a:pt x="540794" y="88893"/>
                </a:lnTo>
                <a:lnTo>
                  <a:pt x="540810" y="89288"/>
                </a:lnTo>
                <a:lnTo>
                  <a:pt x="540815" y="89688"/>
                </a:lnTo>
                <a:lnTo>
                  <a:pt x="540811" y="90061"/>
                </a:lnTo>
                <a:lnTo>
                  <a:pt x="540799" y="90428"/>
                </a:lnTo>
                <a:lnTo>
                  <a:pt x="540778" y="90790"/>
                </a:lnTo>
                <a:lnTo>
                  <a:pt x="540750" y="91147"/>
                </a:lnTo>
                <a:lnTo>
                  <a:pt x="540713" y="91498"/>
                </a:lnTo>
                <a:lnTo>
                  <a:pt x="540669" y="91843"/>
                </a:lnTo>
                <a:lnTo>
                  <a:pt x="540616" y="92183"/>
                </a:lnTo>
                <a:lnTo>
                  <a:pt x="540555" y="92518"/>
                </a:lnTo>
                <a:lnTo>
                  <a:pt x="540486" y="92846"/>
                </a:lnTo>
                <a:lnTo>
                  <a:pt x="540409" y="93170"/>
                </a:lnTo>
                <a:lnTo>
                  <a:pt x="540324" y="93488"/>
                </a:lnTo>
                <a:lnTo>
                  <a:pt x="540230" y="93800"/>
                </a:lnTo>
                <a:lnTo>
                  <a:pt x="540129" y="94107"/>
                </a:lnTo>
                <a:lnTo>
                  <a:pt x="540019" y="94408"/>
                </a:lnTo>
                <a:lnTo>
                  <a:pt x="539901" y="94704"/>
                </a:lnTo>
                <a:lnTo>
                  <a:pt x="539775" y="94995"/>
                </a:lnTo>
                <a:lnTo>
                  <a:pt x="539641" y="95280"/>
                </a:lnTo>
                <a:lnTo>
                  <a:pt x="539499" y="95559"/>
                </a:lnTo>
                <a:lnTo>
                  <a:pt x="539349" y="95833"/>
                </a:lnTo>
                <a:lnTo>
                  <a:pt x="539190" y="96101"/>
                </a:lnTo>
                <a:lnTo>
                  <a:pt x="539024" y="96364"/>
                </a:lnTo>
                <a:lnTo>
                  <a:pt x="538849" y="96621"/>
                </a:lnTo>
                <a:lnTo>
                  <a:pt x="538666" y="96873"/>
                </a:lnTo>
                <a:lnTo>
                  <a:pt x="538475" y="97120"/>
                </a:lnTo>
                <a:lnTo>
                  <a:pt x="538279" y="97361"/>
                </a:lnTo>
                <a:lnTo>
                  <a:pt x="538078" y="97598"/>
                </a:lnTo>
                <a:lnTo>
                  <a:pt x="537873" y="97831"/>
                </a:lnTo>
                <a:lnTo>
                  <a:pt x="537664" y="98059"/>
                </a:lnTo>
                <a:lnTo>
                  <a:pt x="537451" y="98283"/>
                </a:lnTo>
                <a:lnTo>
                  <a:pt x="537234" y="98503"/>
                </a:lnTo>
                <a:lnTo>
                  <a:pt x="537013" y="98718"/>
                </a:lnTo>
                <a:lnTo>
                  <a:pt x="536787" y="98929"/>
                </a:lnTo>
                <a:lnTo>
                  <a:pt x="536558" y="99136"/>
                </a:lnTo>
                <a:lnTo>
                  <a:pt x="536324" y="99338"/>
                </a:lnTo>
                <a:lnTo>
                  <a:pt x="536087" y="99536"/>
                </a:lnTo>
                <a:lnTo>
                  <a:pt x="535845" y="99729"/>
                </a:lnTo>
                <a:lnTo>
                  <a:pt x="535600" y="99918"/>
                </a:lnTo>
                <a:lnTo>
                  <a:pt x="535350" y="100103"/>
                </a:lnTo>
                <a:lnTo>
                  <a:pt x="535096" y="100284"/>
                </a:lnTo>
                <a:lnTo>
                  <a:pt x="534838" y="100460"/>
                </a:lnTo>
                <a:lnTo>
                  <a:pt x="534577" y="100632"/>
                </a:lnTo>
                <a:lnTo>
                  <a:pt x="534311" y="100799"/>
                </a:lnTo>
                <a:lnTo>
                  <a:pt x="534040" y="100962"/>
                </a:lnTo>
                <a:lnTo>
                  <a:pt x="533766" y="101121"/>
                </a:lnTo>
                <a:lnTo>
                  <a:pt x="533488" y="101275"/>
                </a:lnTo>
                <a:lnTo>
                  <a:pt x="533206" y="101425"/>
                </a:lnTo>
                <a:lnTo>
                  <a:pt x="532920" y="101571"/>
                </a:lnTo>
                <a:lnTo>
                  <a:pt x="532629" y="101712"/>
                </a:lnTo>
                <a:lnTo>
                  <a:pt x="532336" y="101849"/>
                </a:lnTo>
                <a:lnTo>
                  <a:pt x="532041" y="101983"/>
                </a:lnTo>
                <a:lnTo>
                  <a:pt x="531745" y="102112"/>
                </a:lnTo>
                <a:lnTo>
                  <a:pt x="531446" y="102238"/>
                </a:lnTo>
                <a:lnTo>
                  <a:pt x="531146" y="102361"/>
                </a:lnTo>
                <a:lnTo>
                  <a:pt x="530844" y="102479"/>
                </a:lnTo>
                <a:lnTo>
                  <a:pt x="530541" y="102594"/>
                </a:lnTo>
                <a:lnTo>
                  <a:pt x="530236" y="102705"/>
                </a:lnTo>
                <a:lnTo>
                  <a:pt x="529928" y="102812"/>
                </a:lnTo>
                <a:lnTo>
                  <a:pt x="529620" y="102915"/>
                </a:lnTo>
                <a:lnTo>
                  <a:pt x="529309" y="103015"/>
                </a:lnTo>
                <a:lnTo>
                  <a:pt x="528997" y="103111"/>
                </a:lnTo>
                <a:lnTo>
                  <a:pt x="528683" y="103203"/>
                </a:lnTo>
                <a:lnTo>
                  <a:pt x="528367" y="103291"/>
                </a:lnTo>
                <a:lnTo>
                  <a:pt x="528050" y="103376"/>
                </a:lnTo>
                <a:lnTo>
                  <a:pt x="527730" y="103456"/>
                </a:lnTo>
                <a:lnTo>
                  <a:pt x="527409" y="103533"/>
                </a:lnTo>
                <a:lnTo>
                  <a:pt x="527087" y="103607"/>
                </a:lnTo>
                <a:lnTo>
                  <a:pt x="526762" y="103676"/>
                </a:lnTo>
                <a:lnTo>
                  <a:pt x="526436" y="103742"/>
                </a:lnTo>
                <a:lnTo>
                  <a:pt x="526108" y="103804"/>
                </a:lnTo>
                <a:lnTo>
                  <a:pt x="525778" y="103862"/>
                </a:lnTo>
                <a:lnTo>
                  <a:pt x="525447" y="103917"/>
                </a:lnTo>
                <a:lnTo>
                  <a:pt x="525114" y="103968"/>
                </a:lnTo>
                <a:lnTo>
                  <a:pt x="524780" y="104015"/>
                </a:lnTo>
                <a:lnTo>
                  <a:pt x="524449" y="104061"/>
                </a:lnTo>
                <a:lnTo>
                  <a:pt x="524119" y="104104"/>
                </a:lnTo>
                <a:lnTo>
                  <a:pt x="523791" y="104146"/>
                </a:lnTo>
                <a:lnTo>
                  <a:pt x="523465" y="104185"/>
                </a:lnTo>
                <a:lnTo>
                  <a:pt x="523140" y="104223"/>
                </a:lnTo>
                <a:lnTo>
                  <a:pt x="522818" y="104258"/>
                </a:lnTo>
                <a:lnTo>
                  <a:pt x="522497" y="104292"/>
                </a:lnTo>
                <a:lnTo>
                  <a:pt x="522177" y="104323"/>
                </a:lnTo>
                <a:lnTo>
                  <a:pt x="521860" y="104353"/>
                </a:lnTo>
                <a:lnTo>
                  <a:pt x="521544" y="104380"/>
                </a:lnTo>
                <a:lnTo>
                  <a:pt x="521230" y="104405"/>
                </a:lnTo>
                <a:lnTo>
                  <a:pt x="520918" y="104429"/>
                </a:lnTo>
                <a:lnTo>
                  <a:pt x="520607" y="104450"/>
                </a:lnTo>
                <a:lnTo>
                  <a:pt x="520299" y="104469"/>
                </a:lnTo>
                <a:lnTo>
                  <a:pt x="519992" y="104486"/>
                </a:lnTo>
                <a:lnTo>
                  <a:pt x="519686" y="104502"/>
                </a:lnTo>
                <a:lnTo>
                  <a:pt x="519383" y="104515"/>
                </a:lnTo>
                <a:lnTo>
                  <a:pt x="519081" y="104526"/>
                </a:lnTo>
                <a:lnTo>
                  <a:pt x="518781" y="104535"/>
                </a:lnTo>
                <a:lnTo>
                  <a:pt x="518482" y="104542"/>
                </a:lnTo>
                <a:lnTo>
                  <a:pt x="518186" y="104547"/>
                </a:lnTo>
                <a:lnTo>
                  <a:pt x="517891" y="104550"/>
                </a:lnTo>
                <a:lnTo>
                  <a:pt x="517598" y="104551"/>
                </a:lnTo>
                <a:lnTo>
                  <a:pt x="517167" y="104549"/>
                </a:lnTo>
                <a:lnTo>
                  <a:pt x="516737" y="104542"/>
                </a:lnTo>
                <a:lnTo>
                  <a:pt x="516308" y="104532"/>
                </a:lnTo>
                <a:lnTo>
                  <a:pt x="515881" y="104516"/>
                </a:lnTo>
                <a:lnTo>
                  <a:pt x="515455" y="104497"/>
                </a:lnTo>
                <a:lnTo>
                  <a:pt x="515029" y="104473"/>
                </a:lnTo>
                <a:lnTo>
                  <a:pt x="514605" y="104445"/>
                </a:lnTo>
                <a:lnTo>
                  <a:pt x="514183" y="104412"/>
                </a:lnTo>
                <a:lnTo>
                  <a:pt x="513761" y="104375"/>
                </a:lnTo>
                <a:lnTo>
                  <a:pt x="513340" y="104334"/>
                </a:lnTo>
                <a:lnTo>
                  <a:pt x="512921" y="104288"/>
                </a:lnTo>
                <a:lnTo>
                  <a:pt x="512503" y="104238"/>
                </a:lnTo>
                <a:lnTo>
                  <a:pt x="512086" y="104184"/>
                </a:lnTo>
                <a:lnTo>
                  <a:pt x="511670" y="104125"/>
                </a:lnTo>
                <a:lnTo>
                  <a:pt x="511255" y="104062"/>
                </a:lnTo>
                <a:lnTo>
                  <a:pt x="510841" y="103995"/>
                </a:lnTo>
                <a:lnTo>
                  <a:pt x="510429" y="103923"/>
                </a:lnTo>
                <a:lnTo>
                  <a:pt x="510018" y="103847"/>
                </a:lnTo>
                <a:lnTo>
                  <a:pt x="509608" y="103767"/>
                </a:lnTo>
                <a:lnTo>
                  <a:pt x="509199" y="103682"/>
                </a:lnTo>
                <a:lnTo>
                  <a:pt x="508791" y="103593"/>
                </a:lnTo>
                <a:lnTo>
                  <a:pt x="508384" y="103500"/>
                </a:lnTo>
                <a:lnTo>
                  <a:pt x="507979" y="103402"/>
                </a:lnTo>
                <a:lnTo>
                  <a:pt x="507574" y="103300"/>
                </a:lnTo>
                <a:lnTo>
                  <a:pt x="507173" y="103193"/>
                </a:lnTo>
                <a:lnTo>
                  <a:pt x="506776" y="103082"/>
                </a:lnTo>
                <a:lnTo>
                  <a:pt x="506383" y="102965"/>
                </a:lnTo>
                <a:lnTo>
                  <a:pt x="505995" y="102845"/>
                </a:lnTo>
                <a:lnTo>
                  <a:pt x="505611" y="102719"/>
                </a:lnTo>
                <a:lnTo>
                  <a:pt x="505232" y="102589"/>
                </a:lnTo>
                <a:lnTo>
                  <a:pt x="504856" y="102455"/>
                </a:lnTo>
                <a:lnTo>
                  <a:pt x="504485" y="102316"/>
                </a:lnTo>
                <a:lnTo>
                  <a:pt x="504119" y="102172"/>
                </a:lnTo>
                <a:lnTo>
                  <a:pt x="503757" y="102023"/>
                </a:lnTo>
                <a:lnTo>
                  <a:pt x="503399" y="101870"/>
                </a:lnTo>
                <a:lnTo>
                  <a:pt x="503045" y="101712"/>
                </a:lnTo>
                <a:lnTo>
                  <a:pt x="502696" y="101550"/>
                </a:lnTo>
                <a:lnTo>
                  <a:pt x="502351" y="101383"/>
                </a:lnTo>
                <a:lnTo>
                  <a:pt x="502011" y="101211"/>
                </a:lnTo>
                <a:lnTo>
                  <a:pt x="501674" y="101034"/>
                </a:lnTo>
                <a:lnTo>
                  <a:pt x="501343" y="100853"/>
                </a:lnTo>
                <a:lnTo>
                  <a:pt x="501015" y="100668"/>
                </a:lnTo>
                <a:lnTo>
                  <a:pt x="500692" y="100478"/>
                </a:lnTo>
                <a:lnTo>
                  <a:pt x="500373" y="100283"/>
                </a:lnTo>
                <a:lnTo>
                  <a:pt x="500059" y="100083"/>
                </a:lnTo>
                <a:lnTo>
                  <a:pt x="499749" y="99879"/>
                </a:lnTo>
                <a:lnTo>
                  <a:pt x="499443" y="99670"/>
                </a:lnTo>
                <a:lnTo>
                  <a:pt x="499141" y="99457"/>
                </a:lnTo>
                <a:lnTo>
                  <a:pt x="498845" y="99238"/>
                </a:lnTo>
                <a:lnTo>
                  <a:pt x="498553" y="99014"/>
                </a:lnTo>
                <a:lnTo>
                  <a:pt x="498266" y="98785"/>
                </a:lnTo>
                <a:lnTo>
                  <a:pt x="497984" y="98549"/>
                </a:lnTo>
                <a:lnTo>
                  <a:pt x="497707" y="98309"/>
                </a:lnTo>
                <a:lnTo>
                  <a:pt x="497435" y="98063"/>
                </a:lnTo>
                <a:lnTo>
                  <a:pt x="497167" y="97811"/>
                </a:lnTo>
                <a:lnTo>
                  <a:pt x="496905" y="97554"/>
                </a:lnTo>
                <a:lnTo>
                  <a:pt x="496648" y="97292"/>
                </a:lnTo>
                <a:lnTo>
                  <a:pt x="496395" y="97024"/>
                </a:lnTo>
                <a:lnTo>
                  <a:pt x="496148" y="96750"/>
                </a:lnTo>
                <a:lnTo>
                  <a:pt x="495905" y="96471"/>
                </a:lnTo>
                <a:lnTo>
                  <a:pt x="495668" y="96186"/>
                </a:lnTo>
                <a:lnTo>
                  <a:pt x="495435" y="95896"/>
                </a:lnTo>
                <a:lnTo>
                  <a:pt x="495207" y="95601"/>
                </a:lnTo>
                <a:lnTo>
                  <a:pt x="494984" y="95300"/>
                </a:lnTo>
                <a:lnTo>
                  <a:pt x="494767" y="94993"/>
                </a:lnTo>
                <a:lnTo>
                  <a:pt x="494554" y="94681"/>
                </a:lnTo>
                <a:lnTo>
                  <a:pt x="494345" y="94363"/>
                </a:lnTo>
                <a:lnTo>
                  <a:pt x="494142" y="94040"/>
                </a:lnTo>
                <a:lnTo>
                  <a:pt x="493944" y="93712"/>
                </a:lnTo>
                <a:lnTo>
                  <a:pt x="493751" y="93378"/>
                </a:lnTo>
                <a:lnTo>
                  <a:pt x="493563" y="93038"/>
                </a:lnTo>
                <a:lnTo>
                  <a:pt x="493379" y="92693"/>
                </a:lnTo>
                <a:lnTo>
                  <a:pt x="493202" y="92342"/>
                </a:lnTo>
                <a:lnTo>
                  <a:pt x="493032" y="91984"/>
                </a:lnTo>
                <a:lnTo>
                  <a:pt x="492870" y="91620"/>
                </a:lnTo>
                <a:lnTo>
                  <a:pt x="492716" y="91249"/>
                </a:lnTo>
                <a:lnTo>
                  <a:pt x="492569" y="90873"/>
                </a:lnTo>
                <a:lnTo>
                  <a:pt x="492429" y="90490"/>
                </a:lnTo>
                <a:lnTo>
                  <a:pt x="492297" y="90100"/>
                </a:lnTo>
                <a:lnTo>
                  <a:pt x="492173" y="89704"/>
                </a:lnTo>
                <a:lnTo>
                  <a:pt x="492056" y="89302"/>
                </a:lnTo>
                <a:lnTo>
                  <a:pt x="491947" y="88893"/>
                </a:lnTo>
                <a:lnTo>
                  <a:pt x="491845" y="88478"/>
                </a:lnTo>
                <a:lnTo>
                  <a:pt x="491751" y="88057"/>
                </a:lnTo>
                <a:lnTo>
                  <a:pt x="491664" y="87629"/>
                </a:lnTo>
                <a:lnTo>
                  <a:pt x="491585" y="87195"/>
                </a:lnTo>
                <a:lnTo>
                  <a:pt x="491513" y="86755"/>
                </a:lnTo>
                <a:lnTo>
                  <a:pt x="491449" y="86308"/>
                </a:lnTo>
                <a:lnTo>
                  <a:pt x="491392" y="85855"/>
                </a:lnTo>
                <a:lnTo>
                  <a:pt x="491343" y="85395"/>
                </a:lnTo>
                <a:lnTo>
                  <a:pt x="491302" y="84929"/>
                </a:lnTo>
                <a:lnTo>
                  <a:pt x="491268" y="84457"/>
                </a:lnTo>
                <a:lnTo>
                  <a:pt x="491242" y="83978"/>
                </a:lnTo>
                <a:lnTo>
                  <a:pt x="491223" y="83493"/>
                </a:lnTo>
                <a:lnTo>
                  <a:pt x="491212" y="83002"/>
                </a:lnTo>
                <a:lnTo>
                  <a:pt x="491208" y="82504"/>
                </a:lnTo>
                <a:lnTo>
                  <a:pt x="465822" y="82504"/>
                </a:lnTo>
                <a:lnTo>
                  <a:pt x="465815" y="83417"/>
                </a:lnTo>
                <a:lnTo>
                  <a:pt x="465824" y="84320"/>
                </a:lnTo>
                <a:close/>
                <a:moveTo>
                  <a:pt x="26222" y="75518"/>
                </a:moveTo>
                <a:lnTo>
                  <a:pt x="52444" y="75518"/>
                </a:lnTo>
                <a:lnTo>
                  <a:pt x="53255" y="75526"/>
                </a:lnTo>
                <a:lnTo>
                  <a:pt x="54048" y="75548"/>
                </a:lnTo>
                <a:lnTo>
                  <a:pt x="54821" y="75586"/>
                </a:lnTo>
                <a:lnTo>
                  <a:pt x="55576" y="75639"/>
                </a:lnTo>
                <a:lnTo>
                  <a:pt x="56311" y="75707"/>
                </a:lnTo>
                <a:lnTo>
                  <a:pt x="57027" y="75790"/>
                </a:lnTo>
                <a:lnTo>
                  <a:pt x="57724" y="75888"/>
                </a:lnTo>
                <a:lnTo>
                  <a:pt x="58401" y="76001"/>
                </a:lnTo>
                <a:lnTo>
                  <a:pt x="59060" y="76130"/>
                </a:lnTo>
                <a:lnTo>
                  <a:pt x="59699" y="76273"/>
                </a:lnTo>
                <a:lnTo>
                  <a:pt x="60320" y="76432"/>
                </a:lnTo>
                <a:lnTo>
                  <a:pt x="60921" y="76605"/>
                </a:lnTo>
                <a:lnTo>
                  <a:pt x="61503" y="76794"/>
                </a:lnTo>
                <a:lnTo>
                  <a:pt x="62066" y="76998"/>
                </a:lnTo>
                <a:lnTo>
                  <a:pt x="62609" y="77217"/>
                </a:lnTo>
                <a:lnTo>
                  <a:pt x="63134" y="77451"/>
                </a:lnTo>
                <a:lnTo>
                  <a:pt x="63639" y="77700"/>
                </a:lnTo>
                <a:lnTo>
                  <a:pt x="64126" y="77964"/>
                </a:lnTo>
                <a:lnTo>
                  <a:pt x="64593" y="78243"/>
                </a:lnTo>
                <a:lnTo>
                  <a:pt x="65041" y="78538"/>
                </a:lnTo>
                <a:lnTo>
                  <a:pt x="65470" y="78847"/>
                </a:lnTo>
                <a:lnTo>
                  <a:pt x="65880" y="79172"/>
                </a:lnTo>
                <a:lnTo>
                  <a:pt x="66270" y="79511"/>
                </a:lnTo>
                <a:lnTo>
                  <a:pt x="66642" y="79866"/>
                </a:lnTo>
                <a:lnTo>
                  <a:pt x="66998" y="80237"/>
                </a:lnTo>
                <a:lnTo>
                  <a:pt x="67345" y="80625"/>
                </a:lnTo>
                <a:lnTo>
                  <a:pt x="67680" y="81031"/>
                </a:lnTo>
                <a:lnTo>
                  <a:pt x="68006" y="81454"/>
                </a:lnTo>
                <a:lnTo>
                  <a:pt x="68321" y="81894"/>
                </a:lnTo>
                <a:lnTo>
                  <a:pt x="68625" y="82352"/>
                </a:lnTo>
                <a:lnTo>
                  <a:pt x="68919" y="82828"/>
                </a:lnTo>
                <a:lnTo>
                  <a:pt x="69203" y="83320"/>
                </a:lnTo>
                <a:lnTo>
                  <a:pt x="69476" y="83831"/>
                </a:lnTo>
                <a:lnTo>
                  <a:pt x="69739" y="84358"/>
                </a:lnTo>
                <a:lnTo>
                  <a:pt x="69991" y="84903"/>
                </a:lnTo>
                <a:lnTo>
                  <a:pt x="70233" y="85466"/>
                </a:lnTo>
                <a:lnTo>
                  <a:pt x="70464" y="86046"/>
                </a:lnTo>
                <a:lnTo>
                  <a:pt x="70685" y="86643"/>
                </a:lnTo>
                <a:lnTo>
                  <a:pt x="70895" y="87258"/>
                </a:lnTo>
                <a:lnTo>
                  <a:pt x="71095" y="87890"/>
                </a:lnTo>
                <a:lnTo>
                  <a:pt x="71285" y="88540"/>
                </a:lnTo>
                <a:lnTo>
                  <a:pt x="71464" y="89207"/>
                </a:lnTo>
                <a:lnTo>
                  <a:pt x="71633" y="89891"/>
                </a:lnTo>
                <a:lnTo>
                  <a:pt x="71791" y="90593"/>
                </a:lnTo>
                <a:lnTo>
                  <a:pt x="71939" y="91312"/>
                </a:lnTo>
                <a:lnTo>
                  <a:pt x="72076" y="92049"/>
                </a:lnTo>
                <a:lnTo>
                  <a:pt x="72203" y="92803"/>
                </a:lnTo>
                <a:lnTo>
                  <a:pt x="72320" y="93575"/>
                </a:lnTo>
                <a:lnTo>
                  <a:pt x="72402" y="94175"/>
                </a:lnTo>
                <a:lnTo>
                  <a:pt x="72483" y="94777"/>
                </a:lnTo>
                <a:lnTo>
                  <a:pt x="72562" y="95382"/>
                </a:lnTo>
                <a:lnTo>
                  <a:pt x="72640" y="95990"/>
                </a:lnTo>
                <a:lnTo>
                  <a:pt x="72715" y="96599"/>
                </a:lnTo>
                <a:lnTo>
                  <a:pt x="72789" y="97211"/>
                </a:lnTo>
                <a:lnTo>
                  <a:pt x="72862" y="97825"/>
                </a:lnTo>
                <a:lnTo>
                  <a:pt x="72932" y="98442"/>
                </a:lnTo>
                <a:lnTo>
                  <a:pt x="73001" y="99061"/>
                </a:lnTo>
                <a:lnTo>
                  <a:pt x="73068" y="99682"/>
                </a:lnTo>
                <a:lnTo>
                  <a:pt x="73133" y="100306"/>
                </a:lnTo>
                <a:lnTo>
                  <a:pt x="73197" y="100932"/>
                </a:lnTo>
                <a:lnTo>
                  <a:pt x="73258" y="101560"/>
                </a:lnTo>
                <a:lnTo>
                  <a:pt x="73318" y="102190"/>
                </a:lnTo>
                <a:lnTo>
                  <a:pt x="73377" y="102823"/>
                </a:lnTo>
                <a:lnTo>
                  <a:pt x="73433" y="103458"/>
                </a:lnTo>
                <a:lnTo>
                  <a:pt x="73488" y="104096"/>
                </a:lnTo>
                <a:lnTo>
                  <a:pt x="73541" y="104736"/>
                </a:lnTo>
                <a:lnTo>
                  <a:pt x="73593" y="105378"/>
                </a:lnTo>
                <a:lnTo>
                  <a:pt x="73642" y="106022"/>
                </a:lnTo>
                <a:lnTo>
                  <a:pt x="73690" y="106669"/>
                </a:lnTo>
                <a:lnTo>
                  <a:pt x="73736" y="107318"/>
                </a:lnTo>
                <a:lnTo>
                  <a:pt x="73781" y="107970"/>
                </a:lnTo>
                <a:lnTo>
                  <a:pt x="73823" y="108624"/>
                </a:lnTo>
                <a:lnTo>
                  <a:pt x="73868" y="109275"/>
                </a:lnTo>
                <a:lnTo>
                  <a:pt x="73919" y="109918"/>
                </a:lnTo>
                <a:lnTo>
                  <a:pt x="73975" y="110554"/>
                </a:lnTo>
                <a:lnTo>
                  <a:pt x="74037" y="111182"/>
                </a:lnTo>
                <a:lnTo>
                  <a:pt x="74105" y="111803"/>
                </a:lnTo>
                <a:lnTo>
                  <a:pt x="74179" y="112417"/>
                </a:lnTo>
                <a:lnTo>
                  <a:pt x="74258" y="113022"/>
                </a:lnTo>
                <a:lnTo>
                  <a:pt x="74344" y="113621"/>
                </a:lnTo>
                <a:lnTo>
                  <a:pt x="74435" y="114211"/>
                </a:lnTo>
                <a:lnTo>
                  <a:pt x="74532" y="114794"/>
                </a:lnTo>
                <a:lnTo>
                  <a:pt x="74634" y="115370"/>
                </a:lnTo>
                <a:lnTo>
                  <a:pt x="74743" y="115938"/>
                </a:lnTo>
                <a:lnTo>
                  <a:pt x="74857" y="116499"/>
                </a:lnTo>
                <a:lnTo>
                  <a:pt x="74977" y="117052"/>
                </a:lnTo>
                <a:lnTo>
                  <a:pt x="75103" y="117597"/>
                </a:lnTo>
                <a:lnTo>
                  <a:pt x="75235" y="118135"/>
                </a:lnTo>
                <a:lnTo>
                  <a:pt x="75372" y="118665"/>
                </a:lnTo>
                <a:lnTo>
                  <a:pt x="75516" y="119188"/>
                </a:lnTo>
                <a:lnTo>
                  <a:pt x="75665" y="119703"/>
                </a:lnTo>
                <a:lnTo>
                  <a:pt x="75819" y="120211"/>
                </a:lnTo>
                <a:lnTo>
                  <a:pt x="75980" y="120711"/>
                </a:lnTo>
                <a:lnTo>
                  <a:pt x="76147" y="121204"/>
                </a:lnTo>
                <a:lnTo>
                  <a:pt x="76319" y="121689"/>
                </a:lnTo>
                <a:lnTo>
                  <a:pt x="76497" y="122167"/>
                </a:lnTo>
                <a:lnTo>
                  <a:pt x="102719" y="122167"/>
                </a:lnTo>
                <a:lnTo>
                  <a:pt x="102567" y="121956"/>
                </a:lnTo>
                <a:lnTo>
                  <a:pt x="102419" y="121741"/>
                </a:lnTo>
                <a:lnTo>
                  <a:pt x="102274" y="121523"/>
                </a:lnTo>
                <a:lnTo>
                  <a:pt x="102132" y="121300"/>
                </a:lnTo>
                <a:lnTo>
                  <a:pt x="101993" y="121075"/>
                </a:lnTo>
                <a:lnTo>
                  <a:pt x="101857" y="120845"/>
                </a:lnTo>
                <a:lnTo>
                  <a:pt x="101725" y="120611"/>
                </a:lnTo>
                <a:lnTo>
                  <a:pt x="101596" y="120374"/>
                </a:lnTo>
                <a:lnTo>
                  <a:pt x="101470" y="120133"/>
                </a:lnTo>
                <a:lnTo>
                  <a:pt x="101347" y="119888"/>
                </a:lnTo>
                <a:lnTo>
                  <a:pt x="101227" y="119639"/>
                </a:lnTo>
                <a:lnTo>
                  <a:pt x="101111" y="119387"/>
                </a:lnTo>
                <a:lnTo>
                  <a:pt x="100997" y="119131"/>
                </a:lnTo>
                <a:lnTo>
                  <a:pt x="100887" y="118871"/>
                </a:lnTo>
                <a:lnTo>
                  <a:pt x="100780" y="118607"/>
                </a:lnTo>
                <a:lnTo>
                  <a:pt x="100677" y="118339"/>
                </a:lnTo>
                <a:lnTo>
                  <a:pt x="100576" y="118068"/>
                </a:lnTo>
                <a:lnTo>
                  <a:pt x="100479" y="117793"/>
                </a:lnTo>
                <a:lnTo>
                  <a:pt x="100384" y="117514"/>
                </a:lnTo>
                <a:lnTo>
                  <a:pt x="100293" y="117231"/>
                </a:lnTo>
                <a:lnTo>
                  <a:pt x="100206" y="116945"/>
                </a:lnTo>
                <a:lnTo>
                  <a:pt x="100121" y="116655"/>
                </a:lnTo>
                <a:lnTo>
                  <a:pt x="100039" y="116361"/>
                </a:lnTo>
                <a:lnTo>
                  <a:pt x="99961" y="116063"/>
                </a:lnTo>
                <a:lnTo>
                  <a:pt x="99886" y="115762"/>
                </a:lnTo>
                <a:lnTo>
                  <a:pt x="99812" y="115461"/>
                </a:lnTo>
                <a:lnTo>
                  <a:pt x="99740" y="115157"/>
                </a:lnTo>
                <a:lnTo>
                  <a:pt x="99669" y="114853"/>
                </a:lnTo>
                <a:lnTo>
                  <a:pt x="99601" y="114546"/>
                </a:lnTo>
                <a:lnTo>
                  <a:pt x="99534" y="114239"/>
                </a:lnTo>
                <a:lnTo>
                  <a:pt x="99469" y="113930"/>
                </a:lnTo>
                <a:lnTo>
                  <a:pt x="99405" y="113619"/>
                </a:lnTo>
                <a:lnTo>
                  <a:pt x="99343" y="113307"/>
                </a:lnTo>
                <a:lnTo>
                  <a:pt x="99283" y="112994"/>
                </a:lnTo>
                <a:lnTo>
                  <a:pt x="99225" y="112679"/>
                </a:lnTo>
                <a:lnTo>
                  <a:pt x="99169" y="112362"/>
                </a:lnTo>
                <a:lnTo>
                  <a:pt x="99114" y="112045"/>
                </a:lnTo>
                <a:lnTo>
                  <a:pt x="99061" y="111725"/>
                </a:lnTo>
                <a:lnTo>
                  <a:pt x="99010" y="111405"/>
                </a:lnTo>
                <a:lnTo>
                  <a:pt x="98960" y="111082"/>
                </a:lnTo>
                <a:lnTo>
                  <a:pt x="98912" y="110759"/>
                </a:lnTo>
                <a:lnTo>
                  <a:pt x="98866" y="110434"/>
                </a:lnTo>
                <a:lnTo>
                  <a:pt x="98822" y="110107"/>
                </a:lnTo>
                <a:lnTo>
                  <a:pt x="98779" y="109779"/>
                </a:lnTo>
                <a:lnTo>
                  <a:pt x="98738" y="109450"/>
                </a:lnTo>
                <a:lnTo>
                  <a:pt x="98699" y="109119"/>
                </a:lnTo>
                <a:lnTo>
                  <a:pt x="98661" y="108787"/>
                </a:lnTo>
                <a:lnTo>
                  <a:pt x="98626" y="108453"/>
                </a:lnTo>
                <a:lnTo>
                  <a:pt x="98591" y="108119"/>
                </a:lnTo>
                <a:lnTo>
                  <a:pt x="98558" y="107785"/>
                </a:lnTo>
                <a:lnTo>
                  <a:pt x="98525" y="107452"/>
                </a:lnTo>
                <a:lnTo>
                  <a:pt x="98493" y="107120"/>
                </a:lnTo>
                <a:lnTo>
                  <a:pt x="98462" y="106788"/>
                </a:lnTo>
                <a:lnTo>
                  <a:pt x="98432" y="106457"/>
                </a:lnTo>
                <a:lnTo>
                  <a:pt x="98403" y="106126"/>
                </a:lnTo>
                <a:lnTo>
                  <a:pt x="98375" y="105796"/>
                </a:lnTo>
                <a:lnTo>
                  <a:pt x="98347" y="105466"/>
                </a:lnTo>
                <a:lnTo>
                  <a:pt x="98321" y="105137"/>
                </a:lnTo>
                <a:lnTo>
                  <a:pt x="98295" y="104809"/>
                </a:lnTo>
                <a:lnTo>
                  <a:pt x="98270" y="104481"/>
                </a:lnTo>
                <a:lnTo>
                  <a:pt x="98246" y="104154"/>
                </a:lnTo>
                <a:lnTo>
                  <a:pt x="98223" y="103827"/>
                </a:lnTo>
                <a:lnTo>
                  <a:pt x="98201" y="103501"/>
                </a:lnTo>
                <a:lnTo>
                  <a:pt x="98180" y="103176"/>
                </a:lnTo>
                <a:lnTo>
                  <a:pt x="98159" y="102851"/>
                </a:lnTo>
                <a:lnTo>
                  <a:pt x="98139" y="102527"/>
                </a:lnTo>
                <a:lnTo>
                  <a:pt x="98121" y="102203"/>
                </a:lnTo>
                <a:lnTo>
                  <a:pt x="98103" y="101880"/>
                </a:lnTo>
                <a:lnTo>
                  <a:pt x="98086" y="101557"/>
                </a:lnTo>
                <a:lnTo>
                  <a:pt x="98069" y="101235"/>
                </a:lnTo>
                <a:lnTo>
                  <a:pt x="98054" y="100914"/>
                </a:lnTo>
                <a:lnTo>
                  <a:pt x="98040" y="100593"/>
                </a:lnTo>
                <a:lnTo>
                  <a:pt x="98026" y="100274"/>
                </a:lnTo>
                <a:lnTo>
                  <a:pt x="98012" y="99959"/>
                </a:lnTo>
                <a:lnTo>
                  <a:pt x="97998" y="99647"/>
                </a:lnTo>
                <a:lnTo>
                  <a:pt x="97984" y="99338"/>
                </a:lnTo>
                <a:lnTo>
                  <a:pt x="97971" y="99033"/>
                </a:lnTo>
                <a:lnTo>
                  <a:pt x="97957" y="98732"/>
                </a:lnTo>
                <a:lnTo>
                  <a:pt x="97943" y="98434"/>
                </a:lnTo>
                <a:lnTo>
                  <a:pt x="97929" y="98139"/>
                </a:lnTo>
                <a:lnTo>
                  <a:pt x="97915" y="97848"/>
                </a:lnTo>
                <a:lnTo>
                  <a:pt x="97902" y="97561"/>
                </a:lnTo>
                <a:lnTo>
                  <a:pt x="97888" y="97277"/>
                </a:lnTo>
                <a:lnTo>
                  <a:pt x="97874" y="96996"/>
                </a:lnTo>
                <a:lnTo>
                  <a:pt x="97860" y="96719"/>
                </a:lnTo>
                <a:lnTo>
                  <a:pt x="97846" y="96445"/>
                </a:lnTo>
                <a:lnTo>
                  <a:pt x="97833" y="96175"/>
                </a:lnTo>
                <a:lnTo>
                  <a:pt x="97819" y="95908"/>
                </a:lnTo>
                <a:lnTo>
                  <a:pt x="97805" y="95645"/>
                </a:lnTo>
                <a:lnTo>
                  <a:pt x="97791" y="95386"/>
                </a:lnTo>
                <a:lnTo>
                  <a:pt x="97777" y="95129"/>
                </a:lnTo>
                <a:lnTo>
                  <a:pt x="97764" y="94877"/>
                </a:lnTo>
                <a:lnTo>
                  <a:pt x="97750" y="94628"/>
                </a:lnTo>
                <a:lnTo>
                  <a:pt x="97736" y="94382"/>
                </a:lnTo>
                <a:lnTo>
                  <a:pt x="97722" y="94140"/>
                </a:lnTo>
                <a:lnTo>
                  <a:pt x="97708" y="93901"/>
                </a:lnTo>
                <a:lnTo>
                  <a:pt x="97679" y="93525"/>
                </a:lnTo>
                <a:lnTo>
                  <a:pt x="97648" y="93149"/>
                </a:lnTo>
                <a:lnTo>
                  <a:pt x="97615" y="92772"/>
                </a:lnTo>
                <a:lnTo>
                  <a:pt x="97580" y="92396"/>
                </a:lnTo>
                <a:lnTo>
                  <a:pt x="97543" y="92020"/>
                </a:lnTo>
                <a:lnTo>
                  <a:pt x="97504" y="91644"/>
                </a:lnTo>
                <a:lnTo>
                  <a:pt x="97463" y="91268"/>
                </a:lnTo>
                <a:lnTo>
                  <a:pt x="97420" y="90892"/>
                </a:lnTo>
                <a:lnTo>
                  <a:pt x="97374" y="90515"/>
                </a:lnTo>
                <a:lnTo>
                  <a:pt x="97327" y="90139"/>
                </a:lnTo>
                <a:lnTo>
                  <a:pt x="97278" y="89763"/>
                </a:lnTo>
                <a:lnTo>
                  <a:pt x="97227" y="89387"/>
                </a:lnTo>
                <a:lnTo>
                  <a:pt x="97173" y="89010"/>
                </a:lnTo>
                <a:lnTo>
                  <a:pt x="97118" y="88634"/>
                </a:lnTo>
                <a:lnTo>
                  <a:pt x="97061" y="88258"/>
                </a:lnTo>
                <a:lnTo>
                  <a:pt x="97002" y="87882"/>
                </a:lnTo>
                <a:lnTo>
                  <a:pt x="96940" y="87505"/>
                </a:lnTo>
                <a:lnTo>
                  <a:pt x="96877" y="87129"/>
                </a:lnTo>
                <a:lnTo>
                  <a:pt x="96812" y="86753"/>
                </a:lnTo>
                <a:lnTo>
                  <a:pt x="96744" y="86377"/>
                </a:lnTo>
                <a:lnTo>
                  <a:pt x="96675" y="86000"/>
                </a:lnTo>
                <a:lnTo>
                  <a:pt x="96603" y="85624"/>
                </a:lnTo>
                <a:lnTo>
                  <a:pt x="96530" y="85248"/>
                </a:lnTo>
                <a:lnTo>
                  <a:pt x="96454" y="84871"/>
                </a:lnTo>
                <a:lnTo>
                  <a:pt x="96376" y="84496"/>
                </a:lnTo>
                <a:lnTo>
                  <a:pt x="96294" y="84124"/>
                </a:lnTo>
                <a:lnTo>
                  <a:pt x="96208" y="83754"/>
                </a:lnTo>
                <a:lnTo>
                  <a:pt x="96118" y="83387"/>
                </a:lnTo>
                <a:lnTo>
                  <a:pt x="96025" y="83022"/>
                </a:lnTo>
                <a:lnTo>
                  <a:pt x="95928" y="82660"/>
                </a:lnTo>
                <a:lnTo>
                  <a:pt x="95827" y="82301"/>
                </a:lnTo>
                <a:lnTo>
                  <a:pt x="95722" y="81945"/>
                </a:lnTo>
                <a:lnTo>
                  <a:pt x="95613" y="81590"/>
                </a:lnTo>
                <a:lnTo>
                  <a:pt x="95501" y="81239"/>
                </a:lnTo>
                <a:lnTo>
                  <a:pt x="95385" y="80890"/>
                </a:lnTo>
                <a:lnTo>
                  <a:pt x="95265" y="80544"/>
                </a:lnTo>
                <a:lnTo>
                  <a:pt x="95141" y="80200"/>
                </a:lnTo>
                <a:lnTo>
                  <a:pt x="95014" y="79859"/>
                </a:lnTo>
                <a:lnTo>
                  <a:pt x="94883" y="79521"/>
                </a:lnTo>
                <a:lnTo>
                  <a:pt x="94748" y="79185"/>
                </a:lnTo>
                <a:lnTo>
                  <a:pt x="94609" y="78852"/>
                </a:lnTo>
                <a:lnTo>
                  <a:pt x="94466" y="78522"/>
                </a:lnTo>
                <a:lnTo>
                  <a:pt x="94320" y="78194"/>
                </a:lnTo>
                <a:lnTo>
                  <a:pt x="94170" y="77869"/>
                </a:lnTo>
                <a:lnTo>
                  <a:pt x="94016" y="77546"/>
                </a:lnTo>
                <a:lnTo>
                  <a:pt x="93858" y="77226"/>
                </a:lnTo>
                <a:lnTo>
                  <a:pt x="93697" y="76908"/>
                </a:lnTo>
                <a:lnTo>
                  <a:pt x="93531" y="76594"/>
                </a:lnTo>
                <a:lnTo>
                  <a:pt x="93362" y="76282"/>
                </a:lnTo>
                <a:lnTo>
                  <a:pt x="93189" y="75973"/>
                </a:lnTo>
                <a:lnTo>
                  <a:pt x="93012" y="75668"/>
                </a:lnTo>
                <a:lnTo>
                  <a:pt x="92831" y="75367"/>
                </a:lnTo>
                <a:lnTo>
                  <a:pt x="92646" y="75069"/>
                </a:lnTo>
                <a:lnTo>
                  <a:pt x="92456" y="74774"/>
                </a:lnTo>
                <a:lnTo>
                  <a:pt x="92263" y="74483"/>
                </a:lnTo>
                <a:lnTo>
                  <a:pt x="92066" y="74196"/>
                </a:lnTo>
                <a:lnTo>
                  <a:pt x="91864" y="73912"/>
                </a:lnTo>
                <a:lnTo>
                  <a:pt x="91658" y="73631"/>
                </a:lnTo>
                <a:lnTo>
                  <a:pt x="91449" y="73354"/>
                </a:lnTo>
                <a:lnTo>
                  <a:pt x="91235" y="73081"/>
                </a:lnTo>
                <a:lnTo>
                  <a:pt x="91017" y="72810"/>
                </a:lnTo>
                <a:lnTo>
                  <a:pt x="90795" y="72544"/>
                </a:lnTo>
                <a:lnTo>
                  <a:pt x="90569" y="72281"/>
                </a:lnTo>
                <a:lnTo>
                  <a:pt x="90339" y="72021"/>
                </a:lnTo>
                <a:lnTo>
                  <a:pt x="90105" y="71765"/>
                </a:lnTo>
                <a:lnTo>
                  <a:pt x="89867" y="71512"/>
                </a:lnTo>
                <a:lnTo>
                  <a:pt x="89625" y="71263"/>
                </a:lnTo>
                <a:lnTo>
                  <a:pt x="89379" y="71017"/>
                </a:lnTo>
                <a:lnTo>
                  <a:pt x="89128" y="70775"/>
                </a:lnTo>
                <a:lnTo>
                  <a:pt x="88874" y="70536"/>
                </a:lnTo>
                <a:lnTo>
                  <a:pt x="88615" y="70301"/>
                </a:lnTo>
                <a:lnTo>
                  <a:pt x="88353" y="70069"/>
                </a:lnTo>
                <a:lnTo>
                  <a:pt x="88085" y="69842"/>
                </a:lnTo>
                <a:lnTo>
                  <a:pt x="87812" y="69619"/>
                </a:lnTo>
                <a:lnTo>
                  <a:pt x="87533" y="69402"/>
                </a:lnTo>
                <a:lnTo>
                  <a:pt x="87249" y="69189"/>
                </a:lnTo>
                <a:lnTo>
                  <a:pt x="86958" y="68981"/>
                </a:lnTo>
                <a:lnTo>
                  <a:pt x="86662" y="68778"/>
                </a:lnTo>
                <a:lnTo>
                  <a:pt x="86360" y="68580"/>
                </a:lnTo>
                <a:lnTo>
                  <a:pt x="86052" y="68387"/>
                </a:lnTo>
                <a:lnTo>
                  <a:pt x="85738" y="68199"/>
                </a:lnTo>
                <a:lnTo>
                  <a:pt x="85419" y="68016"/>
                </a:lnTo>
                <a:lnTo>
                  <a:pt x="85093" y="67838"/>
                </a:lnTo>
                <a:lnTo>
                  <a:pt x="84762" y="67665"/>
                </a:lnTo>
                <a:lnTo>
                  <a:pt x="84426" y="67497"/>
                </a:lnTo>
                <a:lnTo>
                  <a:pt x="84083" y="67333"/>
                </a:lnTo>
                <a:lnTo>
                  <a:pt x="83734" y="67175"/>
                </a:lnTo>
                <a:lnTo>
                  <a:pt x="83380" y="67021"/>
                </a:lnTo>
                <a:lnTo>
                  <a:pt x="83020" y="66873"/>
                </a:lnTo>
                <a:lnTo>
                  <a:pt x="82654" y="66729"/>
                </a:lnTo>
                <a:lnTo>
                  <a:pt x="82283" y="66591"/>
                </a:lnTo>
                <a:lnTo>
                  <a:pt x="81905" y="66457"/>
                </a:lnTo>
                <a:lnTo>
                  <a:pt x="81522" y="66328"/>
                </a:lnTo>
                <a:lnTo>
                  <a:pt x="81133" y="66204"/>
                </a:lnTo>
                <a:lnTo>
                  <a:pt x="80738" y="66085"/>
                </a:lnTo>
                <a:lnTo>
                  <a:pt x="80338" y="65971"/>
                </a:lnTo>
                <a:lnTo>
                  <a:pt x="80338" y="65638"/>
                </a:lnTo>
                <a:lnTo>
                  <a:pt x="81163" y="65298"/>
                </a:lnTo>
                <a:lnTo>
                  <a:pt x="81969" y="64945"/>
                </a:lnTo>
                <a:lnTo>
                  <a:pt x="82755" y="64580"/>
                </a:lnTo>
                <a:lnTo>
                  <a:pt x="83522" y="64202"/>
                </a:lnTo>
                <a:lnTo>
                  <a:pt x="84270" y="63811"/>
                </a:lnTo>
                <a:lnTo>
                  <a:pt x="84998" y="63408"/>
                </a:lnTo>
                <a:lnTo>
                  <a:pt x="85707" y="62991"/>
                </a:lnTo>
                <a:lnTo>
                  <a:pt x="86396" y="62562"/>
                </a:lnTo>
                <a:lnTo>
                  <a:pt x="87066" y="62121"/>
                </a:lnTo>
                <a:lnTo>
                  <a:pt x="87717" y="61666"/>
                </a:lnTo>
                <a:lnTo>
                  <a:pt x="88348" y="61199"/>
                </a:lnTo>
                <a:lnTo>
                  <a:pt x="88959" y="60719"/>
                </a:lnTo>
                <a:lnTo>
                  <a:pt x="89551" y="60226"/>
                </a:lnTo>
                <a:lnTo>
                  <a:pt x="90124" y="59721"/>
                </a:lnTo>
                <a:lnTo>
                  <a:pt x="90677" y="59202"/>
                </a:lnTo>
                <a:lnTo>
                  <a:pt x="91211" y="58672"/>
                </a:lnTo>
                <a:lnTo>
                  <a:pt x="91726" y="58128"/>
                </a:lnTo>
                <a:lnTo>
                  <a:pt x="92221" y="57571"/>
                </a:lnTo>
                <a:lnTo>
                  <a:pt x="92696" y="57002"/>
                </a:lnTo>
                <a:lnTo>
                  <a:pt x="93152" y="56420"/>
                </a:lnTo>
                <a:lnTo>
                  <a:pt x="93589" y="55826"/>
                </a:lnTo>
                <a:lnTo>
                  <a:pt x="94006" y="55218"/>
                </a:lnTo>
                <a:lnTo>
                  <a:pt x="94404" y="54598"/>
                </a:lnTo>
                <a:lnTo>
                  <a:pt x="94783" y="53965"/>
                </a:lnTo>
                <a:lnTo>
                  <a:pt x="95144" y="53321"/>
                </a:lnTo>
                <a:lnTo>
                  <a:pt x="95490" y="52667"/>
                </a:lnTo>
                <a:lnTo>
                  <a:pt x="95820" y="52003"/>
                </a:lnTo>
                <a:lnTo>
                  <a:pt x="96135" y="51329"/>
                </a:lnTo>
                <a:lnTo>
                  <a:pt x="96435" y="50646"/>
                </a:lnTo>
                <a:lnTo>
                  <a:pt x="96719" y="49952"/>
                </a:lnTo>
                <a:lnTo>
                  <a:pt x="96988" y="49249"/>
                </a:lnTo>
                <a:lnTo>
                  <a:pt x="97242" y="48536"/>
                </a:lnTo>
                <a:lnTo>
                  <a:pt x="97480" y="47813"/>
                </a:lnTo>
                <a:lnTo>
                  <a:pt x="97703" y="47080"/>
                </a:lnTo>
                <a:lnTo>
                  <a:pt x="97911" y="46338"/>
                </a:lnTo>
                <a:lnTo>
                  <a:pt x="98103" y="45585"/>
                </a:lnTo>
                <a:lnTo>
                  <a:pt x="98279" y="44823"/>
                </a:lnTo>
                <a:lnTo>
                  <a:pt x="98441" y="44050"/>
                </a:lnTo>
                <a:lnTo>
                  <a:pt x="98587" y="43268"/>
                </a:lnTo>
                <a:lnTo>
                  <a:pt x="98718" y="42476"/>
                </a:lnTo>
                <a:lnTo>
                  <a:pt x="98833" y="41675"/>
                </a:lnTo>
                <a:lnTo>
                  <a:pt x="98933" y="40863"/>
                </a:lnTo>
                <a:lnTo>
                  <a:pt x="99017" y="40042"/>
                </a:lnTo>
                <a:lnTo>
                  <a:pt x="99086" y="39210"/>
                </a:lnTo>
                <a:lnTo>
                  <a:pt x="99140" y="38369"/>
                </a:lnTo>
                <a:lnTo>
                  <a:pt x="99179" y="37518"/>
                </a:lnTo>
                <a:lnTo>
                  <a:pt x="99202" y="36657"/>
                </a:lnTo>
                <a:lnTo>
                  <a:pt x="99209" y="35787"/>
                </a:lnTo>
                <a:lnTo>
                  <a:pt x="99205" y="35219"/>
                </a:lnTo>
                <a:lnTo>
                  <a:pt x="99193" y="34654"/>
                </a:lnTo>
                <a:lnTo>
                  <a:pt x="99172" y="34092"/>
                </a:lnTo>
                <a:lnTo>
                  <a:pt x="99142" y="33534"/>
                </a:lnTo>
                <a:lnTo>
                  <a:pt x="99104" y="32978"/>
                </a:lnTo>
                <a:lnTo>
                  <a:pt x="99058" y="32426"/>
                </a:lnTo>
                <a:lnTo>
                  <a:pt x="99003" y="31877"/>
                </a:lnTo>
                <a:lnTo>
                  <a:pt x="98940" y="31331"/>
                </a:lnTo>
                <a:lnTo>
                  <a:pt x="98869" y="30789"/>
                </a:lnTo>
                <a:lnTo>
                  <a:pt x="98789" y="30249"/>
                </a:lnTo>
                <a:lnTo>
                  <a:pt x="98700" y="29713"/>
                </a:lnTo>
                <a:lnTo>
                  <a:pt x="98604" y="29180"/>
                </a:lnTo>
                <a:lnTo>
                  <a:pt x="98498" y="28650"/>
                </a:lnTo>
                <a:lnTo>
                  <a:pt x="98385" y="28124"/>
                </a:lnTo>
                <a:lnTo>
                  <a:pt x="98263" y="27600"/>
                </a:lnTo>
                <a:lnTo>
                  <a:pt x="98132" y="27080"/>
                </a:lnTo>
                <a:lnTo>
                  <a:pt x="97993" y="26562"/>
                </a:lnTo>
                <a:lnTo>
                  <a:pt x="97846" y="26048"/>
                </a:lnTo>
                <a:lnTo>
                  <a:pt x="97690" y="25538"/>
                </a:lnTo>
                <a:lnTo>
                  <a:pt x="97526" y="25030"/>
                </a:lnTo>
                <a:lnTo>
                  <a:pt x="97354" y="24525"/>
                </a:lnTo>
                <a:lnTo>
                  <a:pt x="97173" y="24024"/>
                </a:lnTo>
                <a:lnTo>
                  <a:pt x="96984" y="23526"/>
                </a:lnTo>
                <a:lnTo>
                  <a:pt x="96786" y="23031"/>
                </a:lnTo>
                <a:lnTo>
                  <a:pt x="96580" y="22540"/>
                </a:lnTo>
                <a:lnTo>
                  <a:pt x="96367" y="22054"/>
                </a:lnTo>
                <a:lnTo>
                  <a:pt x="96147" y="21573"/>
                </a:lnTo>
                <a:lnTo>
                  <a:pt x="95918" y="21097"/>
                </a:lnTo>
                <a:lnTo>
                  <a:pt x="95683" y="20626"/>
                </a:lnTo>
                <a:lnTo>
                  <a:pt x="95440" y="20160"/>
                </a:lnTo>
                <a:lnTo>
                  <a:pt x="95189" y="19698"/>
                </a:lnTo>
                <a:lnTo>
                  <a:pt x="94930" y="19242"/>
                </a:lnTo>
                <a:lnTo>
                  <a:pt x="94665" y="18790"/>
                </a:lnTo>
                <a:lnTo>
                  <a:pt x="94391" y="18344"/>
                </a:lnTo>
                <a:lnTo>
                  <a:pt x="94110" y="17902"/>
                </a:lnTo>
                <a:lnTo>
                  <a:pt x="93822" y="17465"/>
                </a:lnTo>
                <a:lnTo>
                  <a:pt x="93526" y="17033"/>
                </a:lnTo>
                <a:lnTo>
                  <a:pt x="93222" y="16606"/>
                </a:lnTo>
                <a:lnTo>
                  <a:pt x="92911" y="16184"/>
                </a:lnTo>
                <a:lnTo>
                  <a:pt x="92593" y="15767"/>
                </a:lnTo>
                <a:lnTo>
                  <a:pt x="92266" y="15355"/>
                </a:lnTo>
                <a:lnTo>
                  <a:pt x="91933" y="14948"/>
                </a:lnTo>
                <a:lnTo>
                  <a:pt x="91591" y="14545"/>
                </a:lnTo>
                <a:lnTo>
                  <a:pt x="91243" y="14148"/>
                </a:lnTo>
                <a:lnTo>
                  <a:pt x="90886" y="13756"/>
                </a:lnTo>
                <a:lnTo>
                  <a:pt x="90523" y="13368"/>
                </a:lnTo>
                <a:lnTo>
                  <a:pt x="90151" y="12985"/>
                </a:lnTo>
                <a:lnTo>
                  <a:pt x="89772" y="12608"/>
                </a:lnTo>
                <a:lnTo>
                  <a:pt x="89386" y="12236"/>
                </a:lnTo>
                <a:lnTo>
                  <a:pt x="88994" y="11870"/>
                </a:lnTo>
                <a:lnTo>
                  <a:pt x="88595" y="11512"/>
                </a:lnTo>
                <a:lnTo>
                  <a:pt x="88190" y="11160"/>
                </a:lnTo>
                <a:lnTo>
                  <a:pt x="87779" y="10815"/>
                </a:lnTo>
                <a:lnTo>
                  <a:pt x="87361" y="10476"/>
                </a:lnTo>
                <a:lnTo>
                  <a:pt x="86937" y="10144"/>
                </a:lnTo>
                <a:lnTo>
                  <a:pt x="86506" y="9819"/>
                </a:lnTo>
                <a:lnTo>
                  <a:pt x="86069" y="9500"/>
                </a:lnTo>
                <a:lnTo>
                  <a:pt x="85626" y="9188"/>
                </a:lnTo>
                <a:lnTo>
                  <a:pt x="85176" y="8883"/>
                </a:lnTo>
                <a:lnTo>
                  <a:pt x="84720" y="8584"/>
                </a:lnTo>
                <a:lnTo>
                  <a:pt x="84258" y="8292"/>
                </a:lnTo>
                <a:lnTo>
                  <a:pt x="83789" y="8007"/>
                </a:lnTo>
                <a:lnTo>
                  <a:pt x="83314" y="7728"/>
                </a:lnTo>
                <a:lnTo>
                  <a:pt x="82832" y="7456"/>
                </a:lnTo>
                <a:lnTo>
                  <a:pt x="82344" y="7191"/>
                </a:lnTo>
                <a:lnTo>
                  <a:pt x="81850" y="6932"/>
                </a:lnTo>
                <a:lnTo>
                  <a:pt x="81349" y="6680"/>
                </a:lnTo>
                <a:lnTo>
                  <a:pt x="80842" y="6435"/>
                </a:lnTo>
                <a:lnTo>
                  <a:pt x="80329" y="6196"/>
                </a:lnTo>
                <a:lnTo>
                  <a:pt x="79809" y="5964"/>
                </a:lnTo>
                <a:lnTo>
                  <a:pt x="79282" y="5739"/>
                </a:lnTo>
                <a:lnTo>
                  <a:pt x="78750" y="5520"/>
                </a:lnTo>
                <a:lnTo>
                  <a:pt x="78211" y="5309"/>
                </a:lnTo>
                <a:lnTo>
                  <a:pt x="77667" y="5107"/>
                </a:lnTo>
                <a:lnTo>
                  <a:pt x="77117" y="4914"/>
                </a:lnTo>
                <a:lnTo>
                  <a:pt x="76562" y="4731"/>
                </a:lnTo>
                <a:lnTo>
                  <a:pt x="76002" y="4556"/>
                </a:lnTo>
                <a:lnTo>
                  <a:pt x="75436" y="4390"/>
                </a:lnTo>
                <a:lnTo>
                  <a:pt x="74864" y="4233"/>
                </a:lnTo>
                <a:lnTo>
                  <a:pt x="74287" y="4084"/>
                </a:lnTo>
                <a:lnTo>
                  <a:pt x="73704" y="3945"/>
                </a:lnTo>
                <a:lnTo>
                  <a:pt x="73116" y="3815"/>
                </a:lnTo>
                <a:lnTo>
                  <a:pt x="72522" y="3694"/>
                </a:lnTo>
                <a:lnTo>
                  <a:pt x="71923" y="3582"/>
                </a:lnTo>
                <a:lnTo>
                  <a:pt x="71318" y="3479"/>
                </a:lnTo>
                <a:lnTo>
                  <a:pt x="70708" y="3385"/>
                </a:lnTo>
                <a:lnTo>
                  <a:pt x="70092" y="3299"/>
                </a:lnTo>
                <a:lnTo>
                  <a:pt x="69471" y="3223"/>
                </a:lnTo>
                <a:lnTo>
                  <a:pt x="68844" y="3156"/>
                </a:lnTo>
                <a:lnTo>
                  <a:pt x="68212" y="3097"/>
                </a:lnTo>
                <a:lnTo>
                  <a:pt x="67574" y="3048"/>
                </a:lnTo>
                <a:lnTo>
                  <a:pt x="66931" y="3008"/>
                </a:lnTo>
                <a:lnTo>
                  <a:pt x="66282" y="2976"/>
                </a:lnTo>
                <a:lnTo>
                  <a:pt x="65627" y="2954"/>
                </a:lnTo>
                <a:lnTo>
                  <a:pt x="64968" y="2940"/>
                </a:lnTo>
                <a:lnTo>
                  <a:pt x="64302" y="2936"/>
                </a:lnTo>
                <a:lnTo>
                  <a:pt x="0" y="2936"/>
                </a:lnTo>
                <a:lnTo>
                  <a:pt x="0" y="122167"/>
                </a:lnTo>
                <a:lnTo>
                  <a:pt x="26222" y="122167"/>
                </a:lnTo>
                <a:lnTo>
                  <a:pt x="26222" y="75518"/>
                </a:lnTo>
                <a:close/>
                <a:moveTo>
                  <a:pt x="55693" y="23331"/>
                </a:moveTo>
                <a:lnTo>
                  <a:pt x="56421" y="23351"/>
                </a:lnTo>
                <a:lnTo>
                  <a:pt x="57133" y="23385"/>
                </a:lnTo>
                <a:lnTo>
                  <a:pt x="57830" y="23433"/>
                </a:lnTo>
                <a:lnTo>
                  <a:pt x="58511" y="23494"/>
                </a:lnTo>
                <a:lnTo>
                  <a:pt x="59177" y="23569"/>
                </a:lnTo>
                <a:lnTo>
                  <a:pt x="59826" y="23657"/>
                </a:lnTo>
                <a:lnTo>
                  <a:pt x="60461" y="23759"/>
                </a:lnTo>
                <a:lnTo>
                  <a:pt x="61079" y="23874"/>
                </a:lnTo>
                <a:lnTo>
                  <a:pt x="61682" y="24003"/>
                </a:lnTo>
                <a:lnTo>
                  <a:pt x="62269" y="24145"/>
                </a:lnTo>
                <a:lnTo>
                  <a:pt x="62841" y="24302"/>
                </a:lnTo>
                <a:lnTo>
                  <a:pt x="63396" y="24471"/>
                </a:lnTo>
                <a:lnTo>
                  <a:pt x="63937" y="24654"/>
                </a:lnTo>
                <a:lnTo>
                  <a:pt x="64461" y="24851"/>
                </a:lnTo>
                <a:lnTo>
                  <a:pt x="64970" y="25062"/>
                </a:lnTo>
                <a:lnTo>
                  <a:pt x="65463" y="25286"/>
                </a:lnTo>
                <a:lnTo>
                  <a:pt x="65941" y="25523"/>
                </a:lnTo>
                <a:lnTo>
                  <a:pt x="66402" y="25774"/>
                </a:lnTo>
                <a:lnTo>
                  <a:pt x="66849" y="26039"/>
                </a:lnTo>
                <a:lnTo>
                  <a:pt x="67279" y="26317"/>
                </a:lnTo>
                <a:lnTo>
                  <a:pt x="67694" y="26609"/>
                </a:lnTo>
                <a:lnTo>
                  <a:pt x="68093" y="26915"/>
                </a:lnTo>
                <a:lnTo>
                  <a:pt x="68477" y="27234"/>
                </a:lnTo>
                <a:lnTo>
                  <a:pt x="68845" y="27568"/>
                </a:lnTo>
                <a:lnTo>
                  <a:pt x="69197" y="27918"/>
                </a:lnTo>
                <a:lnTo>
                  <a:pt x="69534" y="28285"/>
                </a:lnTo>
                <a:lnTo>
                  <a:pt x="69855" y="28668"/>
                </a:lnTo>
                <a:lnTo>
                  <a:pt x="70160" y="29068"/>
                </a:lnTo>
                <a:lnTo>
                  <a:pt x="70450" y="29485"/>
                </a:lnTo>
                <a:lnTo>
                  <a:pt x="70724" y="29917"/>
                </a:lnTo>
                <a:lnTo>
                  <a:pt x="70983" y="30367"/>
                </a:lnTo>
                <a:lnTo>
                  <a:pt x="71225" y="30832"/>
                </a:lnTo>
                <a:lnTo>
                  <a:pt x="71453" y="31315"/>
                </a:lnTo>
                <a:lnTo>
                  <a:pt x="71664" y="31813"/>
                </a:lnTo>
                <a:lnTo>
                  <a:pt x="71860" y="32328"/>
                </a:lnTo>
                <a:lnTo>
                  <a:pt x="72040" y="32860"/>
                </a:lnTo>
                <a:lnTo>
                  <a:pt x="72204" y="33408"/>
                </a:lnTo>
                <a:lnTo>
                  <a:pt x="72353" y="33972"/>
                </a:lnTo>
                <a:lnTo>
                  <a:pt x="72486" y="34553"/>
                </a:lnTo>
                <a:lnTo>
                  <a:pt x="72604" y="35150"/>
                </a:lnTo>
                <a:lnTo>
                  <a:pt x="72706" y="35764"/>
                </a:lnTo>
                <a:lnTo>
                  <a:pt x="72792" y="36395"/>
                </a:lnTo>
                <a:lnTo>
                  <a:pt x="72862" y="37041"/>
                </a:lnTo>
                <a:lnTo>
                  <a:pt x="72917" y="37704"/>
                </a:lnTo>
                <a:lnTo>
                  <a:pt x="72956" y="38384"/>
                </a:lnTo>
                <a:lnTo>
                  <a:pt x="72980" y="39080"/>
                </a:lnTo>
                <a:lnTo>
                  <a:pt x="72988" y="39793"/>
                </a:lnTo>
                <a:lnTo>
                  <a:pt x="72980" y="40533"/>
                </a:lnTo>
                <a:lnTo>
                  <a:pt x="72956" y="41255"/>
                </a:lnTo>
                <a:lnTo>
                  <a:pt x="72917" y="41961"/>
                </a:lnTo>
                <a:lnTo>
                  <a:pt x="72862" y="42649"/>
                </a:lnTo>
                <a:lnTo>
                  <a:pt x="72792" y="43319"/>
                </a:lnTo>
                <a:lnTo>
                  <a:pt x="72706" y="43973"/>
                </a:lnTo>
                <a:lnTo>
                  <a:pt x="72604" y="44609"/>
                </a:lnTo>
                <a:lnTo>
                  <a:pt x="72486" y="45227"/>
                </a:lnTo>
                <a:lnTo>
                  <a:pt x="72353" y="45829"/>
                </a:lnTo>
                <a:lnTo>
                  <a:pt x="72204" y="46413"/>
                </a:lnTo>
                <a:lnTo>
                  <a:pt x="72040" y="46980"/>
                </a:lnTo>
                <a:lnTo>
                  <a:pt x="71860" y="47529"/>
                </a:lnTo>
                <a:lnTo>
                  <a:pt x="71664" y="48061"/>
                </a:lnTo>
                <a:lnTo>
                  <a:pt x="71453" y="48576"/>
                </a:lnTo>
                <a:lnTo>
                  <a:pt x="71225" y="49073"/>
                </a:lnTo>
                <a:lnTo>
                  <a:pt x="70983" y="49553"/>
                </a:lnTo>
                <a:lnTo>
                  <a:pt x="70724" y="50016"/>
                </a:lnTo>
                <a:lnTo>
                  <a:pt x="70450" y="50461"/>
                </a:lnTo>
                <a:lnTo>
                  <a:pt x="70160" y="50889"/>
                </a:lnTo>
                <a:lnTo>
                  <a:pt x="69855" y="51300"/>
                </a:lnTo>
                <a:lnTo>
                  <a:pt x="69534" y="51694"/>
                </a:lnTo>
                <a:lnTo>
                  <a:pt x="69197" y="52070"/>
                </a:lnTo>
                <a:lnTo>
                  <a:pt x="68845" y="52429"/>
                </a:lnTo>
                <a:lnTo>
                  <a:pt x="68477" y="52770"/>
                </a:lnTo>
                <a:lnTo>
                  <a:pt x="68093" y="53096"/>
                </a:lnTo>
                <a:lnTo>
                  <a:pt x="67694" y="53407"/>
                </a:lnTo>
                <a:lnTo>
                  <a:pt x="67279" y="53705"/>
                </a:lnTo>
                <a:lnTo>
                  <a:pt x="66849" y="53989"/>
                </a:lnTo>
                <a:lnTo>
                  <a:pt x="66402" y="54260"/>
                </a:lnTo>
                <a:lnTo>
                  <a:pt x="65941" y="54516"/>
                </a:lnTo>
                <a:lnTo>
                  <a:pt x="65463" y="54759"/>
                </a:lnTo>
                <a:lnTo>
                  <a:pt x="64970" y="54987"/>
                </a:lnTo>
                <a:lnTo>
                  <a:pt x="64461" y="55202"/>
                </a:lnTo>
                <a:lnTo>
                  <a:pt x="63937" y="55403"/>
                </a:lnTo>
                <a:lnTo>
                  <a:pt x="63396" y="55590"/>
                </a:lnTo>
                <a:lnTo>
                  <a:pt x="62841" y="55763"/>
                </a:lnTo>
                <a:lnTo>
                  <a:pt x="62269" y="55923"/>
                </a:lnTo>
                <a:lnTo>
                  <a:pt x="61682" y="56068"/>
                </a:lnTo>
                <a:lnTo>
                  <a:pt x="61079" y="56200"/>
                </a:lnTo>
                <a:lnTo>
                  <a:pt x="60461" y="56318"/>
                </a:lnTo>
                <a:lnTo>
                  <a:pt x="59826" y="56421"/>
                </a:lnTo>
                <a:lnTo>
                  <a:pt x="59177" y="56512"/>
                </a:lnTo>
                <a:lnTo>
                  <a:pt x="58511" y="56588"/>
                </a:lnTo>
                <a:lnTo>
                  <a:pt x="57830" y="56650"/>
                </a:lnTo>
                <a:lnTo>
                  <a:pt x="57133" y="56699"/>
                </a:lnTo>
                <a:lnTo>
                  <a:pt x="56421" y="56733"/>
                </a:lnTo>
                <a:lnTo>
                  <a:pt x="55693" y="56754"/>
                </a:lnTo>
                <a:lnTo>
                  <a:pt x="54949" y="56761"/>
                </a:lnTo>
                <a:lnTo>
                  <a:pt x="26222" y="56761"/>
                </a:lnTo>
                <a:lnTo>
                  <a:pt x="26222" y="23324"/>
                </a:lnTo>
                <a:lnTo>
                  <a:pt x="54949" y="23324"/>
                </a:lnTo>
                <a:lnTo>
                  <a:pt x="55693" y="23331"/>
                </a:lnTo>
                <a:close/>
                <a:moveTo>
                  <a:pt x="205936" y="35883"/>
                </a:moveTo>
                <a:lnTo>
                  <a:pt x="205936" y="51705"/>
                </a:lnTo>
                <a:lnTo>
                  <a:pt x="220300" y="51705"/>
                </a:lnTo>
                <a:lnTo>
                  <a:pt x="220300" y="102617"/>
                </a:lnTo>
                <a:lnTo>
                  <a:pt x="220304" y="103155"/>
                </a:lnTo>
                <a:lnTo>
                  <a:pt x="220315" y="103685"/>
                </a:lnTo>
                <a:lnTo>
                  <a:pt x="220334" y="104206"/>
                </a:lnTo>
                <a:lnTo>
                  <a:pt x="220360" y="104718"/>
                </a:lnTo>
                <a:lnTo>
                  <a:pt x="220394" y="105221"/>
                </a:lnTo>
                <a:lnTo>
                  <a:pt x="220436" y="105716"/>
                </a:lnTo>
                <a:lnTo>
                  <a:pt x="220485" y="106202"/>
                </a:lnTo>
                <a:lnTo>
                  <a:pt x="220541" y="106679"/>
                </a:lnTo>
                <a:lnTo>
                  <a:pt x="220605" y="107148"/>
                </a:lnTo>
                <a:lnTo>
                  <a:pt x="220677" y="107608"/>
                </a:lnTo>
                <a:lnTo>
                  <a:pt x="220756" y="108059"/>
                </a:lnTo>
                <a:lnTo>
                  <a:pt x="220843" y="108502"/>
                </a:lnTo>
                <a:lnTo>
                  <a:pt x="220937" y="108936"/>
                </a:lnTo>
                <a:lnTo>
                  <a:pt x="221039" y="109361"/>
                </a:lnTo>
                <a:lnTo>
                  <a:pt x="221148" y="109778"/>
                </a:lnTo>
                <a:lnTo>
                  <a:pt x="221265" y="110185"/>
                </a:lnTo>
                <a:lnTo>
                  <a:pt x="221389" y="110584"/>
                </a:lnTo>
                <a:lnTo>
                  <a:pt x="221521" y="110975"/>
                </a:lnTo>
                <a:lnTo>
                  <a:pt x="221661" y="111357"/>
                </a:lnTo>
                <a:lnTo>
                  <a:pt x="221808" y="111730"/>
                </a:lnTo>
                <a:lnTo>
                  <a:pt x="221962" y="112094"/>
                </a:lnTo>
                <a:lnTo>
                  <a:pt x="222125" y="112450"/>
                </a:lnTo>
                <a:lnTo>
                  <a:pt x="222294" y="112796"/>
                </a:lnTo>
                <a:lnTo>
                  <a:pt x="222471" y="113135"/>
                </a:lnTo>
                <a:lnTo>
                  <a:pt x="222655" y="113465"/>
                </a:lnTo>
                <a:lnTo>
                  <a:pt x="222844" y="113790"/>
                </a:lnTo>
                <a:lnTo>
                  <a:pt x="223039" y="114108"/>
                </a:lnTo>
                <a:lnTo>
                  <a:pt x="223239" y="114419"/>
                </a:lnTo>
                <a:lnTo>
                  <a:pt x="223445" y="114724"/>
                </a:lnTo>
                <a:lnTo>
                  <a:pt x="223656" y="115023"/>
                </a:lnTo>
                <a:lnTo>
                  <a:pt x="223873" y="115316"/>
                </a:lnTo>
                <a:lnTo>
                  <a:pt x="224095" y="115602"/>
                </a:lnTo>
                <a:lnTo>
                  <a:pt x="224323" y="115881"/>
                </a:lnTo>
                <a:lnTo>
                  <a:pt x="224556" y="116155"/>
                </a:lnTo>
                <a:lnTo>
                  <a:pt x="224795" y="116422"/>
                </a:lnTo>
                <a:lnTo>
                  <a:pt x="225039" y="116682"/>
                </a:lnTo>
                <a:lnTo>
                  <a:pt x="225289" y="116936"/>
                </a:lnTo>
                <a:lnTo>
                  <a:pt x="225544" y="117184"/>
                </a:lnTo>
                <a:lnTo>
                  <a:pt x="225805" y="117426"/>
                </a:lnTo>
                <a:lnTo>
                  <a:pt x="226071" y="117661"/>
                </a:lnTo>
                <a:lnTo>
                  <a:pt x="226343" y="117890"/>
                </a:lnTo>
                <a:lnTo>
                  <a:pt x="226620" y="118112"/>
                </a:lnTo>
                <a:lnTo>
                  <a:pt x="226903" y="118328"/>
                </a:lnTo>
                <a:lnTo>
                  <a:pt x="227191" y="118538"/>
                </a:lnTo>
                <a:lnTo>
                  <a:pt x="227485" y="118741"/>
                </a:lnTo>
                <a:lnTo>
                  <a:pt x="227784" y="118938"/>
                </a:lnTo>
                <a:lnTo>
                  <a:pt x="228089" y="119128"/>
                </a:lnTo>
                <a:lnTo>
                  <a:pt x="228399" y="119312"/>
                </a:lnTo>
                <a:lnTo>
                  <a:pt x="228715" y="119491"/>
                </a:lnTo>
                <a:lnTo>
                  <a:pt x="229034" y="119664"/>
                </a:lnTo>
                <a:lnTo>
                  <a:pt x="229357" y="119832"/>
                </a:lnTo>
                <a:lnTo>
                  <a:pt x="229685" y="119996"/>
                </a:lnTo>
                <a:lnTo>
                  <a:pt x="230016" y="120154"/>
                </a:lnTo>
                <a:lnTo>
                  <a:pt x="230352" y="120308"/>
                </a:lnTo>
                <a:lnTo>
                  <a:pt x="230691" y="120457"/>
                </a:lnTo>
                <a:lnTo>
                  <a:pt x="231035" y="120600"/>
                </a:lnTo>
                <a:lnTo>
                  <a:pt x="231383" y="120739"/>
                </a:lnTo>
                <a:lnTo>
                  <a:pt x="231734" y="120873"/>
                </a:lnTo>
                <a:lnTo>
                  <a:pt x="232090" y="121002"/>
                </a:lnTo>
                <a:lnTo>
                  <a:pt x="232450" y="121126"/>
                </a:lnTo>
                <a:lnTo>
                  <a:pt x="232814" y="121245"/>
                </a:lnTo>
                <a:lnTo>
                  <a:pt x="233182" y="121360"/>
                </a:lnTo>
                <a:lnTo>
                  <a:pt x="233554" y="121469"/>
                </a:lnTo>
                <a:lnTo>
                  <a:pt x="233930" y="121573"/>
                </a:lnTo>
                <a:lnTo>
                  <a:pt x="234310" y="121673"/>
                </a:lnTo>
                <a:lnTo>
                  <a:pt x="234694" y="121767"/>
                </a:lnTo>
                <a:lnTo>
                  <a:pt x="235083" y="121857"/>
                </a:lnTo>
                <a:lnTo>
                  <a:pt x="235475" y="121941"/>
                </a:lnTo>
                <a:lnTo>
                  <a:pt x="235871" y="122021"/>
                </a:lnTo>
                <a:lnTo>
                  <a:pt x="236272" y="122096"/>
                </a:lnTo>
                <a:lnTo>
                  <a:pt x="236676" y="122165"/>
                </a:lnTo>
                <a:lnTo>
                  <a:pt x="237085" y="122230"/>
                </a:lnTo>
                <a:lnTo>
                  <a:pt x="237496" y="122292"/>
                </a:lnTo>
                <a:lnTo>
                  <a:pt x="237910" y="122350"/>
                </a:lnTo>
                <a:lnTo>
                  <a:pt x="238326" y="122407"/>
                </a:lnTo>
                <a:lnTo>
                  <a:pt x="238744" y="122460"/>
                </a:lnTo>
                <a:lnTo>
                  <a:pt x="239164" y="122511"/>
                </a:lnTo>
                <a:lnTo>
                  <a:pt x="239586" y="122559"/>
                </a:lnTo>
                <a:lnTo>
                  <a:pt x="240009" y="122605"/>
                </a:lnTo>
                <a:lnTo>
                  <a:pt x="240435" y="122648"/>
                </a:lnTo>
                <a:lnTo>
                  <a:pt x="240863" y="122688"/>
                </a:lnTo>
                <a:lnTo>
                  <a:pt x="241293" y="122726"/>
                </a:lnTo>
                <a:lnTo>
                  <a:pt x="241725" y="122762"/>
                </a:lnTo>
                <a:lnTo>
                  <a:pt x="242159" y="122794"/>
                </a:lnTo>
                <a:lnTo>
                  <a:pt x="242595" y="122824"/>
                </a:lnTo>
                <a:lnTo>
                  <a:pt x="243034" y="122852"/>
                </a:lnTo>
                <a:lnTo>
                  <a:pt x="243474" y="122876"/>
                </a:lnTo>
                <a:lnTo>
                  <a:pt x="243916" y="122899"/>
                </a:lnTo>
                <a:lnTo>
                  <a:pt x="244360" y="122918"/>
                </a:lnTo>
                <a:lnTo>
                  <a:pt x="244806" y="122935"/>
                </a:lnTo>
                <a:lnTo>
                  <a:pt x="245254" y="122950"/>
                </a:lnTo>
                <a:lnTo>
                  <a:pt x="245705" y="122961"/>
                </a:lnTo>
                <a:lnTo>
                  <a:pt x="246157" y="122970"/>
                </a:lnTo>
                <a:lnTo>
                  <a:pt x="246611" y="122977"/>
                </a:lnTo>
                <a:lnTo>
                  <a:pt x="247068" y="122981"/>
                </a:lnTo>
                <a:lnTo>
                  <a:pt x="247526" y="122982"/>
                </a:lnTo>
                <a:lnTo>
                  <a:pt x="247819" y="122982"/>
                </a:lnTo>
                <a:lnTo>
                  <a:pt x="248112" y="122981"/>
                </a:lnTo>
                <a:lnTo>
                  <a:pt x="248405" y="122980"/>
                </a:lnTo>
                <a:lnTo>
                  <a:pt x="248700" y="122978"/>
                </a:lnTo>
                <a:lnTo>
                  <a:pt x="248994" y="122975"/>
                </a:lnTo>
                <a:lnTo>
                  <a:pt x="249290" y="122972"/>
                </a:lnTo>
                <a:lnTo>
                  <a:pt x="249586" y="122968"/>
                </a:lnTo>
                <a:lnTo>
                  <a:pt x="249883" y="122964"/>
                </a:lnTo>
                <a:lnTo>
                  <a:pt x="250180" y="122959"/>
                </a:lnTo>
                <a:lnTo>
                  <a:pt x="250478" y="122954"/>
                </a:lnTo>
                <a:lnTo>
                  <a:pt x="250776" y="122948"/>
                </a:lnTo>
                <a:lnTo>
                  <a:pt x="251075" y="122941"/>
                </a:lnTo>
                <a:lnTo>
                  <a:pt x="251374" y="122934"/>
                </a:lnTo>
                <a:lnTo>
                  <a:pt x="251674" y="122927"/>
                </a:lnTo>
                <a:lnTo>
                  <a:pt x="251975" y="122918"/>
                </a:lnTo>
                <a:lnTo>
                  <a:pt x="252276" y="122910"/>
                </a:lnTo>
                <a:lnTo>
                  <a:pt x="252578" y="122900"/>
                </a:lnTo>
                <a:lnTo>
                  <a:pt x="252881" y="122890"/>
                </a:lnTo>
                <a:lnTo>
                  <a:pt x="253184" y="122880"/>
                </a:lnTo>
                <a:lnTo>
                  <a:pt x="253487" y="122869"/>
                </a:lnTo>
                <a:lnTo>
                  <a:pt x="253792" y="122857"/>
                </a:lnTo>
                <a:lnTo>
                  <a:pt x="254096" y="122845"/>
                </a:lnTo>
                <a:lnTo>
                  <a:pt x="254402" y="122832"/>
                </a:lnTo>
                <a:lnTo>
                  <a:pt x="254708" y="122819"/>
                </a:lnTo>
                <a:lnTo>
                  <a:pt x="255013" y="122805"/>
                </a:lnTo>
                <a:lnTo>
                  <a:pt x="255316" y="122790"/>
                </a:lnTo>
                <a:lnTo>
                  <a:pt x="255616" y="122773"/>
                </a:lnTo>
                <a:lnTo>
                  <a:pt x="255914" y="122756"/>
                </a:lnTo>
                <a:lnTo>
                  <a:pt x="256210" y="122737"/>
                </a:lnTo>
                <a:lnTo>
                  <a:pt x="256503" y="122717"/>
                </a:lnTo>
                <a:lnTo>
                  <a:pt x="256794" y="122696"/>
                </a:lnTo>
                <a:lnTo>
                  <a:pt x="257083" y="122674"/>
                </a:lnTo>
                <a:lnTo>
                  <a:pt x="257370" y="122651"/>
                </a:lnTo>
                <a:lnTo>
                  <a:pt x="257654" y="122627"/>
                </a:lnTo>
                <a:lnTo>
                  <a:pt x="257936" y="122601"/>
                </a:lnTo>
                <a:lnTo>
                  <a:pt x="258215" y="122574"/>
                </a:lnTo>
                <a:lnTo>
                  <a:pt x="258492" y="122547"/>
                </a:lnTo>
                <a:lnTo>
                  <a:pt x="258767" y="122518"/>
                </a:lnTo>
                <a:lnTo>
                  <a:pt x="259040" y="122488"/>
                </a:lnTo>
                <a:lnTo>
                  <a:pt x="259310" y="122457"/>
                </a:lnTo>
                <a:lnTo>
                  <a:pt x="259578" y="122424"/>
                </a:lnTo>
                <a:lnTo>
                  <a:pt x="259843" y="122391"/>
                </a:lnTo>
                <a:lnTo>
                  <a:pt x="260106" y="122356"/>
                </a:lnTo>
                <a:lnTo>
                  <a:pt x="260367" y="122321"/>
                </a:lnTo>
                <a:lnTo>
                  <a:pt x="260626" y="122284"/>
                </a:lnTo>
                <a:lnTo>
                  <a:pt x="260882" y="122246"/>
                </a:lnTo>
                <a:lnTo>
                  <a:pt x="261136" y="122207"/>
                </a:lnTo>
                <a:lnTo>
                  <a:pt x="261387" y="122167"/>
                </a:lnTo>
                <a:lnTo>
                  <a:pt x="261387" y="103720"/>
                </a:lnTo>
                <a:lnTo>
                  <a:pt x="261248" y="103748"/>
                </a:lnTo>
                <a:lnTo>
                  <a:pt x="261108" y="103775"/>
                </a:lnTo>
                <a:lnTo>
                  <a:pt x="260968" y="103801"/>
                </a:lnTo>
                <a:lnTo>
                  <a:pt x="260826" y="103827"/>
                </a:lnTo>
                <a:lnTo>
                  <a:pt x="260685" y="103852"/>
                </a:lnTo>
                <a:lnTo>
                  <a:pt x="260542" y="103877"/>
                </a:lnTo>
                <a:lnTo>
                  <a:pt x="260399" y="103901"/>
                </a:lnTo>
                <a:lnTo>
                  <a:pt x="260256" y="103924"/>
                </a:lnTo>
                <a:lnTo>
                  <a:pt x="260112" y="103947"/>
                </a:lnTo>
                <a:lnTo>
                  <a:pt x="259967" y="103970"/>
                </a:lnTo>
                <a:lnTo>
                  <a:pt x="259822" y="103992"/>
                </a:lnTo>
                <a:lnTo>
                  <a:pt x="259676" y="104013"/>
                </a:lnTo>
                <a:lnTo>
                  <a:pt x="259530" y="104033"/>
                </a:lnTo>
                <a:lnTo>
                  <a:pt x="259383" y="104053"/>
                </a:lnTo>
                <a:lnTo>
                  <a:pt x="259235" y="104073"/>
                </a:lnTo>
                <a:lnTo>
                  <a:pt x="259087" y="104092"/>
                </a:lnTo>
                <a:lnTo>
                  <a:pt x="258938" y="104110"/>
                </a:lnTo>
                <a:lnTo>
                  <a:pt x="258789" y="104128"/>
                </a:lnTo>
                <a:lnTo>
                  <a:pt x="258639" y="104145"/>
                </a:lnTo>
                <a:lnTo>
                  <a:pt x="258489" y="104162"/>
                </a:lnTo>
                <a:lnTo>
                  <a:pt x="258337" y="104178"/>
                </a:lnTo>
                <a:lnTo>
                  <a:pt x="258186" y="104193"/>
                </a:lnTo>
                <a:lnTo>
                  <a:pt x="258034" y="104208"/>
                </a:lnTo>
                <a:lnTo>
                  <a:pt x="257881" y="104222"/>
                </a:lnTo>
                <a:lnTo>
                  <a:pt x="257727" y="104236"/>
                </a:lnTo>
                <a:lnTo>
                  <a:pt x="257573" y="104249"/>
                </a:lnTo>
                <a:lnTo>
                  <a:pt x="257419" y="104261"/>
                </a:lnTo>
                <a:lnTo>
                  <a:pt x="257264" y="104273"/>
                </a:lnTo>
                <a:lnTo>
                  <a:pt x="257108" y="104284"/>
                </a:lnTo>
                <a:lnTo>
                  <a:pt x="256952" y="104295"/>
                </a:lnTo>
                <a:lnTo>
                  <a:pt x="256795" y="104305"/>
                </a:lnTo>
                <a:lnTo>
                  <a:pt x="256637" y="104314"/>
                </a:lnTo>
                <a:lnTo>
                  <a:pt x="256479" y="104323"/>
                </a:lnTo>
                <a:lnTo>
                  <a:pt x="256321" y="104332"/>
                </a:lnTo>
                <a:lnTo>
                  <a:pt x="256162" y="104339"/>
                </a:lnTo>
                <a:lnTo>
                  <a:pt x="256002" y="104347"/>
                </a:lnTo>
                <a:lnTo>
                  <a:pt x="255841" y="104353"/>
                </a:lnTo>
                <a:lnTo>
                  <a:pt x="255681" y="104359"/>
                </a:lnTo>
                <a:lnTo>
                  <a:pt x="255519" y="104365"/>
                </a:lnTo>
                <a:lnTo>
                  <a:pt x="255357" y="104370"/>
                </a:lnTo>
                <a:lnTo>
                  <a:pt x="255194" y="104374"/>
                </a:lnTo>
                <a:lnTo>
                  <a:pt x="255031" y="104378"/>
                </a:lnTo>
                <a:lnTo>
                  <a:pt x="254868" y="104381"/>
                </a:lnTo>
                <a:lnTo>
                  <a:pt x="254703" y="104383"/>
                </a:lnTo>
                <a:lnTo>
                  <a:pt x="254538" y="104385"/>
                </a:lnTo>
                <a:lnTo>
                  <a:pt x="254373" y="104387"/>
                </a:lnTo>
                <a:lnTo>
                  <a:pt x="254207" y="104388"/>
                </a:lnTo>
                <a:lnTo>
                  <a:pt x="254040" y="104388"/>
                </a:lnTo>
                <a:lnTo>
                  <a:pt x="253546" y="104385"/>
                </a:lnTo>
                <a:lnTo>
                  <a:pt x="253065" y="104374"/>
                </a:lnTo>
                <a:lnTo>
                  <a:pt x="252599" y="104357"/>
                </a:lnTo>
                <a:lnTo>
                  <a:pt x="252147" y="104332"/>
                </a:lnTo>
                <a:lnTo>
                  <a:pt x="251708" y="104301"/>
                </a:lnTo>
                <a:lnTo>
                  <a:pt x="251283" y="104263"/>
                </a:lnTo>
                <a:lnTo>
                  <a:pt x="250873" y="104218"/>
                </a:lnTo>
                <a:lnTo>
                  <a:pt x="250476" y="104166"/>
                </a:lnTo>
                <a:lnTo>
                  <a:pt x="250093" y="104107"/>
                </a:lnTo>
                <a:lnTo>
                  <a:pt x="249724" y="104041"/>
                </a:lnTo>
                <a:lnTo>
                  <a:pt x="249369" y="103968"/>
                </a:lnTo>
                <a:lnTo>
                  <a:pt x="249028" y="103888"/>
                </a:lnTo>
                <a:lnTo>
                  <a:pt x="248701" y="103801"/>
                </a:lnTo>
                <a:lnTo>
                  <a:pt x="248387" y="103707"/>
                </a:lnTo>
                <a:lnTo>
                  <a:pt x="248088" y="103607"/>
                </a:lnTo>
                <a:lnTo>
                  <a:pt x="247802" y="103499"/>
                </a:lnTo>
                <a:lnTo>
                  <a:pt x="247531" y="103384"/>
                </a:lnTo>
                <a:lnTo>
                  <a:pt x="247273" y="103263"/>
                </a:lnTo>
                <a:lnTo>
                  <a:pt x="247030" y="103134"/>
                </a:lnTo>
                <a:lnTo>
                  <a:pt x="246800" y="102999"/>
                </a:lnTo>
                <a:lnTo>
                  <a:pt x="246584" y="102856"/>
                </a:lnTo>
                <a:lnTo>
                  <a:pt x="246382" y="102707"/>
                </a:lnTo>
                <a:lnTo>
                  <a:pt x="246194" y="102551"/>
                </a:lnTo>
                <a:lnTo>
                  <a:pt x="246020" y="102387"/>
                </a:lnTo>
                <a:lnTo>
                  <a:pt x="245856" y="102214"/>
                </a:lnTo>
                <a:lnTo>
                  <a:pt x="245700" y="102026"/>
                </a:lnTo>
                <a:lnTo>
                  <a:pt x="245550" y="101825"/>
                </a:lnTo>
                <a:lnTo>
                  <a:pt x="245408" y="101609"/>
                </a:lnTo>
                <a:lnTo>
                  <a:pt x="245272" y="101380"/>
                </a:lnTo>
                <a:lnTo>
                  <a:pt x="245143" y="101137"/>
                </a:lnTo>
                <a:lnTo>
                  <a:pt x="245022" y="100880"/>
                </a:lnTo>
                <a:lnTo>
                  <a:pt x="244907" y="100609"/>
                </a:lnTo>
                <a:lnTo>
                  <a:pt x="244799" y="100324"/>
                </a:lnTo>
                <a:lnTo>
                  <a:pt x="244698" y="100026"/>
                </a:lnTo>
                <a:lnTo>
                  <a:pt x="244604" y="99713"/>
                </a:lnTo>
                <a:lnTo>
                  <a:pt x="244517" y="99387"/>
                </a:lnTo>
                <a:lnTo>
                  <a:pt x="244437" y="99046"/>
                </a:lnTo>
                <a:lnTo>
                  <a:pt x="244364" y="98692"/>
                </a:lnTo>
                <a:lnTo>
                  <a:pt x="244298" y="98324"/>
                </a:lnTo>
                <a:lnTo>
                  <a:pt x="244239" y="97942"/>
                </a:lnTo>
                <a:lnTo>
                  <a:pt x="244187" y="97546"/>
                </a:lnTo>
                <a:lnTo>
                  <a:pt x="244142" y="97136"/>
                </a:lnTo>
                <a:lnTo>
                  <a:pt x="244104" y="96712"/>
                </a:lnTo>
                <a:lnTo>
                  <a:pt x="244072" y="96274"/>
                </a:lnTo>
                <a:lnTo>
                  <a:pt x="244048" y="95823"/>
                </a:lnTo>
                <a:lnTo>
                  <a:pt x="244031" y="95358"/>
                </a:lnTo>
                <a:lnTo>
                  <a:pt x="244020" y="94878"/>
                </a:lnTo>
                <a:lnTo>
                  <a:pt x="244017" y="94385"/>
                </a:lnTo>
                <a:lnTo>
                  <a:pt x="244017" y="51705"/>
                </a:lnTo>
                <a:lnTo>
                  <a:pt x="261387" y="51705"/>
                </a:lnTo>
                <a:lnTo>
                  <a:pt x="261387" y="35883"/>
                </a:lnTo>
                <a:lnTo>
                  <a:pt x="244017" y="35883"/>
                </a:lnTo>
                <a:lnTo>
                  <a:pt x="244017" y="9949"/>
                </a:lnTo>
                <a:lnTo>
                  <a:pt x="220300" y="9949"/>
                </a:lnTo>
                <a:lnTo>
                  <a:pt x="220300" y="35883"/>
                </a:lnTo>
                <a:lnTo>
                  <a:pt x="205936" y="35883"/>
                </a:lnTo>
                <a:close/>
                <a:moveTo>
                  <a:pt x="571213" y="35883"/>
                </a:moveTo>
                <a:lnTo>
                  <a:pt x="571213" y="51705"/>
                </a:lnTo>
                <a:lnTo>
                  <a:pt x="585576" y="51705"/>
                </a:lnTo>
                <a:lnTo>
                  <a:pt x="585576" y="102617"/>
                </a:lnTo>
                <a:lnTo>
                  <a:pt x="585580" y="103155"/>
                </a:lnTo>
                <a:lnTo>
                  <a:pt x="585592" y="103685"/>
                </a:lnTo>
                <a:lnTo>
                  <a:pt x="585610" y="104206"/>
                </a:lnTo>
                <a:lnTo>
                  <a:pt x="585637" y="104718"/>
                </a:lnTo>
                <a:lnTo>
                  <a:pt x="585671" y="105221"/>
                </a:lnTo>
                <a:lnTo>
                  <a:pt x="585712" y="105716"/>
                </a:lnTo>
                <a:lnTo>
                  <a:pt x="585761" y="106202"/>
                </a:lnTo>
                <a:lnTo>
                  <a:pt x="585818" y="106679"/>
                </a:lnTo>
                <a:lnTo>
                  <a:pt x="585882" y="107148"/>
                </a:lnTo>
                <a:lnTo>
                  <a:pt x="585953" y="107608"/>
                </a:lnTo>
                <a:lnTo>
                  <a:pt x="586033" y="108059"/>
                </a:lnTo>
                <a:lnTo>
                  <a:pt x="586119" y="108502"/>
                </a:lnTo>
                <a:lnTo>
                  <a:pt x="586214" y="108936"/>
                </a:lnTo>
                <a:lnTo>
                  <a:pt x="586315" y="109361"/>
                </a:lnTo>
                <a:lnTo>
                  <a:pt x="586425" y="109778"/>
                </a:lnTo>
                <a:lnTo>
                  <a:pt x="586542" y="110185"/>
                </a:lnTo>
                <a:lnTo>
                  <a:pt x="586666" y="110584"/>
                </a:lnTo>
                <a:lnTo>
                  <a:pt x="586798" y="110975"/>
                </a:lnTo>
                <a:lnTo>
                  <a:pt x="586937" y="111357"/>
                </a:lnTo>
                <a:lnTo>
                  <a:pt x="587084" y="111730"/>
                </a:lnTo>
                <a:lnTo>
                  <a:pt x="587239" y="112094"/>
                </a:lnTo>
                <a:lnTo>
                  <a:pt x="587401" y="112450"/>
                </a:lnTo>
                <a:lnTo>
                  <a:pt x="587571" y="112796"/>
                </a:lnTo>
                <a:lnTo>
                  <a:pt x="587748" y="113135"/>
                </a:lnTo>
                <a:lnTo>
                  <a:pt x="587932" y="113465"/>
                </a:lnTo>
                <a:lnTo>
                  <a:pt x="588121" y="113790"/>
                </a:lnTo>
                <a:lnTo>
                  <a:pt x="588315" y="114108"/>
                </a:lnTo>
                <a:lnTo>
                  <a:pt x="588516" y="114419"/>
                </a:lnTo>
                <a:lnTo>
                  <a:pt x="588721" y="114724"/>
                </a:lnTo>
                <a:lnTo>
                  <a:pt x="588933" y="115023"/>
                </a:lnTo>
                <a:lnTo>
                  <a:pt x="589149" y="115316"/>
                </a:lnTo>
                <a:lnTo>
                  <a:pt x="589372" y="115602"/>
                </a:lnTo>
                <a:lnTo>
                  <a:pt x="589599" y="115881"/>
                </a:lnTo>
                <a:lnTo>
                  <a:pt x="589833" y="116155"/>
                </a:lnTo>
                <a:lnTo>
                  <a:pt x="590071" y="116422"/>
                </a:lnTo>
                <a:lnTo>
                  <a:pt x="590315" y="116682"/>
                </a:lnTo>
                <a:lnTo>
                  <a:pt x="590565" y="116936"/>
                </a:lnTo>
                <a:lnTo>
                  <a:pt x="590820" y="117184"/>
                </a:lnTo>
                <a:lnTo>
                  <a:pt x="591081" y="117426"/>
                </a:lnTo>
                <a:lnTo>
                  <a:pt x="591348" y="117661"/>
                </a:lnTo>
                <a:lnTo>
                  <a:pt x="591619" y="117890"/>
                </a:lnTo>
                <a:lnTo>
                  <a:pt x="591897" y="118112"/>
                </a:lnTo>
                <a:lnTo>
                  <a:pt x="592179" y="118328"/>
                </a:lnTo>
                <a:lnTo>
                  <a:pt x="592468" y="118538"/>
                </a:lnTo>
                <a:lnTo>
                  <a:pt x="592761" y="118741"/>
                </a:lnTo>
                <a:lnTo>
                  <a:pt x="593061" y="118938"/>
                </a:lnTo>
                <a:lnTo>
                  <a:pt x="593365" y="119128"/>
                </a:lnTo>
                <a:lnTo>
                  <a:pt x="593676" y="119312"/>
                </a:lnTo>
                <a:lnTo>
                  <a:pt x="593991" y="119491"/>
                </a:lnTo>
                <a:lnTo>
                  <a:pt x="594310" y="119664"/>
                </a:lnTo>
                <a:lnTo>
                  <a:pt x="594634" y="119832"/>
                </a:lnTo>
                <a:lnTo>
                  <a:pt x="594961" y="119996"/>
                </a:lnTo>
                <a:lnTo>
                  <a:pt x="595293" y="120154"/>
                </a:lnTo>
                <a:lnTo>
                  <a:pt x="595628" y="120308"/>
                </a:lnTo>
                <a:lnTo>
                  <a:pt x="595968" y="120457"/>
                </a:lnTo>
                <a:lnTo>
                  <a:pt x="596311" y="120600"/>
                </a:lnTo>
                <a:lnTo>
                  <a:pt x="596659" y="120739"/>
                </a:lnTo>
                <a:lnTo>
                  <a:pt x="597011" y="120873"/>
                </a:lnTo>
                <a:lnTo>
                  <a:pt x="597367" y="121002"/>
                </a:lnTo>
                <a:lnTo>
                  <a:pt x="597727" y="121126"/>
                </a:lnTo>
                <a:lnTo>
                  <a:pt x="598091" y="121245"/>
                </a:lnTo>
                <a:lnTo>
                  <a:pt x="598459" y="121360"/>
                </a:lnTo>
                <a:lnTo>
                  <a:pt x="598831" y="121469"/>
                </a:lnTo>
                <a:lnTo>
                  <a:pt x="599207" y="121573"/>
                </a:lnTo>
                <a:lnTo>
                  <a:pt x="599587" y="121673"/>
                </a:lnTo>
                <a:lnTo>
                  <a:pt x="599971" y="121767"/>
                </a:lnTo>
                <a:lnTo>
                  <a:pt x="600359" y="121857"/>
                </a:lnTo>
                <a:lnTo>
                  <a:pt x="600751" y="121941"/>
                </a:lnTo>
                <a:lnTo>
                  <a:pt x="601148" y="122021"/>
                </a:lnTo>
                <a:lnTo>
                  <a:pt x="601548" y="122096"/>
                </a:lnTo>
                <a:lnTo>
                  <a:pt x="601953" y="122165"/>
                </a:lnTo>
                <a:lnTo>
                  <a:pt x="602361" y="122230"/>
                </a:lnTo>
                <a:lnTo>
                  <a:pt x="602773" y="122292"/>
                </a:lnTo>
                <a:lnTo>
                  <a:pt x="603187" y="122350"/>
                </a:lnTo>
                <a:lnTo>
                  <a:pt x="603602" y="122407"/>
                </a:lnTo>
                <a:lnTo>
                  <a:pt x="604020" y="122460"/>
                </a:lnTo>
                <a:lnTo>
                  <a:pt x="604440" y="122511"/>
                </a:lnTo>
                <a:lnTo>
                  <a:pt x="604862" y="122559"/>
                </a:lnTo>
                <a:lnTo>
                  <a:pt x="605286" y="122605"/>
                </a:lnTo>
                <a:lnTo>
                  <a:pt x="605712" y="122648"/>
                </a:lnTo>
                <a:lnTo>
                  <a:pt x="606140" y="122688"/>
                </a:lnTo>
                <a:lnTo>
                  <a:pt x="606570" y="122726"/>
                </a:lnTo>
                <a:lnTo>
                  <a:pt x="607002" y="122762"/>
                </a:lnTo>
                <a:lnTo>
                  <a:pt x="607436" y="122794"/>
                </a:lnTo>
                <a:lnTo>
                  <a:pt x="607872" y="122824"/>
                </a:lnTo>
                <a:lnTo>
                  <a:pt x="608310" y="122852"/>
                </a:lnTo>
                <a:lnTo>
                  <a:pt x="608750" y="122876"/>
                </a:lnTo>
                <a:lnTo>
                  <a:pt x="609192" y="122899"/>
                </a:lnTo>
                <a:lnTo>
                  <a:pt x="609637" y="122918"/>
                </a:lnTo>
                <a:lnTo>
                  <a:pt x="610083" y="122935"/>
                </a:lnTo>
                <a:lnTo>
                  <a:pt x="610531" y="122950"/>
                </a:lnTo>
                <a:lnTo>
                  <a:pt x="610981" y="122961"/>
                </a:lnTo>
                <a:lnTo>
                  <a:pt x="611434" y="122970"/>
                </a:lnTo>
                <a:lnTo>
                  <a:pt x="611888" y="122977"/>
                </a:lnTo>
                <a:lnTo>
                  <a:pt x="612344" y="122981"/>
                </a:lnTo>
                <a:lnTo>
                  <a:pt x="612803" y="122982"/>
                </a:lnTo>
                <a:lnTo>
                  <a:pt x="613095" y="122982"/>
                </a:lnTo>
                <a:lnTo>
                  <a:pt x="613388" y="122981"/>
                </a:lnTo>
                <a:lnTo>
                  <a:pt x="613682" y="122980"/>
                </a:lnTo>
                <a:lnTo>
                  <a:pt x="613976" y="122978"/>
                </a:lnTo>
                <a:lnTo>
                  <a:pt x="614271" y="122975"/>
                </a:lnTo>
                <a:lnTo>
                  <a:pt x="614566" y="122972"/>
                </a:lnTo>
                <a:lnTo>
                  <a:pt x="614862" y="122968"/>
                </a:lnTo>
                <a:lnTo>
                  <a:pt x="615159" y="122964"/>
                </a:lnTo>
                <a:lnTo>
                  <a:pt x="615456" y="122959"/>
                </a:lnTo>
                <a:lnTo>
                  <a:pt x="615754" y="122954"/>
                </a:lnTo>
                <a:lnTo>
                  <a:pt x="616052" y="122948"/>
                </a:lnTo>
                <a:lnTo>
                  <a:pt x="616351" y="122941"/>
                </a:lnTo>
                <a:lnTo>
                  <a:pt x="616651" y="122934"/>
                </a:lnTo>
                <a:lnTo>
                  <a:pt x="616951" y="122927"/>
                </a:lnTo>
                <a:lnTo>
                  <a:pt x="617252" y="122918"/>
                </a:lnTo>
                <a:lnTo>
                  <a:pt x="617553" y="122910"/>
                </a:lnTo>
                <a:lnTo>
                  <a:pt x="617855" y="122900"/>
                </a:lnTo>
                <a:lnTo>
                  <a:pt x="618157" y="122890"/>
                </a:lnTo>
                <a:lnTo>
                  <a:pt x="618460" y="122880"/>
                </a:lnTo>
                <a:lnTo>
                  <a:pt x="618764" y="122869"/>
                </a:lnTo>
                <a:lnTo>
                  <a:pt x="619068" y="122857"/>
                </a:lnTo>
                <a:lnTo>
                  <a:pt x="619373" y="122845"/>
                </a:lnTo>
                <a:lnTo>
                  <a:pt x="619678" y="122832"/>
                </a:lnTo>
                <a:lnTo>
                  <a:pt x="619984" y="122819"/>
                </a:lnTo>
                <a:lnTo>
                  <a:pt x="620289" y="122805"/>
                </a:lnTo>
                <a:lnTo>
                  <a:pt x="620592" y="122790"/>
                </a:lnTo>
                <a:lnTo>
                  <a:pt x="620893" y="122773"/>
                </a:lnTo>
                <a:lnTo>
                  <a:pt x="621191" y="122756"/>
                </a:lnTo>
                <a:lnTo>
                  <a:pt x="621486" y="122737"/>
                </a:lnTo>
                <a:lnTo>
                  <a:pt x="621780" y="122717"/>
                </a:lnTo>
                <a:lnTo>
                  <a:pt x="622071" y="122696"/>
                </a:lnTo>
                <a:lnTo>
                  <a:pt x="622360" y="122674"/>
                </a:lnTo>
                <a:lnTo>
                  <a:pt x="622646" y="122651"/>
                </a:lnTo>
                <a:lnTo>
                  <a:pt x="622930" y="122627"/>
                </a:lnTo>
                <a:lnTo>
                  <a:pt x="623212" y="122601"/>
                </a:lnTo>
                <a:lnTo>
                  <a:pt x="623492" y="122574"/>
                </a:lnTo>
                <a:lnTo>
                  <a:pt x="623769" y="122547"/>
                </a:lnTo>
                <a:lnTo>
                  <a:pt x="624044" y="122518"/>
                </a:lnTo>
                <a:lnTo>
                  <a:pt x="624316" y="122488"/>
                </a:lnTo>
                <a:lnTo>
                  <a:pt x="624586" y="122457"/>
                </a:lnTo>
                <a:lnTo>
                  <a:pt x="624854" y="122424"/>
                </a:lnTo>
                <a:lnTo>
                  <a:pt x="625120" y="122391"/>
                </a:lnTo>
                <a:lnTo>
                  <a:pt x="625383" y="122356"/>
                </a:lnTo>
                <a:lnTo>
                  <a:pt x="625644" y="122321"/>
                </a:lnTo>
                <a:lnTo>
                  <a:pt x="625902" y="122284"/>
                </a:lnTo>
                <a:lnTo>
                  <a:pt x="626159" y="122246"/>
                </a:lnTo>
                <a:lnTo>
                  <a:pt x="626412" y="122207"/>
                </a:lnTo>
                <a:lnTo>
                  <a:pt x="626664" y="122167"/>
                </a:lnTo>
                <a:lnTo>
                  <a:pt x="626664" y="103720"/>
                </a:lnTo>
                <a:lnTo>
                  <a:pt x="626525" y="103748"/>
                </a:lnTo>
                <a:lnTo>
                  <a:pt x="626385" y="103775"/>
                </a:lnTo>
                <a:lnTo>
                  <a:pt x="626244" y="103801"/>
                </a:lnTo>
                <a:lnTo>
                  <a:pt x="626103" y="103827"/>
                </a:lnTo>
                <a:lnTo>
                  <a:pt x="625961" y="103852"/>
                </a:lnTo>
                <a:lnTo>
                  <a:pt x="625819" y="103877"/>
                </a:lnTo>
                <a:lnTo>
                  <a:pt x="625676" y="103901"/>
                </a:lnTo>
                <a:lnTo>
                  <a:pt x="625532" y="103924"/>
                </a:lnTo>
                <a:lnTo>
                  <a:pt x="625388" y="103947"/>
                </a:lnTo>
                <a:lnTo>
                  <a:pt x="625244" y="103970"/>
                </a:lnTo>
                <a:lnTo>
                  <a:pt x="625098" y="103992"/>
                </a:lnTo>
                <a:lnTo>
                  <a:pt x="624953" y="104013"/>
                </a:lnTo>
                <a:lnTo>
                  <a:pt x="624806" y="104033"/>
                </a:lnTo>
                <a:lnTo>
                  <a:pt x="624659" y="104053"/>
                </a:lnTo>
                <a:lnTo>
                  <a:pt x="624512" y="104073"/>
                </a:lnTo>
                <a:lnTo>
                  <a:pt x="624364" y="104092"/>
                </a:lnTo>
                <a:lnTo>
                  <a:pt x="624215" y="104110"/>
                </a:lnTo>
                <a:lnTo>
                  <a:pt x="624065" y="104128"/>
                </a:lnTo>
                <a:lnTo>
                  <a:pt x="623916" y="104145"/>
                </a:lnTo>
                <a:lnTo>
                  <a:pt x="623765" y="104162"/>
                </a:lnTo>
                <a:lnTo>
                  <a:pt x="623614" y="104178"/>
                </a:lnTo>
                <a:lnTo>
                  <a:pt x="623462" y="104193"/>
                </a:lnTo>
                <a:lnTo>
                  <a:pt x="623310" y="104208"/>
                </a:lnTo>
                <a:lnTo>
                  <a:pt x="623157" y="104222"/>
                </a:lnTo>
                <a:lnTo>
                  <a:pt x="623004" y="104236"/>
                </a:lnTo>
                <a:lnTo>
                  <a:pt x="622850" y="104249"/>
                </a:lnTo>
                <a:lnTo>
                  <a:pt x="622695" y="104261"/>
                </a:lnTo>
                <a:lnTo>
                  <a:pt x="622540" y="104273"/>
                </a:lnTo>
                <a:lnTo>
                  <a:pt x="622384" y="104284"/>
                </a:lnTo>
                <a:lnTo>
                  <a:pt x="622228" y="104295"/>
                </a:lnTo>
                <a:lnTo>
                  <a:pt x="622071" y="104305"/>
                </a:lnTo>
                <a:lnTo>
                  <a:pt x="621914" y="104314"/>
                </a:lnTo>
                <a:lnTo>
                  <a:pt x="621756" y="104323"/>
                </a:lnTo>
                <a:lnTo>
                  <a:pt x="621597" y="104332"/>
                </a:lnTo>
                <a:lnTo>
                  <a:pt x="621438" y="104339"/>
                </a:lnTo>
                <a:lnTo>
                  <a:pt x="621278" y="104347"/>
                </a:lnTo>
                <a:lnTo>
                  <a:pt x="621118" y="104353"/>
                </a:lnTo>
                <a:lnTo>
                  <a:pt x="620957" y="104359"/>
                </a:lnTo>
                <a:lnTo>
                  <a:pt x="620796" y="104365"/>
                </a:lnTo>
                <a:lnTo>
                  <a:pt x="620634" y="104370"/>
                </a:lnTo>
                <a:lnTo>
                  <a:pt x="620471" y="104374"/>
                </a:lnTo>
                <a:lnTo>
                  <a:pt x="620308" y="104378"/>
                </a:lnTo>
                <a:lnTo>
                  <a:pt x="620144" y="104381"/>
                </a:lnTo>
                <a:lnTo>
                  <a:pt x="619980" y="104383"/>
                </a:lnTo>
                <a:lnTo>
                  <a:pt x="619815" y="104385"/>
                </a:lnTo>
                <a:lnTo>
                  <a:pt x="619649" y="104387"/>
                </a:lnTo>
                <a:lnTo>
                  <a:pt x="619483" y="104388"/>
                </a:lnTo>
                <a:lnTo>
                  <a:pt x="619317" y="104388"/>
                </a:lnTo>
                <a:lnTo>
                  <a:pt x="618822" y="104385"/>
                </a:lnTo>
                <a:lnTo>
                  <a:pt x="618342" y="104374"/>
                </a:lnTo>
                <a:lnTo>
                  <a:pt x="617876" y="104357"/>
                </a:lnTo>
                <a:lnTo>
                  <a:pt x="617423" y="104332"/>
                </a:lnTo>
                <a:lnTo>
                  <a:pt x="616985" y="104301"/>
                </a:lnTo>
                <a:lnTo>
                  <a:pt x="616560" y="104263"/>
                </a:lnTo>
                <a:lnTo>
                  <a:pt x="616149" y="104218"/>
                </a:lnTo>
                <a:lnTo>
                  <a:pt x="615752" y="104166"/>
                </a:lnTo>
                <a:lnTo>
                  <a:pt x="615369" y="104107"/>
                </a:lnTo>
                <a:lnTo>
                  <a:pt x="615000" y="104041"/>
                </a:lnTo>
                <a:lnTo>
                  <a:pt x="614645" y="103968"/>
                </a:lnTo>
                <a:lnTo>
                  <a:pt x="614304" y="103888"/>
                </a:lnTo>
                <a:lnTo>
                  <a:pt x="613977" y="103801"/>
                </a:lnTo>
                <a:lnTo>
                  <a:pt x="613664" y="103707"/>
                </a:lnTo>
                <a:lnTo>
                  <a:pt x="613364" y="103607"/>
                </a:lnTo>
                <a:lnTo>
                  <a:pt x="613079" y="103499"/>
                </a:lnTo>
                <a:lnTo>
                  <a:pt x="612807" y="103384"/>
                </a:lnTo>
                <a:lnTo>
                  <a:pt x="612550" y="103263"/>
                </a:lnTo>
                <a:lnTo>
                  <a:pt x="612306" y="103134"/>
                </a:lnTo>
                <a:lnTo>
                  <a:pt x="612076" y="102999"/>
                </a:lnTo>
                <a:lnTo>
                  <a:pt x="611860" y="102856"/>
                </a:lnTo>
                <a:lnTo>
                  <a:pt x="611658" y="102707"/>
                </a:lnTo>
                <a:lnTo>
                  <a:pt x="611470" y="102551"/>
                </a:lnTo>
                <a:lnTo>
                  <a:pt x="611296" y="102387"/>
                </a:lnTo>
                <a:lnTo>
                  <a:pt x="611133" y="102214"/>
                </a:lnTo>
                <a:lnTo>
                  <a:pt x="610976" y="102026"/>
                </a:lnTo>
                <a:lnTo>
                  <a:pt x="610827" y="101825"/>
                </a:lnTo>
                <a:lnTo>
                  <a:pt x="610684" y="101609"/>
                </a:lnTo>
                <a:lnTo>
                  <a:pt x="610549" y="101380"/>
                </a:lnTo>
                <a:lnTo>
                  <a:pt x="610420" y="101137"/>
                </a:lnTo>
                <a:lnTo>
                  <a:pt x="610298" y="100880"/>
                </a:lnTo>
                <a:lnTo>
                  <a:pt x="610183" y="100609"/>
                </a:lnTo>
                <a:lnTo>
                  <a:pt x="610076" y="100324"/>
                </a:lnTo>
                <a:lnTo>
                  <a:pt x="609975" y="100026"/>
                </a:lnTo>
                <a:lnTo>
                  <a:pt x="609881" y="99713"/>
                </a:lnTo>
                <a:lnTo>
                  <a:pt x="609794" y="99387"/>
                </a:lnTo>
                <a:lnTo>
                  <a:pt x="609714" y="99046"/>
                </a:lnTo>
                <a:lnTo>
                  <a:pt x="609641" y="98692"/>
                </a:lnTo>
                <a:lnTo>
                  <a:pt x="609575" y="98324"/>
                </a:lnTo>
                <a:lnTo>
                  <a:pt x="609516" y="97942"/>
                </a:lnTo>
                <a:lnTo>
                  <a:pt x="609464" y="97546"/>
                </a:lnTo>
                <a:lnTo>
                  <a:pt x="609418" y="97136"/>
                </a:lnTo>
                <a:lnTo>
                  <a:pt x="609380" y="96712"/>
                </a:lnTo>
                <a:lnTo>
                  <a:pt x="609349" y="96274"/>
                </a:lnTo>
                <a:lnTo>
                  <a:pt x="609324" y="95823"/>
                </a:lnTo>
                <a:lnTo>
                  <a:pt x="609307" y="95358"/>
                </a:lnTo>
                <a:lnTo>
                  <a:pt x="609297" y="94878"/>
                </a:lnTo>
                <a:lnTo>
                  <a:pt x="609293" y="94385"/>
                </a:lnTo>
                <a:lnTo>
                  <a:pt x="609293" y="51705"/>
                </a:lnTo>
                <a:lnTo>
                  <a:pt x="626664" y="51705"/>
                </a:lnTo>
                <a:lnTo>
                  <a:pt x="626664" y="35883"/>
                </a:lnTo>
                <a:lnTo>
                  <a:pt x="609293" y="35883"/>
                </a:lnTo>
                <a:lnTo>
                  <a:pt x="609293" y="9949"/>
                </a:lnTo>
                <a:lnTo>
                  <a:pt x="585576" y="9949"/>
                </a:lnTo>
                <a:lnTo>
                  <a:pt x="585576" y="35883"/>
                </a:lnTo>
                <a:lnTo>
                  <a:pt x="571213" y="35883"/>
                </a:lnTo>
                <a:close/>
                <a:moveTo>
                  <a:pt x="296462" y="83210"/>
                </a:moveTo>
                <a:lnTo>
                  <a:pt x="296464" y="82724"/>
                </a:lnTo>
                <a:lnTo>
                  <a:pt x="296470" y="82240"/>
                </a:lnTo>
                <a:lnTo>
                  <a:pt x="296480" y="81760"/>
                </a:lnTo>
                <a:lnTo>
                  <a:pt x="296495" y="81282"/>
                </a:lnTo>
                <a:lnTo>
                  <a:pt x="296513" y="80808"/>
                </a:lnTo>
                <a:lnTo>
                  <a:pt x="296535" y="80336"/>
                </a:lnTo>
                <a:lnTo>
                  <a:pt x="296562" y="79867"/>
                </a:lnTo>
                <a:lnTo>
                  <a:pt x="296592" y="79402"/>
                </a:lnTo>
                <a:lnTo>
                  <a:pt x="296627" y="78939"/>
                </a:lnTo>
                <a:lnTo>
                  <a:pt x="296665" y="78479"/>
                </a:lnTo>
                <a:lnTo>
                  <a:pt x="296708" y="78021"/>
                </a:lnTo>
                <a:lnTo>
                  <a:pt x="296755" y="77567"/>
                </a:lnTo>
                <a:lnTo>
                  <a:pt x="296805" y="77116"/>
                </a:lnTo>
                <a:lnTo>
                  <a:pt x="296860" y="76667"/>
                </a:lnTo>
                <a:lnTo>
                  <a:pt x="296919" y="76222"/>
                </a:lnTo>
                <a:lnTo>
                  <a:pt x="296982" y="75779"/>
                </a:lnTo>
                <a:lnTo>
                  <a:pt x="297049" y="75340"/>
                </a:lnTo>
                <a:lnTo>
                  <a:pt x="297120" y="74903"/>
                </a:lnTo>
                <a:lnTo>
                  <a:pt x="297195" y="74469"/>
                </a:lnTo>
                <a:lnTo>
                  <a:pt x="297275" y="74038"/>
                </a:lnTo>
                <a:lnTo>
                  <a:pt x="297358" y="73610"/>
                </a:lnTo>
                <a:lnTo>
                  <a:pt x="297445" y="73184"/>
                </a:lnTo>
                <a:lnTo>
                  <a:pt x="297536" y="72762"/>
                </a:lnTo>
                <a:lnTo>
                  <a:pt x="297632" y="72343"/>
                </a:lnTo>
                <a:lnTo>
                  <a:pt x="297732" y="71927"/>
                </a:lnTo>
                <a:lnTo>
                  <a:pt x="297838" y="71516"/>
                </a:lnTo>
                <a:lnTo>
                  <a:pt x="297949" y="71108"/>
                </a:lnTo>
                <a:lnTo>
                  <a:pt x="298066" y="70706"/>
                </a:lnTo>
                <a:lnTo>
                  <a:pt x="298188" y="70307"/>
                </a:lnTo>
                <a:lnTo>
                  <a:pt x="298316" y="69913"/>
                </a:lnTo>
                <a:lnTo>
                  <a:pt x="298449" y="69524"/>
                </a:lnTo>
                <a:lnTo>
                  <a:pt x="298588" y="69138"/>
                </a:lnTo>
                <a:lnTo>
                  <a:pt x="298732" y="68757"/>
                </a:lnTo>
                <a:lnTo>
                  <a:pt x="298882" y="68381"/>
                </a:lnTo>
                <a:lnTo>
                  <a:pt x="299037" y="68009"/>
                </a:lnTo>
                <a:lnTo>
                  <a:pt x="299198" y="67641"/>
                </a:lnTo>
                <a:lnTo>
                  <a:pt x="299364" y="67277"/>
                </a:lnTo>
                <a:lnTo>
                  <a:pt x="299536" y="66918"/>
                </a:lnTo>
                <a:lnTo>
                  <a:pt x="299713" y="66563"/>
                </a:lnTo>
                <a:lnTo>
                  <a:pt x="299896" y="66213"/>
                </a:lnTo>
                <a:lnTo>
                  <a:pt x="300084" y="65867"/>
                </a:lnTo>
                <a:lnTo>
                  <a:pt x="300278" y="65525"/>
                </a:lnTo>
                <a:lnTo>
                  <a:pt x="300478" y="65187"/>
                </a:lnTo>
                <a:lnTo>
                  <a:pt x="300682" y="64854"/>
                </a:lnTo>
                <a:lnTo>
                  <a:pt x="300893" y="64526"/>
                </a:lnTo>
                <a:lnTo>
                  <a:pt x="301109" y="64201"/>
                </a:lnTo>
                <a:lnTo>
                  <a:pt x="301330" y="63881"/>
                </a:lnTo>
                <a:lnTo>
                  <a:pt x="301557" y="63566"/>
                </a:lnTo>
                <a:lnTo>
                  <a:pt x="301789" y="63255"/>
                </a:lnTo>
                <a:lnTo>
                  <a:pt x="302028" y="62950"/>
                </a:lnTo>
                <a:lnTo>
                  <a:pt x="302273" y="62650"/>
                </a:lnTo>
                <a:lnTo>
                  <a:pt x="302524" y="62356"/>
                </a:lnTo>
                <a:lnTo>
                  <a:pt x="302781" y="62067"/>
                </a:lnTo>
                <a:lnTo>
                  <a:pt x="303044" y="61784"/>
                </a:lnTo>
                <a:lnTo>
                  <a:pt x="303313" y="61506"/>
                </a:lnTo>
                <a:lnTo>
                  <a:pt x="303588" y="61234"/>
                </a:lnTo>
                <a:lnTo>
                  <a:pt x="303869" y="60968"/>
                </a:lnTo>
                <a:lnTo>
                  <a:pt x="304157" y="60707"/>
                </a:lnTo>
                <a:lnTo>
                  <a:pt x="304450" y="60451"/>
                </a:lnTo>
                <a:lnTo>
                  <a:pt x="304750" y="60201"/>
                </a:lnTo>
                <a:lnTo>
                  <a:pt x="305056" y="59956"/>
                </a:lnTo>
                <a:lnTo>
                  <a:pt x="305367" y="59717"/>
                </a:lnTo>
                <a:lnTo>
                  <a:pt x="305685" y="59484"/>
                </a:lnTo>
                <a:lnTo>
                  <a:pt x="306009" y="59256"/>
                </a:lnTo>
                <a:lnTo>
                  <a:pt x="306339" y="59033"/>
                </a:lnTo>
                <a:lnTo>
                  <a:pt x="306675" y="58816"/>
                </a:lnTo>
                <a:lnTo>
                  <a:pt x="307018" y="58605"/>
                </a:lnTo>
                <a:lnTo>
                  <a:pt x="307366" y="58399"/>
                </a:lnTo>
                <a:lnTo>
                  <a:pt x="307720" y="58198"/>
                </a:lnTo>
                <a:lnTo>
                  <a:pt x="308081" y="58003"/>
                </a:lnTo>
                <a:lnTo>
                  <a:pt x="308447" y="57814"/>
                </a:lnTo>
                <a:lnTo>
                  <a:pt x="308820" y="57630"/>
                </a:lnTo>
                <a:lnTo>
                  <a:pt x="309199" y="57453"/>
                </a:lnTo>
                <a:lnTo>
                  <a:pt x="309586" y="57283"/>
                </a:lnTo>
                <a:lnTo>
                  <a:pt x="309979" y="57121"/>
                </a:lnTo>
                <a:lnTo>
                  <a:pt x="310379" y="56966"/>
                </a:lnTo>
                <a:lnTo>
                  <a:pt x="310786" y="56819"/>
                </a:lnTo>
                <a:lnTo>
                  <a:pt x="311201" y="56679"/>
                </a:lnTo>
                <a:lnTo>
                  <a:pt x="311622" y="56547"/>
                </a:lnTo>
                <a:lnTo>
                  <a:pt x="312050" y="56422"/>
                </a:lnTo>
                <a:lnTo>
                  <a:pt x="312485" y="56305"/>
                </a:lnTo>
                <a:lnTo>
                  <a:pt x="312927" y="56196"/>
                </a:lnTo>
                <a:lnTo>
                  <a:pt x="313376" y="56094"/>
                </a:lnTo>
                <a:lnTo>
                  <a:pt x="313832" y="56000"/>
                </a:lnTo>
                <a:lnTo>
                  <a:pt x="314295" y="55913"/>
                </a:lnTo>
                <a:lnTo>
                  <a:pt x="314764" y="55834"/>
                </a:lnTo>
                <a:lnTo>
                  <a:pt x="315241" y="55762"/>
                </a:lnTo>
                <a:lnTo>
                  <a:pt x="315725" y="55698"/>
                </a:lnTo>
                <a:lnTo>
                  <a:pt x="316216" y="55641"/>
                </a:lnTo>
                <a:lnTo>
                  <a:pt x="316713" y="55592"/>
                </a:lnTo>
                <a:lnTo>
                  <a:pt x="317218" y="55551"/>
                </a:lnTo>
                <a:lnTo>
                  <a:pt x="317729" y="55517"/>
                </a:lnTo>
                <a:lnTo>
                  <a:pt x="318248" y="55490"/>
                </a:lnTo>
                <a:lnTo>
                  <a:pt x="318773" y="55471"/>
                </a:lnTo>
                <a:lnTo>
                  <a:pt x="319306" y="55460"/>
                </a:lnTo>
                <a:lnTo>
                  <a:pt x="319845" y="55456"/>
                </a:lnTo>
                <a:lnTo>
                  <a:pt x="320026" y="55457"/>
                </a:lnTo>
                <a:lnTo>
                  <a:pt x="320208" y="55458"/>
                </a:lnTo>
                <a:lnTo>
                  <a:pt x="320390" y="55460"/>
                </a:lnTo>
                <a:lnTo>
                  <a:pt x="320573" y="55463"/>
                </a:lnTo>
                <a:lnTo>
                  <a:pt x="320757" y="55467"/>
                </a:lnTo>
                <a:lnTo>
                  <a:pt x="320941" y="55472"/>
                </a:lnTo>
                <a:lnTo>
                  <a:pt x="321126" y="55478"/>
                </a:lnTo>
                <a:lnTo>
                  <a:pt x="321311" y="55484"/>
                </a:lnTo>
                <a:lnTo>
                  <a:pt x="321497" y="55492"/>
                </a:lnTo>
                <a:lnTo>
                  <a:pt x="321683" y="55500"/>
                </a:lnTo>
                <a:lnTo>
                  <a:pt x="321870" y="55509"/>
                </a:lnTo>
                <a:lnTo>
                  <a:pt x="322058" y="55519"/>
                </a:lnTo>
                <a:lnTo>
                  <a:pt x="322246" y="55530"/>
                </a:lnTo>
                <a:lnTo>
                  <a:pt x="322435" y="55542"/>
                </a:lnTo>
                <a:lnTo>
                  <a:pt x="322624" y="55555"/>
                </a:lnTo>
                <a:lnTo>
                  <a:pt x="322814" y="55568"/>
                </a:lnTo>
                <a:lnTo>
                  <a:pt x="323004" y="55583"/>
                </a:lnTo>
                <a:lnTo>
                  <a:pt x="323195" y="55598"/>
                </a:lnTo>
                <a:lnTo>
                  <a:pt x="323387" y="55614"/>
                </a:lnTo>
                <a:lnTo>
                  <a:pt x="323579" y="55631"/>
                </a:lnTo>
                <a:lnTo>
                  <a:pt x="323772" y="55649"/>
                </a:lnTo>
                <a:lnTo>
                  <a:pt x="323965" y="55668"/>
                </a:lnTo>
                <a:lnTo>
                  <a:pt x="324159" y="55688"/>
                </a:lnTo>
                <a:lnTo>
                  <a:pt x="324353" y="55708"/>
                </a:lnTo>
                <a:lnTo>
                  <a:pt x="324547" y="55729"/>
                </a:lnTo>
                <a:lnTo>
                  <a:pt x="324739" y="55751"/>
                </a:lnTo>
                <a:lnTo>
                  <a:pt x="324928" y="55772"/>
                </a:lnTo>
                <a:lnTo>
                  <a:pt x="325115" y="55794"/>
                </a:lnTo>
                <a:lnTo>
                  <a:pt x="325299" y="55816"/>
                </a:lnTo>
                <a:lnTo>
                  <a:pt x="325481" y="55839"/>
                </a:lnTo>
                <a:lnTo>
                  <a:pt x="325661" y="55861"/>
                </a:lnTo>
                <a:lnTo>
                  <a:pt x="325839" y="55884"/>
                </a:lnTo>
                <a:lnTo>
                  <a:pt x="326014" y="55908"/>
                </a:lnTo>
                <a:lnTo>
                  <a:pt x="326187" y="55931"/>
                </a:lnTo>
                <a:lnTo>
                  <a:pt x="326357" y="55955"/>
                </a:lnTo>
                <a:lnTo>
                  <a:pt x="326525" y="55979"/>
                </a:lnTo>
                <a:lnTo>
                  <a:pt x="326691" y="56004"/>
                </a:lnTo>
                <a:lnTo>
                  <a:pt x="326855" y="56028"/>
                </a:lnTo>
                <a:lnTo>
                  <a:pt x="327016" y="56053"/>
                </a:lnTo>
                <a:lnTo>
                  <a:pt x="327175" y="56079"/>
                </a:lnTo>
                <a:lnTo>
                  <a:pt x="327331" y="56104"/>
                </a:lnTo>
                <a:lnTo>
                  <a:pt x="327486" y="56130"/>
                </a:lnTo>
                <a:lnTo>
                  <a:pt x="327638" y="56157"/>
                </a:lnTo>
                <a:lnTo>
                  <a:pt x="327787" y="56183"/>
                </a:lnTo>
                <a:lnTo>
                  <a:pt x="327934" y="56210"/>
                </a:lnTo>
                <a:lnTo>
                  <a:pt x="328079" y="56237"/>
                </a:lnTo>
                <a:lnTo>
                  <a:pt x="328222" y="56264"/>
                </a:lnTo>
                <a:lnTo>
                  <a:pt x="328362" y="56292"/>
                </a:lnTo>
                <a:lnTo>
                  <a:pt x="328362" y="37221"/>
                </a:lnTo>
                <a:lnTo>
                  <a:pt x="358093" y="116817"/>
                </a:lnTo>
                <a:lnTo>
                  <a:pt x="358175" y="117026"/>
                </a:lnTo>
                <a:lnTo>
                  <a:pt x="358254" y="117237"/>
                </a:lnTo>
                <a:lnTo>
                  <a:pt x="358328" y="117448"/>
                </a:lnTo>
                <a:lnTo>
                  <a:pt x="358400" y="117661"/>
                </a:lnTo>
                <a:lnTo>
                  <a:pt x="358468" y="117875"/>
                </a:lnTo>
                <a:lnTo>
                  <a:pt x="358532" y="118089"/>
                </a:lnTo>
                <a:lnTo>
                  <a:pt x="358593" y="118306"/>
                </a:lnTo>
                <a:lnTo>
                  <a:pt x="358651" y="118523"/>
                </a:lnTo>
                <a:lnTo>
                  <a:pt x="358705" y="118741"/>
                </a:lnTo>
                <a:lnTo>
                  <a:pt x="358756" y="118961"/>
                </a:lnTo>
                <a:lnTo>
                  <a:pt x="358803" y="119181"/>
                </a:lnTo>
                <a:lnTo>
                  <a:pt x="358846" y="119403"/>
                </a:lnTo>
                <a:lnTo>
                  <a:pt x="358886" y="119626"/>
                </a:lnTo>
                <a:lnTo>
                  <a:pt x="358923" y="119851"/>
                </a:lnTo>
                <a:lnTo>
                  <a:pt x="358956" y="120076"/>
                </a:lnTo>
                <a:lnTo>
                  <a:pt x="358986" y="120303"/>
                </a:lnTo>
                <a:lnTo>
                  <a:pt x="359012" y="120530"/>
                </a:lnTo>
                <a:lnTo>
                  <a:pt x="359035" y="120759"/>
                </a:lnTo>
                <a:lnTo>
                  <a:pt x="359054" y="120989"/>
                </a:lnTo>
                <a:lnTo>
                  <a:pt x="359069" y="121220"/>
                </a:lnTo>
                <a:lnTo>
                  <a:pt x="359082" y="121453"/>
                </a:lnTo>
                <a:lnTo>
                  <a:pt x="359090" y="121686"/>
                </a:lnTo>
                <a:lnTo>
                  <a:pt x="359096" y="121921"/>
                </a:lnTo>
                <a:lnTo>
                  <a:pt x="359097" y="122156"/>
                </a:lnTo>
                <a:lnTo>
                  <a:pt x="359093" y="122475"/>
                </a:lnTo>
                <a:lnTo>
                  <a:pt x="359082" y="122791"/>
                </a:lnTo>
                <a:lnTo>
                  <a:pt x="359062" y="123106"/>
                </a:lnTo>
                <a:lnTo>
                  <a:pt x="359035" y="123417"/>
                </a:lnTo>
                <a:lnTo>
                  <a:pt x="358999" y="123727"/>
                </a:lnTo>
                <a:lnTo>
                  <a:pt x="358956" y="124034"/>
                </a:lnTo>
                <a:lnTo>
                  <a:pt x="358905" y="124339"/>
                </a:lnTo>
                <a:lnTo>
                  <a:pt x="358847" y="124641"/>
                </a:lnTo>
                <a:lnTo>
                  <a:pt x="358780" y="124941"/>
                </a:lnTo>
                <a:lnTo>
                  <a:pt x="358706" y="125239"/>
                </a:lnTo>
                <a:lnTo>
                  <a:pt x="358623" y="125534"/>
                </a:lnTo>
                <a:lnTo>
                  <a:pt x="358533" y="125828"/>
                </a:lnTo>
                <a:lnTo>
                  <a:pt x="358436" y="126118"/>
                </a:lnTo>
                <a:lnTo>
                  <a:pt x="358330" y="126407"/>
                </a:lnTo>
                <a:lnTo>
                  <a:pt x="358216" y="126693"/>
                </a:lnTo>
                <a:lnTo>
                  <a:pt x="358095" y="126977"/>
                </a:lnTo>
                <a:lnTo>
                  <a:pt x="357966" y="127259"/>
                </a:lnTo>
                <a:lnTo>
                  <a:pt x="357829" y="127538"/>
                </a:lnTo>
                <a:lnTo>
                  <a:pt x="357684" y="127815"/>
                </a:lnTo>
                <a:lnTo>
                  <a:pt x="357531" y="128090"/>
                </a:lnTo>
                <a:lnTo>
                  <a:pt x="357370" y="128362"/>
                </a:lnTo>
                <a:lnTo>
                  <a:pt x="357202" y="128632"/>
                </a:lnTo>
                <a:lnTo>
                  <a:pt x="357026" y="128900"/>
                </a:lnTo>
                <a:lnTo>
                  <a:pt x="356842" y="129165"/>
                </a:lnTo>
                <a:lnTo>
                  <a:pt x="356650" y="129424"/>
                </a:lnTo>
                <a:lnTo>
                  <a:pt x="356449" y="129675"/>
                </a:lnTo>
                <a:lnTo>
                  <a:pt x="356240" y="129916"/>
                </a:lnTo>
                <a:lnTo>
                  <a:pt x="356023" y="130148"/>
                </a:lnTo>
                <a:lnTo>
                  <a:pt x="355797" y="130370"/>
                </a:lnTo>
                <a:lnTo>
                  <a:pt x="355563" y="130583"/>
                </a:lnTo>
                <a:lnTo>
                  <a:pt x="355320" y="130787"/>
                </a:lnTo>
                <a:lnTo>
                  <a:pt x="355069" y="130982"/>
                </a:lnTo>
                <a:lnTo>
                  <a:pt x="354810" y="131167"/>
                </a:lnTo>
                <a:lnTo>
                  <a:pt x="354542" y="131344"/>
                </a:lnTo>
                <a:lnTo>
                  <a:pt x="354266" y="131511"/>
                </a:lnTo>
                <a:lnTo>
                  <a:pt x="353981" y="131668"/>
                </a:lnTo>
                <a:lnTo>
                  <a:pt x="353688" y="131817"/>
                </a:lnTo>
                <a:lnTo>
                  <a:pt x="353387" y="131956"/>
                </a:lnTo>
                <a:lnTo>
                  <a:pt x="353077" y="132086"/>
                </a:lnTo>
                <a:lnTo>
                  <a:pt x="352758" y="132206"/>
                </a:lnTo>
                <a:lnTo>
                  <a:pt x="352432" y="132317"/>
                </a:lnTo>
                <a:lnTo>
                  <a:pt x="352097" y="132420"/>
                </a:lnTo>
                <a:lnTo>
                  <a:pt x="351753" y="132512"/>
                </a:lnTo>
                <a:lnTo>
                  <a:pt x="351401" y="132596"/>
                </a:lnTo>
                <a:lnTo>
                  <a:pt x="351041" y="132670"/>
                </a:lnTo>
                <a:lnTo>
                  <a:pt x="350672" y="132735"/>
                </a:lnTo>
                <a:lnTo>
                  <a:pt x="350295" y="132791"/>
                </a:lnTo>
                <a:lnTo>
                  <a:pt x="349910" y="132837"/>
                </a:lnTo>
                <a:lnTo>
                  <a:pt x="349618" y="132850"/>
                </a:lnTo>
                <a:lnTo>
                  <a:pt x="349325" y="132861"/>
                </a:lnTo>
                <a:lnTo>
                  <a:pt x="349033" y="132871"/>
                </a:lnTo>
                <a:lnTo>
                  <a:pt x="348741" y="132879"/>
                </a:lnTo>
                <a:lnTo>
                  <a:pt x="348449" y="132885"/>
                </a:lnTo>
                <a:lnTo>
                  <a:pt x="348156" y="132889"/>
                </a:lnTo>
                <a:lnTo>
                  <a:pt x="347864" y="132891"/>
                </a:lnTo>
                <a:lnTo>
                  <a:pt x="347572" y="132892"/>
                </a:lnTo>
                <a:lnTo>
                  <a:pt x="347279" y="132891"/>
                </a:lnTo>
                <a:lnTo>
                  <a:pt x="346987" y="132889"/>
                </a:lnTo>
                <a:lnTo>
                  <a:pt x="346695" y="132884"/>
                </a:lnTo>
                <a:lnTo>
                  <a:pt x="346402" y="132878"/>
                </a:lnTo>
                <a:lnTo>
                  <a:pt x="346110" y="132870"/>
                </a:lnTo>
                <a:lnTo>
                  <a:pt x="345818" y="132861"/>
                </a:lnTo>
                <a:lnTo>
                  <a:pt x="345525" y="132849"/>
                </a:lnTo>
                <a:lnTo>
                  <a:pt x="345233" y="132836"/>
                </a:lnTo>
                <a:lnTo>
                  <a:pt x="344941" y="132821"/>
                </a:lnTo>
                <a:lnTo>
                  <a:pt x="344648" y="132805"/>
                </a:lnTo>
                <a:lnTo>
                  <a:pt x="344356" y="132787"/>
                </a:lnTo>
                <a:lnTo>
                  <a:pt x="344063" y="132767"/>
                </a:lnTo>
                <a:lnTo>
                  <a:pt x="343771" y="132745"/>
                </a:lnTo>
                <a:lnTo>
                  <a:pt x="343479" y="132721"/>
                </a:lnTo>
                <a:lnTo>
                  <a:pt x="343186" y="132696"/>
                </a:lnTo>
                <a:lnTo>
                  <a:pt x="342894" y="132669"/>
                </a:lnTo>
                <a:lnTo>
                  <a:pt x="342602" y="132641"/>
                </a:lnTo>
                <a:lnTo>
                  <a:pt x="342310" y="132614"/>
                </a:lnTo>
                <a:lnTo>
                  <a:pt x="342020" y="132586"/>
                </a:lnTo>
                <a:lnTo>
                  <a:pt x="341729" y="132558"/>
                </a:lnTo>
                <a:lnTo>
                  <a:pt x="341440" y="132530"/>
                </a:lnTo>
                <a:lnTo>
                  <a:pt x="341151" y="132502"/>
                </a:lnTo>
                <a:lnTo>
                  <a:pt x="340862" y="132474"/>
                </a:lnTo>
                <a:lnTo>
                  <a:pt x="340575" y="132447"/>
                </a:lnTo>
                <a:lnTo>
                  <a:pt x="340287" y="132419"/>
                </a:lnTo>
                <a:lnTo>
                  <a:pt x="340001" y="132391"/>
                </a:lnTo>
                <a:lnTo>
                  <a:pt x="339714" y="132363"/>
                </a:lnTo>
                <a:lnTo>
                  <a:pt x="339429" y="132335"/>
                </a:lnTo>
                <a:lnTo>
                  <a:pt x="339144" y="132307"/>
                </a:lnTo>
                <a:lnTo>
                  <a:pt x="338860" y="132280"/>
                </a:lnTo>
                <a:lnTo>
                  <a:pt x="338576" y="132252"/>
                </a:lnTo>
                <a:lnTo>
                  <a:pt x="338293" y="132224"/>
                </a:lnTo>
                <a:lnTo>
                  <a:pt x="338010" y="132196"/>
                </a:lnTo>
                <a:lnTo>
                  <a:pt x="337728" y="132168"/>
                </a:lnTo>
                <a:lnTo>
                  <a:pt x="337447" y="132141"/>
                </a:lnTo>
                <a:lnTo>
                  <a:pt x="337166" y="132113"/>
                </a:lnTo>
                <a:lnTo>
                  <a:pt x="336886" y="132085"/>
                </a:lnTo>
                <a:lnTo>
                  <a:pt x="336606" y="132057"/>
                </a:lnTo>
                <a:lnTo>
                  <a:pt x="336327" y="132029"/>
                </a:lnTo>
                <a:lnTo>
                  <a:pt x="336048" y="132001"/>
                </a:lnTo>
                <a:lnTo>
                  <a:pt x="336048" y="151526"/>
                </a:lnTo>
                <a:lnTo>
                  <a:pt x="336354" y="151553"/>
                </a:lnTo>
                <a:lnTo>
                  <a:pt x="336660" y="151580"/>
                </a:lnTo>
                <a:lnTo>
                  <a:pt x="336965" y="151606"/>
                </a:lnTo>
                <a:lnTo>
                  <a:pt x="337270" y="151632"/>
                </a:lnTo>
                <a:lnTo>
                  <a:pt x="337575" y="151658"/>
                </a:lnTo>
                <a:lnTo>
                  <a:pt x="337879" y="151684"/>
                </a:lnTo>
                <a:lnTo>
                  <a:pt x="338184" y="151709"/>
                </a:lnTo>
                <a:lnTo>
                  <a:pt x="338488" y="151734"/>
                </a:lnTo>
                <a:lnTo>
                  <a:pt x="338791" y="151759"/>
                </a:lnTo>
                <a:lnTo>
                  <a:pt x="339095" y="151783"/>
                </a:lnTo>
                <a:lnTo>
                  <a:pt x="339398" y="151808"/>
                </a:lnTo>
                <a:lnTo>
                  <a:pt x="339700" y="151832"/>
                </a:lnTo>
                <a:lnTo>
                  <a:pt x="340003" y="151855"/>
                </a:lnTo>
                <a:lnTo>
                  <a:pt x="340305" y="151879"/>
                </a:lnTo>
                <a:lnTo>
                  <a:pt x="340607" y="151902"/>
                </a:lnTo>
                <a:lnTo>
                  <a:pt x="340909" y="151924"/>
                </a:lnTo>
                <a:lnTo>
                  <a:pt x="341210" y="151947"/>
                </a:lnTo>
                <a:lnTo>
                  <a:pt x="341511" y="151969"/>
                </a:lnTo>
                <a:lnTo>
                  <a:pt x="341812" y="151991"/>
                </a:lnTo>
                <a:lnTo>
                  <a:pt x="342112" y="152013"/>
                </a:lnTo>
                <a:lnTo>
                  <a:pt x="342413" y="152034"/>
                </a:lnTo>
                <a:lnTo>
                  <a:pt x="342713" y="152055"/>
                </a:lnTo>
                <a:lnTo>
                  <a:pt x="343012" y="152076"/>
                </a:lnTo>
                <a:lnTo>
                  <a:pt x="343312" y="152097"/>
                </a:lnTo>
                <a:lnTo>
                  <a:pt x="343611" y="152117"/>
                </a:lnTo>
                <a:lnTo>
                  <a:pt x="343911" y="152136"/>
                </a:lnTo>
                <a:lnTo>
                  <a:pt x="344211" y="152154"/>
                </a:lnTo>
                <a:lnTo>
                  <a:pt x="344511" y="152171"/>
                </a:lnTo>
                <a:lnTo>
                  <a:pt x="344811" y="152188"/>
                </a:lnTo>
                <a:lnTo>
                  <a:pt x="345112" y="152204"/>
                </a:lnTo>
                <a:lnTo>
                  <a:pt x="345413" y="152219"/>
                </a:lnTo>
                <a:lnTo>
                  <a:pt x="345715" y="152233"/>
                </a:lnTo>
                <a:lnTo>
                  <a:pt x="346017" y="152246"/>
                </a:lnTo>
                <a:lnTo>
                  <a:pt x="346319" y="152258"/>
                </a:lnTo>
                <a:lnTo>
                  <a:pt x="346621" y="152270"/>
                </a:lnTo>
                <a:lnTo>
                  <a:pt x="346924" y="152280"/>
                </a:lnTo>
                <a:lnTo>
                  <a:pt x="347226" y="152290"/>
                </a:lnTo>
                <a:lnTo>
                  <a:pt x="347530" y="152299"/>
                </a:lnTo>
                <a:lnTo>
                  <a:pt x="347833" y="152307"/>
                </a:lnTo>
                <a:lnTo>
                  <a:pt x="348137" y="152314"/>
                </a:lnTo>
                <a:lnTo>
                  <a:pt x="348441" y="152320"/>
                </a:lnTo>
                <a:lnTo>
                  <a:pt x="348745" y="152326"/>
                </a:lnTo>
                <a:lnTo>
                  <a:pt x="349050" y="152331"/>
                </a:lnTo>
                <a:lnTo>
                  <a:pt x="349355" y="152335"/>
                </a:lnTo>
                <a:lnTo>
                  <a:pt x="349660" y="152337"/>
                </a:lnTo>
                <a:lnTo>
                  <a:pt x="349966" y="152340"/>
                </a:lnTo>
                <a:lnTo>
                  <a:pt x="350271" y="152341"/>
                </a:lnTo>
                <a:lnTo>
                  <a:pt x="350578" y="152341"/>
                </a:lnTo>
                <a:lnTo>
                  <a:pt x="351584" y="152333"/>
                </a:lnTo>
                <a:lnTo>
                  <a:pt x="352572" y="152310"/>
                </a:lnTo>
                <a:lnTo>
                  <a:pt x="353542" y="152271"/>
                </a:lnTo>
                <a:lnTo>
                  <a:pt x="354493" y="152216"/>
                </a:lnTo>
                <a:lnTo>
                  <a:pt x="355426" y="152146"/>
                </a:lnTo>
                <a:lnTo>
                  <a:pt x="356340" y="152060"/>
                </a:lnTo>
                <a:lnTo>
                  <a:pt x="357235" y="151958"/>
                </a:lnTo>
                <a:lnTo>
                  <a:pt x="358112" y="151841"/>
                </a:lnTo>
                <a:lnTo>
                  <a:pt x="358970" y="151708"/>
                </a:lnTo>
                <a:lnTo>
                  <a:pt x="359810" y="151559"/>
                </a:lnTo>
                <a:lnTo>
                  <a:pt x="360631" y="151395"/>
                </a:lnTo>
                <a:lnTo>
                  <a:pt x="361434" y="151215"/>
                </a:lnTo>
                <a:lnTo>
                  <a:pt x="362218" y="151019"/>
                </a:lnTo>
                <a:lnTo>
                  <a:pt x="362983" y="150808"/>
                </a:lnTo>
                <a:lnTo>
                  <a:pt x="363730" y="150581"/>
                </a:lnTo>
                <a:lnTo>
                  <a:pt x="364459" y="150339"/>
                </a:lnTo>
                <a:lnTo>
                  <a:pt x="365168" y="150081"/>
                </a:lnTo>
                <a:lnTo>
                  <a:pt x="365860" y="149807"/>
                </a:lnTo>
                <a:lnTo>
                  <a:pt x="366532" y="149517"/>
                </a:lnTo>
                <a:lnTo>
                  <a:pt x="367187" y="149212"/>
                </a:lnTo>
                <a:lnTo>
                  <a:pt x="367822" y="148892"/>
                </a:lnTo>
                <a:lnTo>
                  <a:pt x="368439" y="148555"/>
                </a:lnTo>
                <a:lnTo>
                  <a:pt x="369038" y="148203"/>
                </a:lnTo>
                <a:lnTo>
                  <a:pt x="369618" y="147835"/>
                </a:lnTo>
                <a:lnTo>
                  <a:pt x="370183" y="147450"/>
                </a:lnTo>
                <a:lnTo>
                  <a:pt x="370738" y="147043"/>
                </a:lnTo>
                <a:lnTo>
                  <a:pt x="371283" y="146616"/>
                </a:lnTo>
                <a:lnTo>
                  <a:pt x="371817" y="146167"/>
                </a:lnTo>
                <a:lnTo>
                  <a:pt x="372341" y="145698"/>
                </a:lnTo>
                <a:lnTo>
                  <a:pt x="372854" y="145208"/>
                </a:lnTo>
                <a:lnTo>
                  <a:pt x="373357" y="144697"/>
                </a:lnTo>
                <a:lnTo>
                  <a:pt x="373849" y="144166"/>
                </a:lnTo>
                <a:lnTo>
                  <a:pt x="374331" y="143613"/>
                </a:lnTo>
                <a:lnTo>
                  <a:pt x="374803" y="143039"/>
                </a:lnTo>
                <a:lnTo>
                  <a:pt x="375264" y="142445"/>
                </a:lnTo>
                <a:lnTo>
                  <a:pt x="375714" y="141830"/>
                </a:lnTo>
                <a:lnTo>
                  <a:pt x="376155" y="141194"/>
                </a:lnTo>
                <a:lnTo>
                  <a:pt x="376584" y="140537"/>
                </a:lnTo>
                <a:lnTo>
                  <a:pt x="377004" y="139859"/>
                </a:lnTo>
                <a:lnTo>
                  <a:pt x="377413" y="139160"/>
                </a:lnTo>
                <a:lnTo>
                  <a:pt x="377811" y="138441"/>
                </a:lnTo>
                <a:lnTo>
                  <a:pt x="378199" y="137700"/>
                </a:lnTo>
                <a:lnTo>
                  <a:pt x="378577" y="136939"/>
                </a:lnTo>
                <a:lnTo>
                  <a:pt x="378944" y="136157"/>
                </a:lnTo>
                <a:lnTo>
                  <a:pt x="379301" y="135354"/>
                </a:lnTo>
                <a:lnTo>
                  <a:pt x="379647" y="134530"/>
                </a:lnTo>
                <a:lnTo>
                  <a:pt x="379983" y="133685"/>
                </a:lnTo>
                <a:lnTo>
                  <a:pt x="380309" y="132820"/>
                </a:lnTo>
                <a:lnTo>
                  <a:pt x="416383" y="35883"/>
                </a:lnTo>
                <a:lnTo>
                  <a:pt x="391833" y="35883"/>
                </a:lnTo>
                <a:lnTo>
                  <a:pt x="372959" y="94946"/>
                </a:lnTo>
                <a:lnTo>
                  <a:pt x="372625" y="94946"/>
                </a:lnTo>
                <a:lnTo>
                  <a:pt x="353083" y="35883"/>
                </a:lnTo>
                <a:lnTo>
                  <a:pt x="328362" y="35883"/>
                </a:lnTo>
                <a:lnTo>
                  <a:pt x="328362" y="34270"/>
                </a:lnTo>
                <a:lnTo>
                  <a:pt x="328126" y="34202"/>
                </a:lnTo>
                <a:lnTo>
                  <a:pt x="327892" y="34137"/>
                </a:lnTo>
                <a:lnTo>
                  <a:pt x="327660" y="34075"/>
                </a:lnTo>
                <a:lnTo>
                  <a:pt x="327430" y="34016"/>
                </a:lnTo>
                <a:lnTo>
                  <a:pt x="327201" y="33959"/>
                </a:lnTo>
                <a:lnTo>
                  <a:pt x="326974" y="33906"/>
                </a:lnTo>
                <a:lnTo>
                  <a:pt x="326749" y="33855"/>
                </a:lnTo>
                <a:lnTo>
                  <a:pt x="326525" y="33807"/>
                </a:lnTo>
                <a:lnTo>
                  <a:pt x="326303" y="33762"/>
                </a:lnTo>
                <a:lnTo>
                  <a:pt x="326083" y="33720"/>
                </a:lnTo>
                <a:lnTo>
                  <a:pt x="325865" y="33681"/>
                </a:lnTo>
                <a:lnTo>
                  <a:pt x="325649" y="33645"/>
                </a:lnTo>
                <a:lnTo>
                  <a:pt x="325434" y="33612"/>
                </a:lnTo>
                <a:lnTo>
                  <a:pt x="325221" y="33581"/>
                </a:lnTo>
                <a:lnTo>
                  <a:pt x="325009" y="33554"/>
                </a:lnTo>
                <a:lnTo>
                  <a:pt x="324800" y="33529"/>
                </a:lnTo>
                <a:lnTo>
                  <a:pt x="324592" y="33508"/>
                </a:lnTo>
                <a:lnTo>
                  <a:pt x="324386" y="33489"/>
                </a:lnTo>
                <a:lnTo>
                  <a:pt x="324182" y="33473"/>
                </a:lnTo>
                <a:lnTo>
                  <a:pt x="323979" y="33460"/>
                </a:lnTo>
                <a:lnTo>
                  <a:pt x="323778" y="33450"/>
                </a:lnTo>
                <a:lnTo>
                  <a:pt x="323579" y="33443"/>
                </a:lnTo>
                <a:lnTo>
                  <a:pt x="323382" y="33438"/>
                </a:lnTo>
                <a:lnTo>
                  <a:pt x="323186" y="33437"/>
                </a:lnTo>
                <a:lnTo>
                  <a:pt x="322811" y="33439"/>
                </a:lnTo>
                <a:lnTo>
                  <a:pt x="322437" y="33446"/>
                </a:lnTo>
                <a:lnTo>
                  <a:pt x="322064" y="33458"/>
                </a:lnTo>
                <a:lnTo>
                  <a:pt x="321692" y="33474"/>
                </a:lnTo>
                <a:lnTo>
                  <a:pt x="321321" y="33495"/>
                </a:lnTo>
                <a:lnTo>
                  <a:pt x="320952" y="33520"/>
                </a:lnTo>
                <a:lnTo>
                  <a:pt x="320583" y="33550"/>
                </a:lnTo>
                <a:lnTo>
                  <a:pt x="320216" y="33585"/>
                </a:lnTo>
                <a:lnTo>
                  <a:pt x="319850" y="33625"/>
                </a:lnTo>
                <a:lnTo>
                  <a:pt x="319485" y="33669"/>
                </a:lnTo>
                <a:lnTo>
                  <a:pt x="319122" y="33717"/>
                </a:lnTo>
                <a:lnTo>
                  <a:pt x="318759" y="33771"/>
                </a:lnTo>
                <a:lnTo>
                  <a:pt x="318398" y="33829"/>
                </a:lnTo>
                <a:lnTo>
                  <a:pt x="318038" y="33891"/>
                </a:lnTo>
                <a:lnTo>
                  <a:pt x="317679" y="33958"/>
                </a:lnTo>
                <a:lnTo>
                  <a:pt x="317321" y="34030"/>
                </a:lnTo>
                <a:lnTo>
                  <a:pt x="316964" y="34107"/>
                </a:lnTo>
                <a:lnTo>
                  <a:pt x="316609" y="34188"/>
                </a:lnTo>
                <a:lnTo>
                  <a:pt x="316255" y="34274"/>
                </a:lnTo>
                <a:lnTo>
                  <a:pt x="315902" y="34364"/>
                </a:lnTo>
                <a:lnTo>
                  <a:pt x="315550" y="34459"/>
                </a:lnTo>
                <a:lnTo>
                  <a:pt x="315199" y="34559"/>
                </a:lnTo>
                <a:lnTo>
                  <a:pt x="314849" y="34663"/>
                </a:lnTo>
                <a:lnTo>
                  <a:pt x="314501" y="34772"/>
                </a:lnTo>
                <a:lnTo>
                  <a:pt x="314154" y="34885"/>
                </a:lnTo>
                <a:lnTo>
                  <a:pt x="313808" y="35002"/>
                </a:lnTo>
                <a:lnTo>
                  <a:pt x="313465" y="35122"/>
                </a:lnTo>
                <a:lnTo>
                  <a:pt x="313123" y="35247"/>
                </a:lnTo>
                <a:lnTo>
                  <a:pt x="312783" y="35375"/>
                </a:lnTo>
                <a:lnTo>
                  <a:pt x="312445" y="35507"/>
                </a:lnTo>
                <a:lnTo>
                  <a:pt x="312108" y="35642"/>
                </a:lnTo>
                <a:lnTo>
                  <a:pt x="311773" y="35781"/>
                </a:lnTo>
                <a:lnTo>
                  <a:pt x="311440" y="35925"/>
                </a:lnTo>
                <a:lnTo>
                  <a:pt x="311109" y="36071"/>
                </a:lnTo>
                <a:lnTo>
                  <a:pt x="310779" y="36222"/>
                </a:lnTo>
                <a:lnTo>
                  <a:pt x="310451" y="36377"/>
                </a:lnTo>
                <a:lnTo>
                  <a:pt x="310125" y="36535"/>
                </a:lnTo>
                <a:lnTo>
                  <a:pt x="309800" y="36697"/>
                </a:lnTo>
                <a:lnTo>
                  <a:pt x="309478" y="36862"/>
                </a:lnTo>
                <a:lnTo>
                  <a:pt x="309157" y="37032"/>
                </a:lnTo>
                <a:lnTo>
                  <a:pt x="308837" y="37205"/>
                </a:lnTo>
                <a:lnTo>
                  <a:pt x="308520" y="37382"/>
                </a:lnTo>
                <a:lnTo>
                  <a:pt x="308204" y="37563"/>
                </a:lnTo>
                <a:lnTo>
                  <a:pt x="307890" y="37748"/>
                </a:lnTo>
                <a:lnTo>
                  <a:pt x="307578" y="37936"/>
                </a:lnTo>
                <a:lnTo>
                  <a:pt x="307267" y="38128"/>
                </a:lnTo>
                <a:lnTo>
                  <a:pt x="306958" y="38324"/>
                </a:lnTo>
                <a:lnTo>
                  <a:pt x="306651" y="38524"/>
                </a:lnTo>
                <a:lnTo>
                  <a:pt x="306346" y="38727"/>
                </a:lnTo>
                <a:lnTo>
                  <a:pt x="306045" y="38934"/>
                </a:lnTo>
                <a:lnTo>
                  <a:pt x="305746" y="39144"/>
                </a:lnTo>
                <a:lnTo>
                  <a:pt x="305449" y="39358"/>
                </a:lnTo>
                <a:lnTo>
                  <a:pt x="305156" y="39575"/>
                </a:lnTo>
                <a:lnTo>
                  <a:pt x="304866" y="39796"/>
                </a:lnTo>
                <a:lnTo>
                  <a:pt x="304579" y="40020"/>
                </a:lnTo>
                <a:lnTo>
                  <a:pt x="304294" y="40247"/>
                </a:lnTo>
                <a:lnTo>
                  <a:pt x="304013" y="40478"/>
                </a:lnTo>
                <a:lnTo>
                  <a:pt x="303734" y="40713"/>
                </a:lnTo>
                <a:lnTo>
                  <a:pt x="303458" y="40951"/>
                </a:lnTo>
                <a:lnTo>
                  <a:pt x="303185" y="41193"/>
                </a:lnTo>
                <a:lnTo>
                  <a:pt x="302915" y="41438"/>
                </a:lnTo>
                <a:lnTo>
                  <a:pt x="302648" y="41686"/>
                </a:lnTo>
                <a:lnTo>
                  <a:pt x="302384" y="41938"/>
                </a:lnTo>
                <a:lnTo>
                  <a:pt x="302123" y="42194"/>
                </a:lnTo>
                <a:lnTo>
                  <a:pt x="301864" y="42452"/>
                </a:lnTo>
                <a:lnTo>
                  <a:pt x="301609" y="42715"/>
                </a:lnTo>
                <a:lnTo>
                  <a:pt x="301356" y="42981"/>
                </a:lnTo>
                <a:lnTo>
                  <a:pt x="301107" y="43250"/>
                </a:lnTo>
                <a:lnTo>
                  <a:pt x="300860" y="43523"/>
                </a:lnTo>
                <a:lnTo>
                  <a:pt x="300616" y="43799"/>
                </a:lnTo>
                <a:lnTo>
                  <a:pt x="300375" y="44079"/>
                </a:lnTo>
                <a:lnTo>
                  <a:pt x="300137" y="44362"/>
                </a:lnTo>
                <a:lnTo>
                  <a:pt x="299903" y="44648"/>
                </a:lnTo>
                <a:lnTo>
                  <a:pt x="299672" y="44936"/>
                </a:lnTo>
                <a:lnTo>
                  <a:pt x="299446" y="45227"/>
                </a:lnTo>
                <a:lnTo>
                  <a:pt x="299223" y="45519"/>
                </a:lnTo>
                <a:lnTo>
                  <a:pt x="299005" y="45813"/>
                </a:lnTo>
                <a:lnTo>
                  <a:pt x="298791" y="46109"/>
                </a:lnTo>
                <a:lnTo>
                  <a:pt x="298580" y="46407"/>
                </a:lnTo>
                <a:lnTo>
                  <a:pt x="298374" y="46707"/>
                </a:lnTo>
                <a:lnTo>
                  <a:pt x="298172" y="47010"/>
                </a:lnTo>
                <a:lnTo>
                  <a:pt x="297974" y="47314"/>
                </a:lnTo>
                <a:lnTo>
                  <a:pt x="297780" y="47620"/>
                </a:lnTo>
                <a:lnTo>
                  <a:pt x="297590" y="47928"/>
                </a:lnTo>
                <a:lnTo>
                  <a:pt x="297404" y="48239"/>
                </a:lnTo>
                <a:lnTo>
                  <a:pt x="297222" y="48551"/>
                </a:lnTo>
                <a:lnTo>
                  <a:pt x="297044" y="48866"/>
                </a:lnTo>
                <a:lnTo>
                  <a:pt x="296870" y="49182"/>
                </a:lnTo>
                <a:lnTo>
                  <a:pt x="296701" y="49500"/>
                </a:lnTo>
                <a:lnTo>
                  <a:pt x="296535" y="49821"/>
                </a:lnTo>
                <a:lnTo>
                  <a:pt x="296373" y="50143"/>
                </a:lnTo>
                <a:lnTo>
                  <a:pt x="296216" y="50468"/>
                </a:lnTo>
                <a:lnTo>
                  <a:pt x="296062" y="50794"/>
                </a:lnTo>
                <a:lnTo>
                  <a:pt x="295913" y="51123"/>
                </a:lnTo>
                <a:lnTo>
                  <a:pt x="295768" y="51454"/>
                </a:lnTo>
                <a:lnTo>
                  <a:pt x="295626" y="51786"/>
                </a:lnTo>
                <a:lnTo>
                  <a:pt x="295292" y="51786"/>
                </a:lnTo>
                <a:lnTo>
                  <a:pt x="295292" y="35753"/>
                </a:lnTo>
                <a:lnTo>
                  <a:pt x="272745" y="35753"/>
                </a:lnTo>
                <a:lnTo>
                  <a:pt x="272745" y="122167"/>
                </a:lnTo>
                <a:lnTo>
                  <a:pt x="296462" y="122167"/>
                </a:lnTo>
                <a:lnTo>
                  <a:pt x="296462" y="83210"/>
                </a:lnTo>
                <a:close/>
                <a:moveTo>
                  <a:pt x="200015" y="83148"/>
                </a:moveTo>
                <a:lnTo>
                  <a:pt x="200045" y="82318"/>
                </a:lnTo>
                <a:lnTo>
                  <a:pt x="200064" y="81491"/>
                </a:lnTo>
                <a:lnTo>
                  <a:pt x="200073" y="80668"/>
                </a:lnTo>
                <a:lnTo>
                  <a:pt x="200071" y="79847"/>
                </a:lnTo>
                <a:lnTo>
                  <a:pt x="200059" y="79029"/>
                </a:lnTo>
                <a:lnTo>
                  <a:pt x="200036" y="78214"/>
                </a:lnTo>
                <a:lnTo>
                  <a:pt x="200003" y="77402"/>
                </a:lnTo>
                <a:lnTo>
                  <a:pt x="199959" y="76593"/>
                </a:lnTo>
                <a:lnTo>
                  <a:pt x="199905" y="75786"/>
                </a:lnTo>
                <a:lnTo>
                  <a:pt x="199841" y="74983"/>
                </a:lnTo>
                <a:lnTo>
                  <a:pt x="199766" y="74183"/>
                </a:lnTo>
                <a:lnTo>
                  <a:pt x="199681" y="73385"/>
                </a:lnTo>
                <a:lnTo>
                  <a:pt x="199585" y="72590"/>
                </a:lnTo>
                <a:lnTo>
                  <a:pt x="199479" y="71798"/>
                </a:lnTo>
                <a:lnTo>
                  <a:pt x="199362" y="71010"/>
                </a:lnTo>
                <a:lnTo>
                  <a:pt x="199235" y="70224"/>
                </a:lnTo>
                <a:lnTo>
                  <a:pt x="199097" y="69441"/>
                </a:lnTo>
                <a:lnTo>
                  <a:pt x="198949" y="68660"/>
                </a:lnTo>
                <a:lnTo>
                  <a:pt x="198791" y="67883"/>
                </a:lnTo>
                <a:lnTo>
                  <a:pt x="198622" y="67109"/>
                </a:lnTo>
                <a:lnTo>
                  <a:pt x="198443" y="66337"/>
                </a:lnTo>
                <a:lnTo>
                  <a:pt x="198253" y="65569"/>
                </a:lnTo>
                <a:lnTo>
                  <a:pt x="198053" y="64805"/>
                </a:lnTo>
                <a:lnTo>
                  <a:pt x="197843" y="64048"/>
                </a:lnTo>
                <a:lnTo>
                  <a:pt x="197623" y="63299"/>
                </a:lnTo>
                <a:lnTo>
                  <a:pt x="197393" y="62556"/>
                </a:lnTo>
                <a:lnTo>
                  <a:pt x="197152" y="61820"/>
                </a:lnTo>
                <a:lnTo>
                  <a:pt x="196902" y="61092"/>
                </a:lnTo>
                <a:lnTo>
                  <a:pt x="196641" y="60370"/>
                </a:lnTo>
                <a:lnTo>
                  <a:pt x="196370" y="59655"/>
                </a:lnTo>
                <a:lnTo>
                  <a:pt x="196089" y="58948"/>
                </a:lnTo>
                <a:lnTo>
                  <a:pt x="195798" y="58247"/>
                </a:lnTo>
                <a:lnTo>
                  <a:pt x="195496" y="57553"/>
                </a:lnTo>
                <a:lnTo>
                  <a:pt x="195185" y="56866"/>
                </a:lnTo>
                <a:lnTo>
                  <a:pt x="194863" y="56186"/>
                </a:lnTo>
                <a:lnTo>
                  <a:pt x="194531" y="55513"/>
                </a:lnTo>
                <a:lnTo>
                  <a:pt x="194189" y="54848"/>
                </a:lnTo>
                <a:lnTo>
                  <a:pt x="193837" y="54189"/>
                </a:lnTo>
                <a:lnTo>
                  <a:pt x="193474" y="53537"/>
                </a:lnTo>
                <a:lnTo>
                  <a:pt x="193102" y="52892"/>
                </a:lnTo>
                <a:lnTo>
                  <a:pt x="192719" y="52254"/>
                </a:lnTo>
                <a:lnTo>
                  <a:pt x="192326" y="51623"/>
                </a:lnTo>
                <a:lnTo>
                  <a:pt x="191923" y="50999"/>
                </a:lnTo>
                <a:lnTo>
                  <a:pt x="191510" y="50382"/>
                </a:lnTo>
                <a:lnTo>
                  <a:pt x="191087" y="49772"/>
                </a:lnTo>
                <a:lnTo>
                  <a:pt x="190653" y="49169"/>
                </a:lnTo>
                <a:lnTo>
                  <a:pt x="190210" y="48574"/>
                </a:lnTo>
                <a:lnTo>
                  <a:pt x="189756" y="47990"/>
                </a:lnTo>
                <a:lnTo>
                  <a:pt x="189293" y="47415"/>
                </a:lnTo>
                <a:lnTo>
                  <a:pt x="188819" y="46851"/>
                </a:lnTo>
                <a:lnTo>
                  <a:pt x="188335" y="46297"/>
                </a:lnTo>
                <a:lnTo>
                  <a:pt x="187840" y="45754"/>
                </a:lnTo>
                <a:lnTo>
                  <a:pt x="187336" y="45220"/>
                </a:lnTo>
                <a:lnTo>
                  <a:pt x="186822" y="44697"/>
                </a:lnTo>
                <a:lnTo>
                  <a:pt x="186297" y="44183"/>
                </a:lnTo>
                <a:lnTo>
                  <a:pt x="185762" y="43680"/>
                </a:lnTo>
                <a:lnTo>
                  <a:pt x="185217" y="43187"/>
                </a:lnTo>
                <a:lnTo>
                  <a:pt x="184662" y="42705"/>
                </a:lnTo>
                <a:lnTo>
                  <a:pt x="184096" y="42232"/>
                </a:lnTo>
                <a:lnTo>
                  <a:pt x="183521" y="41770"/>
                </a:lnTo>
                <a:lnTo>
                  <a:pt x="182935" y="41317"/>
                </a:lnTo>
                <a:lnTo>
                  <a:pt x="182340" y="40875"/>
                </a:lnTo>
                <a:lnTo>
                  <a:pt x="181734" y="40444"/>
                </a:lnTo>
                <a:lnTo>
                  <a:pt x="181117" y="40022"/>
                </a:lnTo>
                <a:lnTo>
                  <a:pt x="180491" y="39610"/>
                </a:lnTo>
                <a:lnTo>
                  <a:pt x="179855" y="39209"/>
                </a:lnTo>
                <a:lnTo>
                  <a:pt x="179208" y="38818"/>
                </a:lnTo>
                <a:lnTo>
                  <a:pt x="178551" y="38437"/>
                </a:lnTo>
                <a:lnTo>
                  <a:pt x="177884" y="38066"/>
                </a:lnTo>
                <a:lnTo>
                  <a:pt x="177207" y="37706"/>
                </a:lnTo>
                <a:lnTo>
                  <a:pt x="176520" y="37357"/>
                </a:lnTo>
                <a:lnTo>
                  <a:pt x="175824" y="37024"/>
                </a:lnTo>
                <a:lnTo>
                  <a:pt x="175117" y="36705"/>
                </a:lnTo>
                <a:lnTo>
                  <a:pt x="174401" y="36401"/>
                </a:lnTo>
                <a:lnTo>
                  <a:pt x="173674" y="36112"/>
                </a:lnTo>
                <a:lnTo>
                  <a:pt x="172938" y="35838"/>
                </a:lnTo>
                <a:lnTo>
                  <a:pt x="172192" y="35579"/>
                </a:lnTo>
                <a:lnTo>
                  <a:pt x="171436" y="35334"/>
                </a:lnTo>
                <a:lnTo>
                  <a:pt x="170671" y="35104"/>
                </a:lnTo>
                <a:lnTo>
                  <a:pt x="169895" y="34889"/>
                </a:lnTo>
                <a:lnTo>
                  <a:pt x="169110" y="34689"/>
                </a:lnTo>
                <a:lnTo>
                  <a:pt x="168314" y="34504"/>
                </a:lnTo>
                <a:lnTo>
                  <a:pt x="167509" y="34334"/>
                </a:lnTo>
                <a:lnTo>
                  <a:pt x="166694" y="34178"/>
                </a:lnTo>
                <a:lnTo>
                  <a:pt x="165869" y="34037"/>
                </a:lnTo>
                <a:lnTo>
                  <a:pt x="165034" y="33911"/>
                </a:lnTo>
                <a:lnTo>
                  <a:pt x="164190" y="33800"/>
                </a:lnTo>
                <a:lnTo>
                  <a:pt x="163335" y="33704"/>
                </a:lnTo>
                <a:lnTo>
                  <a:pt x="162471" y="33622"/>
                </a:lnTo>
                <a:lnTo>
                  <a:pt x="161597" y="33555"/>
                </a:lnTo>
                <a:lnTo>
                  <a:pt x="160713" y="33503"/>
                </a:lnTo>
                <a:lnTo>
                  <a:pt x="159819" y="33466"/>
                </a:lnTo>
                <a:lnTo>
                  <a:pt x="158915" y="33444"/>
                </a:lnTo>
                <a:lnTo>
                  <a:pt x="158002" y="33437"/>
                </a:lnTo>
                <a:lnTo>
                  <a:pt x="157183" y="33443"/>
                </a:lnTo>
                <a:lnTo>
                  <a:pt x="156371" y="33461"/>
                </a:lnTo>
                <a:lnTo>
                  <a:pt x="155565" y="33492"/>
                </a:lnTo>
                <a:lnTo>
                  <a:pt x="154765" y="33534"/>
                </a:lnTo>
                <a:lnTo>
                  <a:pt x="153971" y="33589"/>
                </a:lnTo>
                <a:lnTo>
                  <a:pt x="153184" y="33656"/>
                </a:lnTo>
                <a:lnTo>
                  <a:pt x="152402" y="33736"/>
                </a:lnTo>
                <a:lnTo>
                  <a:pt x="151627" y="33827"/>
                </a:lnTo>
                <a:lnTo>
                  <a:pt x="150857" y="33931"/>
                </a:lnTo>
                <a:lnTo>
                  <a:pt x="150094" y="34047"/>
                </a:lnTo>
                <a:lnTo>
                  <a:pt x="149337" y="34175"/>
                </a:lnTo>
                <a:lnTo>
                  <a:pt x="148585" y="34315"/>
                </a:lnTo>
                <a:lnTo>
                  <a:pt x="147840" y="34468"/>
                </a:lnTo>
                <a:lnTo>
                  <a:pt x="147101" y="34633"/>
                </a:lnTo>
                <a:lnTo>
                  <a:pt x="146369" y="34810"/>
                </a:lnTo>
                <a:lnTo>
                  <a:pt x="145642" y="34999"/>
                </a:lnTo>
                <a:lnTo>
                  <a:pt x="144921" y="35200"/>
                </a:lnTo>
                <a:lnTo>
                  <a:pt x="144207" y="35414"/>
                </a:lnTo>
                <a:lnTo>
                  <a:pt x="143498" y="35639"/>
                </a:lnTo>
                <a:lnTo>
                  <a:pt x="142796" y="35877"/>
                </a:lnTo>
                <a:lnTo>
                  <a:pt x="142099" y="36128"/>
                </a:lnTo>
                <a:lnTo>
                  <a:pt x="141409" y="36390"/>
                </a:lnTo>
                <a:lnTo>
                  <a:pt x="140725" y="36664"/>
                </a:lnTo>
                <a:lnTo>
                  <a:pt x="140047" y="36951"/>
                </a:lnTo>
                <a:lnTo>
                  <a:pt x="139376" y="37248"/>
                </a:lnTo>
                <a:lnTo>
                  <a:pt x="138713" y="37555"/>
                </a:lnTo>
                <a:lnTo>
                  <a:pt x="138058" y="37870"/>
                </a:lnTo>
                <a:lnTo>
                  <a:pt x="137410" y="38194"/>
                </a:lnTo>
                <a:lnTo>
                  <a:pt x="136770" y="38527"/>
                </a:lnTo>
                <a:lnTo>
                  <a:pt x="136138" y="38869"/>
                </a:lnTo>
                <a:lnTo>
                  <a:pt x="135514" y="39221"/>
                </a:lnTo>
                <a:lnTo>
                  <a:pt x="134898" y="39581"/>
                </a:lnTo>
                <a:lnTo>
                  <a:pt x="134290" y="39950"/>
                </a:lnTo>
                <a:lnTo>
                  <a:pt x="133689" y="40328"/>
                </a:lnTo>
                <a:lnTo>
                  <a:pt x="133096" y="40715"/>
                </a:lnTo>
                <a:lnTo>
                  <a:pt x="132511" y="41112"/>
                </a:lnTo>
                <a:lnTo>
                  <a:pt x="131934" y="41517"/>
                </a:lnTo>
                <a:lnTo>
                  <a:pt x="131365" y="41931"/>
                </a:lnTo>
                <a:lnTo>
                  <a:pt x="130803" y="42355"/>
                </a:lnTo>
                <a:lnTo>
                  <a:pt x="130249" y="42787"/>
                </a:lnTo>
                <a:lnTo>
                  <a:pt x="129704" y="43228"/>
                </a:lnTo>
                <a:lnTo>
                  <a:pt x="129166" y="43678"/>
                </a:lnTo>
                <a:lnTo>
                  <a:pt x="128635" y="44138"/>
                </a:lnTo>
                <a:lnTo>
                  <a:pt x="128113" y="44606"/>
                </a:lnTo>
                <a:lnTo>
                  <a:pt x="127598" y="45083"/>
                </a:lnTo>
                <a:lnTo>
                  <a:pt x="127092" y="45570"/>
                </a:lnTo>
                <a:lnTo>
                  <a:pt x="126593" y="46065"/>
                </a:lnTo>
                <a:lnTo>
                  <a:pt x="126102" y="46569"/>
                </a:lnTo>
                <a:lnTo>
                  <a:pt x="125619" y="47082"/>
                </a:lnTo>
                <a:lnTo>
                  <a:pt x="125146" y="47603"/>
                </a:lnTo>
                <a:lnTo>
                  <a:pt x="124682" y="48131"/>
                </a:lnTo>
                <a:lnTo>
                  <a:pt x="124227" y="48668"/>
                </a:lnTo>
                <a:lnTo>
                  <a:pt x="123782" y="49212"/>
                </a:lnTo>
                <a:lnTo>
                  <a:pt x="123345" y="49764"/>
                </a:lnTo>
                <a:lnTo>
                  <a:pt x="122919" y="50324"/>
                </a:lnTo>
                <a:lnTo>
                  <a:pt x="122501" y="50891"/>
                </a:lnTo>
                <a:lnTo>
                  <a:pt x="122093" y="51467"/>
                </a:lnTo>
                <a:lnTo>
                  <a:pt x="121694" y="52050"/>
                </a:lnTo>
                <a:lnTo>
                  <a:pt x="121304" y="52642"/>
                </a:lnTo>
                <a:lnTo>
                  <a:pt x="120924" y="53241"/>
                </a:lnTo>
                <a:lnTo>
                  <a:pt x="120552" y="53848"/>
                </a:lnTo>
                <a:lnTo>
                  <a:pt x="120191" y="54463"/>
                </a:lnTo>
                <a:lnTo>
                  <a:pt x="119838" y="55085"/>
                </a:lnTo>
                <a:lnTo>
                  <a:pt x="119495" y="55716"/>
                </a:lnTo>
                <a:lnTo>
                  <a:pt x="119161" y="56354"/>
                </a:lnTo>
                <a:lnTo>
                  <a:pt x="118836" y="57000"/>
                </a:lnTo>
                <a:lnTo>
                  <a:pt x="118520" y="57654"/>
                </a:lnTo>
                <a:lnTo>
                  <a:pt x="118214" y="58316"/>
                </a:lnTo>
                <a:lnTo>
                  <a:pt x="117917" y="58986"/>
                </a:lnTo>
                <a:lnTo>
                  <a:pt x="117630" y="59664"/>
                </a:lnTo>
                <a:lnTo>
                  <a:pt x="117351" y="60349"/>
                </a:lnTo>
                <a:lnTo>
                  <a:pt x="117082" y="61043"/>
                </a:lnTo>
                <a:lnTo>
                  <a:pt x="116823" y="61742"/>
                </a:lnTo>
                <a:lnTo>
                  <a:pt x="116575" y="62446"/>
                </a:lnTo>
                <a:lnTo>
                  <a:pt x="116339" y="63155"/>
                </a:lnTo>
                <a:lnTo>
                  <a:pt x="116113" y="63868"/>
                </a:lnTo>
                <a:lnTo>
                  <a:pt x="115898" y="64586"/>
                </a:lnTo>
                <a:lnTo>
                  <a:pt x="115694" y="65308"/>
                </a:lnTo>
                <a:lnTo>
                  <a:pt x="115501" y="66036"/>
                </a:lnTo>
                <a:lnTo>
                  <a:pt x="115320" y="66768"/>
                </a:lnTo>
                <a:lnTo>
                  <a:pt x="115149" y="67504"/>
                </a:lnTo>
                <a:lnTo>
                  <a:pt x="114989" y="68246"/>
                </a:lnTo>
                <a:lnTo>
                  <a:pt x="114840" y="68991"/>
                </a:lnTo>
                <a:lnTo>
                  <a:pt x="114703" y="69742"/>
                </a:lnTo>
                <a:lnTo>
                  <a:pt x="114576" y="70497"/>
                </a:lnTo>
                <a:lnTo>
                  <a:pt x="114460" y="71257"/>
                </a:lnTo>
                <a:lnTo>
                  <a:pt x="114356" y="72022"/>
                </a:lnTo>
                <a:lnTo>
                  <a:pt x="114262" y="72791"/>
                </a:lnTo>
                <a:lnTo>
                  <a:pt x="114179" y="73565"/>
                </a:lnTo>
                <a:lnTo>
                  <a:pt x="114108" y="74343"/>
                </a:lnTo>
                <a:lnTo>
                  <a:pt x="114047" y="75126"/>
                </a:lnTo>
                <a:lnTo>
                  <a:pt x="113997" y="75914"/>
                </a:lnTo>
                <a:lnTo>
                  <a:pt x="113959" y="76706"/>
                </a:lnTo>
                <a:lnTo>
                  <a:pt x="113931" y="77503"/>
                </a:lnTo>
                <a:lnTo>
                  <a:pt x="113915" y="78305"/>
                </a:lnTo>
                <a:lnTo>
                  <a:pt x="113909" y="79112"/>
                </a:lnTo>
                <a:lnTo>
                  <a:pt x="113915" y="79945"/>
                </a:lnTo>
                <a:lnTo>
                  <a:pt x="113931" y="80773"/>
                </a:lnTo>
                <a:lnTo>
                  <a:pt x="113958" y="81595"/>
                </a:lnTo>
                <a:lnTo>
                  <a:pt x="113995" y="82411"/>
                </a:lnTo>
                <a:lnTo>
                  <a:pt x="114043" y="83221"/>
                </a:lnTo>
                <a:lnTo>
                  <a:pt x="114102" y="84025"/>
                </a:lnTo>
                <a:lnTo>
                  <a:pt x="114172" y="84824"/>
                </a:lnTo>
                <a:lnTo>
                  <a:pt x="114253" y="85617"/>
                </a:lnTo>
                <a:lnTo>
                  <a:pt x="114344" y="86404"/>
                </a:lnTo>
                <a:lnTo>
                  <a:pt x="114446" y="87185"/>
                </a:lnTo>
                <a:lnTo>
                  <a:pt x="114558" y="87961"/>
                </a:lnTo>
                <a:lnTo>
                  <a:pt x="114682" y="88730"/>
                </a:lnTo>
                <a:lnTo>
                  <a:pt x="114816" y="89494"/>
                </a:lnTo>
                <a:lnTo>
                  <a:pt x="114960" y="90252"/>
                </a:lnTo>
                <a:lnTo>
                  <a:pt x="115116" y="91005"/>
                </a:lnTo>
                <a:lnTo>
                  <a:pt x="115282" y="91751"/>
                </a:lnTo>
                <a:lnTo>
                  <a:pt x="115459" y="92492"/>
                </a:lnTo>
                <a:lnTo>
                  <a:pt x="115647" y="93227"/>
                </a:lnTo>
                <a:lnTo>
                  <a:pt x="115845" y="93956"/>
                </a:lnTo>
                <a:lnTo>
                  <a:pt x="116054" y="94679"/>
                </a:lnTo>
                <a:lnTo>
                  <a:pt x="116274" y="95397"/>
                </a:lnTo>
                <a:lnTo>
                  <a:pt x="116505" y="96109"/>
                </a:lnTo>
                <a:lnTo>
                  <a:pt x="116746" y="96815"/>
                </a:lnTo>
                <a:lnTo>
                  <a:pt x="116998" y="97515"/>
                </a:lnTo>
                <a:lnTo>
                  <a:pt x="117260" y="98208"/>
                </a:lnTo>
                <a:lnTo>
                  <a:pt x="117531" y="98892"/>
                </a:lnTo>
                <a:lnTo>
                  <a:pt x="117811" y="99569"/>
                </a:lnTo>
                <a:lnTo>
                  <a:pt x="118100" y="100238"/>
                </a:lnTo>
                <a:lnTo>
                  <a:pt x="118399" y="100898"/>
                </a:lnTo>
                <a:lnTo>
                  <a:pt x="118706" y="101551"/>
                </a:lnTo>
                <a:lnTo>
                  <a:pt x="119022" y="102195"/>
                </a:lnTo>
                <a:lnTo>
                  <a:pt x="119347" y="102831"/>
                </a:lnTo>
                <a:lnTo>
                  <a:pt x="119680" y="103459"/>
                </a:lnTo>
                <a:lnTo>
                  <a:pt x="120023" y="104079"/>
                </a:lnTo>
                <a:lnTo>
                  <a:pt x="120375" y="104690"/>
                </a:lnTo>
                <a:lnTo>
                  <a:pt x="120736" y="105294"/>
                </a:lnTo>
                <a:lnTo>
                  <a:pt x="121106" y="105890"/>
                </a:lnTo>
                <a:lnTo>
                  <a:pt x="121485" y="106477"/>
                </a:lnTo>
                <a:lnTo>
                  <a:pt x="121873" y="107056"/>
                </a:lnTo>
                <a:lnTo>
                  <a:pt x="122270" y="107627"/>
                </a:lnTo>
                <a:lnTo>
                  <a:pt x="122676" y="108190"/>
                </a:lnTo>
                <a:lnTo>
                  <a:pt x="123090" y="108745"/>
                </a:lnTo>
                <a:lnTo>
                  <a:pt x="123514" y="109292"/>
                </a:lnTo>
                <a:lnTo>
                  <a:pt x="123947" y="109830"/>
                </a:lnTo>
                <a:lnTo>
                  <a:pt x="124389" y="110361"/>
                </a:lnTo>
                <a:lnTo>
                  <a:pt x="124839" y="110883"/>
                </a:lnTo>
                <a:lnTo>
                  <a:pt x="125299" y="111398"/>
                </a:lnTo>
                <a:lnTo>
                  <a:pt x="125768" y="111904"/>
                </a:lnTo>
                <a:lnTo>
                  <a:pt x="126245" y="112401"/>
                </a:lnTo>
                <a:lnTo>
                  <a:pt x="126731" y="112888"/>
                </a:lnTo>
                <a:lnTo>
                  <a:pt x="127226" y="113366"/>
                </a:lnTo>
                <a:lnTo>
                  <a:pt x="127730" y="113834"/>
                </a:lnTo>
                <a:lnTo>
                  <a:pt x="128242" y="114293"/>
                </a:lnTo>
                <a:lnTo>
                  <a:pt x="128763" y="114742"/>
                </a:lnTo>
                <a:lnTo>
                  <a:pt x="129293" y="115182"/>
                </a:lnTo>
                <a:lnTo>
                  <a:pt x="129831" y="115612"/>
                </a:lnTo>
                <a:lnTo>
                  <a:pt x="130379" y="116032"/>
                </a:lnTo>
                <a:lnTo>
                  <a:pt x="130934" y="116443"/>
                </a:lnTo>
                <a:lnTo>
                  <a:pt x="131499" y="116844"/>
                </a:lnTo>
                <a:lnTo>
                  <a:pt x="132072" y="117236"/>
                </a:lnTo>
                <a:lnTo>
                  <a:pt x="132654" y="117618"/>
                </a:lnTo>
                <a:lnTo>
                  <a:pt x="133245" y="117990"/>
                </a:lnTo>
                <a:lnTo>
                  <a:pt x="133844" y="118353"/>
                </a:lnTo>
                <a:lnTo>
                  <a:pt x="134452" y="118707"/>
                </a:lnTo>
                <a:lnTo>
                  <a:pt x="135069" y="119050"/>
                </a:lnTo>
                <a:lnTo>
                  <a:pt x="135694" y="119384"/>
                </a:lnTo>
                <a:lnTo>
                  <a:pt x="136328" y="119709"/>
                </a:lnTo>
                <a:lnTo>
                  <a:pt x="136971" y="120024"/>
                </a:lnTo>
                <a:lnTo>
                  <a:pt x="137622" y="120329"/>
                </a:lnTo>
                <a:lnTo>
                  <a:pt x="138283" y="120625"/>
                </a:lnTo>
                <a:lnTo>
                  <a:pt x="138952" y="120911"/>
                </a:lnTo>
                <a:lnTo>
                  <a:pt x="139629" y="121188"/>
                </a:lnTo>
                <a:lnTo>
                  <a:pt x="140315" y="121454"/>
                </a:lnTo>
                <a:lnTo>
                  <a:pt x="141007" y="121709"/>
                </a:lnTo>
                <a:lnTo>
                  <a:pt x="141706" y="121953"/>
                </a:lnTo>
                <a:lnTo>
                  <a:pt x="142413" y="122185"/>
                </a:lnTo>
                <a:lnTo>
                  <a:pt x="143126" y="122406"/>
                </a:lnTo>
                <a:lnTo>
                  <a:pt x="143846" y="122615"/>
                </a:lnTo>
                <a:lnTo>
                  <a:pt x="144573" y="122813"/>
                </a:lnTo>
                <a:lnTo>
                  <a:pt x="145308" y="123000"/>
                </a:lnTo>
                <a:lnTo>
                  <a:pt x="146049" y="123176"/>
                </a:lnTo>
                <a:lnTo>
                  <a:pt x="146797" y="123340"/>
                </a:lnTo>
                <a:lnTo>
                  <a:pt x="147552" y="123493"/>
                </a:lnTo>
                <a:lnTo>
                  <a:pt x="148314" y="123635"/>
                </a:lnTo>
                <a:lnTo>
                  <a:pt x="149083" y="123765"/>
                </a:lnTo>
                <a:lnTo>
                  <a:pt x="149859" y="123884"/>
                </a:lnTo>
                <a:lnTo>
                  <a:pt x="150642" y="123991"/>
                </a:lnTo>
                <a:lnTo>
                  <a:pt x="151432" y="124088"/>
                </a:lnTo>
                <a:lnTo>
                  <a:pt x="152229" y="124173"/>
                </a:lnTo>
                <a:lnTo>
                  <a:pt x="153032" y="124246"/>
                </a:lnTo>
                <a:lnTo>
                  <a:pt x="153843" y="124309"/>
                </a:lnTo>
                <a:lnTo>
                  <a:pt x="154661" y="124360"/>
                </a:lnTo>
                <a:lnTo>
                  <a:pt x="155486" y="124399"/>
                </a:lnTo>
                <a:lnTo>
                  <a:pt x="156317" y="124427"/>
                </a:lnTo>
                <a:lnTo>
                  <a:pt x="157156" y="124444"/>
                </a:lnTo>
                <a:lnTo>
                  <a:pt x="158002" y="124450"/>
                </a:lnTo>
                <a:lnTo>
                  <a:pt x="159219" y="124439"/>
                </a:lnTo>
                <a:lnTo>
                  <a:pt x="160421" y="124404"/>
                </a:lnTo>
                <a:lnTo>
                  <a:pt x="161608" y="124346"/>
                </a:lnTo>
                <a:lnTo>
                  <a:pt x="162780" y="124265"/>
                </a:lnTo>
                <a:lnTo>
                  <a:pt x="163937" y="124160"/>
                </a:lnTo>
                <a:lnTo>
                  <a:pt x="165079" y="124033"/>
                </a:lnTo>
                <a:lnTo>
                  <a:pt x="166206" y="123882"/>
                </a:lnTo>
                <a:lnTo>
                  <a:pt x="167317" y="123708"/>
                </a:lnTo>
                <a:lnTo>
                  <a:pt x="168414" y="123512"/>
                </a:lnTo>
                <a:lnTo>
                  <a:pt x="169495" y="123291"/>
                </a:lnTo>
                <a:lnTo>
                  <a:pt x="170562" y="123048"/>
                </a:lnTo>
                <a:lnTo>
                  <a:pt x="171613" y="122781"/>
                </a:lnTo>
                <a:lnTo>
                  <a:pt x="172650" y="122492"/>
                </a:lnTo>
                <a:lnTo>
                  <a:pt x="173671" y="122179"/>
                </a:lnTo>
                <a:lnTo>
                  <a:pt x="174677" y="121843"/>
                </a:lnTo>
                <a:lnTo>
                  <a:pt x="175668" y="121484"/>
                </a:lnTo>
                <a:lnTo>
                  <a:pt x="176644" y="121101"/>
                </a:lnTo>
                <a:lnTo>
                  <a:pt x="177605" y="120696"/>
                </a:lnTo>
                <a:lnTo>
                  <a:pt x="178551" y="120267"/>
                </a:lnTo>
                <a:lnTo>
                  <a:pt x="179481" y="119815"/>
                </a:lnTo>
                <a:lnTo>
                  <a:pt x="180397" y="119340"/>
                </a:lnTo>
                <a:lnTo>
                  <a:pt x="181298" y="118842"/>
                </a:lnTo>
                <a:lnTo>
                  <a:pt x="182183" y="118320"/>
                </a:lnTo>
                <a:lnTo>
                  <a:pt x="183054" y="117776"/>
                </a:lnTo>
                <a:lnTo>
                  <a:pt x="183908" y="117204"/>
                </a:lnTo>
                <a:lnTo>
                  <a:pt x="184743" y="116602"/>
                </a:lnTo>
                <a:lnTo>
                  <a:pt x="185559" y="115969"/>
                </a:lnTo>
                <a:lnTo>
                  <a:pt x="186358" y="115305"/>
                </a:lnTo>
                <a:lnTo>
                  <a:pt x="187137" y="114610"/>
                </a:lnTo>
                <a:lnTo>
                  <a:pt x="187898" y="113885"/>
                </a:lnTo>
                <a:lnTo>
                  <a:pt x="188641" y="113129"/>
                </a:lnTo>
                <a:lnTo>
                  <a:pt x="189364" y="112343"/>
                </a:lnTo>
                <a:lnTo>
                  <a:pt x="190070" y="111526"/>
                </a:lnTo>
                <a:lnTo>
                  <a:pt x="190756" y="110678"/>
                </a:lnTo>
                <a:lnTo>
                  <a:pt x="191425" y="109799"/>
                </a:lnTo>
                <a:lnTo>
                  <a:pt x="192074" y="108889"/>
                </a:lnTo>
                <a:lnTo>
                  <a:pt x="192705" y="107949"/>
                </a:lnTo>
                <a:lnTo>
                  <a:pt x="193318" y="106978"/>
                </a:lnTo>
                <a:lnTo>
                  <a:pt x="193912" y="105977"/>
                </a:lnTo>
                <a:lnTo>
                  <a:pt x="194487" y="104944"/>
                </a:lnTo>
                <a:lnTo>
                  <a:pt x="195044" y="103881"/>
                </a:lnTo>
                <a:lnTo>
                  <a:pt x="195582" y="102788"/>
                </a:lnTo>
                <a:lnTo>
                  <a:pt x="196102" y="101663"/>
                </a:lnTo>
                <a:lnTo>
                  <a:pt x="196603" y="100508"/>
                </a:lnTo>
                <a:lnTo>
                  <a:pt x="197085" y="99322"/>
                </a:lnTo>
                <a:lnTo>
                  <a:pt x="197549" y="98106"/>
                </a:lnTo>
                <a:lnTo>
                  <a:pt x="197995" y="96858"/>
                </a:lnTo>
                <a:lnTo>
                  <a:pt x="198421" y="95580"/>
                </a:lnTo>
                <a:lnTo>
                  <a:pt x="177544" y="95580"/>
                </a:lnTo>
                <a:lnTo>
                  <a:pt x="177439" y="95911"/>
                </a:lnTo>
                <a:lnTo>
                  <a:pt x="177321" y="96240"/>
                </a:lnTo>
                <a:lnTo>
                  <a:pt x="177189" y="96567"/>
                </a:lnTo>
                <a:lnTo>
                  <a:pt x="177042" y="96893"/>
                </a:lnTo>
                <a:lnTo>
                  <a:pt x="176882" y="97218"/>
                </a:lnTo>
                <a:lnTo>
                  <a:pt x="176708" y="97541"/>
                </a:lnTo>
                <a:lnTo>
                  <a:pt x="176520" y="97863"/>
                </a:lnTo>
                <a:lnTo>
                  <a:pt x="176318" y="98183"/>
                </a:lnTo>
                <a:lnTo>
                  <a:pt x="176103" y="98502"/>
                </a:lnTo>
                <a:lnTo>
                  <a:pt x="175873" y="98820"/>
                </a:lnTo>
                <a:lnTo>
                  <a:pt x="175629" y="99136"/>
                </a:lnTo>
                <a:lnTo>
                  <a:pt x="175372" y="99450"/>
                </a:lnTo>
                <a:lnTo>
                  <a:pt x="175100" y="99763"/>
                </a:lnTo>
                <a:lnTo>
                  <a:pt x="174815" y="100075"/>
                </a:lnTo>
                <a:lnTo>
                  <a:pt x="174516" y="100385"/>
                </a:lnTo>
                <a:lnTo>
                  <a:pt x="174202" y="100694"/>
                </a:lnTo>
                <a:lnTo>
                  <a:pt x="173875" y="101002"/>
                </a:lnTo>
                <a:lnTo>
                  <a:pt x="173534" y="101308"/>
                </a:lnTo>
                <a:lnTo>
                  <a:pt x="173179" y="101612"/>
                </a:lnTo>
                <a:lnTo>
                  <a:pt x="172810" y="101916"/>
                </a:lnTo>
                <a:lnTo>
                  <a:pt x="172427" y="102217"/>
                </a:lnTo>
                <a:lnTo>
                  <a:pt x="172031" y="102518"/>
                </a:lnTo>
                <a:lnTo>
                  <a:pt x="171620" y="102816"/>
                </a:lnTo>
                <a:lnTo>
                  <a:pt x="171195" y="103114"/>
                </a:lnTo>
                <a:lnTo>
                  <a:pt x="170761" y="103404"/>
                </a:lnTo>
                <a:lnTo>
                  <a:pt x="170319" y="103682"/>
                </a:lnTo>
                <a:lnTo>
                  <a:pt x="169870" y="103948"/>
                </a:lnTo>
                <a:lnTo>
                  <a:pt x="169414" y="104201"/>
                </a:lnTo>
                <a:lnTo>
                  <a:pt x="168952" y="104442"/>
                </a:lnTo>
                <a:lnTo>
                  <a:pt x="168482" y="104670"/>
                </a:lnTo>
                <a:lnTo>
                  <a:pt x="168005" y="104886"/>
                </a:lnTo>
                <a:lnTo>
                  <a:pt x="167522" y="105090"/>
                </a:lnTo>
                <a:lnTo>
                  <a:pt x="167031" y="105282"/>
                </a:lnTo>
                <a:lnTo>
                  <a:pt x="166534" y="105461"/>
                </a:lnTo>
                <a:lnTo>
                  <a:pt x="166029" y="105628"/>
                </a:lnTo>
                <a:lnTo>
                  <a:pt x="165518" y="105782"/>
                </a:lnTo>
                <a:lnTo>
                  <a:pt x="164999" y="105924"/>
                </a:lnTo>
                <a:lnTo>
                  <a:pt x="164474" y="106054"/>
                </a:lnTo>
                <a:lnTo>
                  <a:pt x="163942" y="106171"/>
                </a:lnTo>
                <a:lnTo>
                  <a:pt x="163403" y="106276"/>
                </a:lnTo>
                <a:lnTo>
                  <a:pt x="162856" y="106369"/>
                </a:lnTo>
                <a:lnTo>
                  <a:pt x="162303" y="106449"/>
                </a:lnTo>
                <a:lnTo>
                  <a:pt x="161743" y="106517"/>
                </a:lnTo>
                <a:lnTo>
                  <a:pt x="161176" y="106573"/>
                </a:lnTo>
                <a:lnTo>
                  <a:pt x="160602" y="106616"/>
                </a:lnTo>
                <a:lnTo>
                  <a:pt x="160021" y="106647"/>
                </a:lnTo>
                <a:lnTo>
                  <a:pt x="159433" y="106665"/>
                </a:lnTo>
                <a:lnTo>
                  <a:pt x="158838" y="106672"/>
                </a:lnTo>
                <a:lnTo>
                  <a:pt x="158011" y="106663"/>
                </a:lnTo>
                <a:lnTo>
                  <a:pt x="157200" y="106636"/>
                </a:lnTo>
                <a:lnTo>
                  <a:pt x="156405" y="106591"/>
                </a:lnTo>
                <a:lnTo>
                  <a:pt x="155627" y="106528"/>
                </a:lnTo>
                <a:lnTo>
                  <a:pt x="154865" y="106447"/>
                </a:lnTo>
                <a:lnTo>
                  <a:pt x="154119" y="106348"/>
                </a:lnTo>
                <a:lnTo>
                  <a:pt x="153390" y="106232"/>
                </a:lnTo>
                <a:lnTo>
                  <a:pt x="152676" y="106097"/>
                </a:lnTo>
                <a:lnTo>
                  <a:pt x="151979" y="105944"/>
                </a:lnTo>
                <a:lnTo>
                  <a:pt x="151298" y="105774"/>
                </a:lnTo>
                <a:lnTo>
                  <a:pt x="150634" y="105585"/>
                </a:lnTo>
                <a:lnTo>
                  <a:pt x="149985" y="105379"/>
                </a:lnTo>
                <a:lnTo>
                  <a:pt x="149353" y="105154"/>
                </a:lnTo>
                <a:lnTo>
                  <a:pt x="148737" y="104912"/>
                </a:lnTo>
                <a:lnTo>
                  <a:pt x="148137" y="104652"/>
                </a:lnTo>
                <a:lnTo>
                  <a:pt x="147554" y="104373"/>
                </a:lnTo>
                <a:lnTo>
                  <a:pt x="146986" y="104077"/>
                </a:lnTo>
                <a:lnTo>
                  <a:pt x="146435" y="103763"/>
                </a:lnTo>
                <a:lnTo>
                  <a:pt x="145901" y="103431"/>
                </a:lnTo>
                <a:lnTo>
                  <a:pt x="145382" y="103081"/>
                </a:lnTo>
                <a:lnTo>
                  <a:pt x="144880" y="102713"/>
                </a:lnTo>
                <a:lnTo>
                  <a:pt x="144393" y="102326"/>
                </a:lnTo>
                <a:lnTo>
                  <a:pt x="143924" y="101922"/>
                </a:lnTo>
                <a:lnTo>
                  <a:pt x="143470" y="101501"/>
                </a:lnTo>
                <a:lnTo>
                  <a:pt x="143033" y="101058"/>
                </a:lnTo>
                <a:lnTo>
                  <a:pt x="142613" y="100594"/>
                </a:lnTo>
                <a:lnTo>
                  <a:pt x="142209" y="100108"/>
                </a:lnTo>
                <a:lnTo>
                  <a:pt x="141823" y="99600"/>
                </a:lnTo>
                <a:lnTo>
                  <a:pt x="141453" y="99070"/>
                </a:lnTo>
                <a:lnTo>
                  <a:pt x="141100" y="98518"/>
                </a:lnTo>
                <a:lnTo>
                  <a:pt x="140764" y="97943"/>
                </a:lnTo>
                <a:lnTo>
                  <a:pt x="140445" y="97347"/>
                </a:lnTo>
                <a:lnTo>
                  <a:pt x="140143" y="96729"/>
                </a:lnTo>
                <a:lnTo>
                  <a:pt x="139857" y="96089"/>
                </a:lnTo>
                <a:lnTo>
                  <a:pt x="139589" y="95427"/>
                </a:lnTo>
                <a:lnTo>
                  <a:pt x="139337" y="94742"/>
                </a:lnTo>
                <a:lnTo>
                  <a:pt x="139102" y="94036"/>
                </a:lnTo>
                <a:lnTo>
                  <a:pt x="138883" y="93308"/>
                </a:lnTo>
                <a:lnTo>
                  <a:pt x="138682" y="92558"/>
                </a:lnTo>
                <a:lnTo>
                  <a:pt x="138497" y="91786"/>
                </a:lnTo>
                <a:lnTo>
                  <a:pt x="138330" y="90991"/>
                </a:lnTo>
                <a:lnTo>
                  <a:pt x="138179" y="90175"/>
                </a:lnTo>
                <a:lnTo>
                  <a:pt x="138044" y="89337"/>
                </a:lnTo>
                <a:lnTo>
                  <a:pt x="137927" y="88476"/>
                </a:lnTo>
                <a:lnTo>
                  <a:pt x="137827" y="87594"/>
                </a:lnTo>
                <a:lnTo>
                  <a:pt x="137743" y="86690"/>
                </a:lnTo>
                <a:lnTo>
                  <a:pt x="137676" y="85764"/>
                </a:lnTo>
                <a:lnTo>
                  <a:pt x="137626" y="84815"/>
                </a:lnTo>
                <a:lnTo>
                  <a:pt x="199925" y="84815"/>
                </a:lnTo>
                <a:lnTo>
                  <a:pt x="199975" y="83980"/>
                </a:lnTo>
                <a:lnTo>
                  <a:pt x="200015" y="83148"/>
                </a:lnTo>
                <a:close/>
                <a:moveTo>
                  <a:pt x="137659" y="69386"/>
                </a:moveTo>
                <a:lnTo>
                  <a:pt x="137679" y="69171"/>
                </a:lnTo>
                <a:lnTo>
                  <a:pt x="137702" y="68953"/>
                </a:lnTo>
                <a:lnTo>
                  <a:pt x="137728" y="68733"/>
                </a:lnTo>
                <a:lnTo>
                  <a:pt x="137756" y="68511"/>
                </a:lnTo>
                <a:lnTo>
                  <a:pt x="137787" y="68287"/>
                </a:lnTo>
                <a:lnTo>
                  <a:pt x="137820" y="68060"/>
                </a:lnTo>
                <a:lnTo>
                  <a:pt x="137856" y="67831"/>
                </a:lnTo>
                <a:lnTo>
                  <a:pt x="137895" y="67599"/>
                </a:lnTo>
                <a:lnTo>
                  <a:pt x="137936" y="67365"/>
                </a:lnTo>
                <a:lnTo>
                  <a:pt x="137980" y="67129"/>
                </a:lnTo>
                <a:lnTo>
                  <a:pt x="138026" y="66891"/>
                </a:lnTo>
                <a:lnTo>
                  <a:pt x="138075" y="66650"/>
                </a:lnTo>
                <a:lnTo>
                  <a:pt x="138127" y="66407"/>
                </a:lnTo>
                <a:lnTo>
                  <a:pt x="138181" y="66161"/>
                </a:lnTo>
                <a:lnTo>
                  <a:pt x="138238" y="65913"/>
                </a:lnTo>
                <a:lnTo>
                  <a:pt x="138297" y="65663"/>
                </a:lnTo>
                <a:lnTo>
                  <a:pt x="138360" y="65411"/>
                </a:lnTo>
                <a:lnTo>
                  <a:pt x="138424" y="65156"/>
                </a:lnTo>
                <a:lnTo>
                  <a:pt x="138492" y="64899"/>
                </a:lnTo>
                <a:lnTo>
                  <a:pt x="138561" y="64639"/>
                </a:lnTo>
                <a:lnTo>
                  <a:pt x="138634" y="64378"/>
                </a:lnTo>
                <a:lnTo>
                  <a:pt x="138709" y="64114"/>
                </a:lnTo>
                <a:lnTo>
                  <a:pt x="138788" y="63849"/>
                </a:lnTo>
                <a:lnTo>
                  <a:pt x="138872" y="63585"/>
                </a:lnTo>
                <a:lnTo>
                  <a:pt x="138960" y="63322"/>
                </a:lnTo>
                <a:lnTo>
                  <a:pt x="139053" y="63061"/>
                </a:lnTo>
                <a:lnTo>
                  <a:pt x="139150" y="62801"/>
                </a:lnTo>
                <a:lnTo>
                  <a:pt x="139253" y="62542"/>
                </a:lnTo>
                <a:lnTo>
                  <a:pt x="139359" y="62284"/>
                </a:lnTo>
                <a:lnTo>
                  <a:pt x="139471" y="62027"/>
                </a:lnTo>
                <a:lnTo>
                  <a:pt x="139587" y="61772"/>
                </a:lnTo>
                <a:lnTo>
                  <a:pt x="139708" y="61518"/>
                </a:lnTo>
                <a:lnTo>
                  <a:pt x="139833" y="61265"/>
                </a:lnTo>
                <a:lnTo>
                  <a:pt x="139963" y="61013"/>
                </a:lnTo>
                <a:lnTo>
                  <a:pt x="140098" y="60762"/>
                </a:lnTo>
                <a:lnTo>
                  <a:pt x="140237" y="60512"/>
                </a:lnTo>
                <a:lnTo>
                  <a:pt x="140381" y="60264"/>
                </a:lnTo>
                <a:lnTo>
                  <a:pt x="140529" y="60017"/>
                </a:lnTo>
                <a:lnTo>
                  <a:pt x="140683" y="59771"/>
                </a:lnTo>
                <a:lnTo>
                  <a:pt x="140840" y="59526"/>
                </a:lnTo>
                <a:lnTo>
                  <a:pt x="141003" y="59282"/>
                </a:lnTo>
                <a:lnTo>
                  <a:pt x="141170" y="59039"/>
                </a:lnTo>
                <a:lnTo>
                  <a:pt x="141342" y="58798"/>
                </a:lnTo>
                <a:lnTo>
                  <a:pt x="141518" y="58558"/>
                </a:lnTo>
                <a:lnTo>
                  <a:pt x="141699" y="58319"/>
                </a:lnTo>
                <a:lnTo>
                  <a:pt x="141885" y="58081"/>
                </a:lnTo>
                <a:lnTo>
                  <a:pt x="142075" y="57845"/>
                </a:lnTo>
                <a:lnTo>
                  <a:pt x="142271" y="57613"/>
                </a:lnTo>
                <a:lnTo>
                  <a:pt x="142472" y="57383"/>
                </a:lnTo>
                <a:lnTo>
                  <a:pt x="142678" y="57157"/>
                </a:lnTo>
                <a:lnTo>
                  <a:pt x="142890" y="56934"/>
                </a:lnTo>
                <a:lnTo>
                  <a:pt x="143106" y="56714"/>
                </a:lnTo>
                <a:lnTo>
                  <a:pt x="143328" y="56498"/>
                </a:lnTo>
                <a:lnTo>
                  <a:pt x="143555" y="56284"/>
                </a:lnTo>
                <a:lnTo>
                  <a:pt x="143787" y="56074"/>
                </a:lnTo>
                <a:lnTo>
                  <a:pt x="144025" y="55867"/>
                </a:lnTo>
                <a:lnTo>
                  <a:pt x="144267" y="55663"/>
                </a:lnTo>
                <a:lnTo>
                  <a:pt x="144515" y="55463"/>
                </a:lnTo>
                <a:lnTo>
                  <a:pt x="144768" y="55265"/>
                </a:lnTo>
                <a:lnTo>
                  <a:pt x="145027" y="55071"/>
                </a:lnTo>
                <a:lnTo>
                  <a:pt x="145290" y="54880"/>
                </a:lnTo>
                <a:lnTo>
                  <a:pt x="145559" y="54692"/>
                </a:lnTo>
                <a:lnTo>
                  <a:pt x="145833" y="54508"/>
                </a:lnTo>
                <a:lnTo>
                  <a:pt x="146112" y="54326"/>
                </a:lnTo>
                <a:lnTo>
                  <a:pt x="146397" y="54148"/>
                </a:lnTo>
                <a:lnTo>
                  <a:pt x="146686" y="53973"/>
                </a:lnTo>
                <a:lnTo>
                  <a:pt x="146981" y="53801"/>
                </a:lnTo>
                <a:lnTo>
                  <a:pt x="147281" y="53633"/>
                </a:lnTo>
                <a:lnTo>
                  <a:pt x="147586" y="53467"/>
                </a:lnTo>
                <a:lnTo>
                  <a:pt x="147897" y="53305"/>
                </a:lnTo>
                <a:lnTo>
                  <a:pt x="148213" y="53148"/>
                </a:lnTo>
                <a:lnTo>
                  <a:pt x="148536" y="52997"/>
                </a:lnTo>
                <a:lnTo>
                  <a:pt x="148866" y="52854"/>
                </a:lnTo>
                <a:lnTo>
                  <a:pt x="149203" y="52716"/>
                </a:lnTo>
                <a:lnTo>
                  <a:pt x="149546" y="52586"/>
                </a:lnTo>
                <a:lnTo>
                  <a:pt x="149896" y="52462"/>
                </a:lnTo>
                <a:lnTo>
                  <a:pt x="150253" y="52345"/>
                </a:lnTo>
                <a:lnTo>
                  <a:pt x="150616" y="52235"/>
                </a:lnTo>
                <a:lnTo>
                  <a:pt x="150986" y="52131"/>
                </a:lnTo>
                <a:lnTo>
                  <a:pt x="151362" y="52034"/>
                </a:lnTo>
                <a:lnTo>
                  <a:pt x="151746" y="51944"/>
                </a:lnTo>
                <a:lnTo>
                  <a:pt x="152135" y="51860"/>
                </a:lnTo>
                <a:lnTo>
                  <a:pt x="152532" y="51783"/>
                </a:lnTo>
                <a:lnTo>
                  <a:pt x="152935" y="51713"/>
                </a:lnTo>
                <a:lnTo>
                  <a:pt x="153345" y="51649"/>
                </a:lnTo>
                <a:lnTo>
                  <a:pt x="153762" y="51593"/>
                </a:lnTo>
                <a:lnTo>
                  <a:pt x="154185" y="51542"/>
                </a:lnTo>
                <a:lnTo>
                  <a:pt x="154615" y="51499"/>
                </a:lnTo>
                <a:lnTo>
                  <a:pt x="155051" y="51462"/>
                </a:lnTo>
                <a:lnTo>
                  <a:pt x="155494" y="51432"/>
                </a:lnTo>
                <a:lnTo>
                  <a:pt x="155944" y="51409"/>
                </a:lnTo>
                <a:lnTo>
                  <a:pt x="156401" y="51392"/>
                </a:lnTo>
                <a:lnTo>
                  <a:pt x="156864" y="51382"/>
                </a:lnTo>
                <a:lnTo>
                  <a:pt x="157334" y="51378"/>
                </a:lnTo>
                <a:lnTo>
                  <a:pt x="158050" y="51387"/>
                </a:lnTo>
                <a:lnTo>
                  <a:pt x="158751" y="51411"/>
                </a:lnTo>
                <a:lnTo>
                  <a:pt x="159436" y="51452"/>
                </a:lnTo>
                <a:lnTo>
                  <a:pt x="160106" y="51509"/>
                </a:lnTo>
                <a:lnTo>
                  <a:pt x="160761" y="51582"/>
                </a:lnTo>
                <a:lnTo>
                  <a:pt x="161400" y="51672"/>
                </a:lnTo>
                <a:lnTo>
                  <a:pt x="162024" y="51778"/>
                </a:lnTo>
                <a:lnTo>
                  <a:pt x="162632" y="51900"/>
                </a:lnTo>
                <a:lnTo>
                  <a:pt x="163225" y="52038"/>
                </a:lnTo>
                <a:lnTo>
                  <a:pt x="163803" y="52193"/>
                </a:lnTo>
                <a:lnTo>
                  <a:pt x="164366" y="52364"/>
                </a:lnTo>
                <a:lnTo>
                  <a:pt x="164913" y="52551"/>
                </a:lnTo>
                <a:lnTo>
                  <a:pt x="165444" y="52755"/>
                </a:lnTo>
                <a:lnTo>
                  <a:pt x="165961" y="52975"/>
                </a:lnTo>
                <a:lnTo>
                  <a:pt x="166461" y="53211"/>
                </a:lnTo>
                <a:lnTo>
                  <a:pt x="166947" y="53464"/>
                </a:lnTo>
                <a:lnTo>
                  <a:pt x="167417" y="53733"/>
                </a:lnTo>
                <a:lnTo>
                  <a:pt x="167872" y="54018"/>
                </a:lnTo>
                <a:lnTo>
                  <a:pt x="168311" y="54319"/>
                </a:lnTo>
                <a:lnTo>
                  <a:pt x="168735" y="54637"/>
                </a:lnTo>
                <a:lnTo>
                  <a:pt x="169144" y="54971"/>
                </a:lnTo>
                <a:lnTo>
                  <a:pt x="169537" y="55321"/>
                </a:lnTo>
                <a:lnTo>
                  <a:pt x="169915" y="55688"/>
                </a:lnTo>
                <a:lnTo>
                  <a:pt x="170278" y="56070"/>
                </a:lnTo>
                <a:lnTo>
                  <a:pt x="170628" y="56469"/>
                </a:lnTo>
                <a:lnTo>
                  <a:pt x="170970" y="56883"/>
                </a:lnTo>
                <a:lnTo>
                  <a:pt x="171302" y="57311"/>
                </a:lnTo>
                <a:lnTo>
                  <a:pt x="171625" y="57755"/>
                </a:lnTo>
                <a:lnTo>
                  <a:pt x="171940" y="58214"/>
                </a:lnTo>
                <a:lnTo>
                  <a:pt x="172245" y="58688"/>
                </a:lnTo>
                <a:lnTo>
                  <a:pt x="172542" y="59178"/>
                </a:lnTo>
                <a:lnTo>
                  <a:pt x="172829" y="59682"/>
                </a:lnTo>
                <a:lnTo>
                  <a:pt x="173108" y="60202"/>
                </a:lnTo>
                <a:lnTo>
                  <a:pt x="173377" y="60736"/>
                </a:lnTo>
                <a:lnTo>
                  <a:pt x="173638" y="61286"/>
                </a:lnTo>
                <a:lnTo>
                  <a:pt x="173889" y="61851"/>
                </a:lnTo>
                <a:lnTo>
                  <a:pt x="174132" y="62431"/>
                </a:lnTo>
                <a:lnTo>
                  <a:pt x="174365" y="63026"/>
                </a:lnTo>
                <a:lnTo>
                  <a:pt x="174590" y="63637"/>
                </a:lnTo>
                <a:lnTo>
                  <a:pt x="174805" y="64262"/>
                </a:lnTo>
                <a:lnTo>
                  <a:pt x="175012" y="64902"/>
                </a:lnTo>
                <a:lnTo>
                  <a:pt x="175209" y="65558"/>
                </a:lnTo>
                <a:lnTo>
                  <a:pt x="175398" y="66229"/>
                </a:lnTo>
                <a:lnTo>
                  <a:pt x="175577" y="66915"/>
                </a:lnTo>
                <a:lnTo>
                  <a:pt x="175748" y="67616"/>
                </a:lnTo>
                <a:lnTo>
                  <a:pt x="175910" y="68332"/>
                </a:lnTo>
                <a:lnTo>
                  <a:pt x="176062" y="69063"/>
                </a:lnTo>
                <a:lnTo>
                  <a:pt x="176206" y="69810"/>
                </a:lnTo>
                <a:lnTo>
                  <a:pt x="137626" y="69810"/>
                </a:lnTo>
                <a:lnTo>
                  <a:pt x="137641" y="69599"/>
                </a:lnTo>
                <a:lnTo>
                  <a:pt x="137659" y="69386"/>
                </a:lnTo>
                <a:close/>
                <a:moveTo>
                  <a:pt x="719953" y="83148"/>
                </a:moveTo>
                <a:lnTo>
                  <a:pt x="719983" y="82318"/>
                </a:lnTo>
                <a:lnTo>
                  <a:pt x="720002" y="81491"/>
                </a:lnTo>
                <a:lnTo>
                  <a:pt x="720011" y="80668"/>
                </a:lnTo>
                <a:lnTo>
                  <a:pt x="720009" y="79847"/>
                </a:lnTo>
                <a:lnTo>
                  <a:pt x="719997" y="79029"/>
                </a:lnTo>
                <a:lnTo>
                  <a:pt x="719974" y="78214"/>
                </a:lnTo>
                <a:lnTo>
                  <a:pt x="719941" y="77402"/>
                </a:lnTo>
                <a:lnTo>
                  <a:pt x="719897" y="76593"/>
                </a:lnTo>
                <a:lnTo>
                  <a:pt x="719843" y="75786"/>
                </a:lnTo>
                <a:lnTo>
                  <a:pt x="719779" y="74983"/>
                </a:lnTo>
                <a:lnTo>
                  <a:pt x="719704" y="74183"/>
                </a:lnTo>
                <a:lnTo>
                  <a:pt x="719619" y="73385"/>
                </a:lnTo>
                <a:lnTo>
                  <a:pt x="719523" y="72590"/>
                </a:lnTo>
                <a:lnTo>
                  <a:pt x="719417" y="71798"/>
                </a:lnTo>
                <a:lnTo>
                  <a:pt x="719300" y="71010"/>
                </a:lnTo>
                <a:lnTo>
                  <a:pt x="719173" y="70224"/>
                </a:lnTo>
                <a:lnTo>
                  <a:pt x="719035" y="69441"/>
                </a:lnTo>
                <a:lnTo>
                  <a:pt x="718887" y="68660"/>
                </a:lnTo>
                <a:lnTo>
                  <a:pt x="718729" y="67883"/>
                </a:lnTo>
                <a:lnTo>
                  <a:pt x="718560" y="67109"/>
                </a:lnTo>
                <a:lnTo>
                  <a:pt x="718381" y="66337"/>
                </a:lnTo>
                <a:lnTo>
                  <a:pt x="718191" y="65569"/>
                </a:lnTo>
                <a:lnTo>
                  <a:pt x="717991" y="64805"/>
                </a:lnTo>
                <a:lnTo>
                  <a:pt x="717781" y="64048"/>
                </a:lnTo>
                <a:lnTo>
                  <a:pt x="717561" y="63299"/>
                </a:lnTo>
                <a:lnTo>
                  <a:pt x="717331" y="62556"/>
                </a:lnTo>
                <a:lnTo>
                  <a:pt x="717090" y="61820"/>
                </a:lnTo>
                <a:lnTo>
                  <a:pt x="716840" y="61092"/>
                </a:lnTo>
                <a:lnTo>
                  <a:pt x="716579" y="60370"/>
                </a:lnTo>
                <a:lnTo>
                  <a:pt x="716308" y="59655"/>
                </a:lnTo>
                <a:lnTo>
                  <a:pt x="716027" y="58948"/>
                </a:lnTo>
                <a:lnTo>
                  <a:pt x="715736" y="58247"/>
                </a:lnTo>
                <a:lnTo>
                  <a:pt x="715434" y="57553"/>
                </a:lnTo>
                <a:lnTo>
                  <a:pt x="715123" y="56866"/>
                </a:lnTo>
                <a:lnTo>
                  <a:pt x="714801" y="56186"/>
                </a:lnTo>
                <a:lnTo>
                  <a:pt x="714469" y="55513"/>
                </a:lnTo>
                <a:lnTo>
                  <a:pt x="714127" y="54848"/>
                </a:lnTo>
                <a:lnTo>
                  <a:pt x="713775" y="54189"/>
                </a:lnTo>
                <a:lnTo>
                  <a:pt x="713412" y="53537"/>
                </a:lnTo>
                <a:lnTo>
                  <a:pt x="713040" y="52892"/>
                </a:lnTo>
                <a:lnTo>
                  <a:pt x="712657" y="52254"/>
                </a:lnTo>
                <a:lnTo>
                  <a:pt x="712264" y="51623"/>
                </a:lnTo>
                <a:lnTo>
                  <a:pt x="711861" y="50999"/>
                </a:lnTo>
                <a:lnTo>
                  <a:pt x="711448" y="50382"/>
                </a:lnTo>
                <a:lnTo>
                  <a:pt x="711025" y="49772"/>
                </a:lnTo>
                <a:lnTo>
                  <a:pt x="710591" y="49169"/>
                </a:lnTo>
                <a:lnTo>
                  <a:pt x="710148" y="48574"/>
                </a:lnTo>
                <a:lnTo>
                  <a:pt x="709694" y="47990"/>
                </a:lnTo>
                <a:lnTo>
                  <a:pt x="709231" y="47415"/>
                </a:lnTo>
                <a:lnTo>
                  <a:pt x="708757" y="46851"/>
                </a:lnTo>
                <a:lnTo>
                  <a:pt x="708273" y="46297"/>
                </a:lnTo>
                <a:lnTo>
                  <a:pt x="707778" y="45754"/>
                </a:lnTo>
                <a:lnTo>
                  <a:pt x="707274" y="45220"/>
                </a:lnTo>
                <a:lnTo>
                  <a:pt x="706759" y="44697"/>
                </a:lnTo>
                <a:lnTo>
                  <a:pt x="706235" y="44183"/>
                </a:lnTo>
                <a:lnTo>
                  <a:pt x="705700" y="43680"/>
                </a:lnTo>
                <a:lnTo>
                  <a:pt x="705155" y="43187"/>
                </a:lnTo>
                <a:lnTo>
                  <a:pt x="704600" y="42705"/>
                </a:lnTo>
                <a:lnTo>
                  <a:pt x="704034" y="42232"/>
                </a:lnTo>
                <a:lnTo>
                  <a:pt x="703459" y="41770"/>
                </a:lnTo>
                <a:lnTo>
                  <a:pt x="702873" y="41317"/>
                </a:lnTo>
                <a:lnTo>
                  <a:pt x="702277" y="40875"/>
                </a:lnTo>
                <a:lnTo>
                  <a:pt x="701671" y="40444"/>
                </a:lnTo>
                <a:lnTo>
                  <a:pt x="701055" y="40022"/>
                </a:lnTo>
                <a:lnTo>
                  <a:pt x="700429" y="39610"/>
                </a:lnTo>
                <a:lnTo>
                  <a:pt x="699793" y="39209"/>
                </a:lnTo>
                <a:lnTo>
                  <a:pt x="699146" y="38818"/>
                </a:lnTo>
                <a:lnTo>
                  <a:pt x="698489" y="38437"/>
                </a:lnTo>
                <a:lnTo>
                  <a:pt x="697822" y="38066"/>
                </a:lnTo>
                <a:lnTo>
                  <a:pt x="697145" y="37706"/>
                </a:lnTo>
                <a:lnTo>
                  <a:pt x="696458" y="37357"/>
                </a:lnTo>
                <a:lnTo>
                  <a:pt x="695762" y="37024"/>
                </a:lnTo>
                <a:lnTo>
                  <a:pt x="695055" y="36705"/>
                </a:lnTo>
                <a:lnTo>
                  <a:pt x="694339" y="36401"/>
                </a:lnTo>
                <a:lnTo>
                  <a:pt x="693612" y="36112"/>
                </a:lnTo>
                <a:lnTo>
                  <a:pt x="692876" y="35838"/>
                </a:lnTo>
                <a:lnTo>
                  <a:pt x="692130" y="35579"/>
                </a:lnTo>
                <a:lnTo>
                  <a:pt x="691374" y="35334"/>
                </a:lnTo>
                <a:lnTo>
                  <a:pt x="690608" y="35104"/>
                </a:lnTo>
                <a:lnTo>
                  <a:pt x="689833" y="34889"/>
                </a:lnTo>
                <a:lnTo>
                  <a:pt x="689047" y="34689"/>
                </a:lnTo>
                <a:lnTo>
                  <a:pt x="688252" y="34504"/>
                </a:lnTo>
                <a:lnTo>
                  <a:pt x="687447" y="34334"/>
                </a:lnTo>
                <a:lnTo>
                  <a:pt x="686632" y="34178"/>
                </a:lnTo>
                <a:lnTo>
                  <a:pt x="685807" y="34037"/>
                </a:lnTo>
                <a:lnTo>
                  <a:pt x="684972" y="33911"/>
                </a:lnTo>
                <a:lnTo>
                  <a:pt x="684128" y="33800"/>
                </a:lnTo>
                <a:lnTo>
                  <a:pt x="683273" y="33704"/>
                </a:lnTo>
                <a:lnTo>
                  <a:pt x="682409" y="33622"/>
                </a:lnTo>
                <a:lnTo>
                  <a:pt x="681535" y="33555"/>
                </a:lnTo>
                <a:lnTo>
                  <a:pt x="680651" y="33503"/>
                </a:lnTo>
                <a:lnTo>
                  <a:pt x="679757" y="33466"/>
                </a:lnTo>
                <a:lnTo>
                  <a:pt x="678853" y="33444"/>
                </a:lnTo>
                <a:lnTo>
                  <a:pt x="677939" y="33437"/>
                </a:lnTo>
                <a:lnTo>
                  <a:pt x="677121" y="33443"/>
                </a:lnTo>
                <a:lnTo>
                  <a:pt x="676309" y="33461"/>
                </a:lnTo>
                <a:lnTo>
                  <a:pt x="675503" y="33492"/>
                </a:lnTo>
                <a:lnTo>
                  <a:pt x="674703" y="33534"/>
                </a:lnTo>
                <a:lnTo>
                  <a:pt x="673909" y="33589"/>
                </a:lnTo>
                <a:lnTo>
                  <a:pt x="673122" y="33656"/>
                </a:lnTo>
                <a:lnTo>
                  <a:pt x="672340" y="33736"/>
                </a:lnTo>
                <a:lnTo>
                  <a:pt x="671564" y="33827"/>
                </a:lnTo>
                <a:lnTo>
                  <a:pt x="670795" y="33931"/>
                </a:lnTo>
                <a:lnTo>
                  <a:pt x="670032" y="34047"/>
                </a:lnTo>
                <a:lnTo>
                  <a:pt x="669274" y="34175"/>
                </a:lnTo>
                <a:lnTo>
                  <a:pt x="668523" y="34315"/>
                </a:lnTo>
                <a:lnTo>
                  <a:pt x="667778" y="34468"/>
                </a:lnTo>
                <a:lnTo>
                  <a:pt x="667039" y="34633"/>
                </a:lnTo>
                <a:lnTo>
                  <a:pt x="666306" y="34810"/>
                </a:lnTo>
                <a:lnTo>
                  <a:pt x="665580" y="34999"/>
                </a:lnTo>
                <a:lnTo>
                  <a:pt x="664859" y="35200"/>
                </a:lnTo>
                <a:lnTo>
                  <a:pt x="664144" y="35414"/>
                </a:lnTo>
                <a:lnTo>
                  <a:pt x="663436" y="35639"/>
                </a:lnTo>
                <a:lnTo>
                  <a:pt x="662734" y="35877"/>
                </a:lnTo>
                <a:lnTo>
                  <a:pt x="662037" y="36128"/>
                </a:lnTo>
                <a:lnTo>
                  <a:pt x="661347" y="36390"/>
                </a:lnTo>
                <a:lnTo>
                  <a:pt x="660663" y="36664"/>
                </a:lnTo>
                <a:lnTo>
                  <a:pt x="659985" y="36951"/>
                </a:lnTo>
                <a:lnTo>
                  <a:pt x="659314" y="37248"/>
                </a:lnTo>
                <a:lnTo>
                  <a:pt x="658651" y="37555"/>
                </a:lnTo>
                <a:lnTo>
                  <a:pt x="657995" y="37870"/>
                </a:lnTo>
                <a:lnTo>
                  <a:pt x="657348" y="38194"/>
                </a:lnTo>
                <a:lnTo>
                  <a:pt x="656708" y="38527"/>
                </a:lnTo>
                <a:lnTo>
                  <a:pt x="656076" y="38869"/>
                </a:lnTo>
                <a:lnTo>
                  <a:pt x="655452" y="39221"/>
                </a:lnTo>
                <a:lnTo>
                  <a:pt x="654836" y="39581"/>
                </a:lnTo>
                <a:lnTo>
                  <a:pt x="654227" y="39950"/>
                </a:lnTo>
                <a:lnTo>
                  <a:pt x="653627" y="40328"/>
                </a:lnTo>
                <a:lnTo>
                  <a:pt x="653034" y="40715"/>
                </a:lnTo>
                <a:lnTo>
                  <a:pt x="652449" y="41112"/>
                </a:lnTo>
                <a:lnTo>
                  <a:pt x="651872" y="41517"/>
                </a:lnTo>
                <a:lnTo>
                  <a:pt x="651302" y="41931"/>
                </a:lnTo>
                <a:lnTo>
                  <a:pt x="650741" y="42355"/>
                </a:lnTo>
                <a:lnTo>
                  <a:pt x="650187" y="42787"/>
                </a:lnTo>
                <a:lnTo>
                  <a:pt x="649641" y="43228"/>
                </a:lnTo>
                <a:lnTo>
                  <a:pt x="649103" y="43678"/>
                </a:lnTo>
                <a:lnTo>
                  <a:pt x="648573" y="44138"/>
                </a:lnTo>
                <a:lnTo>
                  <a:pt x="648051" y="44606"/>
                </a:lnTo>
                <a:lnTo>
                  <a:pt x="647536" y="45083"/>
                </a:lnTo>
                <a:lnTo>
                  <a:pt x="647029" y="45570"/>
                </a:lnTo>
                <a:lnTo>
                  <a:pt x="646531" y="46065"/>
                </a:lnTo>
                <a:lnTo>
                  <a:pt x="646039" y="46569"/>
                </a:lnTo>
                <a:lnTo>
                  <a:pt x="645557" y="47082"/>
                </a:lnTo>
                <a:lnTo>
                  <a:pt x="645084" y="47603"/>
                </a:lnTo>
                <a:lnTo>
                  <a:pt x="644620" y="48131"/>
                </a:lnTo>
                <a:lnTo>
                  <a:pt x="644165" y="48668"/>
                </a:lnTo>
                <a:lnTo>
                  <a:pt x="643719" y="49212"/>
                </a:lnTo>
                <a:lnTo>
                  <a:pt x="643283" y="49764"/>
                </a:lnTo>
                <a:lnTo>
                  <a:pt x="642856" y="50324"/>
                </a:lnTo>
                <a:lnTo>
                  <a:pt x="642439" y="50891"/>
                </a:lnTo>
                <a:lnTo>
                  <a:pt x="642031" y="51467"/>
                </a:lnTo>
                <a:lnTo>
                  <a:pt x="641632" y="52050"/>
                </a:lnTo>
                <a:lnTo>
                  <a:pt x="641242" y="52642"/>
                </a:lnTo>
                <a:lnTo>
                  <a:pt x="640861" y="53241"/>
                </a:lnTo>
                <a:lnTo>
                  <a:pt x="640490" y="53848"/>
                </a:lnTo>
                <a:lnTo>
                  <a:pt x="640128" y="54463"/>
                </a:lnTo>
                <a:lnTo>
                  <a:pt x="639776" y="55085"/>
                </a:lnTo>
                <a:lnTo>
                  <a:pt x="639432" y="55716"/>
                </a:lnTo>
                <a:lnTo>
                  <a:pt x="639098" y="56354"/>
                </a:lnTo>
                <a:lnTo>
                  <a:pt x="638774" y="57000"/>
                </a:lnTo>
                <a:lnTo>
                  <a:pt x="638458" y="57654"/>
                </a:lnTo>
                <a:lnTo>
                  <a:pt x="638152" y="58316"/>
                </a:lnTo>
                <a:lnTo>
                  <a:pt x="637855" y="58986"/>
                </a:lnTo>
                <a:lnTo>
                  <a:pt x="637568" y="59664"/>
                </a:lnTo>
                <a:lnTo>
                  <a:pt x="637289" y="60349"/>
                </a:lnTo>
                <a:lnTo>
                  <a:pt x="637020" y="61043"/>
                </a:lnTo>
                <a:lnTo>
                  <a:pt x="636761" y="61742"/>
                </a:lnTo>
                <a:lnTo>
                  <a:pt x="636513" y="62446"/>
                </a:lnTo>
                <a:lnTo>
                  <a:pt x="636276" y="63155"/>
                </a:lnTo>
                <a:lnTo>
                  <a:pt x="636051" y="63868"/>
                </a:lnTo>
                <a:lnTo>
                  <a:pt x="635836" y="64586"/>
                </a:lnTo>
                <a:lnTo>
                  <a:pt x="635632" y="65308"/>
                </a:lnTo>
                <a:lnTo>
                  <a:pt x="635439" y="66036"/>
                </a:lnTo>
                <a:lnTo>
                  <a:pt x="635257" y="66768"/>
                </a:lnTo>
                <a:lnTo>
                  <a:pt x="635087" y="67504"/>
                </a:lnTo>
                <a:lnTo>
                  <a:pt x="634927" y="68246"/>
                </a:lnTo>
                <a:lnTo>
                  <a:pt x="634778" y="68991"/>
                </a:lnTo>
                <a:lnTo>
                  <a:pt x="634640" y="69742"/>
                </a:lnTo>
                <a:lnTo>
                  <a:pt x="634514" y="70497"/>
                </a:lnTo>
                <a:lnTo>
                  <a:pt x="634398" y="71257"/>
                </a:lnTo>
                <a:lnTo>
                  <a:pt x="634293" y="72022"/>
                </a:lnTo>
                <a:lnTo>
                  <a:pt x="634200" y="72791"/>
                </a:lnTo>
                <a:lnTo>
                  <a:pt x="634117" y="73565"/>
                </a:lnTo>
                <a:lnTo>
                  <a:pt x="634046" y="74343"/>
                </a:lnTo>
                <a:lnTo>
                  <a:pt x="633985" y="75126"/>
                </a:lnTo>
                <a:lnTo>
                  <a:pt x="633935" y="75914"/>
                </a:lnTo>
                <a:lnTo>
                  <a:pt x="633897" y="76706"/>
                </a:lnTo>
                <a:lnTo>
                  <a:pt x="633869" y="77503"/>
                </a:lnTo>
                <a:lnTo>
                  <a:pt x="633853" y="78305"/>
                </a:lnTo>
                <a:lnTo>
                  <a:pt x="633847" y="79112"/>
                </a:lnTo>
                <a:lnTo>
                  <a:pt x="633853" y="79945"/>
                </a:lnTo>
                <a:lnTo>
                  <a:pt x="633869" y="80773"/>
                </a:lnTo>
                <a:lnTo>
                  <a:pt x="633895" y="81595"/>
                </a:lnTo>
                <a:lnTo>
                  <a:pt x="633933" y="82411"/>
                </a:lnTo>
                <a:lnTo>
                  <a:pt x="633981" y="83221"/>
                </a:lnTo>
                <a:lnTo>
                  <a:pt x="634040" y="84025"/>
                </a:lnTo>
                <a:lnTo>
                  <a:pt x="634110" y="84824"/>
                </a:lnTo>
                <a:lnTo>
                  <a:pt x="634190" y="85617"/>
                </a:lnTo>
                <a:lnTo>
                  <a:pt x="634282" y="86404"/>
                </a:lnTo>
                <a:lnTo>
                  <a:pt x="634383" y="87185"/>
                </a:lnTo>
                <a:lnTo>
                  <a:pt x="634496" y="87961"/>
                </a:lnTo>
                <a:lnTo>
                  <a:pt x="634619" y="88730"/>
                </a:lnTo>
                <a:lnTo>
                  <a:pt x="634753" y="89494"/>
                </a:lnTo>
                <a:lnTo>
                  <a:pt x="634898" y="90252"/>
                </a:lnTo>
                <a:lnTo>
                  <a:pt x="635054" y="91005"/>
                </a:lnTo>
                <a:lnTo>
                  <a:pt x="635220" y="91751"/>
                </a:lnTo>
                <a:lnTo>
                  <a:pt x="635397" y="92492"/>
                </a:lnTo>
                <a:lnTo>
                  <a:pt x="635585" y="93227"/>
                </a:lnTo>
                <a:lnTo>
                  <a:pt x="635783" y="93956"/>
                </a:lnTo>
                <a:lnTo>
                  <a:pt x="635992" y="94679"/>
                </a:lnTo>
                <a:lnTo>
                  <a:pt x="636212" y="95397"/>
                </a:lnTo>
                <a:lnTo>
                  <a:pt x="636443" y="96109"/>
                </a:lnTo>
                <a:lnTo>
                  <a:pt x="636684" y="96815"/>
                </a:lnTo>
                <a:lnTo>
                  <a:pt x="636936" y="97515"/>
                </a:lnTo>
                <a:lnTo>
                  <a:pt x="637198" y="98208"/>
                </a:lnTo>
                <a:lnTo>
                  <a:pt x="637469" y="98892"/>
                </a:lnTo>
                <a:lnTo>
                  <a:pt x="637749" y="99569"/>
                </a:lnTo>
                <a:lnTo>
                  <a:pt x="638038" y="100238"/>
                </a:lnTo>
                <a:lnTo>
                  <a:pt x="638336" y="100898"/>
                </a:lnTo>
                <a:lnTo>
                  <a:pt x="638643" y="101551"/>
                </a:lnTo>
                <a:lnTo>
                  <a:pt x="638959" y="102195"/>
                </a:lnTo>
                <a:lnTo>
                  <a:pt x="639284" y="102831"/>
                </a:lnTo>
                <a:lnTo>
                  <a:pt x="639618" y="103459"/>
                </a:lnTo>
                <a:lnTo>
                  <a:pt x="639961" y="104079"/>
                </a:lnTo>
                <a:lnTo>
                  <a:pt x="640313" y="104690"/>
                </a:lnTo>
                <a:lnTo>
                  <a:pt x="640674" y="105294"/>
                </a:lnTo>
                <a:lnTo>
                  <a:pt x="641044" y="105890"/>
                </a:lnTo>
                <a:lnTo>
                  <a:pt x="641423" y="106477"/>
                </a:lnTo>
                <a:lnTo>
                  <a:pt x="641811" y="107056"/>
                </a:lnTo>
                <a:lnTo>
                  <a:pt x="642208" y="107627"/>
                </a:lnTo>
                <a:lnTo>
                  <a:pt x="642613" y="108190"/>
                </a:lnTo>
                <a:lnTo>
                  <a:pt x="643028" y="108745"/>
                </a:lnTo>
                <a:lnTo>
                  <a:pt x="643452" y="109292"/>
                </a:lnTo>
                <a:lnTo>
                  <a:pt x="643885" y="109830"/>
                </a:lnTo>
                <a:lnTo>
                  <a:pt x="644326" y="110361"/>
                </a:lnTo>
                <a:lnTo>
                  <a:pt x="644777" y="110883"/>
                </a:lnTo>
                <a:lnTo>
                  <a:pt x="645237" y="111398"/>
                </a:lnTo>
                <a:lnTo>
                  <a:pt x="645706" y="111904"/>
                </a:lnTo>
                <a:lnTo>
                  <a:pt x="646183" y="112401"/>
                </a:lnTo>
                <a:lnTo>
                  <a:pt x="646669" y="112888"/>
                </a:lnTo>
                <a:lnTo>
                  <a:pt x="647164" y="113366"/>
                </a:lnTo>
                <a:lnTo>
                  <a:pt x="647668" y="113834"/>
                </a:lnTo>
                <a:lnTo>
                  <a:pt x="648180" y="114293"/>
                </a:lnTo>
                <a:lnTo>
                  <a:pt x="648701" y="114742"/>
                </a:lnTo>
                <a:lnTo>
                  <a:pt x="649231" y="115182"/>
                </a:lnTo>
                <a:lnTo>
                  <a:pt x="649769" y="115612"/>
                </a:lnTo>
                <a:lnTo>
                  <a:pt x="650316" y="116032"/>
                </a:lnTo>
                <a:lnTo>
                  <a:pt x="650872" y="116443"/>
                </a:lnTo>
                <a:lnTo>
                  <a:pt x="651437" y="116844"/>
                </a:lnTo>
                <a:lnTo>
                  <a:pt x="652010" y="117236"/>
                </a:lnTo>
                <a:lnTo>
                  <a:pt x="652592" y="117618"/>
                </a:lnTo>
                <a:lnTo>
                  <a:pt x="653183" y="117990"/>
                </a:lnTo>
                <a:lnTo>
                  <a:pt x="653782" y="118353"/>
                </a:lnTo>
                <a:lnTo>
                  <a:pt x="654390" y="118707"/>
                </a:lnTo>
                <a:lnTo>
                  <a:pt x="655007" y="119050"/>
                </a:lnTo>
                <a:lnTo>
                  <a:pt x="655632" y="119384"/>
                </a:lnTo>
                <a:lnTo>
                  <a:pt x="656266" y="119709"/>
                </a:lnTo>
                <a:lnTo>
                  <a:pt x="656909" y="120024"/>
                </a:lnTo>
                <a:lnTo>
                  <a:pt x="657560" y="120329"/>
                </a:lnTo>
                <a:lnTo>
                  <a:pt x="658221" y="120625"/>
                </a:lnTo>
                <a:lnTo>
                  <a:pt x="658889" y="120911"/>
                </a:lnTo>
                <a:lnTo>
                  <a:pt x="659567" y="121188"/>
                </a:lnTo>
                <a:lnTo>
                  <a:pt x="660252" y="121454"/>
                </a:lnTo>
                <a:lnTo>
                  <a:pt x="660945" y="121709"/>
                </a:lnTo>
                <a:lnTo>
                  <a:pt x="661644" y="121953"/>
                </a:lnTo>
                <a:lnTo>
                  <a:pt x="662351" y="122185"/>
                </a:lnTo>
                <a:lnTo>
                  <a:pt x="663064" y="122406"/>
                </a:lnTo>
                <a:lnTo>
                  <a:pt x="663784" y="122615"/>
                </a:lnTo>
                <a:lnTo>
                  <a:pt x="664511" y="122813"/>
                </a:lnTo>
                <a:lnTo>
                  <a:pt x="665245" y="123000"/>
                </a:lnTo>
                <a:lnTo>
                  <a:pt x="665987" y="123176"/>
                </a:lnTo>
                <a:lnTo>
                  <a:pt x="666735" y="123340"/>
                </a:lnTo>
                <a:lnTo>
                  <a:pt x="667490" y="123493"/>
                </a:lnTo>
                <a:lnTo>
                  <a:pt x="668252" y="123635"/>
                </a:lnTo>
                <a:lnTo>
                  <a:pt x="669021" y="123765"/>
                </a:lnTo>
                <a:lnTo>
                  <a:pt x="669797" y="123884"/>
                </a:lnTo>
                <a:lnTo>
                  <a:pt x="670580" y="123991"/>
                </a:lnTo>
                <a:lnTo>
                  <a:pt x="671370" y="124088"/>
                </a:lnTo>
                <a:lnTo>
                  <a:pt x="672166" y="124173"/>
                </a:lnTo>
                <a:lnTo>
                  <a:pt x="672970" y="124246"/>
                </a:lnTo>
                <a:lnTo>
                  <a:pt x="673781" y="124309"/>
                </a:lnTo>
                <a:lnTo>
                  <a:pt x="674599" y="124360"/>
                </a:lnTo>
                <a:lnTo>
                  <a:pt x="675424" y="124399"/>
                </a:lnTo>
                <a:lnTo>
                  <a:pt x="676255" y="124427"/>
                </a:lnTo>
                <a:lnTo>
                  <a:pt x="677094" y="124444"/>
                </a:lnTo>
                <a:lnTo>
                  <a:pt x="677939" y="124450"/>
                </a:lnTo>
                <a:lnTo>
                  <a:pt x="679157" y="124439"/>
                </a:lnTo>
                <a:lnTo>
                  <a:pt x="680359" y="124404"/>
                </a:lnTo>
                <a:lnTo>
                  <a:pt x="681546" y="124346"/>
                </a:lnTo>
                <a:lnTo>
                  <a:pt x="682718" y="124265"/>
                </a:lnTo>
                <a:lnTo>
                  <a:pt x="683875" y="124160"/>
                </a:lnTo>
                <a:lnTo>
                  <a:pt x="685017" y="124033"/>
                </a:lnTo>
                <a:lnTo>
                  <a:pt x="686143" y="123882"/>
                </a:lnTo>
                <a:lnTo>
                  <a:pt x="687255" y="123708"/>
                </a:lnTo>
                <a:lnTo>
                  <a:pt x="688352" y="123512"/>
                </a:lnTo>
                <a:lnTo>
                  <a:pt x="689433" y="123291"/>
                </a:lnTo>
                <a:lnTo>
                  <a:pt x="690500" y="123048"/>
                </a:lnTo>
                <a:lnTo>
                  <a:pt x="691551" y="122781"/>
                </a:lnTo>
                <a:lnTo>
                  <a:pt x="692587" y="122492"/>
                </a:lnTo>
                <a:lnTo>
                  <a:pt x="693609" y="122179"/>
                </a:lnTo>
                <a:lnTo>
                  <a:pt x="694615" y="121843"/>
                </a:lnTo>
                <a:lnTo>
                  <a:pt x="695606" y="121484"/>
                </a:lnTo>
                <a:lnTo>
                  <a:pt x="696582" y="121101"/>
                </a:lnTo>
                <a:lnTo>
                  <a:pt x="697543" y="120696"/>
                </a:lnTo>
                <a:lnTo>
                  <a:pt x="698489" y="120267"/>
                </a:lnTo>
                <a:lnTo>
                  <a:pt x="699419" y="119815"/>
                </a:lnTo>
                <a:lnTo>
                  <a:pt x="700335" y="119340"/>
                </a:lnTo>
                <a:lnTo>
                  <a:pt x="701236" y="118842"/>
                </a:lnTo>
                <a:lnTo>
                  <a:pt x="702121" y="118320"/>
                </a:lnTo>
                <a:lnTo>
                  <a:pt x="702992" y="117776"/>
                </a:lnTo>
                <a:lnTo>
                  <a:pt x="703845" y="117204"/>
                </a:lnTo>
                <a:lnTo>
                  <a:pt x="704681" y="116602"/>
                </a:lnTo>
                <a:lnTo>
                  <a:pt x="705497" y="115969"/>
                </a:lnTo>
                <a:lnTo>
                  <a:pt x="706295" y="115305"/>
                </a:lnTo>
                <a:lnTo>
                  <a:pt x="707075" y="114610"/>
                </a:lnTo>
                <a:lnTo>
                  <a:pt x="707836" y="113885"/>
                </a:lnTo>
                <a:lnTo>
                  <a:pt x="708578" y="113129"/>
                </a:lnTo>
                <a:lnTo>
                  <a:pt x="709302" y="112343"/>
                </a:lnTo>
                <a:lnTo>
                  <a:pt x="710008" y="111526"/>
                </a:lnTo>
                <a:lnTo>
                  <a:pt x="710694" y="110678"/>
                </a:lnTo>
                <a:lnTo>
                  <a:pt x="711362" y="109799"/>
                </a:lnTo>
                <a:lnTo>
                  <a:pt x="712012" y="108889"/>
                </a:lnTo>
                <a:lnTo>
                  <a:pt x="712643" y="107949"/>
                </a:lnTo>
                <a:lnTo>
                  <a:pt x="713256" y="106978"/>
                </a:lnTo>
                <a:lnTo>
                  <a:pt x="713849" y="105977"/>
                </a:lnTo>
                <a:lnTo>
                  <a:pt x="714425" y="104944"/>
                </a:lnTo>
                <a:lnTo>
                  <a:pt x="714982" y="103881"/>
                </a:lnTo>
                <a:lnTo>
                  <a:pt x="715520" y="102788"/>
                </a:lnTo>
                <a:lnTo>
                  <a:pt x="716039" y="101663"/>
                </a:lnTo>
                <a:lnTo>
                  <a:pt x="716541" y="100508"/>
                </a:lnTo>
                <a:lnTo>
                  <a:pt x="717023" y="99322"/>
                </a:lnTo>
                <a:lnTo>
                  <a:pt x="717487" y="98106"/>
                </a:lnTo>
                <a:lnTo>
                  <a:pt x="717932" y="96858"/>
                </a:lnTo>
                <a:lnTo>
                  <a:pt x="718359" y="95580"/>
                </a:lnTo>
                <a:lnTo>
                  <a:pt x="697482" y="95580"/>
                </a:lnTo>
                <a:lnTo>
                  <a:pt x="697377" y="95911"/>
                </a:lnTo>
                <a:lnTo>
                  <a:pt x="697259" y="96240"/>
                </a:lnTo>
                <a:lnTo>
                  <a:pt x="697127" y="96567"/>
                </a:lnTo>
                <a:lnTo>
                  <a:pt x="696980" y="96893"/>
                </a:lnTo>
                <a:lnTo>
                  <a:pt x="696820" y="97218"/>
                </a:lnTo>
                <a:lnTo>
                  <a:pt x="696646" y="97541"/>
                </a:lnTo>
                <a:lnTo>
                  <a:pt x="696458" y="97863"/>
                </a:lnTo>
                <a:lnTo>
                  <a:pt x="696256" y="98183"/>
                </a:lnTo>
                <a:lnTo>
                  <a:pt x="696041" y="98502"/>
                </a:lnTo>
                <a:lnTo>
                  <a:pt x="695811" y="98820"/>
                </a:lnTo>
                <a:lnTo>
                  <a:pt x="695567" y="99136"/>
                </a:lnTo>
                <a:lnTo>
                  <a:pt x="695310" y="99450"/>
                </a:lnTo>
                <a:lnTo>
                  <a:pt x="695038" y="99763"/>
                </a:lnTo>
                <a:lnTo>
                  <a:pt x="694753" y="100075"/>
                </a:lnTo>
                <a:lnTo>
                  <a:pt x="694453" y="100385"/>
                </a:lnTo>
                <a:lnTo>
                  <a:pt x="694140" y="100694"/>
                </a:lnTo>
                <a:lnTo>
                  <a:pt x="693813" y="101002"/>
                </a:lnTo>
                <a:lnTo>
                  <a:pt x="693472" y="101308"/>
                </a:lnTo>
                <a:lnTo>
                  <a:pt x="693117" y="101612"/>
                </a:lnTo>
                <a:lnTo>
                  <a:pt x="692748" y="101916"/>
                </a:lnTo>
                <a:lnTo>
                  <a:pt x="692365" y="102217"/>
                </a:lnTo>
                <a:lnTo>
                  <a:pt x="691968" y="102518"/>
                </a:lnTo>
                <a:lnTo>
                  <a:pt x="691558" y="102816"/>
                </a:lnTo>
                <a:lnTo>
                  <a:pt x="691133" y="103114"/>
                </a:lnTo>
                <a:lnTo>
                  <a:pt x="690698" y="103404"/>
                </a:lnTo>
                <a:lnTo>
                  <a:pt x="690257" y="103682"/>
                </a:lnTo>
                <a:lnTo>
                  <a:pt x="689808" y="103948"/>
                </a:lnTo>
                <a:lnTo>
                  <a:pt x="689352" y="104201"/>
                </a:lnTo>
                <a:lnTo>
                  <a:pt x="688889" y="104442"/>
                </a:lnTo>
                <a:lnTo>
                  <a:pt x="688420" y="104670"/>
                </a:lnTo>
                <a:lnTo>
                  <a:pt x="687943" y="104886"/>
                </a:lnTo>
                <a:lnTo>
                  <a:pt x="687460" y="105090"/>
                </a:lnTo>
                <a:lnTo>
                  <a:pt x="686969" y="105282"/>
                </a:lnTo>
                <a:lnTo>
                  <a:pt x="686472" y="105461"/>
                </a:lnTo>
                <a:lnTo>
                  <a:pt x="685967" y="105628"/>
                </a:lnTo>
                <a:lnTo>
                  <a:pt x="685456" y="105782"/>
                </a:lnTo>
                <a:lnTo>
                  <a:pt x="684937" y="105924"/>
                </a:lnTo>
                <a:lnTo>
                  <a:pt x="684412" y="106054"/>
                </a:lnTo>
                <a:lnTo>
                  <a:pt x="683880" y="106171"/>
                </a:lnTo>
                <a:lnTo>
                  <a:pt x="683340" y="106276"/>
                </a:lnTo>
                <a:lnTo>
                  <a:pt x="682794" y="106369"/>
                </a:lnTo>
                <a:lnTo>
                  <a:pt x="682241" y="106449"/>
                </a:lnTo>
                <a:lnTo>
                  <a:pt x="681681" y="106517"/>
                </a:lnTo>
                <a:lnTo>
                  <a:pt x="681114" y="106573"/>
                </a:lnTo>
                <a:lnTo>
                  <a:pt x="680539" y="106616"/>
                </a:lnTo>
                <a:lnTo>
                  <a:pt x="679958" y="106647"/>
                </a:lnTo>
                <a:lnTo>
                  <a:pt x="679370" y="106665"/>
                </a:lnTo>
                <a:lnTo>
                  <a:pt x="678775" y="106672"/>
                </a:lnTo>
                <a:lnTo>
                  <a:pt x="677948" y="106663"/>
                </a:lnTo>
                <a:lnTo>
                  <a:pt x="677138" y="106636"/>
                </a:lnTo>
                <a:lnTo>
                  <a:pt x="676343" y="106591"/>
                </a:lnTo>
                <a:lnTo>
                  <a:pt x="675565" y="106528"/>
                </a:lnTo>
                <a:lnTo>
                  <a:pt x="674803" y="106447"/>
                </a:lnTo>
                <a:lnTo>
                  <a:pt x="674057" y="106348"/>
                </a:lnTo>
                <a:lnTo>
                  <a:pt x="673327" y="106232"/>
                </a:lnTo>
                <a:lnTo>
                  <a:pt x="672614" y="106097"/>
                </a:lnTo>
                <a:lnTo>
                  <a:pt x="671917" y="105944"/>
                </a:lnTo>
                <a:lnTo>
                  <a:pt x="671236" y="105774"/>
                </a:lnTo>
                <a:lnTo>
                  <a:pt x="670571" y="105585"/>
                </a:lnTo>
                <a:lnTo>
                  <a:pt x="669923" y="105379"/>
                </a:lnTo>
                <a:lnTo>
                  <a:pt x="669291" y="105154"/>
                </a:lnTo>
                <a:lnTo>
                  <a:pt x="668675" y="104912"/>
                </a:lnTo>
                <a:lnTo>
                  <a:pt x="668075" y="104652"/>
                </a:lnTo>
                <a:lnTo>
                  <a:pt x="667492" y="104373"/>
                </a:lnTo>
                <a:lnTo>
                  <a:pt x="666924" y="104077"/>
                </a:lnTo>
                <a:lnTo>
                  <a:pt x="666373" y="103763"/>
                </a:lnTo>
                <a:lnTo>
                  <a:pt x="665838" y="103431"/>
                </a:lnTo>
                <a:lnTo>
                  <a:pt x="665320" y="103081"/>
                </a:lnTo>
                <a:lnTo>
                  <a:pt x="664817" y="102713"/>
                </a:lnTo>
                <a:lnTo>
                  <a:pt x="664331" y="102326"/>
                </a:lnTo>
                <a:lnTo>
                  <a:pt x="663861" y="101922"/>
                </a:lnTo>
                <a:lnTo>
                  <a:pt x="663408" y="101501"/>
                </a:lnTo>
                <a:lnTo>
                  <a:pt x="662971" y="101058"/>
                </a:lnTo>
                <a:lnTo>
                  <a:pt x="662551" y="100594"/>
                </a:lnTo>
                <a:lnTo>
                  <a:pt x="662147" y="100108"/>
                </a:lnTo>
                <a:lnTo>
                  <a:pt x="661761" y="99600"/>
                </a:lnTo>
                <a:lnTo>
                  <a:pt x="661391" y="99070"/>
                </a:lnTo>
                <a:lnTo>
                  <a:pt x="661038" y="98518"/>
                </a:lnTo>
                <a:lnTo>
                  <a:pt x="660702" y="97943"/>
                </a:lnTo>
                <a:lnTo>
                  <a:pt x="660383" y="97347"/>
                </a:lnTo>
                <a:lnTo>
                  <a:pt x="660081" y="96729"/>
                </a:lnTo>
                <a:lnTo>
                  <a:pt x="659795" y="96089"/>
                </a:lnTo>
                <a:lnTo>
                  <a:pt x="659526" y="95427"/>
                </a:lnTo>
                <a:lnTo>
                  <a:pt x="659275" y="94742"/>
                </a:lnTo>
                <a:lnTo>
                  <a:pt x="659040" y="94036"/>
                </a:lnTo>
                <a:lnTo>
                  <a:pt x="658821" y="93308"/>
                </a:lnTo>
                <a:lnTo>
                  <a:pt x="658620" y="92558"/>
                </a:lnTo>
                <a:lnTo>
                  <a:pt x="658435" y="91786"/>
                </a:lnTo>
                <a:lnTo>
                  <a:pt x="658267" y="90991"/>
                </a:lnTo>
                <a:lnTo>
                  <a:pt x="658116" y="90175"/>
                </a:lnTo>
                <a:lnTo>
                  <a:pt x="657982" y="89337"/>
                </a:lnTo>
                <a:lnTo>
                  <a:pt x="657865" y="88476"/>
                </a:lnTo>
                <a:lnTo>
                  <a:pt x="657764" y="87594"/>
                </a:lnTo>
                <a:lnTo>
                  <a:pt x="657681" y="86690"/>
                </a:lnTo>
                <a:lnTo>
                  <a:pt x="657614" y="85764"/>
                </a:lnTo>
                <a:lnTo>
                  <a:pt x="657564" y="84815"/>
                </a:lnTo>
                <a:lnTo>
                  <a:pt x="719863" y="84815"/>
                </a:lnTo>
                <a:lnTo>
                  <a:pt x="719913" y="83980"/>
                </a:lnTo>
                <a:lnTo>
                  <a:pt x="719953" y="83148"/>
                </a:lnTo>
                <a:close/>
                <a:moveTo>
                  <a:pt x="657597" y="69386"/>
                </a:moveTo>
                <a:lnTo>
                  <a:pt x="657617" y="69171"/>
                </a:lnTo>
                <a:lnTo>
                  <a:pt x="657640" y="68953"/>
                </a:lnTo>
                <a:lnTo>
                  <a:pt x="657666" y="68733"/>
                </a:lnTo>
                <a:lnTo>
                  <a:pt x="657694" y="68511"/>
                </a:lnTo>
                <a:lnTo>
                  <a:pt x="657724" y="68287"/>
                </a:lnTo>
                <a:lnTo>
                  <a:pt x="657758" y="68060"/>
                </a:lnTo>
                <a:lnTo>
                  <a:pt x="657794" y="67831"/>
                </a:lnTo>
                <a:lnTo>
                  <a:pt x="657832" y="67599"/>
                </a:lnTo>
                <a:lnTo>
                  <a:pt x="657874" y="67365"/>
                </a:lnTo>
                <a:lnTo>
                  <a:pt x="657917" y="67129"/>
                </a:lnTo>
                <a:lnTo>
                  <a:pt x="657964" y="66891"/>
                </a:lnTo>
                <a:lnTo>
                  <a:pt x="658013" y="66650"/>
                </a:lnTo>
                <a:lnTo>
                  <a:pt x="658065" y="66407"/>
                </a:lnTo>
                <a:lnTo>
                  <a:pt x="658119" y="66161"/>
                </a:lnTo>
                <a:lnTo>
                  <a:pt x="658176" y="65913"/>
                </a:lnTo>
                <a:lnTo>
                  <a:pt x="658235" y="65663"/>
                </a:lnTo>
                <a:lnTo>
                  <a:pt x="658297" y="65411"/>
                </a:lnTo>
                <a:lnTo>
                  <a:pt x="658362" y="65156"/>
                </a:lnTo>
                <a:lnTo>
                  <a:pt x="658429" y="64899"/>
                </a:lnTo>
                <a:lnTo>
                  <a:pt x="658499" y="64639"/>
                </a:lnTo>
                <a:lnTo>
                  <a:pt x="658572" y="64378"/>
                </a:lnTo>
                <a:lnTo>
                  <a:pt x="658647" y="64114"/>
                </a:lnTo>
                <a:lnTo>
                  <a:pt x="658726" y="63849"/>
                </a:lnTo>
                <a:lnTo>
                  <a:pt x="658810" y="63585"/>
                </a:lnTo>
                <a:lnTo>
                  <a:pt x="658898" y="63322"/>
                </a:lnTo>
                <a:lnTo>
                  <a:pt x="658991" y="63061"/>
                </a:lnTo>
                <a:lnTo>
                  <a:pt x="659088" y="62801"/>
                </a:lnTo>
                <a:lnTo>
                  <a:pt x="659190" y="62542"/>
                </a:lnTo>
                <a:lnTo>
                  <a:pt x="659297" y="62284"/>
                </a:lnTo>
                <a:lnTo>
                  <a:pt x="659409" y="62027"/>
                </a:lnTo>
                <a:lnTo>
                  <a:pt x="659525" y="61772"/>
                </a:lnTo>
                <a:lnTo>
                  <a:pt x="659646" y="61518"/>
                </a:lnTo>
                <a:lnTo>
                  <a:pt x="659771" y="61265"/>
                </a:lnTo>
                <a:lnTo>
                  <a:pt x="659901" y="61013"/>
                </a:lnTo>
                <a:lnTo>
                  <a:pt x="660036" y="60762"/>
                </a:lnTo>
                <a:lnTo>
                  <a:pt x="660175" y="60512"/>
                </a:lnTo>
                <a:lnTo>
                  <a:pt x="660319" y="60264"/>
                </a:lnTo>
                <a:lnTo>
                  <a:pt x="660467" y="60017"/>
                </a:lnTo>
                <a:lnTo>
                  <a:pt x="660620" y="59771"/>
                </a:lnTo>
                <a:lnTo>
                  <a:pt x="660778" y="59526"/>
                </a:lnTo>
                <a:lnTo>
                  <a:pt x="660941" y="59282"/>
                </a:lnTo>
                <a:lnTo>
                  <a:pt x="661108" y="59039"/>
                </a:lnTo>
                <a:lnTo>
                  <a:pt x="661279" y="58798"/>
                </a:lnTo>
                <a:lnTo>
                  <a:pt x="661456" y="58558"/>
                </a:lnTo>
                <a:lnTo>
                  <a:pt x="661637" y="58319"/>
                </a:lnTo>
                <a:lnTo>
                  <a:pt x="661822" y="58081"/>
                </a:lnTo>
                <a:lnTo>
                  <a:pt x="662013" y="57845"/>
                </a:lnTo>
                <a:lnTo>
                  <a:pt x="662209" y="57613"/>
                </a:lnTo>
                <a:lnTo>
                  <a:pt x="662410" y="57383"/>
                </a:lnTo>
                <a:lnTo>
                  <a:pt x="662616" y="57157"/>
                </a:lnTo>
                <a:lnTo>
                  <a:pt x="662827" y="56934"/>
                </a:lnTo>
                <a:lnTo>
                  <a:pt x="663044" y="56714"/>
                </a:lnTo>
                <a:lnTo>
                  <a:pt x="663266" y="56498"/>
                </a:lnTo>
                <a:lnTo>
                  <a:pt x="663493" y="56284"/>
                </a:lnTo>
                <a:lnTo>
                  <a:pt x="663725" y="56074"/>
                </a:lnTo>
                <a:lnTo>
                  <a:pt x="663963" y="55867"/>
                </a:lnTo>
                <a:lnTo>
                  <a:pt x="664205" y="55663"/>
                </a:lnTo>
                <a:lnTo>
                  <a:pt x="664453" y="55463"/>
                </a:lnTo>
                <a:lnTo>
                  <a:pt x="664706" y="55265"/>
                </a:lnTo>
                <a:lnTo>
                  <a:pt x="664965" y="55071"/>
                </a:lnTo>
                <a:lnTo>
                  <a:pt x="665228" y="54880"/>
                </a:lnTo>
                <a:lnTo>
                  <a:pt x="665497" y="54692"/>
                </a:lnTo>
                <a:lnTo>
                  <a:pt x="665771" y="54508"/>
                </a:lnTo>
                <a:lnTo>
                  <a:pt x="666050" y="54326"/>
                </a:lnTo>
                <a:lnTo>
                  <a:pt x="666334" y="54148"/>
                </a:lnTo>
                <a:lnTo>
                  <a:pt x="666624" y="53973"/>
                </a:lnTo>
                <a:lnTo>
                  <a:pt x="666919" y="53801"/>
                </a:lnTo>
                <a:lnTo>
                  <a:pt x="667219" y="53633"/>
                </a:lnTo>
                <a:lnTo>
                  <a:pt x="667524" y="53467"/>
                </a:lnTo>
                <a:lnTo>
                  <a:pt x="667834" y="53305"/>
                </a:lnTo>
                <a:lnTo>
                  <a:pt x="668151" y="53148"/>
                </a:lnTo>
                <a:lnTo>
                  <a:pt x="668474" y="52997"/>
                </a:lnTo>
                <a:lnTo>
                  <a:pt x="668804" y="52854"/>
                </a:lnTo>
                <a:lnTo>
                  <a:pt x="669141" y="52716"/>
                </a:lnTo>
                <a:lnTo>
                  <a:pt x="669484" y="52586"/>
                </a:lnTo>
                <a:lnTo>
                  <a:pt x="669834" y="52462"/>
                </a:lnTo>
                <a:lnTo>
                  <a:pt x="670191" y="52345"/>
                </a:lnTo>
                <a:lnTo>
                  <a:pt x="670554" y="52235"/>
                </a:lnTo>
                <a:lnTo>
                  <a:pt x="670924" y="52131"/>
                </a:lnTo>
                <a:lnTo>
                  <a:pt x="671300" y="52034"/>
                </a:lnTo>
                <a:lnTo>
                  <a:pt x="671683" y="51944"/>
                </a:lnTo>
                <a:lnTo>
                  <a:pt x="672073" y="51860"/>
                </a:lnTo>
                <a:lnTo>
                  <a:pt x="672470" y="51783"/>
                </a:lnTo>
                <a:lnTo>
                  <a:pt x="672873" y="51713"/>
                </a:lnTo>
                <a:lnTo>
                  <a:pt x="673283" y="51649"/>
                </a:lnTo>
                <a:lnTo>
                  <a:pt x="673700" y="51593"/>
                </a:lnTo>
                <a:lnTo>
                  <a:pt x="674123" y="51542"/>
                </a:lnTo>
                <a:lnTo>
                  <a:pt x="674553" y="51499"/>
                </a:lnTo>
                <a:lnTo>
                  <a:pt x="674989" y="51462"/>
                </a:lnTo>
                <a:lnTo>
                  <a:pt x="675432" y="51432"/>
                </a:lnTo>
                <a:lnTo>
                  <a:pt x="675882" y="51409"/>
                </a:lnTo>
                <a:lnTo>
                  <a:pt x="676339" y="51392"/>
                </a:lnTo>
                <a:lnTo>
                  <a:pt x="676802" y="51382"/>
                </a:lnTo>
                <a:lnTo>
                  <a:pt x="677272" y="51378"/>
                </a:lnTo>
                <a:lnTo>
                  <a:pt x="677988" y="51387"/>
                </a:lnTo>
                <a:lnTo>
                  <a:pt x="678689" y="51411"/>
                </a:lnTo>
                <a:lnTo>
                  <a:pt x="679374" y="51452"/>
                </a:lnTo>
                <a:lnTo>
                  <a:pt x="680044" y="51509"/>
                </a:lnTo>
                <a:lnTo>
                  <a:pt x="680698" y="51582"/>
                </a:lnTo>
                <a:lnTo>
                  <a:pt x="681338" y="51672"/>
                </a:lnTo>
                <a:lnTo>
                  <a:pt x="681962" y="51778"/>
                </a:lnTo>
                <a:lnTo>
                  <a:pt x="682570" y="51900"/>
                </a:lnTo>
                <a:lnTo>
                  <a:pt x="683163" y="52038"/>
                </a:lnTo>
                <a:lnTo>
                  <a:pt x="683741" y="52193"/>
                </a:lnTo>
                <a:lnTo>
                  <a:pt x="684303" y="52364"/>
                </a:lnTo>
                <a:lnTo>
                  <a:pt x="684850" y="52551"/>
                </a:lnTo>
                <a:lnTo>
                  <a:pt x="685382" y="52755"/>
                </a:lnTo>
                <a:lnTo>
                  <a:pt x="685898" y="52975"/>
                </a:lnTo>
                <a:lnTo>
                  <a:pt x="686399" y="53211"/>
                </a:lnTo>
                <a:lnTo>
                  <a:pt x="686885" y="53464"/>
                </a:lnTo>
                <a:lnTo>
                  <a:pt x="687355" y="53733"/>
                </a:lnTo>
                <a:lnTo>
                  <a:pt x="687810" y="54018"/>
                </a:lnTo>
                <a:lnTo>
                  <a:pt x="688249" y="54319"/>
                </a:lnTo>
                <a:lnTo>
                  <a:pt x="688673" y="54637"/>
                </a:lnTo>
                <a:lnTo>
                  <a:pt x="689082" y="54971"/>
                </a:lnTo>
                <a:lnTo>
                  <a:pt x="689475" y="55321"/>
                </a:lnTo>
                <a:lnTo>
                  <a:pt x="689853" y="55688"/>
                </a:lnTo>
                <a:lnTo>
                  <a:pt x="690216" y="56070"/>
                </a:lnTo>
                <a:lnTo>
                  <a:pt x="690566" y="56469"/>
                </a:lnTo>
                <a:lnTo>
                  <a:pt x="690908" y="56883"/>
                </a:lnTo>
                <a:lnTo>
                  <a:pt x="691240" y="57311"/>
                </a:lnTo>
                <a:lnTo>
                  <a:pt x="691563" y="57755"/>
                </a:lnTo>
                <a:lnTo>
                  <a:pt x="691878" y="58214"/>
                </a:lnTo>
                <a:lnTo>
                  <a:pt x="692183" y="58688"/>
                </a:lnTo>
                <a:lnTo>
                  <a:pt x="692480" y="59178"/>
                </a:lnTo>
                <a:lnTo>
                  <a:pt x="692767" y="59682"/>
                </a:lnTo>
                <a:lnTo>
                  <a:pt x="693046" y="60202"/>
                </a:lnTo>
                <a:lnTo>
                  <a:pt x="693315" y="60736"/>
                </a:lnTo>
                <a:lnTo>
                  <a:pt x="693576" y="61286"/>
                </a:lnTo>
                <a:lnTo>
                  <a:pt x="693827" y="61851"/>
                </a:lnTo>
                <a:lnTo>
                  <a:pt x="694070" y="62431"/>
                </a:lnTo>
                <a:lnTo>
                  <a:pt x="694303" y="63026"/>
                </a:lnTo>
                <a:lnTo>
                  <a:pt x="694528" y="63637"/>
                </a:lnTo>
                <a:lnTo>
                  <a:pt x="694743" y="64262"/>
                </a:lnTo>
                <a:lnTo>
                  <a:pt x="694950" y="64902"/>
                </a:lnTo>
                <a:lnTo>
                  <a:pt x="695147" y="65558"/>
                </a:lnTo>
                <a:lnTo>
                  <a:pt x="695336" y="66229"/>
                </a:lnTo>
                <a:lnTo>
                  <a:pt x="695515" y="66915"/>
                </a:lnTo>
                <a:lnTo>
                  <a:pt x="695686" y="67616"/>
                </a:lnTo>
                <a:lnTo>
                  <a:pt x="695847" y="68332"/>
                </a:lnTo>
                <a:lnTo>
                  <a:pt x="696000" y="69063"/>
                </a:lnTo>
                <a:lnTo>
                  <a:pt x="696144" y="69810"/>
                </a:lnTo>
                <a:lnTo>
                  <a:pt x="657564" y="69810"/>
                </a:lnTo>
                <a:lnTo>
                  <a:pt x="657579" y="69599"/>
                </a:lnTo>
                <a:lnTo>
                  <a:pt x="657597" y="69386"/>
                </a:lnTo>
                <a:close/>
                <a:moveTo>
                  <a:pt x="757941" y="111537"/>
                </a:moveTo>
                <a:lnTo>
                  <a:pt x="758307" y="112062"/>
                </a:lnTo>
                <a:lnTo>
                  <a:pt x="758682" y="112577"/>
                </a:lnTo>
                <a:lnTo>
                  <a:pt x="759065" y="113082"/>
                </a:lnTo>
                <a:lnTo>
                  <a:pt x="759456" y="113575"/>
                </a:lnTo>
                <a:lnTo>
                  <a:pt x="759856" y="114058"/>
                </a:lnTo>
                <a:lnTo>
                  <a:pt x="760264" y="114530"/>
                </a:lnTo>
                <a:lnTo>
                  <a:pt x="760680" y="114991"/>
                </a:lnTo>
                <a:lnTo>
                  <a:pt x="761105" y="115441"/>
                </a:lnTo>
                <a:lnTo>
                  <a:pt x="761539" y="115881"/>
                </a:lnTo>
                <a:lnTo>
                  <a:pt x="761980" y="116309"/>
                </a:lnTo>
                <a:lnTo>
                  <a:pt x="762430" y="116727"/>
                </a:lnTo>
                <a:lnTo>
                  <a:pt x="762889" y="117135"/>
                </a:lnTo>
                <a:lnTo>
                  <a:pt x="763356" y="117531"/>
                </a:lnTo>
                <a:lnTo>
                  <a:pt x="763831" y="117917"/>
                </a:lnTo>
                <a:lnTo>
                  <a:pt x="764315" y="118292"/>
                </a:lnTo>
                <a:lnTo>
                  <a:pt x="764807" y="118656"/>
                </a:lnTo>
                <a:lnTo>
                  <a:pt x="765308" y="119009"/>
                </a:lnTo>
                <a:lnTo>
                  <a:pt x="765817" y="119351"/>
                </a:lnTo>
                <a:lnTo>
                  <a:pt x="766334" y="119683"/>
                </a:lnTo>
                <a:lnTo>
                  <a:pt x="766860" y="120004"/>
                </a:lnTo>
                <a:lnTo>
                  <a:pt x="767394" y="120314"/>
                </a:lnTo>
                <a:lnTo>
                  <a:pt x="767937" y="120614"/>
                </a:lnTo>
                <a:lnTo>
                  <a:pt x="768488" y="120902"/>
                </a:lnTo>
                <a:lnTo>
                  <a:pt x="769048" y="121180"/>
                </a:lnTo>
                <a:lnTo>
                  <a:pt x="769613" y="121447"/>
                </a:lnTo>
                <a:lnTo>
                  <a:pt x="770184" y="121703"/>
                </a:lnTo>
                <a:lnTo>
                  <a:pt x="770758" y="121947"/>
                </a:lnTo>
                <a:lnTo>
                  <a:pt x="771337" y="122179"/>
                </a:lnTo>
                <a:lnTo>
                  <a:pt x="771920" y="122401"/>
                </a:lnTo>
                <a:lnTo>
                  <a:pt x="772508" y="122611"/>
                </a:lnTo>
                <a:lnTo>
                  <a:pt x="773100" y="122810"/>
                </a:lnTo>
                <a:lnTo>
                  <a:pt x="773696" y="122997"/>
                </a:lnTo>
                <a:lnTo>
                  <a:pt x="774297" y="123173"/>
                </a:lnTo>
                <a:lnTo>
                  <a:pt x="774902" y="123337"/>
                </a:lnTo>
                <a:lnTo>
                  <a:pt x="775511" y="123491"/>
                </a:lnTo>
                <a:lnTo>
                  <a:pt x="776125" y="123633"/>
                </a:lnTo>
                <a:lnTo>
                  <a:pt x="776743" y="123763"/>
                </a:lnTo>
                <a:lnTo>
                  <a:pt x="777365" y="123882"/>
                </a:lnTo>
                <a:lnTo>
                  <a:pt x="777992" y="123990"/>
                </a:lnTo>
                <a:lnTo>
                  <a:pt x="778623" y="124087"/>
                </a:lnTo>
                <a:lnTo>
                  <a:pt x="779259" y="124172"/>
                </a:lnTo>
                <a:lnTo>
                  <a:pt x="779899" y="124246"/>
                </a:lnTo>
                <a:lnTo>
                  <a:pt x="780543" y="124308"/>
                </a:lnTo>
                <a:lnTo>
                  <a:pt x="781191" y="124359"/>
                </a:lnTo>
                <a:lnTo>
                  <a:pt x="781844" y="124399"/>
                </a:lnTo>
                <a:lnTo>
                  <a:pt x="782502" y="124427"/>
                </a:lnTo>
                <a:lnTo>
                  <a:pt x="783163" y="124444"/>
                </a:lnTo>
                <a:lnTo>
                  <a:pt x="783829" y="124450"/>
                </a:lnTo>
                <a:lnTo>
                  <a:pt x="784618" y="124444"/>
                </a:lnTo>
                <a:lnTo>
                  <a:pt x="785399" y="124425"/>
                </a:lnTo>
                <a:lnTo>
                  <a:pt x="786172" y="124393"/>
                </a:lnTo>
                <a:lnTo>
                  <a:pt x="786936" y="124348"/>
                </a:lnTo>
                <a:lnTo>
                  <a:pt x="787691" y="124290"/>
                </a:lnTo>
                <a:lnTo>
                  <a:pt x="788438" y="124220"/>
                </a:lnTo>
                <a:lnTo>
                  <a:pt x="789177" y="124137"/>
                </a:lnTo>
                <a:lnTo>
                  <a:pt x="789907" y="124041"/>
                </a:lnTo>
                <a:lnTo>
                  <a:pt x="790629" y="123933"/>
                </a:lnTo>
                <a:lnTo>
                  <a:pt x="791343" y="123811"/>
                </a:lnTo>
                <a:lnTo>
                  <a:pt x="792048" y="123677"/>
                </a:lnTo>
                <a:lnTo>
                  <a:pt x="792745" y="123530"/>
                </a:lnTo>
                <a:lnTo>
                  <a:pt x="793433" y="123370"/>
                </a:lnTo>
                <a:lnTo>
                  <a:pt x="794113" y="123198"/>
                </a:lnTo>
                <a:lnTo>
                  <a:pt x="794784" y="123013"/>
                </a:lnTo>
                <a:lnTo>
                  <a:pt x="795447" y="122815"/>
                </a:lnTo>
                <a:lnTo>
                  <a:pt x="796102" y="122604"/>
                </a:lnTo>
                <a:lnTo>
                  <a:pt x="796748" y="122380"/>
                </a:lnTo>
                <a:lnTo>
                  <a:pt x="797386" y="122144"/>
                </a:lnTo>
                <a:lnTo>
                  <a:pt x="798015" y="121895"/>
                </a:lnTo>
                <a:lnTo>
                  <a:pt x="798636" y="121633"/>
                </a:lnTo>
                <a:lnTo>
                  <a:pt x="799248" y="121358"/>
                </a:lnTo>
                <a:lnTo>
                  <a:pt x="799852" y="121070"/>
                </a:lnTo>
                <a:lnTo>
                  <a:pt x="800448" y="120770"/>
                </a:lnTo>
                <a:lnTo>
                  <a:pt x="801036" y="120459"/>
                </a:lnTo>
                <a:lnTo>
                  <a:pt x="801615" y="120139"/>
                </a:lnTo>
                <a:lnTo>
                  <a:pt x="802186" y="119811"/>
                </a:lnTo>
                <a:lnTo>
                  <a:pt x="802749" y="119474"/>
                </a:lnTo>
                <a:lnTo>
                  <a:pt x="803304" y="119128"/>
                </a:lnTo>
                <a:lnTo>
                  <a:pt x="803851" y="118773"/>
                </a:lnTo>
                <a:lnTo>
                  <a:pt x="804390" y="118410"/>
                </a:lnTo>
                <a:lnTo>
                  <a:pt x="804920" y="118038"/>
                </a:lnTo>
                <a:lnTo>
                  <a:pt x="805443" y="117657"/>
                </a:lnTo>
                <a:lnTo>
                  <a:pt x="805957" y="117267"/>
                </a:lnTo>
                <a:lnTo>
                  <a:pt x="806463" y="116869"/>
                </a:lnTo>
                <a:lnTo>
                  <a:pt x="806962" y="116462"/>
                </a:lnTo>
                <a:lnTo>
                  <a:pt x="807452" y="116047"/>
                </a:lnTo>
                <a:lnTo>
                  <a:pt x="807934" y="115622"/>
                </a:lnTo>
                <a:lnTo>
                  <a:pt x="808407" y="115189"/>
                </a:lnTo>
                <a:lnTo>
                  <a:pt x="808873" y="114748"/>
                </a:lnTo>
                <a:lnTo>
                  <a:pt x="809331" y="114297"/>
                </a:lnTo>
                <a:lnTo>
                  <a:pt x="809780" y="113838"/>
                </a:lnTo>
                <a:lnTo>
                  <a:pt x="810221" y="113370"/>
                </a:lnTo>
                <a:lnTo>
                  <a:pt x="810655" y="112893"/>
                </a:lnTo>
                <a:lnTo>
                  <a:pt x="811080" y="112408"/>
                </a:lnTo>
                <a:lnTo>
                  <a:pt x="811497" y="111914"/>
                </a:lnTo>
                <a:lnTo>
                  <a:pt x="811906" y="111411"/>
                </a:lnTo>
                <a:lnTo>
                  <a:pt x="812306" y="110900"/>
                </a:lnTo>
                <a:lnTo>
                  <a:pt x="812699" y="110380"/>
                </a:lnTo>
                <a:lnTo>
                  <a:pt x="813083" y="109855"/>
                </a:lnTo>
                <a:lnTo>
                  <a:pt x="813459" y="109323"/>
                </a:lnTo>
                <a:lnTo>
                  <a:pt x="813826" y="108785"/>
                </a:lnTo>
                <a:lnTo>
                  <a:pt x="814185" y="108240"/>
                </a:lnTo>
                <a:lnTo>
                  <a:pt x="814535" y="107689"/>
                </a:lnTo>
                <a:lnTo>
                  <a:pt x="814877" y="107132"/>
                </a:lnTo>
                <a:lnTo>
                  <a:pt x="815211" y="106568"/>
                </a:lnTo>
                <a:lnTo>
                  <a:pt x="815536" y="105998"/>
                </a:lnTo>
                <a:lnTo>
                  <a:pt x="815853" y="105421"/>
                </a:lnTo>
                <a:lnTo>
                  <a:pt x="816161" y="104838"/>
                </a:lnTo>
                <a:lnTo>
                  <a:pt x="816461" y="104249"/>
                </a:lnTo>
                <a:lnTo>
                  <a:pt x="816753" y="103653"/>
                </a:lnTo>
                <a:lnTo>
                  <a:pt x="817036" y="103051"/>
                </a:lnTo>
                <a:lnTo>
                  <a:pt x="817311" y="102443"/>
                </a:lnTo>
                <a:lnTo>
                  <a:pt x="817577" y="101828"/>
                </a:lnTo>
                <a:lnTo>
                  <a:pt x="817835" y="101207"/>
                </a:lnTo>
                <a:lnTo>
                  <a:pt x="818084" y="100579"/>
                </a:lnTo>
                <a:lnTo>
                  <a:pt x="818325" y="99945"/>
                </a:lnTo>
                <a:lnTo>
                  <a:pt x="818558" y="99304"/>
                </a:lnTo>
                <a:lnTo>
                  <a:pt x="818782" y="98658"/>
                </a:lnTo>
                <a:lnTo>
                  <a:pt x="818998" y="98004"/>
                </a:lnTo>
                <a:lnTo>
                  <a:pt x="819205" y="97345"/>
                </a:lnTo>
                <a:lnTo>
                  <a:pt x="819404" y="96679"/>
                </a:lnTo>
                <a:lnTo>
                  <a:pt x="819595" y="96008"/>
                </a:lnTo>
                <a:lnTo>
                  <a:pt x="819778" y="95336"/>
                </a:lnTo>
                <a:lnTo>
                  <a:pt x="819952" y="94661"/>
                </a:lnTo>
                <a:lnTo>
                  <a:pt x="820119" y="93983"/>
                </a:lnTo>
                <a:lnTo>
                  <a:pt x="820277" y="93304"/>
                </a:lnTo>
                <a:lnTo>
                  <a:pt x="820428" y="92622"/>
                </a:lnTo>
                <a:lnTo>
                  <a:pt x="820570" y="91937"/>
                </a:lnTo>
                <a:lnTo>
                  <a:pt x="820704" y="91251"/>
                </a:lnTo>
                <a:lnTo>
                  <a:pt x="820830" y="90562"/>
                </a:lnTo>
                <a:lnTo>
                  <a:pt x="820948" y="89870"/>
                </a:lnTo>
                <a:lnTo>
                  <a:pt x="821057" y="89177"/>
                </a:lnTo>
                <a:lnTo>
                  <a:pt x="821159" y="88481"/>
                </a:lnTo>
                <a:lnTo>
                  <a:pt x="821252" y="87782"/>
                </a:lnTo>
                <a:lnTo>
                  <a:pt x="821338" y="87082"/>
                </a:lnTo>
                <a:lnTo>
                  <a:pt x="821415" y="86379"/>
                </a:lnTo>
                <a:lnTo>
                  <a:pt x="821484" y="85674"/>
                </a:lnTo>
                <a:lnTo>
                  <a:pt x="821545" y="84966"/>
                </a:lnTo>
                <a:lnTo>
                  <a:pt x="821597" y="84256"/>
                </a:lnTo>
                <a:lnTo>
                  <a:pt x="821642" y="83544"/>
                </a:lnTo>
                <a:lnTo>
                  <a:pt x="821679" y="82829"/>
                </a:lnTo>
                <a:lnTo>
                  <a:pt x="821707" y="82112"/>
                </a:lnTo>
                <a:lnTo>
                  <a:pt x="821727" y="81393"/>
                </a:lnTo>
                <a:lnTo>
                  <a:pt x="821740" y="80671"/>
                </a:lnTo>
                <a:lnTo>
                  <a:pt x="821744" y="79948"/>
                </a:lnTo>
                <a:lnTo>
                  <a:pt x="821740" y="79182"/>
                </a:lnTo>
                <a:lnTo>
                  <a:pt x="821727" y="78419"/>
                </a:lnTo>
                <a:lnTo>
                  <a:pt x="821707" y="77659"/>
                </a:lnTo>
                <a:lnTo>
                  <a:pt x="821679" y="76901"/>
                </a:lnTo>
                <a:lnTo>
                  <a:pt x="821642" y="76146"/>
                </a:lnTo>
                <a:lnTo>
                  <a:pt x="821597" y="75393"/>
                </a:lnTo>
                <a:lnTo>
                  <a:pt x="821545" y="74643"/>
                </a:lnTo>
                <a:lnTo>
                  <a:pt x="821484" y="73896"/>
                </a:lnTo>
                <a:lnTo>
                  <a:pt x="821415" y="73152"/>
                </a:lnTo>
                <a:lnTo>
                  <a:pt x="821338" y="72410"/>
                </a:lnTo>
                <a:lnTo>
                  <a:pt x="821252" y="71670"/>
                </a:lnTo>
                <a:lnTo>
                  <a:pt x="821159" y="70933"/>
                </a:lnTo>
                <a:lnTo>
                  <a:pt x="821057" y="70199"/>
                </a:lnTo>
                <a:lnTo>
                  <a:pt x="820948" y="69468"/>
                </a:lnTo>
                <a:lnTo>
                  <a:pt x="820830" y="68739"/>
                </a:lnTo>
                <a:lnTo>
                  <a:pt x="820704" y="68013"/>
                </a:lnTo>
                <a:lnTo>
                  <a:pt x="820570" y="67289"/>
                </a:lnTo>
                <a:lnTo>
                  <a:pt x="820428" y="66568"/>
                </a:lnTo>
                <a:lnTo>
                  <a:pt x="820277" y="65849"/>
                </a:lnTo>
                <a:lnTo>
                  <a:pt x="820119" y="65134"/>
                </a:lnTo>
                <a:lnTo>
                  <a:pt x="819952" y="64420"/>
                </a:lnTo>
                <a:lnTo>
                  <a:pt x="819778" y="63710"/>
                </a:lnTo>
                <a:lnTo>
                  <a:pt x="819595" y="63002"/>
                </a:lnTo>
                <a:lnTo>
                  <a:pt x="819404" y="62296"/>
                </a:lnTo>
                <a:lnTo>
                  <a:pt x="819205" y="61596"/>
                </a:lnTo>
                <a:lnTo>
                  <a:pt x="818997" y="60903"/>
                </a:lnTo>
                <a:lnTo>
                  <a:pt x="818781" y="60217"/>
                </a:lnTo>
                <a:lnTo>
                  <a:pt x="818555" y="59538"/>
                </a:lnTo>
                <a:lnTo>
                  <a:pt x="818322" y="58867"/>
                </a:lnTo>
                <a:lnTo>
                  <a:pt x="818079" y="58203"/>
                </a:lnTo>
                <a:lnTo>
                  <a:pt x="817828" y="57546"/>
                </a:lnTo>
                <a:lnTo>
                  <a:pt x="817567" y="56897"/>
                </a:lnTo>
                <a:lnTo>
                  <a:pt x="817299" y="56254"/>
                </a:lnTo>
                <a:lnTo>
                  <a:pt x="817021" y="55619"/>
                </a:lnTo>
                <a:lnTo>
                  <a:pt x="816735" y="54992"/>
                </a:lnTo>
                <a:lnTo>
                  <a:pt x="816440" y="54371"/>
                </a:lnTo>
                <a:lnTo>
                  <a:pt x="816137" y="53758"/>
                </a:lnTo>
                <a:lnTo>
                  <a:pt x="815824" y="53152"/>
                </a:lnTo>
                <a:lnTo>
                  <a:pt x="815503" y="52553"/>
                </a:lnTo>
                <a:lnTo>
                  <a:pt x="815174" y="51962"/>
                </a:lnTo>
                <a:lnTo>
                  <a:pt x="814835" y="51378"/>
                </a:lnTo>
                <a:lnTo>
                  <a:pt x="814488" y="50801"/>
                </a:lnTo>
                <a:lnTo>
                  <a:pt x="814132" y="50231"/>
                </a:lnTo>
                <a:lnTo>
                  <a:pt x="813768" y="49669"/>
                </a:lnTo>
                <a:lnTo>
                  <a:pt x="813394" y="49114"/>
                </a:lnTo>
                <a:lnTo>
                  <a:pt x="813012" y="48566"/>
                </a:lnTo>
                <a:lnTo>
                  <a:pt x="812622" y="48025"/>
                </a:lnTo>
                <a:lnTo>
                  <a:pt x="812222" y="47492"/>
                </a:lnTo>
                <a:lnTo>
                  <a:pt x="811814" y="46966"/>
                </a:lnTo>
                <a:lnTo>
                  <a:pt x="811398" y="46450"/>
                </a:lnTo>
                <a:lnTo>
                  <a:pt x="810973" y="45942"/>
                </a:lnTo>
                <a:lnTo>
                  <a:pt x="810539" y="45442"/>
                </a:lnTo>
                <a:lnTo>
                  <a:pt x="810096" y="44952"/>
                </a:lnTo>
                <a:lnTo>
                  <a:pt x="809645" y="44470"/>
                </a:lnTo>
                <a:lnTo>
                  <a:pt x="809184" y="43996"/>
                </a:lnTo>
                <a:lnTo>
                  <a:pt x="808716" y="43532"/>
                </a:lnTo>
                <a:lnTo>
                  <a:pt x="808238" y="43076"/>
                </a:lnTo>
                <a:lnTo>
                  <a:pt x="807752" y="42629"/>
                </a:lnTo>
                <a:lnTo>
                  <a:pt x="807257" y="42191"/>
                </a:lnTo>
                <a:lnTo>
                  <a:pt x="806753" y="41761"/>
                </a:lnTo>
                <a:lnTo>
                  <a:pt x="806241" y="41340"/>
                </a:lnTo>
                <a:lnTo>
                  <a:pt x="805720" y="40928"/>
                </a:lnTo>
                <a:lnTo>
                  <a:pt x="805190" y="40524"/>
                </a:lnTo>
                <a:lnTo>
                  <a:pt x="804652" y="40130"/>
                </a:lnTo>
                <a:lnTo>
                  <a:pt x="804104" y="39743"/>
                </a:lnTo>
                <a:lnTo>
                  <a:pt x="803548" y="39366"/>
                </a:lnTo>
                <a:lnTo>
                  <a:pt x="802984" y="38997"/>
                </a:lnTo>
                <a:lnTo>
                  <a:pt x="802410" y="38638"/>
                </a:lnTo>
                <a:lnTo>
                  <a:pt x="801828" y="38286"/>
                </a:lnTo>
                <a:lnTo>
                  <a:pt x="801238" y="37944"/>
                </a:lnTo>
                <a:lnTo>
                  <a:pt x="800638" y="37610"/>
                </a:lnTo>
                <a:lnTo>
                  <a:pt x="800030" y="37285"/>
                </a:lnTo>
                <a:lnTo>
                  <a:pt x="799413" y="36971"/>
                </a:lnTo>
                <a:lnTo>
                  <a:pt x="798786" y="36670"/>
                </a:lnTo>
                <a:lnTo>
                  <a:pt x="798149" y="36383"/>
                </a:lnTo>
                <a:lnTo>
                  <a:pt x="797502" y="36109"/>
                </a:lnTo>
                <a:lnTo>
                  <a:pt x="796845" y="35849"/>
                </a:lnTo>
                <a:lnTo>
                  <a:pt x="796179" y="35601"/>
                </a:lnTo>
                <a:lnTo>
                  <a:pt x="795502" y="35368"/>
                </a:lnTo>
                <a:lnTo>
                  <a:pt x="794816" y="35147"/>
                </a:lnTo>
                <a:lnTo>
                  <a:pt x="794120" y="34940"/>
                </a:lnTo>
                <a:lnTo>
                  <a:pt x="793414" y="34746"/>
                </a:lnTo>
                <a:lnTo>
                  <a:pt x="792698" y="34566"/>
                </a:lnTo>
                <a:lnTo>
                  <a:pt x="791972" y="34399"/>
                </a:lnTo>
                <a:lnTo>
                  <a:pt x="791237" y="34245"/>
                </a:lnTo>
                <a:lnTo>
                  <a:pt x="790491" y="34105"/>
                </a:lnTo>
                <a:lnTo>
                  <a:pt x="789736" y="33978"/>
                </a:lnTo>
                <a:lnTo>
                  <a:pt x="788971" y="33864"/>
                </a:lnTo>
                <a:lnTo>
                  <a:pt x="788196" y="33764"/>
                </a:lnTo>
                <a:lnTo>
                  <a:pt x="787411" y="33677"/>
                </a:lnTo>
                <a:lnTo>
                  <a:pt x="786616" y="33604"/>
                </a:lnTo>
                <a:lnTo>
                  <a:pt x="785811" y="33544"/>
                </a:lnTo>
                <a:lnTo>
                  <a:pt x="784997" y="33497"/>
                </a:lnTo>
                <a:lnTo>
                  <a:pt x="784172" y="33464"/>
                </a:lnTo>
                <a:lnTo>
                  <a:pt x="783338" y="33443"/>
                </a:lnTo>
                <a:lnTo>
                  <a:pt x="782494" y="33437"/>
                </a:lnTo>
                <a:lnTo>
                  <a:pt x="781828" y="33442"/>
                </a:lnTo>
                <a:lnTo>
                  <a:pt x="781167" y="33459"/>
                </a:lnTo>
                <a:lnTo>
                  <a:pt x="780510" y="33487"/>
                </a:lnTo>
                <a:lnTo>
                  <a:pt x="779858" y="33525"/>
                </a:lnTo>
                <a:lnTo>
                  <a:pt x="779211" y="33575"/>
                </a:lnTo>
                <a:lnTo>
                  <a:pt x="778568" y="33636"/>
                </a:lnTo>
                <a:lnTo>
                  <a:pt x="777930" y="33708"/>
                </a:lnTo>
                <a:lnTo>
                  <a:pt x="777297" y="33791"/>
                </a:lnTo>
                <a:lnTo>
                  <a:pt x="776668" y="33885"/>
                </a:lnTo>
                <a:lnTo>
                  <a:pt x="776044" y="33990"/>
                </a:lnTo>
                <a:lnTo>
                  <a:pt x="775425" y="34106"/>
                </a:lnTo>
                <a:lnTo>
                  <a:pt x="774810" y="34233"/>
                </a:lnTo>
                <a:lnTo>
                  <a:pt x="774200" y="34371"/>
                </a:lnTo>
                <a:lnTo>
                  <a:pt x="773594" y="34521"/>
                </a:lnTo>
                <a:lnTo>
                  <a:pt x="772993" y="34681"/>
                </a:lnTo>
                <a:lnTo>
                  <a:pt x="772397" y="34853"/>
                </a:lnTo>
                <a:lnTo>
                  <a:pt x="771805" y="35035"/>
                </a:lnTo>
                <a:lnTo>
                  <a:pt x="771218" y="35229"/>
                </a:lnTo>
                <a:lnTo>
                  <a:pt x="770636" y="35433"/>
                </a:lnTo>
                <a:lnTo>
                  <a:pt x="770058" y="35649"/>
                </a:lnTo>
                <a:lnTo>
                  <a:pt x="769485" y="35876"/>
                </a:lnTo>
                <a:lnTo>
                  <a:pt x="768917" y="36114"/>
                </a:lnTo>
                <a:lnTo>
                  <a:pt x="768353" y="36363"/>
                </a:lnTo>
                <a:lnTo>
                  <a:pt x="767794" y="36622"/>
                </a:lnTo>
                <a:lnTo>
                  <a:pt x="767241" y="36895"/>
                </a:lnTo>
                <a:lnTo>
                  <a:pt x="766697" y="37180"/>
                </a:lnTo>
                <a:lnTo>
                  <a:pt x="766160" y="37479"/>
                </a:lnTo>
                <a:lnTo>
                  <a:pt x="765632" y="37792"/>
                </a:lnTo>
                <a:lnTo>
                  <a:pt x="765112" y="38117"/>
                </a:lnTo>
                <a:lnTo>
                  <a:pt x="764600" y="38456"/>
                </a:lnTo>
                <a:lnTo>
                  <a:pt x="764096" y="38809"/>
                </a:lnTo>
                <a:lnTo>
                  <a:pt x="763600" y="39175"/>
                </a:lnTo>
                <a:lnTo>
                  <a:pt x="763113" y="39554"/>
                </a:lnTo>
                <a:lnTo>
                  <a:pt x="762633" y="39947"/>
                </a:lnTo>
                <a:lnTo>
                  <a:pt x="762162" y="40353"/>
                </a:lnTo>
                <a:lnTo>
                  <a:pt x="761698" y="40773"/>
                </a:lnTo>
                <a:lnTo>
                  <a:pt x="761243" y="41206"/>
                </a:lnTo>
                <a:lnTo>
                  <a:pt x="760796" y="41652"/>
                </a:lnTo>
                <a:lnTo>
                  <a:pt x="760357" y="42112"/>
                </a:lnTo>
                <a:lnTo>
                  <a:pt x="759926" y="42585"/>
                </a:lnTo>
                <a:lnTo>
                  <a:pt x="759503" y="43071"/>
                </a:lnTo>
                <a:lnTo>
                  <a:pt x="759089" y="43571"/>
                </a:lnTo>
                <a:lnTo>
                  <a:pt x="758682" y="44085"/>
                </a:lnTo>
                <a:lnTo>
                  <a:pt x="758284" y="44611"/>
                </a:lnTo>
                <a:lnTo>
                  <a:pt x="757893" y="45152"/>
                </a:lnTo>
                <a:lnTo>
                  <a:pt x="757511" y="45705"/>
                </a:lnTo>
                <a:lnTo>
                  <a:pt x="757137" y="46272"/>
                </a:lnTo>
                <a:lnTo>
                  <a:pt x="756771" y="46852"/>
                </a:lnTo>
                <a:lnTo>
                  <a:pt x="756437" y="46852"/>
                </a:lnTo>
                <a:lnTo>
                  <a:pt x="756437" y="35830"/>
                </a:lnTo>
                <a:lnTo>
                  <a:pt x="733891" y="35830"/>
                </a:lnTo>
                <a:lnTo>
                  <a:pt x="733891" y="152341"/>
                </a:lnTo>
                <a:lnTo>
                  <a:pt x="757607" y="152341"/>
                </a:lnTo>
                <a:lnTo>
                  <a:pt x="757607" y="111537"/>
                </a:lnTo>
                <a:lnTo>
                  <a:pt x="757941" y="111537"/>
                </a:lnTo>
                <a:close/>
                <a:moveTo>
                  <a:pt x="775636" y="106607"/>
                </a:moveTo>
                <a:lnTo>
                  <a:pt x="775189" y="106570"/>
                </a:lnTo>
                <a:lnTo>
                  <a:pt x="774747" y="106525"/>
                </a:lnTo>
                <a:lnTo>
                  <a:pt x="774312" y="106473"/>
                </a:lnTo>
                <a:lnTo>
                  <a:pt x="773882" y="106412"/>
                </a:lnTo>
                <a:lnTo>
                  <a:pt x="773458" y="106343"/>
                </a:lnTo>
                <a:lnTo>
                  <a:pt x="773040" y="106266"/>
                </a:lnTo>
                <a:lnTo>
                  <a:pt x="772627" y="106181"/>
                </a:lnTo>
                <a:lnTo>
                  <a:pt x="772221" y="106087"/>
                </a:lnTo>
                <a:lnTo>
                  <a:pt x="771820" y="105986"/>
                </a:lnTo>
                <a:lnTo>
                  <a:pt x="771425" y="105876"/>
                </a:lnTo>
                <a:lnTo>
                  <a:pt x="771035" y="105759"/>
                </a:lnTo>
                <a:lnTo>
                  <a:pt x="770652" y="105633"/>
                </a:lnTo>
                <a:lnTo>
                  <a:pt x="770274" y="105499"/>
                </a:lnTo>
                <a:lnTo>
                  <a:pt x="769903" y="105357"/>
                </a:lnTo>
                <a:lnTo>
                  <a:pt x="769537" y="105207"/>
                </a:lnTo>
                <a:lnTo>
                  <a:pt x="769176" y="105049"/>
                </a:lnTo>
                <a:lnTo>
                  <a:pt x="768822" y="104882"/>
                </a:lnTo>
                <a:lnTo>
                  <a:pt x="768473" y="104708"/>
                </a:lnTo>
                <a:lnTo>
                  <a:pt x="768131" y="104525"/>
                </a:lnTo>
                <a:lnTo>
                  <a:pt x="767794" y="104335"/>
                </a:lnTo>
                <a:lnTo>
                  <a:pt x="767463" y="104137"/>
                </a:lnTo>
                <a:lnTo>
                  <a:pt x="767137" y="103935"/>
                </a:lnTo>
                <a:lnTo>
                  <a:pt x="766817" y="103727"/>
                </a:lnTo>
                <a:lnTo>
                  <a:pt x="766502" y="103515"/>
                </a:lnTo>
                <a:lnTo>
                  <a:pt x="766193" y="103298"/>
                </a:lnTo>
                <a:lnTo>
                  <a:pt x="765889" y="103076"/>
                </a:lnTo>
                <a:lnTo>
                  <a:pt x="765591" y="102849"/>
                </a:lnTo>
                <a:lnTo>
                  <a:pt x="765299" y="102617"/>
                </a:lnTo>
                <a:lnTo>
                  <a:pt x="765012" y="102380"/>
                </a:lnTo>
                <a:lnTo>
                  <a:pt x="764730" y="102138"/>
                </a:lnTo>
                <a:lnTo>
                  <a:pt x="764454" y="101892"/>
                </a:lnTo>
                <a:lnTo>
                  <a:pt x="764183" y="101640"/>
                </a:lnTo>
                <a:lnTo>
                  <a:pt x="763918" y="101384"/>
                </a:lnTo>
                <a:lnTo>
                  <a:pt x="763658" y="101122"/>
                </a:lnTo>
                <a:lnTo>
                  <a:pt x="763404" y="100856"/>
                </a:lnTo>
                <a:lnTo>
                  <a:pt x="763155" y="100584"/>
                </a:lnTo>
                <a:lnTo>
                  <a:pt x="762912" y="100308"/>
                </a:lnTo>
                <a:lnTo>
                  <a:pt x="762675" y="100027"/>
                </a:lnTo>
                <a:lnTo>
                  <a:pt x="762442" y="99741"/>
                </a:lnTo>
                <a:lnTo>
                  <a:pt x="762216" y="99449"/>
                </a:lnTo>
                <a:lnTo>
                  <a:pt x="761994" y="99153"/>
                </a:lnTo>
                <a:lnTo>
                  <a:pt x="761779" y="98853"/>
                </a:lnTo>
                <a:lnTo>
                  <a:pt x="761568" y="98547"/>
                </a:lnTo>
                <a:lnTo>
                  <a:pt x="761364" y="98236"/>
                </a:lnTo>
                <a:lnTo>
                  <a:pt x="761164" y="97920"/>
                </a:lnTo>
                <a:lnTo>
                  <a:pt x="760970" y="97601"/>
                </a:lnTo>
                <a:lnTo>
                  <a:pt x="760779" y="97277"/>
                </a:lnTo>
                <a:lnTo>
                  <a:pt x="760594" y="96948"/>
                </a:lnTo>
                <a:lnTo>
                  <a:pt x="760413" y="96615"/>
                </a:lnTo>
                <a:lnTo>
                  <a:pt x="760237" y="96278"/>
                </a:lnTo>
                <a:lnTo>
                  <a:pt x="760065" y="95937"/>
                </a:lnTo>
                <a:lnTo>
                  <a:pt x="759898" y="95591"/>
                </a:lnTo>
                <a:lnTo>
                  <a:pt x="759736" y="95241"/>
                </a:lnTo>
                <a:lnTo>
                  <a:pt x="759578" y="94886"/>
                </a:lnTo>
                <a:lnTo>
                  <a:pt x="759425" y="94527"/>
                </a:lnTo>
                <a:lnTo>
                  <a:pt x="759277" y="94164"/>
                </a:lnTo>
                <a:lnTo>
                  <a:pt x="759133" y="93796"/>
                </a:lnTo>
                <a:lnTo>
                  <a:pt x="758994" y="93424"/>
                </a:lnTo>
                <a:lnTo>
                  <a:pt x="758859" y="93048"/>
                </a:lnTo>
                <a:lnTo>
                  <a:pt x="758729" y="92668"/>
                </a:lnTo>
                <a:lnTo>
                  <a:pt x="758604" y="92283"/>
                </a:lnTo>
                <a:lnTo>
                  <a:pt x="758483" y="91893"/>
                </a:lnTo>
                <a:lnTo>
                  <a:pt x="758367" y="91500"/>
                </a:lnTo>
                <a:lnTo>
                  <a:pt x="758256" y="91102"/>
                </a:lnTo>
                <a:lnTo>
                  <a:pt x="758149" y="90699"/>
                </a:lnTo>
                <a:lnTo>
                  <a:pt x="758047" y="90293"/>
                </a:lnTo>
                <a:lnTo>
                  <a:pt x="757950" y="89882"/>
                </a:lnTo>
                <a:lnTo>
                  <a:pt x="757857" y="89466"/>
                </a:lnTo>
                <a:lnTo>
                  <a:pt x="757768" y="89048"/>
                </a:lnTo>
                <a:lnTo>
                  <a:pt x="757684" y="88630"/>
                </a:lnTo>
                <a:lnTo>
                  <a:pt x="757603" y="88211"/>
                </a:lnTo>
                <a:lnTo>
                  <a:pt x="757525" y="87791"/>
                </a:lnTo>
                <a:lnTo>
                  <a:pt x="757452" y="87370"/>
                </a:lnTo>
                <a:lnTo>
                  <a:pt x="757382" y="86950"/>
                </a:lnTo>
                <a:lnTo>
                  <a:pt x="757316" y="86528"/>
                </a:lnTo>
                <a:lnTo>
                  <a:pt x="757254" y="86106"/>
                </a:lnTo>
                <a:lnTo>
                  <a:pt x="757195" y="85683"/>
                </a:lnTo>
                <a:lnTo>
                  <a:pt x="757141" y="85260"/>
                </a:lnTo>
                <a:lnTo>
                  <a:pt x="757090" y="84836"/>
                </a:lnTo>
                <a:lnTo>
                  <a:pt x="757043" y="84412"/>
                </a:lnTo>
                <a:lnTo>
                  <a:pt x="756999" y="83987"/>
                </a:lnTo>
                <a:lnTo>
                  <a:pt x="756960" y="83562"/>
                </a:lnTo>
                <a:lnTo>
                  <a:pt x="756924" y="83135"/>
                </a:lnTo>
                <a:lnTo>
                  <a:pt x="756892" y="82709"/>
                </a:lnTo>
                <a:lnTo>
                  <a:pt x="756864" y="82282"/>
                </a:lnTo>
                <a:lnTo>
                  <a:pt x="756839" y="81854"/>
                </a:lnTo>
                <a:lnTo>
                  <a:pt x="756818" y="81425"/>
                </a:lnTo>
                <a:lnTo>
                  <a:pt x="756801" y="80996"/>
                </a:lnTo>
                <a:lnTo>
                  <a:pt x="756788" y="80567"/>
                </a:lnTo>
                <a:lnTo>
                  <a:pt x="756779" y="80137"/>
                </a:lnTo>
                <a:lnTo>
                  <a:pt x="756773" y="79706"/>
                </a:lnTo>
                <a:lnTo>
                  <a:pt x="756771" y="79275"/>
                </a:lnTo>
                <a:lnTo>
                  <a:pt x="756773" y="78830"/>
                </a:lnTo>
                <a:lnTo>
                  <a:pt x="756778" y="78386"/>
                </a:lnTo>
                <a:lnTo>
                  <a:pt x="756787" y="77944"/>
                </a:lnTo>
                <a:lnTo>
                  <a:pt x="756799" y="77503"/>
                </a:lnTo>
                <a:lnTo>
                  <a:pt x="756815" y="77062"/>
                </a:lnTo>
                <a:lnTo>
                  <a:pt x="756834" y="76623"/>
                </a:lnTo>
                <a:lnTo>
                  <a:pt x="756857" y="76186"/>
                </a:lnTo>
                <a:lnTo>
                  <a:pt x="756883" y="75749"/>
                </a:lnTo>
                <a:lnTo>
                  <a:pt x="756912" y="75314"/>
                </a:lnTo>
                <a:lnTo>
                  <a:pt x="756945" y="74879"/>
                </a:lnTo>
                <a:lnTo>
                  <a:pt x="756982" y="74446"/>
                </a:lnTo>
                <a:lnTo>
                  <a:pt x="757022" y="74014"/>
                </a:lnTo>
                <a:lnTo>
                  <a:pt x="757065" y="73583"/>
                </a:lnTo>
                <a:lnTo>
                  <a:pt x="757112" y="73153"/>
                </a:lnTo>
                <a:lnTo>
                  <a:pt x="757163" y="72725"/>
                </a:lnTo>
                <a:lnTo>
                  <a:pt x="757216" y="72297"/>
                </a:lnTo>
                <a:lnTo>
                  <a:pt x="757274" y="71871"/>
                </a:lnTo>
                <a:lnTo>
                  <a:pt x="757335" y="71446"/>
                </a:lnTo>
                <a:lnTo>
                  <a:pt x="757399" y="71022"/>
                </a:lnTo>
                <a:lnTo>
                  <a:pt x="757467" y="70599"/>
                </a:lnTo>
                <a:lnTo>
                  <a:pt x="757538" y="70178"/>
                </a:lnTo>
                <a:lnTo>
                  <a:pt x="757613" y="69757"/>
                </a:lnTo>
                <a:lnTo>
                  <a:pt x="757691" y="69338"/>
                </a:lnTo>
                <a:lnTo>
                  <a:pt x="757773" y="68920"/>
                </a:lnTo>
                <a:lnTo>
                  <a:pt x="757859" y="68504"/>
                </a:lnTo>
                <a:lnTo>
                  <a:pt x="757950" y="68093"/>
                </a:lnTo>
                <a:lnTo>
                  <a:pt x="758045" y="67685"/>
                </a:lnTo>
                <a:lnTo>
                  <a:pt x="758146" y="67282"/>
                </a:lnTo>
                <a:lnTo>
                  <a:pt x="758252" y="66882"/>
                </a:lnTo>
                <a:lnTo>
                  <a:pt x="758362" y="66487"/>
                </a:lnTo>
                <a:lnTo>
                  <a:pt x="758478" y="66096"/>
                </a:lnTo>
                <a:lnTo>
                  <a:pt x="758598" y="65708"/>
                </a:lnTo>
                <a:lnTo>
                  <a:pt x="758724" y="65325"/>
                </a:lnTo>
                <a:lnTo>
                  <a:pt x="758854" y="64946"/>
                </a:lnTo>
                <a:lnTo>
                  <a:pt x="758989" y="64571"/>
                </a:lnTo>
                <a:lnTo>
                  <a:pt x="759129" y="64200"/>
                </a:lnTo>
                <a:lnTo>
                  <a:pt x="759274" y="63833"/>
                </a:lnTo>
                <a:lnTo>
                  <a:pt x="759424" y="63471"/>
                </a:lnTo>
                <a:lnTo>
                  <a:pt x="759579" y="63112"/>
                </a:lnTo>
                <a:lnTo>
                  <a:pt x="759739" y="62757"/>
                </a:lnTo>
                <a:lnTo>
                  <a:pt x="759904" y="62407"/>
                </a:lnTo>
                <a:lnTo>
                  <a:pt x="760074" y="62060"/>
                </a:lnTo>
                <a:lnTo>
                  <a:pt x="760248" y="61718"/>
                </a:lnTo>
                <a:lnTo>
                  <a:pt x="760428" y="61379"/>
                </a:lnTo>
                <a:lnTo>
                  <a:pt x="760612" y="61045"/>
                </a:lnTo>
                <a:lnTo>
                  <a:pt x="760802" y="60715"/>
                </a:lnTo>
                <a:lnTo>
                  <a:pt x="760996" y="60389"/>
                </a:lnTo>
                <a:lnTo>
                  <a:pt x="761196" y="60066"/>
                </a:lnTo>
                <a:lnTo>
                  <a:pt x="761400" y="59749"/>
                </a:lnTo>
                <a:lnTo>
                  <a:pt x="761610" y="59436"/>
                </a:lnTo>
                <a:lnTo>
                  <a:pt x="761825" y="59128"/>
                </a:lnTo>
                <a:lnTo>
                  <a:pt x="762045" y="58825"/>
                </a:lnTo>
                <a:lnTo>
                  <a:pt x="762271" y="58527"/>
                </a:lnTo>
                <a:lnTo>
                  <a:pt x="762501" y="58234"/>
                </a:lnTo>
                <a:lnTo>
                  <a:pt x="762737" y="57946"/>
                </a:lnTo>
                <a:lnTo>
                  <a:pt x="762978" y="57662"/>
                </a:lnTo>
                <a:lnTo>
                  <a:pt x="763224" y="57384"/>
                </a:lnTo>
                <a:lnTo>
                  <a:pt x="763476" y="57111"/>
                </a:lnTo>
                <a:lnTo>
                  <a:pt x="763733" y="56842"/>
                </a:lnTo>
                <a:lnTo>
                  <a:pt x="763994" y="56579"/>
                </a:lnTo>
                <a:lnTo>
                  <a:pt x="764262" y="56320"/>
                </a:lnTo>
                <a:lnTo>
                  <a:pt x="764534" y="56067"/>
                </a:lnTo>
                <a:lnTo>
                  <a:pt x="764811" y="55818"/>
                </a:lnTo>
                <a:lnTo>
                  <a:pt x="765094" y="55574"/>
                </a:lnTo>
                <a:lnTo>
                  <a:pt x="765382" y="55335"/>
                </a:lnTo>
                <a:lnTo>
                  <a:pt x="765675" y="55102"/>
                </a:lnTo>
                <a:lnTo>
                  <a:pt x="765974" y="54873"/>
                </a:lnTo>
                <a:lnTo>
                  <a:pt x="766277" y="54649"/>
                </a:lnTo>
                <a:lnTo>
                  <a:pt x="766586" y="54430"/>
                </a:lnTo>
                <a:lnTo>
                  <a:pt x="766900" y="54216"/>
                </a:lnTo>
                <a:lnTo>
                  <a:pt x="767220" y="54006"/>
                </a:lnTo>
                <a:lnTo>
                  <a:pt x="767544" y="53802"/>
                </a:lnTo>
                <a:lnTo>
                  <a:pt x="767874" y="53604"/>
                </a:lnTo>
                <a:lnTo>
                  <a:pt x="768211" y="53415"/>
                </a:lnTo>
                <a:lnTo>
                  <a:pt x="768555" y="53234"/>
                </a:lnTo>
                <a:lnTo>
                  <a:pt x="768906" y="53062"/>
                </a:lnTo>
                <a:lnTo>
                  <a:pt x="769263" y="52897"/>
                </a:lnTo>
                <a:lnTo>
                  <a:pt x="769626" y="52742"/>
                </a:lnTo>
                <a:lnTo>
                  <a:pt x="769997" y="52595"/>
                </a:lnTo>
                <a:lnTo>
                  <a:pt x="770374" y="52456"/>
                </a:lnTo>
                <a:lnTo>
                  <a:pt x="770758" y="52325"/>
                </a:lnTo>
                <a:lnTo>
                  <a:pt x="771148" y="52203"/>
                </a:lnTo>
                <a:lnTo>
                  <a:pt x="771545" y="52090"/>
                </a:lnTo>
                <a:lnTo>
                  <a:pt x="771949" y="51984"/>
                </a:lnTo>
                <a:lnTo>
                  <a:pt x="772360" y="51888"/>
                </a:lnTo>
                <a:lnTo>
                  <a:pt x="772777" y="51799"/>
                </a:lnTo>
                <a:lnTo>
                  <a:pt x="773201" y="51719"/>
                </a:lnTo>
                <a:lnTo>
                  <a:pt x="773631" y="51648"/>
                </a:lnTo>
                <a:lnTo>
                  <a:pt x="774068" y="51585"/>
                </a:lnTo>
                <a:lnTo>
                  <a:pt x="774512" y="51530"/>
                </a:lnTo>
                <a:lnTo>
                  <a:pt x="774962" y="51484"/>
                </a:lnTo>
                <a:lnTo>
                  <a:pt x="775420" y="51446"/>
                </a:lnTo>
                <a:lnTo>
                  <a:pt x="775883" y="51416"/>
                </a:lnTo>
                <a:lnTo>
                  <a:pt x="776354" y="51395"/>
                </a:lnTo>
                <a:lnTo>
                  <a:pt x="776831" y="51383"/>
                </a:lnTo>
                <a:lnTo>
                  <a:pt x="777315" y="51378"/>
                </a:lnTo>
                <a:lnTo>
                  <a:pt x="777785" y="51383"/>
                </a:lnTo>
                <a:lnTo>
                  <a:pt x="778250" y="51395"/>
                </a:lnTo>
                <a:lnTo>
                  <a:pt x="778708" y="51416"/>
                </a:lnTo>
                <a:lnTo>
                  <a:pt x="779160" y="51446"/>
                </a:lnTo>
                <a:lnTo>
                  <a:pt x="779606" y="51484"/>
                </a:lnTo>
                <a:lnTo>
                  <a:pt x="780046" y="51530"/>
                </a:lnTo>
                <a:lnTo>
                  <a:pt x="780479" y="51585"/>
                </a:lnTo>
                <a:lnTo>
                  <a:pt x="780907" y="51648"/>
                </a:lnTo>
                <a:lnTo>
                  <a:pt x="781329" y="51719"/>
                </a:lnTo>
                <a:lnTo>
                  <a:pt x="781744" y="51799"/>
                </a:lnTo>
                <a:lnTo>
                  <a:pt x="782153" y="51888"/>
                </a:lnTo>
                <a:lnTo>
                  <a:pt x="782557" y="51984"/>
                </a:lnTo>
                <a:lnTo>
                  <a:pt x="782954" y="52090"/>
                </a:lnTo>
                <a:lnTo>
                  <a:pt x="783345" y="52203"/>
                </a:lnTo>
                <a:lnTo>
                  <a:pt x="783730" y="52325"/>
                </a:lnTo>
                <a:lnTo>
                  <a:pt x="784109" y="52456"/>
                </a:lnTo>
                <a:lnTo>
                  <a:pt x="784482" y="52595"/>
                </a:lnTo>
                <a:lnTo>
                  <a:pt x="784848" y="52742"/>
                </a:lnTo>
                <a:lnTo>
                  <a:pt x="785209" y="52897"/>
                </a:lnTo>
                <a:lnTo>
                  <a:pt x="785563" y="53062"/>
                </a:lnTo>
                <a:lnTo>
                  <a:pt x="785912" y="53234"/>
                </a:lnTo>
                <a:lnTo>
                  <a:pt x="786254" y="53415"/>
                </a:lnTo>
                <a:lnTo>
                  <a:pt x="786590" y="53604"/>
                </a:lnTo>
                <a:lnTo>
                  <a:pt x="786920" y="53802"/>
                </a:lnTo>
                <a:lnTo>
                  <a:pt x="787245" y="54007"/>
                </a:lnTo>
                <a:lnTo>
                  <a:pt x="787565" y="54216"/>
                </a:lnTo>
                <a:lnTo>
                  <a:pt x="787879" y="54431"/>
                </a:lnTo>
                <a:lnTo>
                  <a:pt x="788189" y="54651"/>
                </a:lnTo>
                <a:lnTo>
                  <a:pt x="788494" y="54876"/>
                </a:lnTo>
                <a:lnTo>
                  <a:pt x="788794" y="55107"/>
                </a:lnTo>
                <a:lnTo>
                  <a:pt x="789089" y="55343"/>
                </a:lnTo>
                <a:lnTo>
                  <a:pt x="789379" y="55584"/>
                </a:lnTo>
                <a:lnTo>
                  <a:pt x="789664" y="55830"/>
                </a:lnTo>
                <a:lnTo>
                  <a:pt x="789945" y="56081"/>
                </a:lnTo>
                <a:lnTo>
                  <a:pt x="790220" y="56338"/>
                </a:lnTo>
                <a:lnTo>
                  <a:pt x="790490" y="56600"/>
                </a:lnTo>
                <a:lnTo>
                  <a:pt x="790756" y="56867"/>
                </a:lnTo>
                <a:lnTo>
                  <a:pt x="791016" y="57139"/>
                </a:lnTo>
                <a:lnTo>
                  <a:pt x="791272" y="57417"/>
                </a:lnTo>
                <a:lnTo>
                  <a:pt x="791523" y="57700"/>
                </a:lnTo>
                <a:lnTo>
                  <a:pt x="791768" y="57988"/>
                </a:lnTo>
                <a:lnTo>
                  <a:pt x="792009" y="58281"/>
                </a:lnTo>
                <a:lnTo>
                  <a:pt x="792245" y="58580"/>
                </a:lnTo>
                <a:lnTo>
                  <a:pt x="792476" y="58883"/>
                </a:lnTo>
                <a:lnTo>
                  <a:pt x="792702" y="59192"/>
                </a:lnTo>
                <a:lnTo>
                  <a:pt x="792923" y="59506"/>
                </a:lnTo>
                <a:lnTo>
                  <a:pt x="793139" y="59826"/>
                </a:lnTo>
                <a:lnTo>
                  <a:pt x="793350" y="60151"/>
                </a:lnTo>
                <a:lnTo>
                  <a:pt x="793557" y="60479"/>
                </a:lnTo>
                <a:lnTo>
                  <a:pt x="793758" y="60812"/>
                </a:lnTo>
                <a:lnTo>
                  <a:pt x="793955" y="61149"/>
                </a:lnTo>
                <a:lnTo>
                  <a:pt x="794146" y="61489"/>
                </a:lnTo>
                <a:lnTo>
                  <a:pt x="794333" y="61833"/>
                </a:lnTo>
                <a:lnTo>
                  <a:pt x="794514" y="62181"/>
                </a:lnTo>
                <a:lnTo>
                  <a:pt x="794691" y="62532"/>
                </a:lnTo>
                <a:lnTo>
                  <a:pt x="794863" y="62888"/>
                </a:lnTo>
                <a:lnTo>
                  <a:pt x="795030" y="63247"/>
                </a:lnTo>
                <a:lnTo>
                  <a:pt x="795192" y="63610"/>
                </a:lnTo>
                <a:lnTo>
                  <a:pt x="795349" y="63976"/>
                </a:lnTo>
                <a:lnTo>
                  <a:pt x="795501" y="64347"/>
                </a:lnTo>
                <a:lnTo>
                  <a:pt x="795648" y="64721"/>
                </a:lnTo>
                <a:lnTo>
                  <a:pt x="795790" y="65099"/>
                </a:lnTo>
                <a:lnTo>
                  <a:pt x="795927" y="65481"/>
                </a:lnTo>
                <a:lnTo>
                  <a:pt x="796060" y="65866"/>
                </a:lnTo>
                <a:lnTo>
                  <a:pt x="796187" y="66255"/>
                </a:lnTo>
                <a:lnTo>
                  <a:pt x="796310" y="66648"/>
                </a:lnTo>
                <a:lnTo>
                  <a:pt x="796427" y="67045"/>
                </a:lnTo>
                <a:lnTo>
                  <a:pt x="796540" y="67446"/>
                </a:lnTo>
                <a:lnTo>
                  <a:pt x="796648" y="67850"/>
                </a:lnTo>
                <a:lnTo>
                  <a:pt x="796751" y="68258"/>
                </a:lnTo>
                <a:lnTo>
                  <a:pt x="796848" y="68670"/>
                </a:lnTo>
                <a:lnTo>
                  <a:pt x="796941" y="69086"/>
                </a:lnTo>
                <a:lnTo>
                  <a:pt x="797030" y="69504"/>
                </a:lnTo>
                <a:lnTo>
                  <a:pt x="797115" y="69922"/>
                </a:lnTo>
                <a:lnTo>
                  <a:pt x="797196" y="70341"/>
                </a:lnTo>
                <a:lnTo>
                  <a:pt x="797273" y="70761"/>
                </a:lnTo>
                <a:lnTo>
                  <a:pt x="797347" y="71181"/>
                </a:lnTo>
                <a:lnTo>
                  <a:pt x="797416" y="71601"/>
                </a:lnTo>
                <a:lnTo>
                  <a:pt x="797482" y="72023"/>
                </a:lnTo>
                <a:lnTo>
                  <a:pt x="797544" y="72445"/>
                </a:lnTo>
                <a:lnTo>
                  <a:pt x="797603" y="72867"/>
                </a:lnTo>
                <a:lnTo>
                  <a:pt x="797658" y="73290"/>
                </a:lnTo>
                <a:lnTo>
                  <a:pt x="797708" y="73714"/>
                </a:lnTo>
                <a:lnTo>
                  <a:pt x="797756" y="74138"/>
                </a:lnTo>
                <a:lnTo>
                  <a:pt x="797799" y="74563"/>
                </a:lnTo>
                <a:lnTo>
                  <a:pt x="797839" y="74988"/>
                </a:lnTo>
                <a:lnTo>
                  <a:pt x="797874" y="75414"/>
                </a:lnTo>
                <a:lnTo>
                  <a:pt x="797906" y="75841"/>
                </a:lnTo>
                <a:lnTo>
                  <a:pt x="797935" y="76268"/>
                </a:lnTo>
                <a:lnTo>
                  <a:pt x="797959" y="76696"/>
                </a:lnTo>
                <a:lnTo>
                  <a:pt x="797980" y="77124"/>
                </a:lnTo>
                <a:lnTo>
                  <a:pt x="797997" y="77553"/>
                </a:lnTo>
                <a:lnTo>
                  <a:pt x="798010" y="77983"/>
                </a:lnTo>
                <a:lnTo>
                  <a:pt x="798019" y="78413"/>
                </a:lnTo>
                <a:lnTo>
                  <a:pt x="798025" y="78844"/>
                </a:lnTo>
                <a:lnTo>
                  <a:pt x="798027" y="79275"/>
                </a:lnTo>
                <a:lnTo>
                  <a:pt x="798025" y="79706"/>
                </a:lnTo>
                <a:lnTo>
                  <a:pt x="798020" y="80137"/>
                </a:lnTo>
                <a:lnTo>
                  <a:pt x="798011" y="80567"/>
                </a:lnTo>
                <a:lnTo>
                  <a:pt x="797999" y="80996"/>
                </a:lnTo>
                <a:lnTo>
                  <a:pt x="797984" y="81425"/>
                </a:lnTo>
                <a:lnTo>
                  <a:pt x="797964" y="81854"/>
                </a:lnTo>
                <a:lnTo>
                  <a:pt x="797942" y="82282"/>
                </a:lnTo>
                <a:lnTo>
                  <a:pt x="797916" y="82709"/>
                </a:lnTo>
                <a:lnTo>
                  <a:pt x="797886" y="83135"/>
                </a:lnTo>
                <a:lnTo>
                  <a:pt x="797853" y="83562"/>
                </a:lnTo>
                <a:lnTo>
                  <a:pt x="797817" y="83987"/>
                </a:lnTo>
                <a:lnTo>
                  <a:pt x="797777" y="84412"/>
                </a:lnTo>
                <a:lnTo>
                  <a:pt x="797733" y="84836"/>
                </a:lnTo>
                <a:lnTo>
                  <a:pt x="797686" y="85260"/>
                </a:lnTo>
                <a:lnTo>
                  <a:pt x="797636" y="85683"/>
                </a:lnTo>
                <a:lnTo>
                  <a:pt x="797582" y="86106"/>
                </a:lnTo>
                <a:lnTo>
                  <a:pt x="797524" y="86528"/>
                </a:lnTo>
                <a:lnTo>
                  <a:pt x="797464" y="86950"/>
                </a:lnTo>
                <a:lnTo>
                  <a:pt x="797399" y="87370"/>
                </a:lnTo>
                <a:lnTo>
                  <a:pt x="797331" y="87791"/>
                </a:lnTo>
                <a:lnTo>
                  <a:pt x="797260" y="88211"/>
                </a:lnTo>
                <a:lnTo>
                  <a:pt x="797185" y="88630"/>
                </a:lnTo>
                <a:lnTo>
                  <a:pt x="797107" y="89048"/>
                </a:lnTo>
                <a:lnTo>
                  <a:pt x="797025" y="89466"/>
                </a:lnTo>
                <a:lnTo>
                  <a:pt x="796939" y="89882"/>
                </a:lnTo>
                <a:lnTo>
                  <a:pt x="796849" y="90293"/>
                </a:lnTo>
                <a:lnTo>
                  <a:pt x="796753" y="90699"/>
                </a:lnTo>
                <a:lnTo>
                  <a:pt x="796652" y="91102"/>
                </a:lnTo>
                <a:lnTo>
                  <a:pt x="796546" y="91500"/>
                </a:lnTo>
                <a:lnTo>
                  <a:pt x="796436" y="91893"/>
                </a:lnTo>
                <a:lnTo>
                  <a:pt x="796320" y="92283"/>
                </a:lnTo>
                <a:lnTo>
                  <a:pt x="796200" y="92668"/>
                </a:lnTo>
                <a:lnTo>
                  <a:pt x="796074" y="93048"/>
                </a:lnTo>
                <a:lnTo>
                  <a:pt x="795944" y="93424"/>
                </a:lnTo>
                <a:lnTo>
                  <a:pt x="795809" y="93796"/>
                </a:lnTo>
                <a:lnTo>
                  <a:pt x="795668" y="94164"/>
                </a:lnTo>
                <a:lnTo>
                  <a:pt x="795523" y="94527"/>
                </a:lnTo>
                <a:lnTo>
                  <a:pt x="795373" y="94886"/>
                </a:lnTo>
                <a:lnTo>
                  <a:pt x="795218" y="95241"/>
                </a:lnTo>
                <a:lnTo>
                  <a:pt x="795058" y="95591"/>
                </a:lnTo>
                <a:lnTo>
                  <a:pt x="794893" y="95937"/>
                </a:lnTo>
                <a:lnTo>
                  <a:pt x="794723" y="96278"/>
                </a:lnTo>
                <a:lnTo>
                  <a:pt x="794548" y="96615"/>
                </a:lnTo>
                <a:lnTo>
                  <a:pt x="794369" y="96948"/>
                </a:lnTo>
                <a:lnTo>
                  <a:pt x="794184" y="97277"/>
                </a:lnTo>
                <a:lnTo>
                  <a:pt x="793994" y="97601"/>
                </a:lnTo>
                <a:lnTo>
                  <a:pt x="793800" y="97920"/>
                </a:lnTo>
                <a:lnTo>
                  <a:pt x="793600" y="98236"/>
                </a:lnTo>
                <a:lnTo>
                  <a:pt x="793396" y="98547"/>
                </a:lnTo>
                <a:lnTo>
                  <a:pt x="793186" y="98853"/>
                </a:lnTo>
                <a:lnTo>
                  <a:pt x="792971" y="99153"/>
                </a:lnTo>
                <a:lnTo>
                  <a:pt x="792751" y="99449"/>
                </a:lnTo>
                <a:lnTo>
                  <a:pt x="792526" y="99741"/>
                </a:lnTo>
                <a:lnTo>
                  <a:pt x="792296" y="100027"/>
                </a:lnTo>
                <a:lnTo>
                  <a:pt x="792060" y="100308"/>
                </a:lnTo>
                <a:lnTo>
                  <a:pt x="791819" y="100584"/>
                </a:lnTo>
                <a:lnTo>
                  <a:pt x="791573" y="100856"/>
                </a:lnTo>
                <a:lnTo>
                  <a:pt x="791322" y="101122"/>
                </a:lnTo>
                <a:lnTo>
                  <a:pt x="791065" y="101384"/>
                </a:lnTo>
                <a:lnTo>
                  <a:pt x="790803" y="101640"/>
                </a:lnTo>
                <a:lnTo>
                  <a:pt x="790536" y="101892"/>
                </a:lnTo>
                <a:lnTo>
                  <a:pt x="790264" y="102138"/>
                </a:lnTo>
                <a:lnTo>
                  <a:pt x="789986" y="102380"/>
                </a:lnTo>
                <a:lnTo>
                  <a:pt x="789704" y="102617"/>
                </a:lnTo>
                <a:lnTo>
                  <a:pt x="789416" y="102849"/>
                </a:lnTo>
                <a:lnTo>
                  <a:pt x="789123" y="103076"/>
                </a:lnTo>
                <a:lnTo>
                  <a:pt x="788824" y="103298"/>
                </a:lnTo>
                <a:lnTo>
                  <a:pt x="788521" y="103515"/>
                </a:lnTo>
                <a:lnTo>
                  <a:pt x="788212" y="103727"/>
                </a:lnTo>
                <a:lnTo>
                  <a:pt x="787898" y="103935"/>
                </a:lnTo>
                <a:lnTo>
                  <a:pt x="787579" y="104137"/>
                </a:lnTo>
                <a:lnTo>
                  <a:pt x="787254" y="104335"/>
                </a:lnTo>
                <a:lnTo>
                  <a:pt x="786924" y="104525"/>
                </a:lnTo>
                <a:lnTo>
                  <a:pt x="786587" y="104708"/>
                </a:lnTo>
                <a:lnTo>
                  <a:pt x="786243" y="104882"/>
                </a:lnTo>
                <a:lnTo>
                  <a:pt x="785893" y="105049"/>
                </a:lnTo>
                <a:lnTo>
                  <a:pt x="785536" y="105207"/>
                </a:lnTo>
                <a:lnTo>
                  <a:pt x="785172" y="105357"/>
                </a:lnTo>
                <a:lnTo>
                  <a:pt x="784801" y="105499"/>
                </a:lnTo>
                <a:lnTo>
                  <a:pt x="784424" y="105633"/>
                </a:lnTo>
                <a:lnTo>
                  <a:pt x="784041" y="105759"/>
                </a:lnTo>
                <a:lnTo>
                  <a:pt x="783650" y="105876"/>
                </a:lnTo>
                <a:lnTo>
                  <a:pt x="783253" y="105986"/>
                </a:lnTo>
                <a:lnTo>
                  <a:pt x="782849" y="106087"/>
                </a:lnTo>
                <a:lnTo>
                  <a:pt x="782439" y="106181"/>
                </a:lnTo>
                <a:lnTo>
                  <a:pt x="782022" y="106266"/>
                </a:lnTo>
                <a:lnTo>
                  <a:pt x="781598" y="106343"/>
                </a:lnTo>
                <a:lnTo>
                  <a:pt x="781167" y="106412"/>
                </a:lnTo>
                <a:lnTo>
                  <a:pt x="780730" y="106473"/>
                </a:lnTo>
                <a:lnTo>
                  <a:pt x="780286" y="106525"/>
                </a:lnTo>
                <a:lnTo>
                  <a:pt x="779836" y="106570"/>
                </a:lnTo>
                <a:lnTo>
                  <a:pt x="779379" y="106607"/>
                </a:lnTo>
                <a:lnTo>
                  <a:pt x="778915" y="106635"/>
                </a:lnTo>
                <a:lnTo>
                  <a:pt x="778444" y="106655"/>
                </a:lnTo>
                <a:lnTo>
                  <a:pt x="777967" y="106667"/>
                </a:lnTo>
                <a:lnTo>
                  <a:pt x="777483" y="106672"/>
                </a:lnTo>
                <a:lnTo>
                  <a:pt x="777013" y="106667"/>
                </a:lnTo>
                <a:lnTo>
                  <a:pt x="776548" y="106655"/>
                </a:lnTo>
                <a:lnTo>
                  <a:pt x="776089" y="106635"/>
                </a:lnTo>
                <a:lnTo>
                  <a:pt x="775636" y="106607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F7137-C2A1-4C7E-B76A-D3DB7083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614" y="1156238"/>
            <a:ext cx="325870" cy="774518"/>
          </a:xfrm>
          <a:custGeom xmlns:a="http://schemas.openxmlformats.org/drawingml/2006/main">
            <a:pathLst>
              <a:path w="325870" h="774518" fill="none">
                <a:moveTo>
                  <a:pt x="325870" y="774518"/>
                </a:moveTo>
                <a:lnTo>
                  <a:pt x="0" y="7745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90" cap="rnd">
            <a:solidFill>
              <a:srgbClr val="FB0507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DEB90-ECFF-4606-AEF4-5AC54939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529" y="1894980"/>
            <a:ext cx="96360" cy="71554"/>
          </a:xfrm>
          <a:custGeom xmlns:a="http://schemas.openxmlformats.org/drawingml/2006/main">
            <a:pathLst>
              <a:path w="96360" h="71554">
                <a:moveTo>
                  <a:pt x="96360" y="38321"/>
                </a:moveTo>
                <a:lnTo>
                  <a:pt x="1908" y="0"/>
                </a:lnTo>
                <a:lnTo>
                  <a:pt x="0" y="71554"/>
                </a:lnTo>
                <a:lnTo>
                  <a:pt x="96360" y="38321"/>
                </a:lnTo>
                <a:close/>
                <a:moveTo>
                  <a:pt x="96360" y="38321"/>
                </a:moveTo>
              </a:path>
            </a:pathLst>
          </a:custGeom>
          <a:solidFill xmlns:a="http://schemas.openxmlformats.org/drawingml/2006/main">
            <a:srgbClr val="FB05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C754F-AB1A-40AF-8870-672CAEA9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529" y="1894983"/>
            <a:ext cx="96359" cy="71551"/>
          </a:xfrm>
          <a:custGeom xmlns:a="http://schemas.openxmlformats.org/drawingml/2006/main">
            <a:pathLst>
              <a:path w="96359" h="71551" fill="none">
                <a:moveTo>
                  <a:pt x="96359" y="38319"/>
                </a:moveTo>
                <a:lnTo>
                  <a:pt x="1909" y="0"/>
                </a:lnTo>
                <a:lnTo>
                  <a:pt x="0" y="71551"/>
                </a:lnTo>
                <a:lnTo>
                  <a:pt x="96359" y="38319"/>
                </a:lnTo>
                <a:close/>
                <a:moveTo>
                  <a:pt x="96359" y="38319"/>
                </a:moveTo>
              </a:path>
            </a:pathLst>
          </a:custGeom>
          <a:noFill xmlns:a="http://schemas.openxmlformats.org/drawingml/2006/main"/>
          <a:ln xmlns:a="http://schemas.openxmlformats.org/drawingml/2006/main" w="35790" cap="flat">
            <a:solidFill>
              <a:srgbClr val="FB0507"/>
            </a:solidFill>
            <a:miter/>
          </a:ln>
        </p:spPr>
      </p:sp>
      <p:sp>
        <p:nvSpPr>
          <p:cNvPr id="112" name="Text Virtual">
            <a:extLst xmlns:a="http://schemas.openxmlformats.org/drawingml/2006/main">
              <a:ext uri="{FF2B5EF4-FFF2-40B4-BE49-F238E27FC236}">
                <a16:creationId xmlns:a16="http://schemas.microsoft.com/office/drawing/2014/main" id="{3B1125B4-6548-40DA-803B-38A747D5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479" y="707767"/>
            <a:ext cx="452629" cy="121025"/>
          </a:xfrm>
          <a:custGeom xmlns:a="http://schemas.openxmlformats.org/drawingml/2006/main">
            <a:pathLst>
              <a:path w="452629" h="121025">
                <a:moveTo>
                  <a:pt x="59959" y="119231"/>
                </a:moveTo>
                <a:lnTo>
                  <a:pt x="102385" y="0"/>
                </a:lnTo>
                <a:lnTo>
                  <a:pt x="85850" y="0"/>
                </a:lnTo>
                <a:lnTo>
                  <a:pt x="51442" y="103366"/>
                </a:lnTo>
                <a:lnTo>
                  <a:pt x="51108" y="103366"/>
                </a:lnTo>
                <a:lnTo>
                  <a:pt x="17037" y="0"/>
                </a:lnTo>
                <a:lnTo>
                  <a:pt x="0" y="0"/>
                </a:lnTo>
                <a:lnTo>
                  <a:pt x="41923" y="119231"/>
                </a:lnTo>
                <a:lnTo>
                  <a:pt x="59959" y="119231"/>
                </a:lnTo>
                <a:close/>
                <a:moveTo>
                  <a:pt x="124767" y="17452"/>
                </a:moveTo>
                <a:lnTo>
                  <a:pt x="124767" y="0"/>
                </a:lnTo>
                <a:lnTo>
                  <a:pt x="110569" y="0"/>
                </a:lnTo>
                <a:lnTo>
                  <a:pt x="110569" y="17452"/>
                </a:lnTo>
                <a:lnTo>
                  <a:pt x="124767" y="17452"/>
                </a:lnTo>
                <a:moveTo>
                  <a:pt x="110569" y="32881"/>
                </a:moveTo>
                <a:lnTo>
                  <a:pt x="110569" y="119231"/>
                </a:lnTo>
                <a:lnTo>
                  <a:pt x="124767" y="119231"/>
                </a:lnTo>
                <a:lnTo>
                  <a:pt x="124767" y="32881"/>
                </a:lnTo>
                <a:lnTo>
                  <a:pt x="110569" y="32881"/>
                </a:lnTo>
                <a:close/>
                <a:moveTo>
                  <a:pt x="146313" y="32833"/>
                </a:moveTo>
                <a:lnTo>
                  <a:pt x="146313" y="119231"/>
                </a:lnTo>
                <a:lnTo>
                  <a:pt x="160508" y="119231"/>
                </a:lnTo>
                <a:lnTo>
                  <a:pt x="160508" y="80776"/>
                </a:lnTo>
                <a:cubicBezTo>
                  <a:pt x="160508" y="75203"/>
                  <a:pt x="161064" y="70272"/>
                  <a:pt x="162177" y="65982"/>
                </a:cubicBezTo>
                <a:cubicBezTo>
                  <a:pt x="163292" y="61690"/>
                  <a:pt x="165074" y="58040"/>
                  <a:pt x="167524" y="55031"/>
                </a:cubicBezTo>
                <a:cubicBezTo>
                  <a:pt x="169974" y="52020"/>
                  <a:pt x="173203" y="49735"/>
                  <a:pt x="177211" y="48175"/>
                </a:cubicBezTo>
                <a:cubicBezTo>
                  <a:pt x="181219" y="46614"/>
                  <a:pt x="186062" y="45833"/>
                  <a:pt x="191740" y="45833"/>
                </a:cubicBezTo>
                <a:lnTo>
                  <a:pt x="191740" y="30827"/>
                </a:lnTo>
                <a:cubicBezTo>
                  <a:pt x="184059" y="30605"/>
                  <a:pt x="177712" y="32164"/>
                  <a:pt x="172700" y="35506"/>
                </a:cubicBezTo>
                <a:cubicBezTo>
                  <a:pt x="167690" y="38848"/>
                  <a:pt x="163459" y="44029"/>
                  <a:pt x="160008" y="51047"/>
                </a:cubicBezTo>
                <a:lnTo>
                  <a:pt x="159675" y="51047"/>
                </a:lnTo>
                <a:lnTo>
                  <a:pt x="159675" y="32833"/>
                </a:lnTo>
                <a:lnTo>
                  <a:pt x="146313" y="32833"/>
                </a:lnTo>
                <a:close/>
                <a:moveTo>
                  <a:pt x="222139" y="32784"/>
                </a:moveTo>
                <a:lnTo>
                  <a:pt x="222139" y="7014"/>
                </a:lnTo>
                <a:lnTo>
                  <a:pt x="207942" y="7014"/>
                </a:lnTo>
                <a:lnTo>
                  <a:pt x="207942" y="32784"/>
                </a:lnTo>
                <a:lnTo>
                  <a:pt x="193244" y="32784"/>
                </a:lnTo>
                <a:lnTo>
                  <a:pt x="193244" y="45344"/>
                </a:lnTo>
                <a:lnTo>
                  <a:pt x="207942" y="45344"/>
                </a:lnTo>
                <a:lnTo>
                  <a:pt x="207942" y="100341"/>
                </a:lnTo>
                <a:cubicBezTo>
                  <a:pt x="207942" y="104352"/>
                  <a:pt x="208332" y="107584"/>
                  <a:pt x="209111" y="110036"/>
                </a:cubicBezTo>
                <a:cubicBezTo>
                  <a:pt x="209891" y="112487"/>
                  <a:pt x="211088" y="114383"/>
                  <a:pt x="212702" y="115721"/>
                </a:cubicBezTo>
                <a:cubicBezTo>
                  <a:pt x="214316" y="117059"/>
                  <a:pt x="216432" y="117978"/>
                  <a:pt x="219048" y="118479"/>
                </a:cubicBezTo>
                <a:cubicBezTo>
                  <a:pt x="221665" y="118980"/>
                  <a:pt x="224810" y="119231"/>
                  <a:pt x="228485" y="119231"/>
                </a:cubicBezTo>
                <a:lnTo>
                  <a:pt x="239342" y="119231"/>
                </a:lnTo>
                <a:lnTo>
                  <a:pt x="239342" y="106672"/>
                </a:lnTo>
                <a:lnTo>
                  <a:pt x="232828" y="106672"/>
                </a:lnTo>
                <a:cubicBezTo>
                  <a:pt x="230601" y="106672"/>
                  <a:pt x="228791" y="106588"/>
                  <a:pt x="227400" y="106422"/>
                </a:cubicBezTo>
                <a:cubicBezTo>
                  <a:pt x="226008" y="106254"/>
                  <a:pt x="224922" y="105892"/>
                  <a:pt x="224143" y="105336"/>
                </a:cubicBezTo>
                <a:cubicBezTo>
                  <a:pt x="223364" y="104779"/>
                  <a:pt x="222836" y="103999"/>
                  <a:pt x="222557" y="102997"/>
                </a:cubicBezTo>
                <a:cubicBezTo>
                  <a:pt x="222279" y="101992"/>
                  <a:pt x="222139" y="100655"/>
                  <a:pt x="222139" y="98985"/>
                </a:cubicBezTo>
                <a:lnTo>
                  <a:pt x="222139" y="45344"/>
                </a:lnTo>
                <a:lnTo>
                  <a:pt x="239342" y="45344"/>
                </a:lnTo>
                <a:lnTo>
                  <a:pt x="239342" y="32784"/>
                </a:lnTo>
                <a:lnTo>
                  <a:pt x="222139" y="32784"/>
                </a:lnTo>
                <a:close/>
                <a:moveTo>
                  <a:pt x="326528" y="119190"/>
                </a:moveTo>
                <a:lnTo>
                  <a:pt x="326528" y="32947"/>
                </a:lnTo>
                <a:lnTo>
                  <a:pt x="312330" y="32947"/>
                </a:lnTo>
                <a:lnTo>
                  <a:pt x="312330" y="81625"/>
                </a:lnTo>
                <a:cubicBezTo>
                  <a:pt x="312330" y="85514"/>
                  <a:pt x="311800" y="89098"/>
                  <a:pt x="310742" y="92377"/>
                </a:cubicBezTo>
                <a:cubicBezTo>
                  <a:pt x="309685" y="95654"/>
                  <a:pt x="308099" y="98515"/>
                  <a:pt x="305984" y="100960"/>
                </a:cubicBezTo>
                <a:cubicBezTo>
                  <a:pt x="303869" y="103405"/>
                  <a:pt x="301224" y="105294"/>
                  <a:pt x="298050" y="106628"/>
                </a:cubicBezTo>
                <a:cubicBezTo>
                  <a:pt x="294876" y="107962"/>
                  <a:pt x="291118" y="108629"/>
                  <a:pt x="286775" y="108629"/>
                </a:cubicBezTo>
                <a:cubicBezTo>
                  <a:pt x="281320" y="108629"/>
                  <a:pt x="277033" y="107073"/>
                  <a:pt x="273916" y="103962"/>
                </a:cubicBezTo>
                <a:cubicBezTo>
                  <a:pt x="270798" y="100850"/>
                  <a:pt x="269239" y="96626"/>
                  <a:pt x="269239" y="91291"/>
                </a:cubicBezTo>
                <a:lnTo>
                  <a:pt x="269239" y="32947"/>
                </a:lnTo>
                <a:lnTo>
                  <a:pt x="255041" y="32947"/>
                </a:lnTo>
                <a:lnTo>
                  <a:pt x="255041" y="89665"/>
                </a:lnTo>
                <a:cubicBezTo>
                  <a:pt x="255041" y="94336"/>
                  <a:pt x="255514" y="98589"/>
                  <a:pt x="256461" y="102426"/>
                </a:cubicBezTo>
                <a:cubicBezTo>
                  <a:pt x="257407" y="106262"/>
                  <a:pt x="259049" y="109571"/>
                  <a:pt x="261387" y="112352"/>
                </a:cubicBezTo>
                <a:cubicBezTo>
                  <a:pt x="263727" y="115132"/>
                  <a:pt x="266789" y="117273"/>
                  <a:pt x="270574" y="118775"/>
                </a:cubicBezTo>
                <a:cubicBezTo>
                  <a:pt x="274360" y="120275"/>
                  <a:pt x="279092" y="121025"/>
                  <a:pt x="284772" y="121025"/>
                </a:cubicBezTo>
                <a:cubicBezTo>
                  <a:pt x="291118" y="121025"/>
                  <a:pt x="296629" y="119774"/>
                  <a:pt x="301305" y="117273"/>
                </a:cubicBezTo>
                <a:cubicBezTo>
                  <a:pt x="305982" y="114771"/>
                  <a:pt x="309824" y="110850"/>
                  <a:pt x="312832" y="105512"/>
                </a:cubicBezTo>
                <a:lnTo>
                  <a:pt x="313166" y="105512"/>
                </a:lnTo>
                <a:lnTo>
                  <a:pt x="313166" y="119190"/>
                </a:lnTo>
                <a:lnTo>
                  <a:pt x="326528" y="119190"/>
                </a:lnTo>
                <a:close/>
                <a:moveTo>
                  <a:pt x="424403" y="118854"/>
                </a:moveTo>
                <a:cubicBezTo>
                  <a:pt x="421953" y="120301"/>
                  <a:pt x="418557" y="121025"/>
                  <a:pt x="414214" y="121025"/>
                </a:cubicBezTo>
                <a:cubicBezTo>
                  <a:pt x="410541" y="121025"/>
                  <a:pt x="407618" y="119995"/>
                  <a:pt x="405447" y="117936"/>
                </a:cubicBezTo>
                <a:cubicBezTo>
                  <a:pt x="403276" y="115875"/>
                  <a:pt x="402190" y="112506"/>
                  <a:pt x="402190" y="107829"/>
                </a:cubicBezTo>
                <a:cubicBezTo>
                  <a:pt x="398292" y="112506"/>
                  <a:pt x="393754" y="115875"/>
                  <a:pt x="388576" y="117936"/>
                </a:cubicBezTo>
                <a:cubicBezTo>
                  <a:pt x="383399" y="119995"/>
                  <a:pt x="377804" y="121025"/>
                  <a:pt x="371791" y="121025"/>
                </a:cubicBezTo>
                <a:cubicBezTo>
                  <a:pt x="367893" y="121025"/>
                  <a:pt x="364190" y="120580"/>
                  <a:pt x="360682" y="119689"/>
                </a:cubicBezTo>
                <a:cubicBezTo>
                  <a:pt x="357175" y="118799"/>
                  <a:pt x="354142" y="117408"/>
                  <a:pt x="351581" y="115515"/>
                </a:cubicBezTo>
                <a:cubicBezTo>
                  <a:pt x="349021" y="113622"/>
                  <a:pt x="346989" y="111146"/>
                  <a:pt x="345485" y="108086"/>
                </a:cubicBezTo>
                <a:cubicBezTo>
                  <a:pt x="343981" y="105024"/>
                  <a:pt x="343230" y="101323"/>
                  <a:pt x="343230" y="96982"/>
                </a:cubicBezTo>
                <a:cubicBezTo>
                  <a:pt x="343230" y="92084"/>
                  <a:pt x="344065" y="88077"/>
                  <a:pt x="345735" y="84961"/>
                </a:cubicBezTo>
                <a:cubicBezTo>
                  <a:pt x="347405" y="81845"/>
                  <a:pt x="349603" y="79313"/>
                  <a:pt x="352330" y="77366"/>
                </a:cubicBezTo>
                <a:cubicBezTo>
                  <a:pt x="355059" y="75417"/>
                  <a:pt x="358177" y="73942"/>
                  <a:pt x="361684" y="72939"/>
                </a:cubicBezTo>
                <a:cubicBezTo>
                  <a:pt x="365192" y="71937"/>
                  <a:pt x="368784" y="71102"/>
                  <a:pt x="372459" y="70434"/>
                </a:cubicBezTo>
                <a:cubicBezTo>
                  <a:pt x="376356" y="69656"/>
                  <a:pt x="380058" y="69072"/>
                  <a:pt x="383565" y="68683"/>
                </a:cubicBezTo>
                <a:cubicBezTo>
                  <a:pt x="387072" y="68292"/>
                  <a:pt x="390162" y="67735"/>
                  <a:pt x="392834" y="67011"/>
                </a:cubicBezTo>
                <a:cubicBezTo>
                  <a:pt x="395507" y="66287"/>
                  <a:pt x="397622" y="65231"/>
                  <a:pt x="399180" y="63841"/>
                </a:cubicBezTo>
                <a:cubicBezTo>
                  <a:pt x="400740" y="62449"/>
                  <a:pt x="401520" y="60417"/>
                  <a:pt x="401520" y="57745"/>
                </a:cubicBezTo>
                <a:cubicBezTo>
                  <a:pt x="401520" y="54629"/>
                  <a:pt x="400935" y="52124"/>
                  <a:pt x="399766" y="50232"/>
                </a:cubicBezTo>
                <a:cubicBezTo>
                  <a:pt x="398597" y="48339"/>
                  <a:pt x="397094" y="46892"/>
                  <a:pt x="395255" y="45891"/>
                </a:cubicBezTo>
                <a:cubicBezTo>
                  <a:pt x="393419" y="44889"/>
                  <a:pt x="391359" y="44221"/>
                  <a:pt x="389075" y="43888"/>
                </a:cubicBezTo>
                <a:cubicBezTo>
                  <a:pt x="386793" y="43554"/>
                  <a:pt x="384540" y="43386"/>
                  <a:pt x="382314" y="43386"/>
                </a:cubicBezTo>
                <a:cubicBezTo>
                  <a:pt x="376301" y="43386"/>
                  <a:pt x="371291" y="44524"/>
                  <a:pt x="367283" y="46799"/>
                </a:cubicBezTo>
                <a:cubicBezTo>
                  <a:pt x="363275" y="49074"/>
                  <a:pt x="361103" y="53373"/>
                  <a:pt x="360769" y="59697"/>
                </a:cubicBezTo>
                <a:lnTo>
                  <a:pt x="346571" y="59697"/>
                </a:lnTo>
                <a:cubicBezTo>
                  <a:pt x="346793" y="54357"/>
                  <a:pt x="347906" y="49851"/>
                  <a:pt x="349909" y="46179"/>
                </a:cubicBezTo>
                <a:cubicBezTo>
                  <a:pt x="351914" y="42508"/>
                  <a:pt x="354587" y="39532"/>
                  <a:pt x="357927" y="37252"/>
                </a:cubicBezTo>
                <a:cubicBezTo>
                  <a:pt x="361267" y="34972"/>
                  <a:pt x="365081" y="33331"/>
                  <a:pt x="369367" y="32331"/>
                </a:cubicBezTo>
                <a:cubicBezTo>
                  <a:pt x="373656" y="31328"/>
                  <a:pt x="378249" y="30827"/>
                  <a:pt x="383147" y="30827"/>
                </a:cubicBezTo>
                <a:cubicBezTo>
                  <a:pt x="387045" y="30827"/>
                  <a:pt x="390914" y="31106"/>
                  <a:pt x="394756" y="31663"/>
                </a:cubicBezTo>
                <a:cubicBezTo>
                  <a:pt x="398597" y="32219"/>
                  <a:pt x="402077" y="33359"/>
                  <a:pt x="405195" y="35086"/>
                </a:cubicBezTo>
                <a:cubicBezTo>
                  <a:pt x="408312" y="36810"/>
                  <a:pt x="410818" y="39231"/>
                  <a:pt x="412710" y="42349"/>
                </a:cubicBezTo>
                <a:cubicBezTo>
                  <a:pt x="414603" y="45465"/>
                  <a:pt x="415549" y="49527"/>
                  <a:pt x="415549" y="54536"/>
                </a:cubicBezTo>
                <a:lnTo>
                  <a:pt x="415549" y="98944"/>
                </a:lnTo>
                <a:cubicBezTo>
                  <a:pt x="415549" y="102285"/>
                  <a:pt x="415744" y="104734"/>
                  <a:pt x="416133" y="106292"/>
                </a:cubicBezTo>
                <a:cubicBezTo>
                  <a:pt x="416524" y="107850"/>
                  <a:pt x="417833" y="108629"/>
                  <a:pt x="420060" y="108629"/>
                </a:cubicBezTo>
                <a:cubicBezTo>
                  <a:pt x="421285" y="108629"/>
                  <a:pt x="422733" y="108362"/>
                  <a:pt x="424403" y="107829"/>
                </a:cubicBezTo>
                <a:lnTo>
                  <a:pt x="424403" y="118854"/>
                </a:lnTo>
                <a:moveTo>
                  <a:pt x="401354" y="74591"/>
                </a:moveTo>
                <a:cubicBezTo>
                  <a:pt x="399572" y="75926"/>
                  <a:pt x="397233" y="76900"/>
                  <a:pt x="394338" y="77511"/>
                </a:cubicBezTo>
                <a:cubicBezTo>
                  <a:pt x="391444" y="78123"/>
                  <a:pt x="388411" y="78623"/>
                  <a:pt x="385237" y="79012"/>
                </a:cubicBezTo>
                <a:cubicBezTo>
                  <a:pt x="382063" y="79401"/>
                  <a:pt x="378862" y="79846"/>
                  <a:pt x="375632" y="80348"/>
                </a:cubicBezTo>
                <a:cubicBezTo>
                  <a:pt x="372404" y="80847"/>
                  <a:pt x="369509" y="81653"/>
                  <a:pt x="366949" y="82766"/>
                </a:cubicBezTo>
                <a:cubicBezTo>
                  <a:pt x="364388" y="83879"/>
                  <a:pt x="362300" y="85464"/>
                  <a:pt x="360684" y="87522"/>
                </a:cubicBezTo>
                <a:cubicBezTo>
                  <a:pt x="359070" y="89579"/>
                  <a:pt x="358263" y="92388"/>
                  <a:pt x="358263" y="95947"/>
                </a:cubicBezTo>
                <a:cubicBezTo>
                  <a:pt x="358263" y="98283"/>
                  <a:pt x="358737" y="100259"/>
                  <a:pt x="359683" y="101873"/>
                </a:cubicBezTo>
                <a:cubicBezTo>
                  <a:pt x="360629" y="103485"/>
                  <a:pt x="361854" y="104792"/>
                  <a:pt x="363358" y="105792"/>
                </a:cubicBezTo>
                <a:cubicBezTo>
                  <a:pt x="364862" y="106793"/>
                  <a:pt x="366615" y="107516"/>
                  <a:pt x="368618" y="107961"/>
                </a:cubicBezTo>
                <a:cubicBezTo>
                  <a:pt x="370623" y="108406"/>
                  <a:pt x="372738" y="108629"/>
                  <a:pt x="374964" y="108629"/>
                </a:cubicBezTo>
                <a:cubicBezTo>
                  <a:pt x="379641" y="108629"/>
                  <a:pt x="383650" y="107989"/>
                  <a:pt x="386990" y="106710"/>
                </a:cubicBezTo>
                <a:cubicBezTo>
                  <a:pt x="390331" y="105430"/>
                  <a:pt x="393059" y="103818"/>
                  <a:pt x="395174" y="101873"/>
                </a:cubicBezTo>
                <a:cubicBezTo>
                  <a:pt x="397289" y="99926"/>
                  <a:pt x="398848" y="97812"/>
                  <a:pt x="399850" y="95532"/>
                </a:cubicBezTo>
                <a:cubicBezTo>
                  <a:pt x="400853" y="93250"/>
                  <a:pt x="401354" y="91108"/>
                  <a:pt x="401354" y="89107"/>
                </a:cubicBezTo>
                <a:lnTo>
                  <a:pt x="401354" y="74591"/>
                </a:lnTo>
                <a:close/>
                <a:moveTo>
                  <a:pt x="438432" y="0"/>
                </a:moveTo>
                <a:lnTo>
                  <a:pt x="438432" y="119231"/>
                </a:lnTo>
                <a:lnTo>
                  <a:pt x="452629" y="119231"/>
                </a:lnTo>
                <a:lnTo>
                  <a:pt x="452629" y="0"/>
                </a:lnTo>
                <a:lnTo>
                  <a:pt x="4384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Address">
            <a:extLst xmlns:a="http://schemas.openxmlformats.org/drawingml/2006/main">
              <a:ext uri="{FF2B5EF4-FFF2-40B4-BE49-F238E27FC236}">
                <a16:creationId xmlns:a16="http://schemas.microsoft.com/office/drawing/2014/main" id="{C700F685-2915-4169-B2B6-E6123339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650" y="909290"/>
            <a:ext cx="611629" cy="121025"/>
          </a:xfrm>
          <a:custGeom xmlns:a="http://schemas.openxmlformats.org/drawingml/2006/main">
            <a:pathLst>
              <a:path w="611629" h="121025">
                <a:moveTo>
                  <a:pt x="34573" y="69973"/>
                </a:moveTo>
                <a:lnTo>
                  <a:pt x="54783" y="14361"/>
                </a:lnTo>
                <a:lnTo>
                  <a:pt x="55117" y="14361"/>
                </a:lnTo>
                <a:lnTo>
                  <a:pt x="74991" y="69973"/>
                </a:lnTo>
                <a:lnTo>
                  <a:pt x="34573" y="69973"/>
                </a:lnTo>
                <a:moveTo>
                  <a:pt x="46432" y="0"/>
                </a:moveTo>
                <a:lnTo>
                  <a:pt x="0" y="119231"/>
                </a:lnTo>
                <a:lnTo>
                  <a:pt x="16201" y="119231"/>
                </a:lnTo>
                <a:lnTo>
                  <a:pt x="29563" y="83347"/>
                </a:lnTo>
                <a:lnTo>
                  <a:pt x="80004" y="83347"/>
                </a:lnTo>
                <a:lnTo>
                  <a:pt x="93029" y="119231"/>
                </a:lnTo>
                <a:lnTo>
                  <a:pt x="110568" y="119231"/>
                </a:lnTo>
                <a:lnTo>
                  <a:pt x="63968" y="0"/>
                </a:lnTo>
                <a:lnTo>
                  <a:pt x="46432" y="0"/>
                </a:lnTo>
                <a:close/>
                <a:moveTo>
                  <a:pt x="130276" y="76759"/>
                </a:moveTo>
                <a:cubicBezTo>
                  <a:pt x="130276" y="72532"/>
                  <a:pt x="130721" y="68416"/>
                  <a:pt x="131611" y="64412"/>
                </a:cubicBezTo>
                <a:cubicBezTo>
                  <a:pt x="132503" y="60407"/>
                  <a:pt x="133951" y="56848"/>
                  <a:pt x="135954" y="53733"/>
                </a:cubicBezTo>
                <a:cubicBezTo>
                  <a:pt x="137959" y="50617"/>
                  <a:pt x="140632" y="48114"/>
                  <a:pt x="143972" y="46223"/>
                </a:cubicBezTo>
                <a:cubicBezTo>
                  <a:pt x="147312" y="44332"/>
                  <a:pt x="151376" y="43386"/>
                  <a:pt x="156164" y="43386"/>
                </a:cubicBezTo>
                <a:cubicBezTo>
                  <a:pt x="161062" y="43386"/>
                  <a:pt x="165238" y="44305"/>
                  <a:pt x="168690" y="46141"/>
                </a:cubicBezTo>
                <a:cubicBezTo>
                  <a:pt x="172143" y="47976"/>
                  <a:pt x="174954" y="50396"/>
                  <a:pt x="177123" y="53399"/>
                </a:cubicBezTo>
                <a:cubicBezTo>
                  <a:pt x="179295" y="56402"/>
                  <a:pt x="180881" y="59878"/>
                  <a:pt x="181884" y="63828"/>
                </a:cubicBezTo>
                <a:cubicBezTo>
                  <a:pt x="182886" y="67777"/>
                  <a:pt x="183388" y="71864"/>
                  <a:pt x="183388" y="76092"/>
                </a:cubicBezTo>
                <a:cubicBezTo>
                  <a:pt x="183388" y="80096"/>
                  <a:pt x="182914" y="84046"/>
                  <a:pt x="181968" y="87940"/>
                </a:cubicBezTo>
                <a:cubicBezTo>
                  <a:pt x="181022" y="91832"/>
                  <a:pt x="179491" y="95308"/>
                  <a:pt x="177376" y="98368"/>
                </a:cubicBezTo>
                <a:cubicBezTo>
                  <a:pt x="175260" y="101427"/>
                  <a:pt x="172532" y="103901"/>
                  <a:pt x="169192" y="105792"/>
                </a:cubicBezTo>
                <a:cubicBezTo>
                  <a:pt x="165852" y="107683"/>
                  <a:pt x="161788" y="108629"/>
                  <a:pt x="157000" y="108629"/>
                </a:cubicBezTo>
                <a:cubicBezTo>
                  <a:pt x="152435" y="108629"/>
                  <a:pt x="148454" y="107739"/>
                  <a:pt x="145058" y="105960"/>
                </a:cubicBezTo>
                <a:cubicBezTo>
                  <a:pt x="141661" y="104180"/>
                  <a:pt x="138877" y="101788"/>
                  <a:pt x="136706" y="98784"/>
                </a:cubicBezTo>
                <a:cubicBezTo>
                  <a:pt x="134535" y="95780"/>
                  <a:pt x="132920" y="92360"/>
                  <a:pt x="131861" y="88523"/>
                </a:cubicBezTo>
                <a:cubicBezTo>
                  <a:pt x="130804" y="84685"/>
                  <a:pt x="130276" y="80764"/>
                  <a:pt x="130276" y="76759"/>
                </a:cubicBezTo>
                <a:moveTo>
                  <a:pt x="197083" y="119187"/>
                </a:moveTo>
                <a:lnTo>
                  <a:pt x="197083" y="0"/>
                </a:lnTo>
                <a:lnTo>
                  <a:pt x="182885" y="0"/>
                </a:lnTo>
                <a:lnTo>
                  <a:pt x="182885" y="44357"/>
                </a:lnTo>
                <a:lnTo>
                  <a:pt x="182552" y="44357"/>
                </a:lnTo>
                <a:cubicBezTo>
                  <a:pt x="180992" y="41797"/>
                  <a:pt x="179071" y="39654"/>
                  <a:pt x="176789" y="37927"/>
                </a:cubicBezTo>
                <a:cubicBezTo>
                  <a:pt x="174508" y="36201"/>
                  <a:pt x="172086" y="34810"/>
                  <a:pt x="169524" y="33753"/>
                </a:cubicBezTo>
                <a:cubicBezTo>
                  <a:pt x="166963" y="32694"/>
                  <a:pt x="164402" y="31943"/>
                  <a:pt x="161840" y="31497"/>
                </a:cubicBezTo>
                <a:cubicBezTo>
                  <a:pt x="159279" y="31051"/>
                  <a:pt x="156885" y="30827"/>
                  <a:pt x="154658" y="30827"/>
                </a:cubicBezTo>
                <a:cubicBezTo>
                  <a:pt x="148089" y="30827"/>
                  <a:pt x="142327" y="32024"/>
                  <a:pt x="137371" y="34418"/>
                </a:cubicBezTo>
                <a:cubicBezTo>
                  <a:pt x="132417" y="36812"/>
                  <a:pt x="128298" y="40042"/>
                  <a:pt x="125013" y="44108"/>
                </a:cubicBezTo>
                <a:cubicBezTo>
                  <a:pt x="121729" y="48172"/>
                  <a:pt x="119279" y="52932"/>
                  <a:pt x="117663" y="58390"/>
                </a:cubicBezTo>
                <a:cubicBezTo>
                  <a:pt x="116049" y="63845"/>
                  <a:pt x="115242" y="69635"/>
                  <a:pt x="115242" y="75758"/>
                </a:cubicBezTo>
                <a:cubicBezTo>
                  <a:pt x="115242" y="81883"/>
                  <a:pt x="116077" y="87674"/>
                  <a:pt x="117747" y="93131"/>
                </a:cubicBezTo>
                <a:cubicBezTo>
                  <a:pt x="119418" y="98587"/>
                  <a:pt x="121895" y="103375"/>
                  <a:pt x="125179" y="107495"/>
                </a:cubicBezTo>
                <a:cubicBezTo>
                  <a:pt x="128465" y="111615"/>
                  <a:pt x="132585" y="114900"/>
                  <a:pt x="137539" y="117350"/>
                </a:cubicBezTo>
                <a:cubicBezTo>
                  <a:pt x="142494" y="119800"/>
                  <a:pt x="148312" y="121025"/>
                  <a:pt x="154994" y="121025"/>
                </a:cubicBezTo>
                <a:cubicBezTo>
                  <a:pt x="161007" y="121025"/>
                  <a:pt x="166519" y="119968"/>
                  <a:pt x="171529" y="117855"/>
                </a:cubicBezTo>
                <a:cubicBezTo>
                  <a:pt x="176540" y="115739"/>
                  <a:pt x="180214" y="112289"/>
                  <a:pt x="182552" y="107502"/>
                </a:cubicBezTo>
                <a:lnTo>
                  <a:pt x="182885" y="107502"/>
                </a:lnTo>
                <a:lnTo>
                  <a:pt x="182885" y="119187"/>
                </a:lnTo>
                <a:lnTo>
                  <a:pt x="197083" y="119187"/>
                </a:lnTo>
                <a:close/>
                <a:moveTo>
                  <a:pt x="229321" y="76759"/>
                </a:moveTo>
                <a:cubicBezTo>
                  <a:pt x="229321" y="72532"/>
                  <a:pt x="229766" y="68416"/>
                  <a:pt x="230656" y="64412"/>
                </a:cubicBezTo>
                <a:cubicBezTo>
                  <a:pt x="231548" y="60407"/>
                  <a:pt x="232996" y="56848"/>
                  <a:pt x="234999" y="53733"/>
                </a:cubicBezTo>
                <a:cubicBezTo>
                  <a:pt x="237004" y="50617"/>
                  <a:pt x="239676" y="48114"/>
                  <a:pt x="243017" y="46223"/>
                </a:cubicBezTo>
                <a:cubicBezTo>
                  <a:pt x="246357" y="44332"/>
                  <a:pt x="250421" y="43386"/>
                  <a:pt x="255209" y="43386"/>
                </a:cubicBezTo>
                <a:cubicBezTo>
                  <a:pt x="260107" y="43386"/>
                  <a:pt x="264282" y="44305"/>
                  <a:pt x="267735" y="46141"/>
                </a:cubicBezTo>
                <a:cubicBezTo>
                  <a:pt x="271187" y="47976"/>
                  <a:pt x="273998" y="50396"/>
                  <a:pt x="276168" y="53399"/>
                </a:cubicBezTo>
                <a:cubicBezTo>
                  <a:pt x="278339" y="56402"/>
                  <a:pt x="279926" y="59878"/>
                  <a:pt x="280929" y="63828"/>
                </a:cubicBezTo>
                <a:cubicBezTo>
                  <a:pt x="281931" y="67777"/>
                  <a:pt x="282432" y="71864"/>
                  <a:pt x="282432" y="76092"/>
                </a:cubicBezTo>
                <a:cubicBezTo>
                  <a:pt x="282432" y="80096"/>
                  <a:pt x="281959" y="84046"/>
                  <a:pt x="281013" y="87940"/>
                </a:cubicBezTo>
                <a:cubicBezTo>
                  <a:pt x="280066" y="91832"/>
                  <a:pt x="278536" y="95308"/>
                  <a:pt x="276420" y="98368"/>
                </a:cubicBezTo>
                <a:cubicBezTo>
                  <a:pt x="274305" y="101427"/>
                  <a:pt x="271577" y="103901"/>
                  <a:pt x="268237" y="105792"/>
                </a:cubicBezTo>
                <a:cubicBezTo>
                  <a:pt x="264897" y="107683"/>
                  <a:pt x="260833" y="108629"/>
                  <a:pt x="256045" y="108629"/>
                </a:cubicBezTo>
                <a:cubicBezTo>
                  <a:pt x="251479" y="108629"/>
                  <a:pt x="247499" y="107739"/>
                  <a:pt x="244102" y="105960"/>
                </a:cubicBezTo>
                <a:cubicBezTo>
                  <a:pt x="240706" y="104180"/>
                  <a:pt x="237922" y="101788"/>
                  <a:pt x="235751" y="98784"/>
                </a:cubicBezTo>
                <a:cubicBezTo>
                  <a:pt x="233579" y="95780"/>
                  <a:pt x="231964" y="92360"/>
                  <a:pt x="230906" y="88523"/>
                </a:cubicBezTo>
                <a:cubicBezTo>
                  <a:pt x="229849" y="84685"/>
                  <a:pt x="229321" y="80764"/>
                  <a:pt x="229321" y="76759"/>
                </a:cubicBezTo>
                <a:moveTo>
                  <a:pt x="296128" y="119187"/>
                </a:moveTo>
                <a:lnTo>
                  <a:pt x="296128" y="0"/>
                </a:lnTo>
                <a:lnTo>
                  <a:pt x="281930" y="0"/>
                </a:lnTo>
                <a:lnTo>
                  <a:pt x="281930" y="44357"/>
                </a:lnTo>
                <a:lnTo>
                  <a:pt x="281596" y="44357"/>
                </a:lnTo>
                <a:cubicBezTo>
                  <a:pt x="280037" y="41797"/>
                  <a:pt x="278116" y="39654"/>
                  <a:pt x="275834" y="37927"/>
                </a:cubicBezTo>
                <a:cubicBezTo>
                  <a:pt x="273552" y="36201"/>
                  <a:pt x="271130" y="34810"/>
                  <a:pt x="268568" y="33753"/>
                </a:cubicBezTo>
                <a:cubicBezTo>
                  <a:pt x="266008" y="32694"/>
                  <a:pt x="263446" y="31943"/>
                  <a:pt x="260884" y="31497"/>
                </a:cubicBezTo>
                <a:cubicBezTo>
                  <a:pt x="258324" y="31051"/>
                  <a:pt x="255930" y="30827"/>
                  <a:pt x="253703" y="30827"/>
                </a:cubicBezTo>
                <a:cubicBezTo>
                  <a:pt x="247134" y="30827"/>
                  <a:pt x="241372" y="32024"/>
                  <a:pt x="236416" y="34418"/>
                </a:cubicBezTo>
                <a:cubicBezTo>
                  <a:pt x="231461" y="36812"/>
                  <a:pt x="227342" y="40042"/>
                  <a:pt x="224058" y="44108"/>
                </a:cubicBezTo>
                <a:cubicBezTo>
                  <a:pt x="220774" y="48172"/>
                  <a:pt x="218324" y="52932"/>
                  <a:pt x="216708" y="58390"/>
                </a:cubicBezTo>
                <a:cubicBezTo>
                  <a:pt x="215094" y="63845"/>
                  <a:pt x="214287" y="69635"/>
                  <a:pt x="214287" y="75758"/>
                </a:cubicBezTo>
                <a:cubicBezTo>
                  <a:pt x="214287" y="81883"/>
                  <a:pt x="215122" y="87674"/>
                  <a:pt x="216792" y="93131"/>
                </a:cubicBezTo>
                <a:cubicBezTo>
                  <a:pt x="218462" y="98587"/>
                  <a:pt x="220939" y="103375"/>
                  <a:pt x="224224" y="107495"/>
                </a:cubicBezTo>
                <a:cubicBezTo>
                  <a:pt x="227510" y="111615"/>
                  <a:pt x="231630" y="114900"/>
                  <a:pt x="236584" y="117350"/>
                </a:cubicBezTo>
                <a:cubicBezTo>
                  <a:pt x="241538" y="119800"/>
                  <a:pt x="247357" y="121025"/>
                  <a:pt x="254039" y="121025"/>
                </a:cubicBezTo>
                <a:cubicBezTo>
                  <a:pt x="260052" y="121025"/>
                  <a:pt x="265563" y="119968"/>
                  <a:pt x="270574" y="117855"/>
                </a:cubicBezTo>
                <a:cubicBezTo>
                  <a:pt x="275584" y="115739"/>
                  <a:pt x="279258" y="112289"/>
                  <a:pt x="281596" y="107502"/>
                </a:cubicBezTo>
                <a:lnTo>
                  <a:pt x="281930" y="107502"/>
                </a:lnTo>
                <a:lnTo>
                  <a:pt x="281930" y="119187"/>
                </a:lnTo>
                <a:lnTo>
                  <a:pt x="296128" y="119187"/>
                </a:lnTo>
                <a:close/>
                <a:moveTo>
                  <a:pt x="317507" y="32833"/>
                </a:moveTo>
                <a:lnTo>
                  <a:pt x="317507" y="119231"/>
                </a:lnTo>
                <a:lnTo>
                  <a:pt x="331702" y="119231"/>
                </a:lnTo>
                <a:lnTo>
                  <a:pt x="331702" y="80776"/>
                </a:lnTo>
                <a:cubicBezTo>
                  <a:pt x="331702" y="75203"/>
                  <a:pt x="332258" y="70272"/>
                  <a:pt x="333371" y="65982"/>
                </a:cubicBezTo>
                <a:cubicBezTo>
                  <a:pt x="334486" y="61690"/>
                  <a:pt x="336268" y="58040"/>
                  <a:pt x="338718" y="55031"/>
                </a:cubicBezTo>
                <a:cubicBezTo>
                  <a:pt x="341168" y="52020"/>
                  <a:pt x="344397" y="49735"/>
                  <a:pt x="348405" y="48175"/>
                </a:cubicBezTo>
                <a:cubicBezTo>
                  <a:pt x="352413" y="46614"/>
                  <a:pt x="357256" y="45833"/>
                  <a:pt x="362934" y="45833"/>
                </a:cubicBezTo>
                <a:lnTo>
                  <a:pt x="362934" y="30827"/>
                </a:lnTo>
                <a:cubicBezTo>
                  <a:pt x="355253" y="30605"/>
                  <a:pt x="348906" y="32164"/>
                  <a:pt x="343894" y="35506"/>
                </a:cubicBezTo>
                <a:cubicBezTo>
                  <a:pt x="338884" y="38848"/>
                  <a:pt x="334653" y="44029"/>
                  <a:pt x="331202" y="51047"/>
                </a:cubicBezTo>
                <a:lnTo>
                  <a:pt x="330869" y="51047"/>
                </a:lnTo>
                <a:lnTo>
                  <a:pt x="330869" y="32833"/>
                </a:lnTo>
                <a:lnTo>
                  <a:pt x="317507" y="32833"/>
                </a:lnTo>
                <a:close/>
                <a:moveTo>
                  <a:pt x="430580" y="67852"/>
                </a:moveTo>
                <a:lnTo>
                  <a:pt x="380975" y="67852"/>
                </a:lnTo>
                <a:cubicBezTo>
                  <a:pt x="381198" y="64500"/>
                  <a:pt x="381922" y="61344"/>
                  <a:pt x="383147" y="58384"/>
                </a:cubicBezTo>
                <a:cubicBezTo>
                  <a:pt x="384372" y="55423"/>
                  <a:pt x="386042" y="52825"/>
                  <a:pt x="388157" y="50591"/>
                </a:cubicBezTo>
                <a:cubicBezTo>
                  <a:pt x="390272" y="48357"/>
                  <a:pt x="392806" y="46597"/>
                  <a:pt x="395757" y="45313"/>
                </a:cubicBezTo>
                <a:cubicBezTo>
                  <a:pt x="398708" y="44029"/>
                  <a:pt x="402020" y="43386"/>
                  <a:pt x="405694" y="43386"/>
                </a:cubicBezTo>
                <a:cubicBezTo>
                  <a:pt x="409256" y="43386"/>
                  <a:pt x="412514" y="44029"/>
                  <a:pt x="415465" y="45313"/>
                </a:cubicBezTo>
                <a:cubicBezTo>
                  <a:pt x="418416" y="46597"/>
                  <a:pt x="420977" y="48330"/>
                  <a:pt x="423149" y="50509"/>
                </a:cubicBezTo>
                <a:cubicBezTo>
                  <a:pt x="425320" y="52688"/>
                  <a:pt x="427045" y="55285"/>
                  <a:pt x="428325" y="58300"/>
                </a:cubicBezTo>
                <a:cubicBezTo>
                  <a:pt x="429606" y="61316"/>
                  <a:pt x="430358" y="64500"/>
                  <a:pt x="430580" y="67852"/>
                </a:cubicBezTo>
                <a:moveTo>
                  <a:pt x="444276" y="91829"/>
                </a:moveTo>
                <a:lnTo>
                  <a:pt x="430246" y="91829"/>
                </a:lnTo>
                <a:cubicBezTo>
                  <a:pt x="429021" y="97485"/>
                  <a:pt x="426488" y="101699"/>
                  <a:pt x="422647" y="104472"/>
                </a:cubicBezTo>
                <a:cubicBezTo>
                  <a:pt x="418805" y="107243"/>
                  <a:pt x="413878" y="108629"/>
                  <a:pt x="407865" y="108629"/>
                </a:cubicBezTo>
                <a:cubicBezTo>
                  <a:pt x="403189" y="108629"/>
                  <a:pt x="399125" y="107854"/>
                  <a:pt x="395673" y="106305"/>
                </a:cubicBezTo>
                <a:cubicBezTo>
                  <a:pt x="392222" y="104755"/>
                  <a:pt x="389383" y="102681"/>
                  <a:pt x="387156" y="100081"/>
                </a:cubicBezTo>
                <a:cubicBezTo>
                  <a:pt x="384928" y="97480"/>
                  <a:pt x="383313" y="94492"/>
                  <a:pt x="382311" y="91118"/>
                </a:cubicBezTo>
                <a:cubicBezTo>
                  <a:pt x="381308" y="87742"/>
                  <a:pt x="380863" y="84173"/>
                  <a:pt x="380975" y="80411"/>
                </a:cubicBezTo>
                <a:lnTo>
                  <a:pt x="445611" y="80411"/>
                </a:lnTo>
                <a:cubicBezTo>
                  <a:pt x="445834" y="75163"/>
                  <a:pt x="445361" y="69635"/>
                  <a:pt x="444192" y="63828"/>
                </a:cubicBezTo>
                <a:cubicBezTo>
                  <a:pt x="443023" y="58021"/>
                  <a:pt x="440907" y="52660"/>
                  <a:pt x="437843" y="47747"/>
                </a:cubicBezTo>
                <a:cubicBezTo>
                  <a:pt x="434782" y="42833"/>
                  <a:pt x="430718" y="38785"/>
                  <a:pt x="425651" y="35603"/>
                </a:cubicBezTo>
                <a:cubicBezTo>
                  <a:pt x="420585" y="32419"/>
                  <a:pt x="414210" y="30827"/>
                  <a:pt x="406527" y="30827"/>
                </a:cubicBezTo>
                <a:cubicBezTo>
                  <a:pt x="400626" y="30827"/>
                  <a:pt x="395198" y="31941"/>
                  <a:pt x="390242" y="34168"/>
                </a:cubicBezTo>
                <a:cubicBezTo>
                  <a:pt x="385288" y="36396"/>
                  <a:pt x="381001" y="39514"/>
                  <a:pt x="377382" y="43524"/>
                </a:cubicBezTo>
                <a:cubicBezTo>
                  <a:pt x="373763" y="47532"/>
                  <a:pt x="370951" y="52265"/>
                  <a:pt x="368946" y="57722"/>
                </a:cubicBezTo>
                <a:cubicBezTo>
                  <a:pt x="366943" y="63177"/>
                  <a:pt x="365942" y="69189"/>
                  <a:pt x="365942" y="75758"/>
                </a:cubicBezTo>
                <a:cubicBezTo>
                  <a:pt x="366164" y="82328"/>
                  <a:pt x="367139" y="88397"/>
                  <a:pt x="368865" y="93965"/>
                </a:cubicBezTo>
                <a:cubicBezTo>
                  <a:pt x="370591" y="99532"/>
                  <a:pt x="373179" y="104321"/>
                  <a:pt x="376630" y="108331"/>
                </a:cubicBezTo>
                <a:cubicBezTo>
                  <a:pt x="380083" y="112339"/>
                  <a:pt x="384342" y="115456"/>
                  <a:pt x="389408" y="117684"/>
                </a:cubicBezTo>
                <a:cubicBezTo>
                  <a:pt x="394475" y="119911"/>
                  <a:pt x="400460" y="121025"/>
                  <a:pt x="407363" y="121025"/>
                </a:cubicBezTo>
                <a:cubicBezTo>
                  <a:pt x="417163" y="121025"/>
                  <a:pt x="425292" y="118578"/>
                  <a:pt x="431750" y="113685"/>
                </a:cubicBezTo>
                <a:cubicBezTo>
                  <a:pt x="438208" y="108790"/>
                  <a:pt x="442383" y="101505"/>
                  <a:pt x="444276" y="91829"/>
                </a:cubicBezTo>
                <a:close/>
                <a:moveTo>
                  <a:pt x="468993" y="91992"/>
                </a:moveTo>
                <a:lnTo>
                  <a:pt x="454797" y="91992"/>
                </a:lnTo>
                <a:cubicBezTo>
                  <a:pt x="455020" y="97332"/>
                  <a:pt x="456133" y="101865"/>
                  <a:pt x="458136" y="105591"/>
                </a:cubicBezTo>
                <a:cubicBezTo>
                  <a:pt x="460141" y="109317"/>
                  <a:pt x="462813" y="112321"/>
                  <a:pt x="466154" y="114603"/>
                </a:cubicBezTo>
                <a:cubicBezTo>
                  <a:pt x="469494" y="116883"/>
                  <a:pt x="473335" y="118523"/>
                  <a:pt x="477678" y="119524"/>
                </a:cubicBezTo>
                <a:cubicBezTo>
                  <a:pt x="482021" y="120525"/>
                  <a:pt x="486586" y="121025"/>
                  <a:pt x="491374" y="121025"/>
                </a:cubicBezTo>
                <a:cubicBezTo>
                  <a:pt x="495717" y="121025"/>
                  <a:pt x="500087" y="120607"/>
                  <a:pt x="504484" y="119771"/>
                </a:cubicBezTo>
                <a:cubicBezTo>
                  <a:pt x="508882" y="118937"/>
                  <a:pt x="512835" y="117463"/>
                  <a:pt x="516342" y="115349"/>
                </a:cubicBezTo>
                <a:cubicBezTo>
                  <a:pt x="519850" y="113234"/>
                  <a:pt x="522690" y="110451"/>
                  <a:pt x="524862" y="107000"/>
                </a:cubicBezTo>
                <a:cubicBezTo>
                  <a:pt x="527033" y="103550"/>
                  <a:pt x="528119" y="99209"/>
                  <a:pt x="528119" y="93977"/>
                </a:cubicBezTo>
                <a:cubicBezTo>
                  <a:pt x="528119" y="89859"/>
                  <a:pt x="527311" y="86408"/>
                  <a:pt x="525695" y="83625"/>
                </a:cubicBezTo>
                <a:cubicBezTo>
                  <a:pt x="524081" y="80842"/>
                  <a:pt x="521966" y="78532"/>
                  <a:pt x="519349" y="76696"/>
                </a:cubicBezTo>
                <a:cubicBezTo>
                  <a:pt x="516733" y="74859"/>
                  <a:pt x="513726" y="73384"/>
                  <a:pt x="510330" y="72271"/>
                </a:cubicBezTo>
                <a:cubicBezTo>
                  <a:pt x="506935" y="71159"/>
                  <a:pt x="503457" y="70212"/>
                  <a:pt x="499894" y="69432"/>
                </a:cubicBezTo>
                <a:cubicBezTo>
                  <a:pt x="496552" y="68654"/>
                  <a:pt x="493211" y="67903"/>
                  <a:pt x="489870" y="67179"/>
                </a:cubicBezTo>
                <a:cubicBezTo>
                  <a:pt x="486530" y="66456"/>
                  <a:pt x="483524" y="65565"/>
                  <a:pt x="480851" y="64509"/>
                </a:cubicBezTo>
                <a:cubicBezTo>
                  <a:pt x="478180" y="63450"/>
                  <a:pt x="475982" y="62114"/>
                  <a:pt x="474255" y="60500"/>
                </a:cubicBezTo>
                <a:cubicBezTo>
                  <a:pt x="472529" y="58886"/>
                  <a:pt x="471666" y="56854"/>
                  <a:pt x="471666" y="54406"/>
                </a:cubicBezTo>
                <a:cubicBezTo>
                  <a:pt x="471666" y="52180"/>
                  <a:pt x="472223" y="50372"/>
                  <a:pt x="473335" y="48980"/>
                </a:cubicBezTo>
                <a:cubicBezTo>
                  <a:pt x="474450" y="47589"/>
                  <a:pt x="475898" y="46476"/>
                  <a:pt x="477678" y="45642"/>
                </a:cubicBezTo>
                <a:cubicBezTo>
                  <a:pt x="479460" y="44806"/>
                  <a:pt x="481437" y="44221"/>
                  <a:pt x="483609" y="43888"/>
                </a:cubicBezTo>
                <a:cubicBezTo>
                  <a:pt x="485780" y="43554"/>
                  <a:pt x="487923" y="43386"/>
                  <a:pt x="490039" y="43386"/>
                </a:cubicBezTo>
                <a:cubicBezTo>
                  <a:pt x="492376" y="43386"/>
                  <a:pt x="494686" y="43637"/>
                  <a:pt x="496968" y="44138"/>
                </a:cubicBezTo>
                <a:cubicBezTo>
                  <a:pt x="499252" y="44638"/>
                  <a:pt x="501340" y="45444"/>
                  <a:pt x="503232" y="46557"/>
                </a:cubicBezTo>
                <a:cubicBezTo>
                  <a:pt x="505125" y="47670"/>
                  <a:pt x="506684" y="49143"/>
                  <a:pt x="507909" y="50978"/>
                </a:cubicBezTo>
                <a:cubicBezTo>
                  <a:pt x="509134" y="52813"/>
                  <a:pt x="509858" y="55121"/>
                  <a:pt x="510080" y="57903"/>
                </a:cubicBezTo>
                <a:lnTo>
                  <a:pt x="524278" y="57903"/>
                </a:lnTo>
                <a:cubicBezTo>
                  <a:pt x="523943" y="52666"/>
                  <a:pt x="522830" y="48293"/>
                  <a:pt x="520937" y="44783"/>
                </a:cubicBezTo>
                <a:cubicBezTo>
                  <a:pt x="519044" y="41273"/>
                  <a:pt x="516511" y="38487"/>
                  <a:pt x="513337" y="36426"/>
                </a:cubicBezTo>
                <a:cubicBezTo>
                  <a:pt x="510165" y="34365"/>
                  <a:pt x="506519" y="32917"/>
                  <a:pt x="502399" y="32081"/>
                </a:cubicBezTo>
                <a:cubicBezTo>
                  <a:pt x="498279" y="31245"/>
                  <a:pt x="493769" y="30827"/>
                  <a:pt x="488869" y="30827"/>
                </a:cubicBezTo>
                <a:cubicBezTo>
                  <a:pt x="485083" y="30827"/>
                  <a:pt x="481270" y="31300"/>
                  <a:pt x="477428" y="32247"/>
                </a:cubicBezTo>
                <a:cubicBezTo>
                  <a:pt x="473587" y="33193"/>
                  <a:pt x="470135" y="34641"/>
                  <a:pt x="467074" y="36589"/>
                </a:cubicBezTo>
                <a:cubicBezTo>
                  <a:pt x="464012" y="38536"/>
                  <a:pt x="461507" y="41068"/>
                  <a:pt x="459558" y="44184"/>
                </a:cubicBezTo>
                <a:cubicBezTo>
                  <a:pt x="457609" y="47300"/>
                  <a:pt x="456635" y="51028"/>
                  <a:pt x="456635" y="55369"/>
                </a:cubicBezTo>
                <a:cubicBezTo>
                  <a:pt x="456635" y="60936"/>
                  <a:pt x="458026" y="65277"/>
                  <a:pt x="460809" y="68393"/>
                </a:cubicBezTo>
                <a:cubicBezTo>
                  <a:pt x="463594" y="71509"/>
                  <a:pt x="467074" y="73930"/>
                  <a:pt x="471248" y="75656"/>
                </a:cubicBezTo>
                <a:cubicBezTo>
                  <a:pt x="475424" y="77380"/>
                  <a:pt x="479962" y="78716"/>
                  <a:pt x="484860" y="79662"/>
                </a:cubicBezTo>
                <a:cubicBezTo>
                  <a:pt x="489760" y="80609"/>
                  <a:pt x="494297" y="81666"/>
                  <a:pt x="498472" y="82835"/>
                </a:cubicBezTo>
                <a:cubicBezTo>
                  <a:pt x="502648" y="84002"/>
                  <a:pt x="506127" y="85532"/>
                  <a:pt x="508910" y="87425"/>
                </a:cubicBezTo>
                <a:cubicBezTo>
                  <a:pt x="511695" y="89318"/>
                  <a:pt x="513088" y="92101"/>
                  <a:pt x="513088" y="95774"/>
                </a:cubicBezTo>
                <a:cubicBezTo>
                  <a:pt x="513088" y="98445"/>
                  <a:pt x="512419" y="100643"/>
                  <a:pt x="511082" y="102370"/>
                </a:cubicBezTo>
                <a:cubicBezTo>
                  <a:pt x="509746" y="104094"/>
                  <a:pt x="508048" y="105402"/>
                  <a:pt x="505987" y="106292"/>
                </a:cubicBezTo>
                <a:cubicBezTo>
                  <a:pt x="503928" y="107182"/>
                  <a:pt x="501673" y="107795"/>
                  <a:pt x="499223" y="108129"/>
                </a:cubicBezTo>
                <a:cubicBezTo>
                  <a:pt x="496775" y="108462"/>
                  <a:pt x="494437" y="108629"/>
                  <a:pt x="492210" y="108629"/>
                </a:cubicBezTo>
                <a:cubicBezTo>
                  <a:pt x="489315" y="108629"/>
                  <a:pt x="486503" y="108352"/>
                  <a:pt x="483774" y="107798"/>
                </a:cubicBezTo>
                <a:cubicBezTo>
                  <a:pt x="481046" y="107242"/>
                  <a:pt x="478596" y="106327"/>
                  <a:pt x="476424" y="105053"/>
                </a:cubicBezTo>
                <a:cubicBezTo>
                  <a:pt x="474253" y="103777"/>
                  <a:pt x="472500" y="102058"/>
                  <a:pt x="471164" y="99895"/>
                </a:cubicBezTo>
                <a:cubicBezTo>
                  <a:pt x="469829" y="97732"/>
                  <a:pt x="469105" y="95098"/>
                  <a:pt x="468993" y="91992"/>
                </a:cubicBezTo>
                <a:close/>
                <a:moveTo>
                  <a:pt x="552503" y="91992"/>
                </a:moveTo>
                <a:lnTo>
                  <a:pt x="538308" y="91992"/>
                </a:lnTo>
                <a:cubicBezTo>
                  <a:pt x="538530" y="97332"/>
                  <a:pt x="539643" y="101865"/>
                  <a:pt x="541646" y="105591"/>
                </a:cubicBezTo>
                <a:cubicBezTo>
                  <a:pt x="543651" y="109317"/>
                  <a:pt x="546324" y="112321"/>
                  <a:pt x="549664" y="114603"/>
                </a:cubicBezTo>
                <a:cubicBezTo>
                  <a:pt x="553004" y="116883"/>
                  <a:pt x="556846" y="118523"/>
                  <a:pt x="561188" y="119524"/>
                </a:cubicBezTo>
                <a:cubicBezTo>
                  <a:pt x="565531" y="120525"/>
                  <a:pt x="570096" y="121025"/>
                  <a:pt x="574884" y="121025"/>
                </a:cubicBezTo>
                <a:cubicBezTo>
                  <a:pt x="579227" y="121025"/>
                  <a:pt x="583597" y="120607"/>
                  <a:pt x="587994" y="119771"/>
                </a:cubicBezTo>
                <a:cubicBezTo>
                  <a:pt x="592393" y="118937"/>
                  <a:pt x="596345" y="117463"/>
                  <a:pt x="599852" y="115349"/>
                </a:cubicBezTo>
                <a:cubicBezTo>
                  <a:pt x="603361" y="113234"/>
                  <a:pt x="606201" y="110451"/>
                  <a:pt x="608372" y="107000"/>
                </a:cubicBezTo>
                <a:cubicBezTo>
                  <a:pt x="610543" y="103550"/>
                  <a:pt x="611629" y="99209"/>
                  <a:pt x="611629" y="93977"/>
                </a:cubicBezTo>
                <a:cubicBezTo>
                  <a:pt x="611629" y="89859"/>
                  <a:pt x="610821" y="86408"/>
                  <a:pt x="609205" y="83625"/>
                </a:cubicBezTo>
                <a:cubicBezTo>
                  <a:pt x="607591" y="80842"/>
                  <a:pt x="605476" y="78532"/>
                  <a:pt x="602859" y="76696"/>
                </a:cubicBezTo>
                <a:cubicBezTo>
                  <a:pt x="600243" y="74859"/>
                  <a:pt x="597237" y="73384"/>
                  <a:pt x="593840" y="72271"/>
                </a:cubicBezTo>
                <a:cubicBezTo>
                  <a:pt x="590446" y="71159"/>
                  <a:pt x="586967" y="70212"/>
                  <a:pt x="583404" y="69432"/>
                </a:cubicBezTo>
                <a:cubicBezTo>
                  <a:pt x="580062" y="68654"/>
                  <a:pt x="576721" y="67903"/>
                  <a:pt x="573381" y="67179"/>
                </a:cubicBezTo>
                <a:cubicBezTo>
                  <a:pt x="570040" y="66456"/>
                  <a:pt x="567034" y="65565"/>
                  <a:pt x="564361" y="64509"/>
                </a:cubicBezTo>
                <a:cubicBezTo>
                  <a:pt x="561690" y="63450"/>
                  <a:pt x="559492" y="62114"/>
                  <a:pt x="557766" y="60500"/>
                </a:cubicBezTo>
                <a:cubicBezTo>
                  <a:pt x="556039" y="58886"/>
                  <a:pt x="555176" y="56854"/>
                  <a:pt x="555176" y="54406"/>
                </a:cubicBezTo>
                <a:cubicBezTo>
                  <a:pt x="555176" y="52180"/>
                  <a:pt x="555733" y="50372"/>
                  <a:pt x="556846" y="48980"/>
                </a:cubicBezTo>
                <a:cubicBezTo>
                  <a:pt x="557960" y="47589"/>
                  <a:pt x="559408" y="46476"/>
                  <a:pt x="561188" y="45642"/>
                </a:cubicBezTo>
                <a:cubicBezTo>
                  <a:pt x="562971" y="44806"/>
                  <a:pt x="564947" y="44221"/>
                  <a:pt x="567119" y="43888"/>
                </a:cubicBezTo>
                <a:cubicBezTo>
                  <a:pt x="569290" y="43554"/>
                  <a:pt x="571433" y="43386"/>
                  <a:pt x="573549" y="43386"/>
                </a:cubicBezTo>
                <a:cubicBezTo>
                  <a:pt x="575887" y="43386"/>
                  <a:pt x="578196" y="43637"/>
                  <a:pt x="580478" y="44138"/>
                </a:cubicBezTo>
                <a:cubicBezTo>
                  <a:pt x="582762" y="44638"/>
                  <a:pt x="584850" y="45444"/>
                  <a:pt x="586743" y="46557"/>
                </a:cubicBezTo>
                <a:cubicBezTo>
                  <a:pt x="588635" y="47670"/>
                  <a:pt x="590194" y="49143"/>
                  <a:pt x="591419" y="50978"/>
                </a:cubicBezTo>
                <a:cubicBezTo>
                  <a:pt x="592644" y="52813"/>
                  <a:pt x="593368" y="55121"/>
                  <a:pt x="593590" y="57903"/>
                </a:cubicBezTo>
                <a:lnTo>
                  <a:pt x="607788" y="57903"/>
                </a:lnTo>
                <a:cubicBezTo>
                  <a:pt x="607454" y="52666"/>
                  <a:pt x="606340" y="48293"/>
                  <a:pt x="604447" y="44783"/>
                </a:cubicBezTo>
                <a:cubicBezTo>
                  <a:pt x="602554" y="41273"/>
                  <a:pt x="600021" y="38487"/>
                  <a:pt x="596847" y="36426"/>
                </a:cubicBezTo>
                <a:cubicBezTo>
                  <a:pt x="593675" y="34365"/>
                  <a:pt x="590029" y="32917"/>
                  <a:pt x="585909" y="32081"/>
                </a:cubicBezTo>
                <a:cubicBezTo>
                  <a:pt x="581789" y="31245"/>
                  <a:pt x="577279" y="30827"/>
                  <a:pt x="572379" y="30827"/>
                </a:cubicBezTo>
                <a:cubicBezTo>
                  <a:pt x="568594" y="30827"/>
                  <a:pt x="564780" y="31300"/>
                  <a:pt x="560939" y="32247"/>
                </a:cubicBezTo>
                <a:cubicBezTo>
                  <a:pt x="557097" y="33193"/>
                  <a:pt x="553646" y="34641"/>
                  <a:pt x="550584" y="36589"/>
                </a:cubicBezTo>
                <a:cubicBezTo>
                  <a:pt x="547522" y="38536"/>
                  <a:pt x="545017" y="41068"/>
                  <a:pt x="543068" y="44184"/>
                </a:cubicBezTo>
                <a:cubicBezTo>
                  <a:pt x="541119" y="47300"/>
                  <a:pt x="540145" y="51028"/>
                  <a:pt x="540145" y="55369"/>
                </a:cubicBezTo>
                <a:cubicBezTo>
                  <a:pt x="540145" y="60936"/>
                  <a:pt x="541537" y="65277"/>
                  <a:pt x="544320" y="68393"/>
                </a:cubicBezTo>
                <a:cubicBezTo>
                  <a:pt x="547104" y="71509"/>
                  <a:pt x="550584" y="73930"/>
                  <a:pt x="554758" y="75656"/>
                </a:cubicBezTo>
                <a:cubicBezTo>
                  <a:pt x="558935" y="77380"/>
                  <a:pt x="563472" y="78716"/>
                  <a:pt x="568370" y="79662"/>
                </a:cubicBezTo>
                <a:cubicBezTo>
                  <a:pt x="573270" y="80609"/>
                  <a:pt x="577807" y="81666"/>
                  <a:pt x="581982" y="82835"/>
                </a:cubicBezTo>
                <a:cubicBezTo>
                  <a:pt x="586158" y="84002"/>
                  <a:pt x="589638" y="85532"/>
                  <a:pt x="592421" y="87425"/>
                </a:cubicBezTo>
                <a:cubicBezTo>
                  <a:pt x="595205" y="89318"/>
                  <a:pt x="596598" y="92101"/>
                  <a:pt x="596598" y="95774"/>
                </a:cubicBezTo>
                <a:cubicBezTo>
                  <a:pt x="596598" y="98445"/>
                  <a:pt x="595929" y="100643"/>
                  <a:pt x="594592" y="102370"/>
                </a:cubicBezTo>
                <a:cubicBezTo>
                  <a:pt x="593257" y="104094"/>
                  <a:pt x="591558" y="105402"/>
                  <a:pt x="589497" y="106292"/>
                </a:cubicBezTo>
                <a:cubicBezTo>
                  <a:pt x="587438" y="107182"/>
                  <a:pt x="585184" y="107795"/>
                  <a:pt x="582734" y="108129"/>
                </a:cubicBezTo>
                <a:cubicBezTo>
                  <a:pt x="580285" y="108462"/>
                  <a:pt x="577947" y="108629"/>
                  <a:pt x="575720" y="108629"/>
                </a:cubicBezTo>
                <a:cubicBezTo>
                  <a:pt x="572825" y="108629"/>
                  <a:pt x="570013" y="108352"/>
                  <a:pt x="567284" y="107798"/>
                </a:cubicBezTo>
                <a:cubicBezTo>
                  <a:pt x="564556" y="107242"/>
                  <a:pt x="562106" y="106327"/>
                  <a:pt x="559934" y="105053"/>
                </a:cubicBezTo>
                <a:cubicBezTo>
                  <a:pt x="557763" y="103777"/>
                  <a:pt x="556010" y="102058"/>
                  <a:pt x="554674" y="99895"/>
                </a:cubicBezTo>
                <a:cubicBezTo>
                  <a:pt x="553339" y="97732"/>
                  <a:pt x="552615" y="95098"/>
                  <a:pt x="552503" y="919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D8A01-FAE4-4947-AFF9-465D6733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008" y="1236998"/>
            <a:ext cx="629275" cy="589083"/>
          </a:xfrm>
          <a:custGeom xmlns:a="http://schemas.openxmlformats.org/drawingml/2006/main">
            <a:pathLst>
              <a:path w="629275" h="589083" fill="none">
                <a:moveTo>
                  <a:pt x="0" y="589083"/>
                </a:moveTo>
                <a:lnTo>
                  <a:pt x="62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90" cap="rnd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2CD1F-DD90-4F31-BADF-5C537F4D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826" y="1171774"/>
            <a:ext cx="94134" cy="91353"/>
          </a:xfrm>
          <a:custGeom xmlns:a="http://schemas.openxmlformats.org/drawingml/2006/main">
            <a:pathLst>
              <a:path w="94134" h="91353">
                <a:moveTo>
                  <a:pt x="94134" y="0"/>
                </a:moveTo>
                <a:lnTo>
                  <a:pt x="0" y="39097"/>
                </a:lnTo>
                <a:lnTo>
                  <a:pt x="48918" y="91353"/>
                </a:lnTo>
                <a:lnTo>
                  <a:pt x="94134" y="0"/>
                </a:lnTo>
                <a:close/>
                <a:moveTo>
                  <a:pt x="9413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C42A5-FFA7-46B4-AB53-9593D1B6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826" y="1171777"/>
            <a:ext cx="94134" cy="91348"/>
          </a:xfrm>
          <a:custGeom xmlns:a="http://schemas.openxmlformats.org/drawingml/2006/main">
            <a:pathLst>
              <a:path w="94134" h="91348" fill="none">
                <a:moveTo>
                  <a:pt x="94134" y="0"/>
                </a:moveTo>
                <a:lnTo>
                  <a:pt x="0" y="39095"/>
                </a:lnTo>
                <a:lnTo>
                  <a:pt x="48919" y="91348"/>
                </a:lnTo>
                <a:lnTo>
                  <a:pt x="94134" y="0"/>
                </a:lnTo>
                <a:close/>
                <a:moveTo>
                  <a:pt x="9413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35790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924955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2026-09-05T17:01:15.6490000Z</dcterms:created>
  <dcterms:modified xsi:type="dcterms:W3CDTF">2026-09-05T17:01:15.6490000Z</dcterms:modified>
</coreProperties>
</file>